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55"/>
  </p:notesMasterIdLst>
  <p:sldIdLst>
    <p:sldId id="256" r:id="rId2"/>
    <p:sldId id="258" r:id="rId3"/>
    <p:sldId id="335" r:id="rId4"/>
    <p:sldId id="325" r:id="rId5"/>
    <p:sldId id="313" r:id="rId6"/>
    <p:sldId id="260" r:id="rId7"/>
    <p:sldId id="337" r:id="rId8"/>
    <p:sldId id="338" r:id="rId9"/>
    <p:sldId id="317" r:id="rId10"/>
    <p:sldId id="339" r:id="rId11"/>
    <p:sldId id="340" r:id="rId12"/>
    <p:sldId id="341" r:id="rId13"/>
    <p:sldId id="342" r:id="rId14"/>
    <p:sldId id="343" r:id="rId15"/>
    <p:sldId id="344" r:id="rId16"/>
    <p:sldId id="345" r:id="rId17"/>
    <p:sldId id="346" r:id="rId18"/>
    <p:sldId id="347" r:id="rId19"/>
    <p:sldId id="348" r:id="rId20"/>
    <p:sldId id="316" r:id="rId21"/>
    <p:sldId id="349" r:id="rId22"/>
    <p:sldId id="350" r:id="rId23"/>
    <p:sldId id="351" r:id="rId24"/>
    <p:sldId id="352" r:id="rId25"/>
    <p:sldId id="353" r:id="rId26"/>
    <p:sldId id="354" r:id="rId27"/>
    <p:sldId id="355" r:id="rId28"/>
    <p:sldId id="336" r:id="rId29"/>
    <p:sldId id="357" r:id="rId30"/>
    <p:sldId id="264" r:id="rId31"/>
    <p:sldId id="370" r:id="rId32"/>
    <p:sldId id="318" r:id="rId33"/>
    <p:sldId id="358" r:id="rId34"/>
    <p:sldId id="360" r:id="rId35"/>
    <p:sldId id="363" r:id="rId36"/>
    <p:sldId id="364" r:id="rId37"/>
    <p:sldId id="365" r:id="rId38"/>
    <p:sldId id="366" r:id="rId39"/>
    <p:sldId id="359" r:id="rId40"/>
    <p:sldId id="314" r:id="rId41"/>
    <p:sldId id="367" r:id="rId42"/>
    <p:sldId id="368" r:id="rId43"/>
    <p:sldId id="369" r:id="rId44"/>
    <p:sldId id="362" r:id="rId45"/>
    <p:sldId id="371" r:id="rId46"/>
    <p:sldId id="372" r:id="rId47"/>
    <p:sldId id="374" r:id="rId48"/>
    <p:sldId id="373" r:id="rId49"/>
    <p:sldId id="375" r:id="rId50"/>
    <p:sldId id="376" r:id="rId51"/>
    <p:sldId id="377" r:id="rId52"/>
    <p:sldId id="378" r:id="rId53"/>
    <p:sldId id="259" r:id="rId54"/>
  </p:sldIdLst>
  <p:sldSz cx="9144000" cy="5143500" type="screen16x9"/>
  <p:notesSz cx="6858000" cy="9144000"/>
  <p:embeddedFontLst>
    <p:embeddedFont>
      <p:font typeface="Anaheim" panose="020B0604020202020204" charset="-94"/>
      <p:regular r:id="rId56"/>
      <p:bold r:id="rId57"/>
    </p:embeddedFont>
    <p:embeddedFont>
      <p:font typeface="Cambria Math" panose="02040503050406030204" pitchFamily="18" charset="0"/>
      <p:regular r:id="rId58"/>
    </p:embeddedFont>
    <p:embeddedFont>
      <p:font typeface="DM Sans" pitchFamily="2" charset="-94"/>
      <p:regular r:id="rId59"/>
      <p:bold r:id="rId60"/>
      <p:italic r:id="rId61"/>
      <p:boldItalic r:id="rId62"/>
    </p:embeddedFont>
    <p:embeddedFont>
      <p:font typeface="Maven Pro" panose="020B0604020202020204" charset="-94"/>
      <p:regular r:id="rId63"/>
      <p:bold r:id="rId64"/>
    </p:embeddedFont>
    <p:embeddedFont>
      <p:font typeface="MuseoModerno Medium" panose="020B0604020202020204" charset="-94"/>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0E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65A26D9-3358-4309-A227-EDEAD8D7FABE}">
  <a:tblStyle styleId="{C65A26D9-3358-4309-A227-EDEAD8D7FAB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73" autoAdjust="0"/>
  </p:normalViewPr>
  <p:slideViewPr>
    <p:cSldViewPr snapToGrid="0">
      <p:cViewPr varScale="1">
        <p:scale>
          <a:sx n="138" d="100"/>
          <a:sy n="138" d="100"/>
        </p:scale>
        <p:origin x="876" y="12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font" Target="fonts/font8.fntdata"/><Relationship Id="rId68"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3.fntdata"/><Relationship Id="rId66"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2.fntdata"/><Relationship Id="rId61"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5.fntdata"/><Relationship Id="rId65"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1.fntdata"/><Relationship Id="rId64" Type="http://schemas.openxmlformats.org/officeDocument/2006/relationships/font" Target="fonts/font9.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4.fntdata"/><Relationship Id="rId67"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7.fntdata"/><Relationship Id="rId70"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Fatih\Downloads\knn.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4829276477426622E-2"/>
          <c:y val="3.568888684236108E-2"/>
          <c:w val="0.87561212382698739"/>
          <c:h val="0.77778903368073138"/>
        </c:manualLayout>
      </c:layout>
      <c:scatterChart>
        <c:scatterStyle val="lineMarker"/>
        <c:varyColors val="0"/>
        <c:ser>
          <c:idx val="0"/>
          <c:order val="0"/>
          <c:tx>
            <c:strRef>
              <c:f>Sayfa1!$D$2</c:f>
              <c:strCache>
                <c:ptCount val="1"/>
                <c:pt idx="0">
                  <c:v>Y</c:v>
                </c:pt>
              </c:strCache>
            </c:strRef>
          </c:tx>
          <c:spPr>
            <a:ln w="25400" cap="rnd">
              <a:noFill/>
              <a:round/>
            </a:ln>
            <a:effectLst>
              <a:outerShdw blurRad="40000" dist="23000" dir="5400000" rotWithShape="0">
                <a:srgbClr val="000000">
                  <a:alpha val="35000"/>
                </a:srgbClr>
              </a:outerShdw>
            </a:effectLst>
          </c:spPr>
          <c:marker>
            <c:symbol val="circle"/>
            <c:size val="5"/>
            <c:spPr>
              <a:gradFill rotWithShape="1">
                <a:gsLst>
                  <a:gs pos="0">
                    <a:schemeClr val="accent1">
                      <a:shade val="51000"/>
                      <a:satMod val="130000"/>
                    </a:schemeClr>
                  </a:gs>
                  <a:gs pos="80000">
                    <a:schemeClr val="accent1">
                      <a:shade val="93000"/>
                      <a:satMod val="130000"/>
                    </a:schemeClr>
                  </a:gs>
                  <a:gs pos="100000">
                    <a:schemeClr val="accent1">
                      <a:shade val="94000"/>
                      <a:satMod val="135000"/>
                    </a:schemeClr>
                  </a:gs>
                </a:gsLst>
                <a:lin ang="16200000" scaled="0"/>
              </a:gradFill>
              <a:ln w="9525">
                <a:solidFill>
                  <a:schemeClr val="accent1"/>
                </a:solidFill>
                <a:round/>
              </a:ln>
              <a:effectLst>
                <a:outerShdw blurRad="40000" dist="23000" dir="5400000" rotWithShape="0">
                  <a:srgbClr val="000000">
                    <a:alpha val="35000"/>
                  </a:srgbClr>
                </a:outerShdw>
              </a:effectLst>
            </c:spPr>
          </c:marker>
          <c:xVal>
            <c:numRef>
              <c:f>Sayfa1!$C$3:$C$7</c:f>
              <c:numCache>
                <c:formatCode>General</c:formatCode>
                <c:ptCount val="5"/>
                <c:pt idx="0">
                  <c:v>7</c:v>
                </c:pt>
                <c:pt idx="1">
                  <c:v>7</c:v>
                </c:pt>
                <c:pt idx="2">
                  <c:v>3</c:v>
                </c:pt>
                <c:pt idx="3">
                  <c:v>1</c:v>
                </c:pt>
                <c:pt idx="4">
                  <c:v>3</c:v>
                </c:pt>
              </c:numCache>
            </c:numRef>
          </c:xVal>
          <c:yVal>
            <c:numRef>
              <c:f>Sayfa1!$D$3:$D$7</c:f>
              <c:numCache>
                <c:formatCode>General</c:formatCode>
                <c:ptCount val="5"/>
                <c:pt idx="0">
                  <c:v>7</c:v>
                </c:pt>
                <c:pt idx="1">
                  <c:v>4</c:v>
                </c:pt>
                <c:pt idx="2">
                  <c:v>4</c:v>
                </c:pt>
                <c:pt idx="3">
                  <c:v>4</c:v>
                </c:pt>
                <c:pt idx="4">
                  <c:v>7</c:v>
                </c:pt>
              </c:numCache>
            </c:numRef>
          </c:yVal>
          <c:smooth val="0"/>
          <c:extLst>
            <c:ext xmlns:c16="http://schemas.microsoft.com/office/drawing/2014/chart" uri="{C3380CC4-5D6E-409C-BE32-E72D297353CC}">
              <c16:uniqueId val="{00000000-D34B-4894-B138-DEE683D2CCDC}"/>
            </c:ext>
          </c:extLst>
        </c:ser>
        <c:dLbls>
          <c:showLegendKey val="0"/>
          <c:showVal val="0"/>
          <c:showCatName val="0"/>
          <c:showSerName val="0"/>
          <c:showPercent val="0"/>
          <c:showBubbleSize val="0"/>
        </c:dLbls>
        <c:axId val="415437392"/>
        <c:axId val="415443376"/>
      </c:scatterChart>
      <c:valAx>
        <c:axId val="415437392"/>
        <c:scaling>
          <c:orientation val="minMax"/>
        </c:scaling>
        <c:delete val="0"/>
        <c:axPos val="b"/>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tr-TR"/>
          </a:p>
        </c:txPr>
        <c:crossAx val="415443376"/>
        <c:crosses val="autoZero"/>
        <c:crossBetween val="midCat"/>
      </c:valAx>
      <c:valAx>
        <c:axId val="415443376"/>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solidFill>
              <a:schemeClr val="tx2">
                <a:lumMod val="40000"/>
                <a:lumOff val="60000"/>
              </a:schemeClr>
            </a:solidFill>
          </a:ln>
          <a:effectLst/>
        </c:spPr>
        <c:txPr>
          <a:bodyPr rot="-60000000" spcFirstLastPara="1" vertOverflow="ellipsis" vert="horz" wrap="square" anchor="ctr" anchorCtr="1"/>
          <a:lstStyle/>
          <a:p>
            <a:pPr>
              <a:defRPr sz="900" b="0" i="0" u="none" strike="noStrike" kern="1200" baseline="0">
                <a:solidFill>
                  <a:schemeClr val="tx2"/>
                </a:solidFill>
                <a:latin typeface="+mn-lt"/>
                <a:ea typeface="+mn-ea"/>
                <a:cs typeface="+mn-cs"/>
              </a:defRPr>
            </a:pPr>
            <a:endParaRPr lang="tr-TR"/>
          </a:p>
        </c:txPr>
        <c:crossAx val="415437392"/>
        <c:crosses val="autoZero"/>
        <c:crossBetween val="midCat"/>
      </c:valAx>
      <c:spPr>
        <a:solidFill>
          <a:sysClr val="window" lastClr="FFFFFF"/>
        </a:solidFill>
        <a:ln>
          <a:noFill/>
        </a:ln>
        <a:effectLst/>
      </c:spPr>
    </c:plotArea>
    <c:plotVisOnly val="1"/>
    <c:dispBlanksAs val="gap"/>
    <c:showDLblsOverMax val="0"/>
  </c:chart>
  <c:spPr>
    <a:noFill/>
    <a:ln>
      <a:noFill/>
    </a:ln>
    <a:effectLst/>
  </c:spPr>
  <c:txPr>
    <a:bodyPr/>
    <a:lstStyle/>
    <a:p>
      <a:pPr>
        <a:defRPr/>
      </a:pPr>
      <a:endParaRPr lang="tr-T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2">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9525" cap="rnd">
        <a:solidFill>
          <a:schemeClr val="phClr"/>
        </a:solidFill>
        <a:round/>
      </a:ln>
    </cs:spPr>
  </cs:dataPointLine>
  <cs:dataPointMarker>
    <cs:lnRef idx="0">
      <cs:styleClr val="auto"/>
    </cs:lnRef>
    <cs:fillRef idx="3">
      <cs:styleClr val="auto"/>
    </cs:fillRef>
    <cs:effectRef idx="2"/>
    <cs:fontRef idx="minor">
      <a:schemeClr val="tx2"/>
    </cs:fontRef>
    <cs:spPr>
      <a:ln w="9525">
        <a:solidFill>
          <a:schemeClr val="phClr"/>
        </a:solidFill>
        <a:round/>
      </a:ln>
    </cs:spPr>
  </cs:dataPointMarker>
  <cs:dataPointMarkerLayout symbol="circle" size="5"/>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9525" cap="rnd">
        <a:solidFill>
          <a:schemeClr val="phClr"/>
        </a:solidFill>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spPr>
      <a:ln>
        <a:solidFill>
          <a:schemeClr val="tx2">
            <a:lumMod val="40000"/>
            <a:lumOff val="60000"/>
          </a:schemeClr>
        </a:solidFill>
      </a:ln>
    </cs:spPr>
    <cs:defRPr sz="900" kern="1200"/>
  </cs:valueAxis>
  <cs:wall>
    <cs:lnRef idx="0"/>
    <cs:fillRef idx="0"/>
    <cs:effectRef idx="0"/>
    <cs:fontRef idx="minor">
      <a:schemeClr val="tx2"/>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764044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23112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9709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527853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2238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99215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99793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9641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66487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34662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05096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8463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5113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279024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17511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4233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53001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1487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18736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15564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790718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61776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75336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15338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9568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84502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p:cNvGrpSpPr/>
        <p:nvPr/>
      </p:nvGrpSpPr>
      <p:grpSpPr>
        <a:xfrm>
          <a:off x="0" y="0"/>
          <a:ext cx="0" cy="0"/>
          <a:chOff x="0" y="0"/>
          <a:chExt cx="0" cy="0"/>
        </a:xfrm>
      </p:grpSpPr>
      <p:sp>
        <p:nvSpPr>
          <p:cNvPr id="1566" name="Google Shape;1566;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7" name="Google Shape;1567;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5">
          <a:extLst>
            <a:ext uri="{FF2B5EF4-FFF2-40B4-BE49-F238E27FC236}">
              <a16:creationId xmlns:a16="http://schemas.microsoft.com/office/drawing/2014/main" id="{BD18FB9F-EF43-E7C1-9AB0-A25CF160138E}"/>
            </a:ext>
          </a:extLst>
        </p:cNvPr>
        <p:cNvGrpSpPr/>
        <p:nvPr/>
      </p:nvGrpSpPr>
      <p:grpSpPr>
        <a:xfrm>
          <a:off x="0" y="0"/>
          <a:ext cx="0" cy="0"/>
          <a:chOff x="0" y="0"/>
          <a:chExt cx="0" cy="0"/>
        </a:xfrm>
      </p:grpSpPr>
      <p:sp>
        <p:nvSpPr>
          <p:cNvPr id="1566" name="Google Shape;1566;g54dda1946d_6_344:notes">
            <a:extLst>
              <a:ext uri="{FF2B5EF4-FFF2-40B4-BE49-F238E27FC236}">
                <a16:creationId xmlns:a16="http://schemas.microsoft.com/office/drawing/2014/main" id="{B6496B2D-25A3-7AA1-283E-CA7C8D23D7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7" name="Google Shape;1567;g54dda1946d_6_344:notes">
            <a:extLst>
              <a:ext uri="{FF2B5EF4-FFF2-40B4-BE49-F238E27FC236}">
                <a16:creationId xmlns:a16="http://schemas.microsoft.com/office/drawing/2014/main" id="{D48F9094-D916-C8E9-3061-9325433BB4F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0669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58199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754949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58665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45397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88462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10795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8"/>
        <p:cNvGrpSpPr/>
        <p:nvPr/>
      </p:nvGrpSpPr>
      <p:grpSpPr>
        <a:xfrm>
          <a:off x="0" y="0"/>
          <a:ext cx="0" cy="0"/>
          <a:chOff x="0" y="0"/>
          <a:chExt cx="0" cy="0"/>
        </a:xfrm>
      </p:grpSpPr>
      <p:sp>
        <p:nvSpPr>
          <p:cNvPr id="1269" name="Google Shape;1269;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0" name="Google Shape;1270;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768019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62026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36299570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66785068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7603091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0191771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8"/>
        <p:cNvGrpSpPr/>
        <p:nvPr/>
      </p:nvGrpSpPr>
      <p:grpSpPr>
        <a:xfrm>
          <a:off x="0" y="0"/>
          <a:ext cx="0" cy="0"/>
          <a:chOff x="0" y="0"/>
          <a:chExt cx="0" cy="0"/>
        </a:xfrm>
      </p:grpSpPr>
      <p:sp>
        <p:nvSpPr>
          <p:cNvPr id="1049" name="Google Shape;1049;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0" name="Google Shape;1050;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78316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8938D0B3-9878-240B-92EE-B58BD0FC375B}"/>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E27D55C0-30F0-8372-D64D-A5AA5609572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F70FD676-5683-0249-F34D-5C8795131B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3927093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3F779FB4-91A2-A219-E093-C27F53DED500}"/>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D5D96E5E-9B16-4BA0-39EB-060DCA99F9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6514E727-7289-1387-E9AF-B633D9BA1B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1755603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86B6B77F-2E4B-7A14-B48C-C7C69EB11D99}"/>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9C376856-4052-F94B-CF96-D1BE7BF54F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6D936E4B-B612-25CB-76C6-D8296C079C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7476477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CF80381E-75F1-C31B-AE91-E9B0D230E1EA}"/>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10BFF81C-37FE-BA1F-C382-8D9E8F3CD0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A8799323-6E51-3653-8CAE-72C97D04A0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7658705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BA5B7158-2D09-F402-BE3A-ABC785602371}"/>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951C6E74-4120-BC65-EC5B-87CFAE5BE3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DFCD714D-9B00-E298-A7EC-06398B2448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2716338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6B877217-5FA4-4252-2FC7-B1FA6C1992EF}"/>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29D6F46B-B8C0-0248-7E07-C65847FD2B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678B3320-B721-DB4B-0A3B-EE91A7EF34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5827724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94B52C98-9ACB-96B3-EBEC-54811D2C3FA8}"/>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3CB8B4A5-9013-5D6E-1358-E8F7FDE8C2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D65A0A25-3DBE-F6CF-D56A-2BDE24AB6A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5720345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B8B7718A-7C7D-9E32-0D46-435DACE4A9E1}"/>
            </a:ext>
          </a:extLst>
        </p:cNvPr>
        <p:cNvGrpSpPr/>
        <p:nvPr/>
      </p:nvGrpSpPr>
      <p:grpSpPr>
        <a:xfrm>
          <a:off x="0" y="0"/>
          <a:ext cx="0" cy="0"/>
          <a:chOff x="0" y="0"/>
          <a:chExt cx="0" cy="0"/>
        </a:xfrm>
      </p:grpSpPr>
      <p:sp>
        <p:nvSpPr>
          <p:cNvPr id="658" name="Google Shape;658;gd431007ba2_0_215:notes">
            <a:extLst>
              <a:ext uri="{FF2B5EF4-FFF2-40B4-BE49-F238E27FC236}">
                <a16:creationId xmlns:a16="http://schemas.microsoft.com/office/drawing/2014/main" id="{F0854163-55E9-4720-BED9-FD0DCD412A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9" name="Google Shape;659;gd431007ba2_0_215:notes">
            <a:extLst>
              <a:ext uri="{FF2B5EF4-FFF2-40B4-BE49-F238E27FC236}">
                <a16:creationId xmlns:a16="http://schemas.microsoft.com/office/drawing/2014/main" id="{A78C550A-0E1C-3ADD-B76D-370C2E5AD66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422286556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2" name="Google Shape;682;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539500"/>
            <a:ext cx="3928800" cy="25374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076875"/>
            <a:ext cx="39288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249375" y="2717600"/>
            <a:ext cx="4181400" cy="15114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5514025" y="1720050"/>
            <a:ext cx="1652100" cy="915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4" name="Google Shape;14;p3"/>
          <p:cNvSpPr txBox="1">
            <a:spLocks noGrp="1"/>
          </p:cNvSpPr>
          <p:nvPr>
            <p:ph type="subTitle" idx="1"/>
          </p:nvPr>
        </p:nvSpPr>
        <p:spPr>
          <a:xfrm>
            <a:off x="4249375" y="4229000"/>
            <a:ext cx="4181400" cy="375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713225" y="2414775"/>
            <a:ext cx="3326700" cy="1161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500"/>
              <a:buNone/>
              <a:defRPr sz="65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57" name="Google Shape;57;p9"/>
          <p:cNvSpPr txBox="1">
            <a:spLocks noGrp="1"/>
          </p:cNvSpPr>
          <p:nvPr>
            <p:ph type="subTitle" idx="1"/>
          </p:nvPr>
        </p:nvSpPr>
        <p:spPr>
          <a:xfrm>
            <a:off x="713225" y="3576200"/>
            <a:ext cx="3326700" cy="1027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7" name="Google Shape;67;p13"/>
          <p:cNvSpPr txBox="1">
            <a:spLocks noGrp="1"/>
          </p:cNvSpPr>
          <p:nvPr>
            <p:ph type="subTitle" idx="1"/>
          </p:nvPr>
        </p:nvSpPr>
        <p:spPr>
          <a:xfrm>
            <a:off x="720000"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8" name="Google Shape;68;p13"/>
          <p:cNvSpPr txBox="1">
            <a:spLocks noGrp="1"/>
          </p:cNvSpPr>
          <p:nvPr>
            <p:ph type="subTitle" idx="2"/>
          </p:nvPr>
        </p:nvSpPr>
        <p:spPr>
          <a:xfrm>
            <a:off x="3419271"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3"/>
          <p:cNvSpPr txBox="1">
            <a:spLocks noGrp="1"/>
          </p:cNvSpPr>
          <p:nvPr>
            <p:ph type="subTitle" idx="3"/>
          </p:nvPr>
        </p:nvSpPr>
        <p:spPr>
          <a:xfrm>
            <a:off x="720000" y="4031300"/>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0" name="Google Shape;70;p13"/>
          <p:cNvSpPr txBox="1">
            <a:spLocks noGrp="1"/>
          </p:cNvSpPr>
          <p:nvPr>
            <p:ph type="subTitle" idx="4"/>
          </p:nvPr>
        </p:nvSpPr>
        <p:spPr>
          <a:xfrm>
            <a:off x="3419271" y="4031300"/>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1" name="Google Shape;71;p13"/>
          <p:cNvSpPr txBox="1">
            <a:spLocks noGrp="1"/>
          </p:cNvSpPr>
          <p:nvPr>
            <p:ph type="title" idx="5" hasCustomPrompt="1"/>
          </p:nvPr>
        </p:nvSpPr>
        <p:spPr>
          <a:xfrm>
            <a:off x="1505400" y="1245075"/>
            <a:ext cx="734700" cy="632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6" hasCustomPrompt="1"/>
          </p:nvPr>
        </p:nvSpPr>
        <p:spPr>
          <a:xfrm>
            <a:off x="1505400" y="3066797"/>
            <a:ext cx="734700" cy="632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title" idx="7" hasCustomPrompt="1"/>
          </p:nvPr>
        </p:nvSpPr>
        <p:spPr>
          <a:xfrm>
            <a:off x="4204671" y="1245075"/>
            <a:ext cx="734700" cy="632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title" idx="8" hasCustomPrompt="1"/>
          </p:nvPr>
        </p:nvSpPr>
        <p:spPr>
          <a:xfrm>
            <a:off x="4204671" y="3066797"/>
            <a:ext cx="734700" cy="632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5" name="Google Shape;75;p13"/>
          <p:cNvSpPr txBox="1">
            <a:spLocks noGrp="1"/>
          </p:cNvSpPr>
          <p:nvPr>
            <p:ph type="subTitle" idx="9"/>
          </p:nvPr>
        </p:nvSpPr>
        <p:spPr>
          <a:xfrm>
            <a:off x="720000" y="18773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6" name="Google Shape;76;p13"/>
          <p:cNvSpPr txBox="1">
            <a:spLocks noGrp="1"/>
          </p:cNvSpPr>
          <p:nvPr>
            <p:ph type="subTitle" idx="13"/>
          </p:nvPr>
        </p:nvSpPr>
        <p:spPr>
          <a:xfrm>
            <a:off x="3419271" y="18773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7" name="Google Shape;77;p13"/>
          <p:cNvSpPr txBox="1">
            <a:spLocks noGrp="1"/>
          </p:cNvSpPr>
          <p:nvPr>
            <p:ph type="subTitle" idx="14"/>
          </p:nvPr>
        </p:nvSpPr>
        <p:spPr>
          <a:xfrm>
            <a:off x="720000" y="3698900"/>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8" name="Google Shape;78;p13"/>
          <p:cNvSpPr txBox="1">
            <a:spLocks noGrp="1"/>
          </p:cNvSpPr>
          <p:nvPr>
            <p:ph type="subTitle" idx="15"/>
          </p:nvPr>
        </p:nvSpPr>
        <p:spPr>
          <a:xfrm>
            <a:off x="3419271" y="3698900"/>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79" name="Google Shape;79;p13"/>
          <p:cNvSpPr txBox="1">
            <a:spLocks noGrp="1"/>
          </p:cNvSpPr>
          <p:nvPr>
            <p:ph type="subTitle" idx="16"/>
          </p:nvPr>
        </p:nvSpPr>
        <p:spPr>
          <a:xfrm>
            <a:off x="6118546" y="2209193"/>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0" name="Google Shape;80;p13"/>
          <p:cNvSpPr txBox="1">
            <a:spLocks noGrp="1"/>
          </p:cNvSpPr>
          <p:nvPr>
            <p:ph type="subTitle" idx="17"/>
          </p:nvPr>
        </p:nvSpPr>
        <p:spPr>
          <a:xfrm>
            <a:off x="6118546" y="4031300"/>
            <a:ext cx="23055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1" name="Google Shape;81;p13"/>
          <p:cNvSpPr txBox="1">
            <a:spLocks noGrp="1"/>
          </p:cNvSpPr>
          <p:nvPr>
            <p:ph type="title" idx="18" hasCustomPrompt="1"/>
          </p:nvPr>
        </p:nvSpPr>
        <p:spPr>
          <a:xfrm>
            <a:off x="6903946" y="1245074"/>
            <a:ext cx="734700" cy="632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2" name="Google Shape;82;p13"/>
          <p:cNvSpPr txBox="1">
            <a:spLocks noGrp="1"/>
          </p:cNvSpPr>
          <p:nvPr>
            <p:ph type="title" idx="19" hasCustomPrompt="1"/>
          </p:nvPr>
        </p:nvSpPr>
        <p:spPr>
          <a:xfrm>
            <a:off x="6903946" y="3066800"/>
            <a:ext cx="734700" cy="632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83" name="Google Shape;83;p13"/>
          <p:cNvSpPr txBox="1">
            <a:spLocks noGrp="1"/>
          </p:cNvSpPr>
          <p:nvPr>
            <p:ph type="subTitle" idx="20"/>
          </p:nvPr>
        </p:nvSpPr>
        <p:spPr>
          <a:xfrm>
            <a:off x="6118546" y="1877312"/>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4" name="Google Shape;84;p13"/>
          <p:cNvSpPr txBox="1">
            <a:spLocks noGrp="1"/>
          </p:cNvSpPr>
          <p:nvPr>
            <p:ph type="subTitle" idx="21"/>
          </p:nvPr>
        </p:nvSpPr>
        <p:spPr>
          <a:xfrm>
            <a:off x="6118546" y="3698900"/>
            <a:ext cx="2305500" cy="484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rtl="0">
              <a:lnSpc>
                <a:spcPct val="100000"/>
              </a:lnSpc>
              <a:spcBef>
                <a:spcPts val="0"/>
              </a:spcBef>
              <a:spcAft>
                <a:spcPts val="0"/>
              </a:spcAft>
              <a:buSzPts val="2400"/>
              <a:buFont typeface="DM Sans"/>
              <a:buNone/>
              <a:defRPr sz="2400" b="1">
                <a:latin typeface="DM Sans"/>
                <a:ea typeface="DM Sans"/>
                <a:cs typeface="DM Sans"/>
                <a:sym typeface="DM Sans"/>
              </a:defRPr>
            </a:lvl2pPr>
            <a:lvl3pPr lvl="2" rtl="0">
              <a:lnSpc>
                <a:spcPct val="100000"/>
              </a:lnSpc>
              <a:spcBef>
                <a:spcPts val="0"/>
              </a:spcBef>
              <a:spcAft>
                <a:spcPts val="0"/>
              </a:spcAft>
              <a:buSzPts val="2400"/>
              <a:buFont typeface="DM Sans"/>
              <a:buNone/>
              <a:defRPr sz="2400" b="1">
                <a:latin typeface="DM Sans"/>
                <a:ea typeface="DM Sans"/>
                <a:cs typeface="DM Sans"/>
                <a:sym typeface="DM Sans"/>
              </a:defRPr>
            </a:lvl3pPr>
            <a:lvl4pPr lvl="3" rtl="0">
              <a:lnSpc>
                <a:spcPct val="100000"/>
              </a:lnSpc>
              <a:spcBef>
                <a:spcPts val="0"/>
              </a:spcBef>
              <a:spcAft>
                <a:spcPts val="0"/>
              </a:spcAft>
              <a:buSzPts val="2400"/>
              <a:buFont typeface="DM Sans"/>
              <a:buNone/>
              <a:defRPr sz="2400" b="1">
                <a:latin typeface="DM Sans"/>
                <a:ea typeface="DM Sans"/>
                <a:cs typeface="DM Sans"/>
                <a:sym typeface="DM Sans"/>
              </a:defRPr>
            </a:lvl4pPr>
            <a:lvl5pPr lvl="4" rtl="0">
              <a:lnSpc>
                <a:spcPct val="100000"/>
              </a:lnSpc>
              <a:spcBef>
                <a:spcPts val="0"/>
              </a:spcBef>
              <a:spcAft>
                <a:spcPts val="0"/>
              </a:spcAft>
              <a:buSzPts val="2400"/>
              <a:buFont typeface="DM Sans"/>
              <a:buNone/>
              <a:defRPr sz="2400" b="1">
                <a:latin typeface="DM Sans"/>
                <a:ea typeface="DM Sans"/>
                <a:cs typeface="DM Sans"/>
                <a:sym typeface="DM Sans"/>
              </a:defRPr>
            </a:lvl5pPr>
            <a:lvl6pPr lvl="5" rtl="0">
              <a:lnSpc>
                <a:spcPct val="100000"/>
              </a:lnSpc>
              <a:spcBef>
                <a:spcPts val="0"/>
              </a:spcBef>
              <a:spcAft>
                <a:spcPts val="0"/>
              </a:spcAft>
              <a:buSzPts val="2400"/>
              <a:buFont typeface="DM Sans"/>
              <a:buNone/>
              <a:defRPr sz="2400" b="1">
                <a:latin typeface="DM Sans"/>
                <a:ea typeface="DM Sans"/>
                <a:cs typeface="DM Sans"/>
                <a:sym typeface="DM Sans"/>
              </a:defRPr>
            </a:lvl6pPr>
            <a:lvl7pPr lvl="6" rtl="0">
              <a:lnSpc>
                <a:spcPct val="100000"/>
              </a:lnSpc>
              <a:spcBef>
                <a:spcPts val="0"/>
              </a:spcBef>
              <a:spcAft>
                <a:spcPts val="0"/>
              </a:spcAft>
              <a:buSzPts val="2400"/>
              <a:buFont typeface="DM Sans"/>
              <a:buNone/>
              <a:defRPr sz="2400" b="1">
                <a:latin typeface="DM Sans"/>
                <a:ea typeface="DM Sans"/>
                <a:cs typeface="DM Sans"/>
                <a:sym typeface="DM Sans"/>
              </a:defRPr>
            </a:lvl7pPr>
            <a:lvl8pPr lvl="7" rtl="0">
              <a:lnSpc>
                <a:spcPct val="100000"/>
              </a:lnSpc>
              <a:spcBef>
                <a:spcPts val="0"/>
              </a:spcBef>
              <a:spcAft>
                <a:spcPts val="0"/>
              </a:spcAft>
              <a:buSzPts val="2400"/>
              <a:buFont typeface="DM Sans"/>
              <a:buNone/>
              <a:defRPr sz="2400" b="1">
                <a:latin typeface="DM Sans"/>
                <a:ea typeface="DM Sans"/>
                <a:cs typeface="DM Sans"/>
                <a:sym typeface="DM Sans"/>
              </a:defRPr>
            </a:lvl8pPr>
            <a:lvl9pPr lvl="8"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85" name="Google Shape;85;p13"/>
          <p:cNvGrpSpPr/>
          <p:nvPr/>
        </p:nvGrpSpPr>
        <p:grpSpPr>
          <a:xfrm rot="-5400000">
            <a:off x="-146725" y="979100"/>
            <a:ext cx="1009703" cy="130500"/>
            <a:chOff x="5461400" y="616025"/>
            <a:chExt cx="1009703" cy="130500"/>
          </a:xfrm>
        </p:grpSpPr>
        <p:sp>
          <p:nvSpPr>
            <p:cNvPr id="86" name="Google Shape;86;p13"/>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3"/>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3"/>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3"/>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3"/>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13"/>
          <p:cNvGrpSpPr/>
          <p:nvPr/>
        </p:nvGrpSpPr>
        <p:grpSpPr>
          <a:xfrm rot="-5400000">
            <a:off x="8319450" y="4033900"/>
            <a:ext cx="1009703" cy="130500"/>
            <a:chOff x="5461400" y="616025"/>
            <a:chExt cx="1009703" cy="130500"/>
          </a:xfrm>
        </p:grpSpPr>
        <p:sp>
          <p:nvSpPr>
            <p:cNvPr id="92" name="Google Shape;92;p13"/>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3"/>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3"/>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13"/>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13"/>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31"/>
        <p:cNvGrpSpPr/>
        <p:nvPr/>
      </p:nvGrpSpPr>
      <p:grpSpPr>
        <a:xfrm>
          <a:off x="0" y="0"/>
          <a:ext cx="0" cy="0"/>
          <a:chOff x="0" y="0"/>
          <a:chExt cx="0" cy="0"/>
        </a:xfrm>
      </p:grpSpPr>
      <p:sp>
        <p:nvSpPr>
          <p:cNvPr id="132" name="Google Shape;132;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3" name="Google Shape;133;p20"/>
          <p:cNvSpPr txBox="1">
            <a:spLocks noGrp="1"/>
          </p:cNvSpPr>
          <p:nvPr>
            <p:ph type="subTitle" idx="1"/>
          </p:nvPr>
        </p:nvSpPr>
        <p:spPr>
          <a:xfrm>
            <a:off x="4176598" y="1637600"/>
            <a:ext cx="2980200" cy="2199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4" name="Google Shape;134;p20"/>
          <p:cNvSpPr txBox="1">
            <a:spLocks noGrp="1"/>
          </p:cNvSpPr>
          <p:nvPr>
            <p:ph type="subTitle" idx="2"/>
          </p:nvPr>
        </p:nvSpPr>
        <p:spPr>
          <a:xfrm>
            <a:off x="720000" y="1637600"/>
            <a:ext cx="2980200" cy="2199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37" name="Google Shape;137;p21"/>
          <p:cNvSpPr txBox="1">
            <a:spLocks noGrp="1"/>
          </p:cNvSpPr>
          <p:nvPr>
            <p:ph type="subTitle" idx="1"/>
          </p:nvPr>
        </p:nvSpPr>
        <p:spPr>
          <a:xfrm>
            <a:off x="825400" y="3235706"/>
            <a:ext cx="22425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8" name="Google Shape;138;p21"/>
          <p:cNvSpPr txBox="1">
            <a:spLocks noGrp="1"/>
          </p:cNvSpPr>
          <p:nvPr>
            <p:ph type="subTitle" idx="2"/>
          </p:nvPr>
        </p:nvSpPr>
        <p:spPr>
          <a:xfrm>
            <a:off x="3450744" y="3235706"/>
            <a:ext cx="22425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39" name="Google Shape;139;p21"/>
          <p:cNvSpPr txBox="1">
            <a:spLocks noGrp="1"/>
          </p:cNvSpPr>
          <p:nvPr>
            <p:ph type="subTitle" idx="3"/>
          </p:nvPr>
        </p:nvSpPr>
        <p:spPr>
          <a:xfrm>
            <a:off x="6076094" y="3235706"/>
            <a:ext cx="2242500" cy="1015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0" name="Google Shape;140;p21"/>
          <p:cNvSpPr txBox="1">
            <a:spLocks noGrp="1"/>
          </p:cNvSpPr>
          <p:nvPr>
            <p:ph type="subTitle" idx="4"/>
          </p:nvPr>
        </p:nvSpPr>
        <p:spPr>
          <a:xfrm>
            <a:off x="825400" y="2575700"/>
            <a:ext cx="22425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41" name="Google Shape;141;p21"/>
          <p:cNvSpPr txBox="1">
            <a:spLocks noGrp="1"/>
          </p:cNvSpPr>
          <p:nvPr>
            <p:ph type="subTitle" idx="5"/>
          </p:nvPr>
        </p:nvSpPr>
        <p:spPr>
          <a:xfrm>
            <a:off x="3450747" y="2575700"/>
            <a:ext cx="22425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42" name="Google Shape;142;p21"/>
          <p:cNvSpPr txBox="1">
            <a:spLocks noGrp="1"/>
          </p:cNvSpPr>
          <p:nvPr>
            <p:ph type="subTitle" idx="6"/>
          </p:nvPr>
        </p:nvSpPr>
        <p:spPr>
          <a:xfrm>
            <a:off x="6076094" y="2575700"/>
            <a:ext cx="2242500" cy="660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2400">
                <a:solidFill>
                  <a:schemeClr val="dk1"/>
                </a:solidFill>
                <a:latin typeface="MuseoModerno Medium"/>
                <a:ea typeface="MuseoModerno Medium"/>
                <a:cs typeface="MuseoModerno Medium"/>
                <a:sym typeface="MuseoModerno Medium"/>
              </a:defRPr>
            </a:lvl1pPr>
            <a:lvl2pPr lvl="1" algn="ctr" rtl="0">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grpSp>
        <p:nvGrpSpPr>
          <p:cNvPr id="143" name="Google Shape;143;p21"/>
          <p:cNvGrpSpPr/>
          <p:nvPr/>
        </p:nvGrpSpPr>
        <p:grpSpPr>
          <a:xfrm rot="-5400000">
            <a:off x="8319450" y="4033900"/>
            <a:ext cx="1009703" cy="130500"/>
            <a:chOff x="5461400" y="616025"/>
            <a:chExt cx="1009703" cy="130500"/>
          </a:xfrm>
        </p:grpSpPr>
        <p:sp>
          <p:nvSpPr>
            <p:cNvPr id="144" name="Google Shape;144;p2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21"/>
          <p:cNvGrpSpPr/>
          <p:nvPr/>
        </p:nvGrpSpPr>
        <p:grpSpPr>
          <a:xfrm rot="-5400000">
            <a:off x="-146725" y="979100"/>
            <a:ext cx="1009703" cy="130500"/>
            <a:chOff x="5461400" y="616025"/>
            <a:chExt cx="1009703" cy="130500"/>
          </a:xfrm>
        </p:grpSpPr>
        <p:sp>
          <p:nvSpPr>
            <p:cNvPr id="150" name="Google Shape;150;p2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1"/>
        <p:cNvGrpSpPr/>
        <p:nvPr/>
      </p:nvGrpSpPr>
      <p:grpSpPr>
        <a:xfrm>
          <a:off x="0" y="0"/>
          <a:ext cx="0" cy="0"/>
          <a:chOff x="0" y="0"/>
          <a:chExt cx="0" cy="0"/>
        </a:xfrm>
      </p:grpSpPr>
      <p:grpSp>
        <p:nvGrpSpPr>
          <p:cNvPr id="312" name="Google Shape;312;p32"/>
          <p:cNvGrpSpPr/>
          <p:nvPr/>
        </p:nvGrpSpPr>
        <p:grpSpPr>
          <a:xfrm>
            <a:off x="4067150" y="539500"/>
            <a:ext cx="1009703" cy="130500"/>
            <a:chOff x="5461400" y="616025"/>
            <a:chExt cx="1009703" cy="130500"/>
          </a:xfrm>
        </p:grpSpPr>
        <p:sp>
          <p:nvSpPr>
            <p:cNvPr id="313" name="Google Shape;313;p3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8" name="Google Shape;318;p32"/>
          <p:cNvGrpSpPr/>
          <p:nvPr/>
        </p:nvGrpSpPr>
        <p:grpSpPr>
          <a:xfrm>
            <a:off x="4067150" y="4473500"/>
            <a:ext cx="1009703" cy="130500"/>
            <a:chOff x="5461400" y="616025"/>
            <a:chExt cx="1009703" cy="130500"/>
          </a:xfrm>
        </p:grpSpPr>
        <p:sp>
          <p:nvSpPr>
            <p:cNvPr id="319" name="Google Shape;319;p3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24"/>
        <p:cNvGrpSpPr/>
        <p:nvPr/>
      </p:nvGrpSpPr>
      <p:grpSpPr>
        <a:xfrm>
          <a:off x="0" y="0"/>
          <a:ext cx="0" cy="0"/>
          <a:chOff x="0" y="0"/>
          <a:chExt cx="0" cy="0"/>
        </a:xfrm>
      </p:grpSpPr>
      <p:grpSp>
        <p:nvGrpSpPr>
          <p:cNvPr id="325" name="Google Shape;325;p33"/>
          <p:cNvGrpSpPr/>
          <p:nvPr/>
        </p:nvGrpSpPr>
        <p:grpSpPr>
          <a:xfrm rot="-5400000">
            <a:off x="273625" y="2506500"/>
            <a:ext cx="1009703" cy="130500"/>
            <a:chOff x="5461400" y="616025"/>
            <a:chExt cx="1009703" cy="130500"/>
          </a:xfrm>
        </p:grpSpPr>
        <p:sp>
          <p:nvSpPr>
            <p:cNvPr id="326" name="Google Shape;326;p33"/>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3"/>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3"/>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3"/>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3"/>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33"/>
          <p:cNvGrpSpPr/>
          <p:nvPr/>
        </p:nvGrpSpPr>
        <p:grpSpPr>
          <a:xfrm rot="-5400000">
            <a:off x="7860675" y="2506500"/>
            <a:ext cx="1009703" cy="130500"/>
            <a:chOff x="5461400" y="616025"/>
            <a:chExt cx="1009703" cy="130500"/>
          </a:xfrm>
        </p:grpSpPr>
        <p:sp>
          <p:nvSpPr>
            <p:cNvPr id="332" name="Google Shape;332;p33"/>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3"/>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3"/>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3"/>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3"/>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MuseoModerno Medium"/>
              <a:buNone/>
              <a:defRPr sz="3500">
                <a:solidFill>
                  <a:schemeClr val="dk1"/>
                </a:solidFill>
                <a:latin typeface="MuseoModerno Medium"/>
                <a:ea typeface="MuseoModerno Medium"/>
                <a:cs typeface="MuseoModerno Medium"/>
                <a:sym typeface="MuseoModerno Medium"/>
              </a:defRPr>
            </a:lvl1pPr>
            <a:lvl2pPr lvl="1"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2pPr>
            <a:lvl3pPr lvl="2"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3pPr>
            <a:lvl4pPr lvl="3"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4pPr>
            <a:lvl5pPr lvl="4"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5pPr>
            <a:lvl6pPr lvl="5"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6pPr>
            <a:lvl7pPr lvl="6"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7pPr>
            <a:lvl8pPr lvl="7"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8pPr>
            <a:lvl9pPr lvl="8" rtl="0">
              <a:spcBef>
                <a:spcPts val="0"/>
              </a:spcBef>
              <a:spcAft>
                <a:spcPts val="0"/>
              </a:spcAft>
              <a:buClr>
                <a:schemeClr val="dk1"/>
              </a:buClr>
              <a:buSzPts val="3500"/>
              <a:buFont typeface="DM Sans"/>
              <a:buNone/>
              <a:defRPr sz="35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1pPr>
            <a:lvl2pPr marL="914400" lvl="1"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2pPr>
            <a:lvl3pPr marL="1371600" lvl="2"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3pPr>
            <a:lvl4pPr marL="1828800" lvl="3"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4pPr>
            <a:lvl5pPr marL="2286000" lvl="4"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5pPr>
            <a:lvl6pPr marL="2743200" lvl="5"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6pPr>
            <a:lvl7pPr marL="3200400" lvl="6"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7pPr>
            <a:lvl8pPr marL="3657600" lvl="7"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8pPr>
            <a:lvl9pPr marL="4114800" lvl="8" indent="-317500">
              <a:lnSpc>
                <a:spcPct val="115000"/>
              </a:lnSpc>
              <a:spcBef>
                <a:spcPts val="0"/>
              </a:spcBef>
              <a:spcAft>
                <a:spcPts val="0"/>
              </a:spcAft>
              <a:buClr>
                <a:schemeClr val="dk1"/>
              </a:buClr>
              <a:buSzPts val="1400"/>
              <a:buFont typeface="Maven Pro"/>
              <a:buChar char="■"/>
              <a:defRPr>
                <a:solidFill>
                  <a:schemeClr val="dk1"/>
                </a:solidFill>
                <a:latin typeface="Maven Pro"/>
                <a:ea typeface="Maven Pro"/>
                <a:cs typeface="Maven Pro"/>
                <a:sym typeface="Maven Pr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5" r:id="rId3"/>
    <p:sldLayoutId id="2147483658" r:id="rId4"/>
    <p:sldLayoutId id="2147483659" r:id="rId5"/>
    <p:sldLayoutId id="2147483666" r:id="rId6"/>
    <p:sldLayoutId id="2147483667" r:id="rId7"/>
    <p:sldLayoutId id="2147483678" r:id="rId8"/>
    <p:sldLayoutId id="214748367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1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31.png"/><Relationship Id="rId2" Type="http://schemas.openxmlformats.org/officeDocument/2006/relationships/notesSlide" Target="../notesSlides/notesSlide13.xml"/><Relationship Id="rId16" Type="http://schemas.openxmlformats.org/officeDocument/2006/relationships/image" Target="../media/image30.png"/><Relationship Id="rId1" Type="http://schemas.openxmlformats.org/officeDocument/2006/relationships/slideLayout" Target="../slideLayouts/slideLayout6.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png"/><Relationship Id="rId7" Type="http://schemas.openxmlformats.org/officeDocument/2006/relationships/image" Target="../media/image39.png"/><Relationship Id="rId12"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png"/><Relationship Id="rId4" Type="http://schemas.openxmlformats.org/officeDocument/2006/relationships/image" Target="../media/image36.png"/><Relationship Id="rId9" Type="http://schemas.openxmlformats.org/officeDocument/2006/relationships/image" Target="../media/image41.png"/></Relationships>
</file>

<file path=ppt/slides/_rels/slide16.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1.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7.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1.png"/><Relationship Id="rId7" Type="http://schemas.openxmlformats.org/officeDocument/2006/relationships/image" Target="../media/image58.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64.jp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1.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1.png"/><Relationship Id="rId7" Type="http://schemas.openxmlformats.org/officeDocument/2006/relationships/image" Target="../media/image79.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7.png"/><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88.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36.xml.rels><?xml version="1.0" encoding="UTF-8" standalone="yes"?>
<Relationships xmlns="http://schemas.openxmlformats.org/package/2006/relationships"><Relationship Id="rId8" Type="http://schemas.openxmlformats.org/officeDocument/2006/relationships/image" Target="../media/image850.png"/><Relationship Id="rId3" Type="http://schemas.openxmlformats.org/officeDocument/2006/relationships/image" Target="../media/image1.png"/><Relationship Id="rId7" Type="http://schemas.openxmlformats.org/officeDocument/2006/relationships/image" Target="../media/image840.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830.png"/><Relationship Id="rId5" Type="http://schemas.openxmlformats.org/officeDocument/2006/relationships/image" Target="../media/image820.png"/><Relationship Id="rId4" Type="http://schemas.openxmlformats.org/officeDocument/2006/relationships/image" Target="../media/image810.png"/><Relationship Id="rId9" Type="http://schemas.openxmlformats.org/officeDocument/2006/relationships/image" Target="../media/image860.png"/></Relationships>
</file>

<file path=ppt/slides/_rels/slide37.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1.png"/><Relationship Id="rId7" Type="http://schemas.openxmlformats.org/officeDocument/2006/relationships/image" Target="../media/image90.png"/><Relationship Id="rId2" Type="http://schemas.openxmlformats.org/officeDocument/2006/relationships/notesSlide" Target="../notesSlides/notesSlide37.xml"/><Relationship Id="rId1" Type="http://schemas.openxmlformats.org/officeDocument/2006/relationships/slideLayout" Target="../slideLayouts/slideLayout6.xml"/><Relationship Id="rId6" Type="http://schemas.openxmlformats.org/officeDocument/2006/relationships/image" Target="../media/image89.png"/><Relationship Id="rId5" Type="http://schemas.openxmlformats.org/officeDocument/2006/relationships/image" Target="../media/image880.png"/><Relationship Id="rId4" Type="http://schemas.openxmlformats.org/officeDocument/2006/relationships/image" Target="../media/image870.png"/><Relationship Id="rId9" Type="http://schemas.openxmlformats.org/officeDocument/2006/relationships/image" Target="../media/image9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5.xml"/><Relationship Id="rId4" Type="http://schemas.openxmlformats.org/officeDocument/2006/relationships/image" Target="../media/image94.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1.png"/><Relationship Id="rId7" Type="http://schemas.openxmlformats.org/officeDocument/2006/relationships/image" Target="../media/image101.png"/><Relationship Id="rId12" Type="http://schemas.openxmlformats.org/officeDocument/2006/relationships/image" Target="../media/image106.png"/><Relationship Id="rId2" Type="http://schemas.openxmlformats.org/officeDocument/2006/relationships/notesSlide" Target="../notesSlides/notesSlide43.xml"/><Relationship Id="rId1" Type="http://schemas.openxmlformats.org/officeDocument/2006/relationships/slideLayout" Target="../slideLayouts/slideLayout5.xml"/><Relationship Id="rId6" Type="http://schemas.openxmlformats.org/officeDocument/2006/relationships/image" Target="../media/image100.png"/><Relationship Id="rId11" Type="http://schemas.openxmlformats.org/officeDocument/2006/relationships/image" Target="../media/image105.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95.jp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5.xml"/><Relationship Id="rId6" Type="http://schemas.openxmlformats.org/officeDocument/2006/relationships/image" Target="../media/image107.png"/><Relationship Id="rId5" Type="http://schemas.openxmlformats.org/officeDocument/2006/relationships/image" Target="../media/image97.png"/><Relationship Id="rId4" Type="http://schemas.openxmlformats.org/officeDocument/2006/relationships/image" Target="../media/image96.png"/></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5.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5.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2.xml"/><Relationship Id="rId1" Type="http://schemas.openxmlformats.org/officeDocument/2006/relationships/slideLayout" Target="../slideLayouts/slideLayout5.xml"/><Relationship Id="rId5" Type="http://schemas.openxmlformats.org/officeDocument/2006/relationships/image" Target="../media/image118.png"/><Relationship Id="rId4" Type="http://schemas.openxmlformats.org/officeDocument/2006/relationships/image" Target="../media/image117.png"/></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7"/>
          <p:cNvSpPr txBox="1">
            <a:spLocks noGrp="1"/>
          </p:cNvSpPr>
          <p:nvPr>
            <p:ph type="ctrTitle"/>
          </p:nvPr>
        </p:nvSpPr>
        <p:spPr>
          <a:xfrm>
            <a:off x="713225" y="539500"/>
            <a:ext cx="3928800" cy="253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tr-TR" dirty="0"/>
              <a:t>Derin Öğrenme</a:t>
            </a:r>
            <a:endParaRPr dirty="0"/>
          </a:p>
        </p:txBody>
      </p:sp>
      <p:sp>
        <p:nvSpPr>
          <p:cNvPr id="348" name="Google Shape;348;p37"/>
          <p:cNvSpPr txBox="1">
            <a:spLocks noGrp="1"/>
          </p:cNvSpPr>
          <p:nvPr>
            <p:ph type="subTitle" idx="1"/>
          </p:nvPr>
        </p:nvSpPr>
        <p:spPr>
          <a:xfrm>
            <a:off x="713225" y="3076875"/>
            <a:ext cx="39288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dirty="0"/>
              <a:t>Dr. Öğr. Üyesi Fatih BAL</a:t>
            </a:r>
            <a:endParaRPr dirty="0"/>
          </a:p>
        </p:txBody>
      </p:sp>
      <p:grpSp>
        <p:nvGrpSpPr>
          <p:cNvPr id="349" name="Google Shape;349;p37"/>
          <p:cNvGrpSpPr/>
          <p:nvPr/>
        </p:nvGrpSpPr>
        <p:grpSpPr>
          <a:xfrm>
            <a:off x="713225" y="4473700"/>
            <a:ext cx="1009703" cy="130500"/>
            <a:chOff x="5461400" y="616025"/>
            <a:chExt cx="1009703" cy="130500"/>
          </a:xfrm>
        </p:grpSpPr>
        <p:sp>
          <p:nvSpPr>
            <p:cNvPr id="350" name="Google Shape;350;p37"/>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7"/>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7"/>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7"/>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7"/>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5" name="Google Shape;355;p37"/>
          <p:cNvGrpSpPr/>
          <p:nvPr/>
        </p:nvGrpSpPr>
        <p:grpSpPr>
          <a:xfrm>
            <a:off x="7421075" y="539500"/>
            <a:ext cx="1009703" cy="130500"/>
            <a:chOff x="5461400" y="616025"/>
            <a:chExt cx="1009703" cy="130500"/>
          </a:xfrm>
        </p:grpSpPr>
        <p:sp>
          <p:nvSpPr>
            <p:cNvPr id="356" name="Google Shape;356;p37"/>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7"/>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7"/>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7"/>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7"/>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 name="Google Shape;361;p37"/>
          <p:cNvGrpSpPr/>
          <p:nvPr/>
        </p:nvGrpSpPr>
        <p:grpSpPr>
          <a:xfrm>
            <a:off x="4956226" y="1365465"/>
            <a:ext cx="3572387" cy="3257593"/>
            <a:chOff x="4184875" y="456475"/>
            <a:chExt cx="2059725" cy="1878225"/>
          </a:xfrm>
        </p:grpSpPr>
        <p:sp>
          <p:nvSpPr>
            <p:cNvPr id="362" name="Google Shape;362;p37"/>
            <p:cNvSpPr/>
            <p:nvPr/>
          </p:nvSpPr>
          <p:spPr>
            <a:xfrm>
              <a:off x="4184875" y="545375"/>
              <a:ext cx="2059725" cy="1685325"/>
            </a:xfrm>
            <a:custGeom>
              <a:avLst/>
              <a:gdLst/>
              <a:ahLst/>
              <a:cxnLst/>
              <a:rect l="l" t="t" r="r" b="b"/>
              <a:pathLst>
                <a:path w="82389" h="67413" extrusionOk="0">
                  <a:moveTo>
                    <a:pt x="46320" y="1"/>
                  </a:moveTo>
                  <a:cubicBezTo>
                    <a:pt x="36850" y="1"/>
                    <a:pt x="27340" y="2706"/>
                    <a:pt x="19084" y="4883"/>
                  </a:cubicBezTo>
                  <a:cubicBezTo>
                    <a:pt x="6887" y="8101"/>
                    <a:pt x="0" y="17947"/>
                    <a:pt x="2076" y="28610"/>
                  </a:cubicBezTo>
                  <a:cubicBezTo>
                    <a:pt x="4150" y="39273"/>
                    <a:pt x="14269" y="39197"/>
                    <a:pt x="23138" y="49145"/>
                  </a:cubicBezTo>
                  <a:cubicBezTo>
                    <a:pt x="32008" y="59091"/>
                    <a:pt x="32857" y="63055"/>
                    <a:pt x="45743" y="66667"/>
                  </a:cubicBezTo>
                  <a:cubicBezTo>
                    <a:pt x="47543" y="67171"/>
                    <a:pt x="49380" y="67412"/>
                    <a:pt x="51223" y="67412"/>
                  </a:cubicBezTo>
                  <a:cubicBezTo>
                    <a:pt x="62579" y="67412"/>
                    <a:pt x="74120" y="58262"/>
                    <a:pt x="77944" y="45243"/>
                  </a:cubicBezTo>
                  <a:cubicBezTo>
                    <a:pt x="82389" y="30109"/>
                    <a:pt x="77932" y="19689"/>
                    <a:pt x="77932" y="19689"/>
                  </a:cubicBezTo>
                  <a:cubicBezTo>
                    <a:pt x="77932" y="19689"/>
                    <a:pt x="73217" y="7108"/>
                    <a:pt x="59718" y="2203"/>
                  </a:cubicBezTo>
                  <a:cubicBezTo>
                    <a:pt x="55355" y="618"/>
                    <a:pt x="50842" y="1"/>
                    <a:pt x="463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7"/>
            <p:cNvSpPr/>
            <p:nvPr/>
          </p:nvSpPr>
          <p:spPr>
            <a:xfrm>
              <a:off x="4923300" y="1162900"/>
              <a:ext cx="81775" cy="1067250"/>
            </a:xfrm>
            <a:custGeom>
              <a:avLst/>
              <a:gdLst/>
              <a:ahLst/>
              <a:cxnLst/>
              <a:rect l="l" t="t" r="r" b="b"/>
              <a:pathLst>
                <a:path w="3271" h="42690" extrusionOk="0">
                  <a:moveTo>
                    <a:pt x="3270" y="0"/>
                  </a:moveTo>
                  <a:cubicBezTo>
                    <a:pt x="1466" y="2"/>
                    <a:pt x="4" y="1464"/>
                    <a:pt x="1" y="3270"/>
                  </a:cubicBezTo>
                  <a:lnTo>
                    <a:pt x="1" y="42689"/>
                  </a:lnTo>
                  <a:lnTo>
                    <a:pt x="641" y="42689"/>
                  </a:lnTo>
                  <a:lnTo>
                    <a:pt x="641" y="3270"/>
                  </a:lnTo>
                  <a:cubicBezTo>
                    <a:pt x="642" y="1818"/>
                    <a:pt x="1819" y="640"/>
                    <a:pt x="3270" y="639"/>
                  </a:cubicBezTo>
                  <a:lnTo>
                    <a:pt x="327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7"/>
            <p:cNvSpPr/>
            <p:nvPr/>
          </p:nvSpPr>
          <p:spPr>
            <a:xfrm>
              <a:off x="5050725" y="488750"/>
              <a:ext cx="81750" cy="1694450"/>
            </a:xfrm>
            <a:custGeom>
              <a:avLst/>
              <a:gdLst/>
              <a:ahLst/>
              <a:cxnLst/>
              <a:rect l="l" t="t" r="r" b="b"/>
              <a:pathLst>
                <a:path w="3270" h="67778" extrusionOk="0">
                  <a:moveTo>
                    <a:pt x="3270" y="0"/>
                  </a:moveTo>
                  <a:cubicBezTo>
                    <a:pt x="1465" y="3"/>
                    <a:pt x="2" y="1467"/>
                    <a:pt x="0" y="3271"/>
                  </a:cubicBezTo>
                  <a:lnTo>
                    <a:pt x="0" y="67778"/>
                  </a:lnTo>
                  <a:lnTo>
                    <a:pt x="641" y="67778"/>
                  </a:lnTo>
                  <a:lnTo>
                    <a:pt x="641" y="3271"/>
                  </a:lnTo>
                  <a:cubicBezTo>
                    <a:pt x="642" y="1819"/>
                    <a:pt x="1818" y="642"/>
                    <a:pt x="3270" y="640"/>
                  </a:cubicBezTo>
                  <a:lnTo>
                    <a:pt x="327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7"/>
            <p:cNvSpPr/>
            <p:nvPr/>
          </p:nvSpPr>
          <p:spPr>
            <a:xfrm>
              <a:off x="5544850" y="1122425"/>
              <a:ext cx="111975" cy="1161400"/>
            </a:xfrm>
            <a:custGeom>
              <a:avLst/>
              <a:gdLst/>
              <a:ahLst/>
              <a:cxnLst/>
              <a:rect l="l" t="t" r="r" b="b"/>
              <a:pathLst>
                <a:path w="4479" h="46456" extrusionOk="0">
                  <a:moveTo>
                    <a:pt x="1" y="1"/>
                  </a:moveTo>
                  <a:lnTo>
                    <a:pt x="1" y="639"/>
                  </a:lnTo>
                  <a:lnTo>
                    <a:pt x="806" y="639"/>
                  </a:lnTo>
                  <a:cubicBezTo>
                    <a:pt x="2480" y="642"/>
                    <a:pt x="3836" y="1999"/>
                    <a:pt x="3839" y="3672"/>
                  </a:cubicBezTo>
                  <a:lnTo>
                    <a:pt x="3839" y="46456"/>
                  </a:lnTo>
                  <a:lnTo>
                    <a:pt x="4478" y="46456"/>
                  </a:lnTo>
                  <a:lnTo>
                    <a:pt x="4478" y="3672"/>
                  </a:lnTo>
                  <a:cubicBezTo>
                    <a:pt x="4475" y="1646"/>
                    <a:pt x="2833" y="4"/>
                    <a:pt x="8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7"/>
            <p:cNvSpPr/>
            <p:nvPr/>
          </p:nvSpPr>
          <p:spPr>
            <a:xfrm>
              <a:off x="5023700" y="682675"/>
              <a:ext cx="349025" cy="911850"/>
            </a:xfrm>
            <a:custGeom>
              <a:avLst/>
              <a:gdLst/>
              <a:ahLst/>
              <a:cxnLst/>
              <a:rect l="l" t="t" r="r" b="b"/>
              <a:pathLst>
                <a:path w="13961" h="36474" extrusionOk="0">
                  <a:moveTo>
                    <a:pt x="1331" y="0"/>
                  </a:moveTo>
                  <a:cubicBezTo>
                    <a:pt x="594" y="0"/>
                    <a:pt x="0" y="594"/>
                    <a:pt x="0" y="1331"/>
                  </a:cubicBezTo>
                  <a:lnTo>
                    <a:pt x="0" y="35144"/>
                  </a:lnTo>
                  <a:cubicBezTo>
                    <a:pt x="0" y="35881"/>
                    <a:pt x="594" y="36473"/>
                    <a:pt x="1331" y="36473"/>
                  </a:cubicBezTo>
                  <a:lnTo>
                    <a:pt x="12629" y="36473"/>
                  </a:lnTo>
                  <a:cubicBezTo>
                    <a:pt x="13366" y="36473"/>
                    <a:pt x="13961" y="35881"/>
                    <a:pt x="13961" y="35144"/>
                  </a:cubicBezTo>
                  <a:lnTo>
                    <a:pt x="13961" y="1331"/>
                  </a:lnTo>
                  <a:cubicBezTo>
                    <a:pt x="13961" y="594"/>
                    <a:pt x="13366" y="0"/>
                    <a:pt x="126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7"/>
            <p:cNvSpPr/>
            <p:nvPr/>
          </p:nvSpPr>
          <p:spPr>
            <a:xfrm>
              <a:off x="5020950" y="680025"/>
              <a:ext cx="354425" cy="917250"/>
            </a:xfrm>
            <a:custGeom>
              <a:avLst/>
              <a:gdLst/>
              <a:ahLst/>
              <a:cxnLst/>
              <a:rect l="l" t="t" r="r" b="b"/>
              <a:pathLst>
                <a:path w="14177" h="36690" extrusionOk="0">
                  <a:moveTo>
                    <a:pt x="12739" y="214"/>
                  </a:moveTo>
                  <a:cubicBezTo>
                    <a:pt x="13415" y="215"/>
                    <a:pt x="13963" y="763"/>
                    <a:pt x="13963" y="1437"/>
                  </a:cubicBezTo>
                  <a:lnTo>
                    <a:pt x="13963" y="35251"/>
                  </a:lnTo>
                  <a:cubicBezTo>
                    <a:pt x="13962" y="35927"/>
                    <a:pt x="13415" y="36475"/>
                    <a:pt x="12739" y="36475"/>
                  </a:cubicBezTo>
                  <a:lnTo>
                    <a:pt x="1437" y="36475"/>
                  </a:lnTo>
                  <a:cubicBezTo>
                    <a:pt x="761" y="36475"/>
                    <a:pt x="215" y="35927"/>
                    <a:pt x="213" y="35251"/>
                  </a:cubicBezTo>
                  <a:lnTo>
                    <a:pt x="213" y="1446"/>
                  </a:lnTo>
                  <a:cubicBezTo>
                    <a:pt x="215" y="770"/>
                    <a:pt x="761" y="224"/>
                    <a:pt x="1437" y="223"/>
                  </a:cubicBezTo>
                  <a:lnTo>
                    <a:pt x="12739" y="214"/>
                  </a:lnTo>
                  <a:close/>
                  <a:moveTo>
                    <a:pt x="1437" y="1"/>
                  </a:moveTo>
                  <a:cubicBezTo>
                    <a:pt x="645" y="4"/>
                    <a:pt x="2" y="645"/>
                    <a:pt x="0" y="1437"/>
                  </a:cubicBezTo>
                  <a:lnTo>
                    <a:pt x="0" y="35251"/>
                  </a:lnTo>
                  <a:cubicBezTo>
                    <a:pt x="2" y="36045"/>
                    <a:pt x="645" y="36687"/>
                    <a:pt x="1437" y="36690"/>
                  </a:cubicBezTo>
                  <a:lnTo>
                    <a:pt x="12739" y="36690"/>
                  </a:lnTo>
                  <a:cubicBezTo>
                    <a:pt x="13533" y="36688"/>
                    <a:pt x="14176" y="36045"/>
                    <a:pt x="14176" y="35251"/>
                  </a:cubicBezTo>
                  <a:lnTo>
                    <a:pt x="14176" y="1437"/>
                  </a:lnTo>
                  <a:cubicBezTo>
                    <a:pt x="14176" y="644"/>
                    <a:pt x="13533" y="2"/>
                    <a:pt x="1273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7"/>
            <p:cNvSpPr/>
            <p:nvPr/>
          </p:nvSpPr>
          <p:spPr>
            <a:xfrm>
              <a:off x="5023700" y="682675"/>
              <a:ext cx="349025" cy="911850"/>
            </a:xfrm>
            <a:custGeom>
              <a:avLst/>
              <a:gdLst/>
              <a:ahLst/>
              <a:cxnLst/>
              <a:rect l="l" t="t" r="r" b="b"/>
              <a:pathLst>
                <a:path w="13961" h="36474" extrusionOk="0">
                  <a:moveTo>
                    <a:pt x="1331" y="0"/>
                  </a:moveTo>
                  <a:cubicBezTo>
                    <a:pt x="594" y="0"/>
                    <a:pt x="0" y="594"/>
                    <a:pt x="0" y="1331"/>
                  </a:cubicBezTo>
                  <a:lnTo>
                    <a:pt x="0" y="35144"/>
                  </a:lnTo>
                  <a:cubicBezTo>
                    <a:pt x="0" y="35881"/>
                    <a:pt x="594" y="36473"/>
                    <a:pt x="1331" y="36473"/>
                  </a:cubicBezTo>
                  <a:lnTo>
                    <a:pt x="12629" y="36473"/>
                  </a:lnTo>
                  <a:cubicBezTo>
                    <a:pt x="13366" y="36473"/>
                    <a:pt x="13961" y="35881"/>
                    <a:pt x="13961" y="35144"/>
                  </a:cubicBezTo>
                  <a:lnTo>
                    <a:pt x="13961" y="1331"/>
                  </a:lnTo>
                  <a:cubicBezTo>
                    <a:pt x="13961" y="594"/>
                    <a:pt x="13366" y="0"/>
                    <a:pt x="1262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7"/>
            <p:cNvSpPr/>
            <p:nvPr/>
          </p:nvSpPr>
          <p:spPr>
            <a:xfrm>
              <a:off x="4651575" y="2141725"/>
              <a:ext cx="93125" cy="121950"/>
            </a:xfrm>
            <a:custGeom>
              <a:avLst/>
              <a:gdLst/>
              <a:ahLst/>
              <a:cxnLst/>
              <a:rect l="l" t="t" r="r" b="b"/>
              <a:pathLst>
                <a:path w="3725" h="4878" extrusionOk="0">
                  <a:moveTo>
                    <a:pt x="1863" y="0"/>
                  </a:moveTo>
                  <a:cubicBezTo>
                    <a:pt x="834" y="0"/>
                    <a:pt x="0" y="834"/>
                    <a:pt x="0" y="1863"/>
                  </a:cubicBezTo>
                  <a:lnTo>
                    <a:pt x="0" y="2600"/>
                  </a:lnTo>
                  <a:lnTo>
                    <a:pt x="641" y="2600"/>
                  </a:lnTo>
                  <a:lnTo>
                    <a:pt x="641" y="1863"/>
                  </a:lnTo>
                  <a:cubicBezTo>
                    <a:pt x="641" y="1187"/>
                    <a:pt x="1187" y="640"/>
                    <a:pt x="1863" y="640"/>
                  </a:cubicBezTo>
                  <a:cubicBezTo>
                    <a:pt x="2538" y="640"/>
                    <a:pt x="3084" y="1187"/>
                    <a:pt x="3084" y="1863"/>
                  </a:cubicBezTo>
                  <a:lnTo>
                    <a:pt x="3084" y="4878"/>
                  </a:lnTo>
                  <a:lnTo>
                    <a:pt x="3724" y="4878"/>
                  </a:lnTo>
                  <a:lnTo>
                    <a:pt x="3724" y="1863"/>
                  </a:lnTo>
                  <a:cubicBezTo>
                    <a:pt x="3724" y="834"/>
                    <a:pt x="2891" y="0"/>
                    <a:pt x="186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7"/>
            <p:cNvSpPr/>
            <p:nvPr/>
          </p:nvSpPr>
          <p:spPr>
            <a:xfrm>
              <a:off x="5665950" y="2141675"/>
              <a:ext cx="93150" cy="122000"/>
            </a:xfrm>
            <a:custGeom>
              <a:avLst/>
              <a:gdLst/>
              <a:ahLst/>
              <a:cxnLst/>
              <a:rect l="l" t="t" r="r" b="b"/>
              <a:pathLst>
                <a:path w="3726" h="4880" extrusionOk="0">
                  <a:moveTo>
                    <a:pt x="1864" y="1"/>
                  </a:moveTo>
                  <a:cubicBezTo>
                    <a:pt x="1863" y="1"/>
                    <a:pt x="1862" y="1"/>
                    <a:pt x="1862" y="1"/>
                  </a:cubicBezTo>
                  <a:cubicBezTo>
                    <a:pt x="833" y="2"/>
                    <a:pt x="0" y="836"/>
                    <a:pt x="2" y="1865"/>
                  </a:cubicBezTo>
                  <a:lnTo>
                    <a:pt x="2" y="4880"/>
                  </a:lnTo>
                  <a:lnTo>
                    <a:pt x="642" y="4880"/>
                  </a:lnTo>
                  <a:lnTo>
                    <a:pt x="642" y="1860"/>
                  </a:lnTo>
                  <a:cubicBezTo>
                    <a:pt x="642" y="1187"/>
                    <a:pt x="1189" y="641"/>
                    <a:pt x="1862" y="641"/>
                  </a:cubicBezTo>
                  <a:cubicBezTo>
                    <a:pt x="1863" y="641"/>
                    <a:pt x="1864" y="641"/>
                    <a:pt x="1864" y="641"/>
                  </a:cubicBezTo>
                  <a:cubicBezTo>
                    <a:pt x="2540" y="641"/>
                    <a:pt x="3085" y="1189"/>
                    <a:pt x="3085" y="1865"/>
                  </a:cubicBezTo>
                  <a:lnTo>
                    <a:pt x="3085" y="2602"/>
                  </a:lnTo>
                  <a:lnTo>
                    <a:pt x="3726" y="2602"/>
                  </a:lnTo>
                  <a:lnTo>
                    <a:pt x="3726" y="1860"/>
                  </a:lnTo>
                  <a:cubicBezTo>
                    <a:pt x="3724" y="834"/>
                    <a:pt x="2890" y="1"/>
                    <a:pt x="186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7"/>
            <p:cNvSpPr/>
            <p:nvPr/>
          </p:nvSpPr>
          <p:spPr>
            <a:xfrm>
              <a:off x="5759775" y="2143250"/>
              <a:ext cx="93200" cy="120425"/>
            </a:xfrm>
            <a:custGeom>
              <a:avLst/>
              <a:gdLst/>
              <a:ahLst/>
              <a:cxnLst/>
              <a:rect l="l" t="t" r="r" b="b"/>
              <a:pathLst>
                <a:path w="3728" h="4817" extrusionOk="0">
                  <a:moveTo>
                    <a:pt x="1862" y="1"/>
                  </a:moveTo>
                  <a:cubicBezTo>
                    <a:pt x="862" y="1"/>
                    <a:pt x="36" y="795"/>
                    <a:pt x="1" y="1802"/>
                  </a:cubicBezTo>
                  <a:lnTo>
                    <a:pt x="1" y="4817"/>
                  </a:lnTo>
                  <a:lnTo>
                    <a:pt x="641" y="4817"/>
                  </a:lnTo>
                  <a:lnTo>
                    <a:pt x="641" y="1802"/>
                  </a:lnTo>
                  <a:cubicBezTo>
                    <a:pt x="668" y="1165"/>
                    <a:pt x="1177" y="655"/>
                    <a:pt x="1813" y="629"/>
                  </a:cubicBezTo>
                  <a:cubicBezTo>
                    <a:pt x="1830" y="628"/>
                    <a:pt x="1846" y="628"/>
                    <a:pt x="1863" y="628"/>
                  </a:cubicBezTo>
                  <a:cubicBezTo>
                    <a:pt x="2517" y="628"/>
                    <a:pt x="3060" y="1143"/>
                    <a:pt x="3087" y="1802"/>
                  </a:cubicBezTo>
                  <a:lnTo>
                    <a:pt x="3087" y="2539"/>
                  </a:lnTo>
                  <a:lnTo>
                    <a:pt x="3728" y="2539"/>
                  </a:lnTo>
                  <a:lnTo>
                    <a:pt x="3728" y="1802"/>
                  </a:lnTo>
                  <a:cubicBezTo>
                    <a:pt x="3693" y="821"/>
                    <a:pt x="2907" y="35"/>
                    <a:pt x="1928" y="2"/>
                  </a:cubicBezTo>
                  <a:cubicBezTo>
                    <a:pt x="1906" y="1"/>
                    <a:pt x="1884" y="1"/>
                    <a:pt x="186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7"/>
            <p:cNvSpPr/>
            <p:nvPr/>
          </p:nvSpPr>
          <p:spPr>
            <a:xfrm>
              <a:off x="4554500" y="2143250"/>
              <a:ext cx="93150" cy="120425"/>
            </a:xfrm>
            <a:custGeom>
              <a:avLst/>
              <a:gdLst/>
              <a:ahLst/>
              <a:cxnLst/>
              <a:rect l="l" t="t" r="r" b="b"/>
              <a:pathLst>
                <a:path w="3726" h="4817" extrusionOk="0">
                  <a:moveTo>
                    <a:pt x="1860" y="1"/>
                  </a:moveTo>
                  <a:cubicBezTo>
                    <a:pt x="862" y="1"/>
                    <a:pt x="34" y="795"/>
                    <a:pt x="0" y="1802"/>
                  </a:cubicBezTo>
                  <a:lnTo>
                    <a:pt x="0" y="2539"/>
                  </a:lnTo>
                  <a:lnTo>
                    <a:pt x="641" y="2539"/>
                  </a:lnTo>
                  <a:lnTo>
                    <a:pt x="641" y="1802"/>
                  </a:lnTo>
                  <a:cubicBezTo>
                    <a:pt x="667" y="1165"/>
                    <a:pt x="1177" y="655"/>
                    <a:pt x="1812" y="629"/>
                  </a:cubicBezTo>
                  <a:cubicBezTo>
                    <a:pt x="1829" y="628"/>
                    <a:pt x="1846" y="628"/>
                    <a:pt x="1862" y="628"/>
                  </a:cubicBezTo>
                  <a:cubicBezTo>
                    <a:pt x="2516" y="628"/>
                    <a:pt x="3059" y="1143"/>
                    <a:pt x="3087" y="1802"/>
                  </a:cubicBezTo>
                  <a:lnTo>
                    <a:pt x="3087" y="4817"/>
                  </a:lnTo>
                  <a:lnTo>
                    <a:pt x="3726" y="4817"/>
                  </a:lnTo>
                  <a:lnTo>
                    <a:pt x="3726" y="1802"/>
                  </a:lnTo>
                  <a:cubicBezTo>
                    <a:pt x="3693" y="821"/>
                    <a:pt x="2907" y="35"/>
                    <a:pt x="1926" y="2"/>
                  </a:cubicBezTo>
                  <a:cubicBezTo>
                    <a:pt x="1904" y="1"/>
                    <a:pt x="1882" y="1"/>
                    <a:pt x="186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7"/>
            <p:cNvSpPr/>
            <p:nvPr/>
          </p:nvSpPr>
          <p:spPr>
            <a:xfrm>
              <a:off x="4486150" y="2221975"/>
              <a:ext cx="1424225" cy="109975"/>
            </a:xfrm>
            <a:custGeom>
              <a:avLst/>
              <a:gdLst/>
              <a:ahLst/>
              <a:cxnLst/>
              <a:rect l="l" t="t" r="r" b="b"/>
              <a:pathLst>
                <a:path w="56969" h="4399" extrusionOk="0">
                  <a:moveTo>
                    <a:pt x="1" y="0"/>
                  </a:moveTo>
                  <a:lnTo>
                    <a:pt x="1" y="4399"/>
                  </a:lnTo>
                  <a:lnTo>
                    <a:pt x="56969" y="4399"/>
                  </a:lnTo>
                  <a:lnTo>
                    <a:pt x="56969"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7"/>
            <p:cNvSpPr/>
            <p:nvPr/>
          </p:nvSpPr>
          <p:spPr>
            <a:xfrm>
              <a:off x="4483475" y="2219300"/>
              <a:ext cx="1429500" cy="115400"/>
            </a:xfrm>
            <a:custGeom>
              <a:avLst/>
              <a:gdLst/>
              <a:ahLst/>
              <a:cxnLst/>
              <a:rect l="l" t="t" r="r" b="b"/>
              <a:pathLst>
                <a:path w="57180" h="4616" extrusionOk="0">
                  <a:moveTo>
                    <a:pt x="56967" y="213"/>
                  </a:moveTo>
                  <a:lnTo>
                    <a:pt x="56967" y="4401"/>
                  </a:lnTo>
                  <a:lnTo>
                    <a:pt x="213" y="4401"/>
                  </a:lnTo>
                  <a:lnTo>
                    <a:pt x="212" y="213"/>
                  </a:lnTo>
                  <a:close/>
                  <a:moveTo>
                    <a:pt x="108" y="0"/>
                  </a:moveTo>
                  <a:cubicBezTo>
                    <a:pt x="48" y="0"/>
                    <a:pt x="0" y="48"/>
                    <a:pt x="0" y="107"/>
                  </a:cubicBezTo>
                  <a:lnTo>
                    <a:pt x="0" y="4509"/>
                  </a:lnTo>
                  <a:cubicBezTo>
                    <a:pt x="0" y="4568"/>
                    <a:pt x="48" y="4616"/>
                    <a:pt x="108" y="4616"/>
                  </a:cubicBezTo>
                  <a:lnTo>
                    <a:pt x="57074" y="4616"/>
                  </a:lnTo>
                  <a:cubicBezTo>
                    <a:pt x="57129" y="4616"/>
                    <a:pt x="57175" y="4573"/>
                    <a:pt x="57180" y="4518"/>
                  </a:cubicBezTo>
                  <a:lnTo>
                    <a:pt x="57180" y="107"/>
                  </a:lnTo>
                  <a:cubicBezTo>
                    <a:pt x="57180" y="48"/>
                    <a:pt x="57132" y="0"/>
                    <a:pt x="5707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7"/>
            <p:cNvSpPr/>
            <p:nvPr/>
          </p:nvSpPr>
          <p:spPr>
            <a:xfrm>
              <a:off x="4532300" y="2189925"/>
              <a:ext cx="53675" cy="33550"/>
            </a:xfrm>
            <a:custGeom>
              <a:avLst/>
              <a:gdLst/>
              <a:ahLst/>
              <a:cxnLst/>
              <a:rect l="l" t="t" r="r" b="b"/>
              <a:pathLst>
                <a:path w="2147" h="1342" extrusionOk="0">
                  <a:moveTo>
                    <a:pt x="1" y="0"/>
                  </a:moveTo>
                  <a:lnTo>
                    <a:pt x="1" y="1342"/>
                  </a:lnTo>
                  <a:lnTo>
                    <a:pt x="2147" y="1342"/>
                  </a:lnTo>
                  <a:lnTo>
                    <a:pt x="214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7"/>
            <p:cNvSpPr/>
            <p:nvPr/>
          </p:nvSpPr>
          <p:spPr>
            <a:xfrm>
              <a:off x="4632925" y="2189925"/>
              <a:ext cx="53675" cy="33550"/>
            </a:xfrm>
            <a:custGeom>
              <a:avLst/>
              <a:gdLst/>
              <a:ahLst/>
              <a:cxnLst/>
              <a:rect l="l" t="t" r="r" b="b"/>
              <a:pathLst>
                <a:path w="2147" h="1342" extrusionOk="0">
                  <a:moveTo>
                    <a:pt x="1" y="0"/>
                  </a:moveTo>
                  <a:lnTo>
                    <a:pt x="1" y="1342"/>
                  </a:lnTo>
                  <a:lnTo>
                    <a:pt x="2146" y="1342"/>
                  </a:lnTo>
                  <a:lnTo>
                    <a:pt x="2146"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7"/>
            <p:cNvSpPr/>
            <p:nvPr/>
          </p:nvSpPr>
          <p:spPr>
            <a:xfrm>
              <a:off x="5719250" y="2189925"/>
              <a:ext cx="53625" cy="33550"/>
            </a:xfrm>
            <a:custGeom>
              <a:avLst/>
              <a:gdLst/>
              <a:ahLst/>
              <a:cxnLst/>
              <a:rect l="l" t="t" r="r" b="b"/>
              <a:pathLst>
                <a:path w="2145" h="1342" extrusionOk="0">
                  <a:moveTo>
                    <a:pt x="0" y="0"/>
                  </a:moveTo>
                  <a:lnTo>
                    <a:pt x="0" y="1342"/>
                  </a:lnTo>
                  <a:lnTo>
                    <a:pt x="2145" y="1342"/>
                  </a:lnTo>
                  <a:lnTo>
                    <a:pt x="214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7"/>
            <p:cNvSpPr/>
            <p:nvPr/>
          </p:nvSpPr>
          <p:spPr>
            <a:xfrm>
              <a:off x="5819800" y="2189925"/>
              <a:ext cx="53650" cy="33550"/>
            </a:xfrm>
            <a:custGeom>
              <a:avLst/>
              <a:gdLst/>
              <a:ahLst/>
              <a:cxnLst/>
              <a:rect l="l" t="t" r="r" b="b"/>
              <a:pathLst>
                <a:path w="2146" h="1342" extrusionOk="0">
                  <a:moveTo>
                    <a:pt x="0" y="0"/>
                  </a:moveTo>
                  <a:lnTo>
                    <a:pt x="0" y="1342"/>
                  </a:lnTo>
                  <a:lnTo>
                    <a:pt x="2146" y="1342"/>
                  </a:lnTo>
                  <a:lnTo>
                    <a:pt x="2146"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7"/>
            <p:cNvSpPr/>
            <p:nvPr/>
          </p:nvSpPr>
          <p:spPr>
            <a:xfrm>
              <a:off x="5151375" y="1601450"/>
              <a:ext cx="93750" cy="179275"/>
            </a:xfrm>
            <a:custGeom>
              <a:avLst/>
              <a:gdLst/>
              <a:ahLst/>
              <a:cxnLst/>
              <a:rect l="l" t="t" r="r" b="b"/>
              <a:pathLst>
                <a:path w="3750" h="7171" extrusionOk="0">
                  <a:moveTo>
                    <a:pt x="0" y="1"/>
                  </a:moveTo>
                  <a:lnTo>
                    <a:pt x="0" y="7170"/>
                  </a:lnTo>
                  <a:lnTo>
                    <a:pt x="3749" y="7170"/>
                  </a:lnTo>
                  <a:lnTo>
                    <a:pt x="3749"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7"/>
            <p:cNvSpPr/>
            <p:nvPr/>
          </p:nvSpPr>
          <p:spPr>
            <a:xfrm>
              <a:off x="5148725" y="1598775"/>
              <a:ext cx="99050" cy="184650"/>
            </a:xfrm>
            <a:custGeom>
              <a:avLst/>
              <a:gdLst/>
              <a:ahLst/>
              <a:cxnLst/>
              <a:rect l="l" t="t" r="r" b="b"/>
              <a:pathLst>
                <a:path w="3962" h="7386" extrusionOk="0">
                  <a:moveTo>
                    <a:pt x="3747" y="214"/>
                  </a:moveTo>
                  <a:lnTo>
                    <a:pt x="3747" y="7173"/>
                  </a:lnTo>
                  <a:lnTo>
                    <a:pt x="214" y="7173"/>
                  </a:lnTo>
                  <a:lnTo>
                    <a:pt x="214" y="214"/>
                  </a:lnTo>
                  <a:close/>
                  <a:moveTo>
                    <a:pt x="108" y="1"/>
                  </a:moveTo>
                  <a:cubicBezTo>
                    <a:pt x="48" y="1"/>
                    <a:pt x="1" y="48"/>
                    <a:pt x="1" y="108"/>
                  </a:cubicBezTo>
                  <a:lnTo>
                    <a:pt x="1" y="7279"/>
                  </a:lnTo>
                  <a:cubicBezTo>
                    <a:pt x="1" y="7338"/>
                    <a:pt x="48" y="7386"/>
                    <a:pt x="108" y="7386"/>
                  </a:cubicBezTo>
                  <a:lnTo>
                    <a:pt x="3854" y="7386"/>
                  </a:lnTo>
                  <a:cubicBezTo>
                    <a:pt x="3914" y="7386"/>
                    <a:pt x="3961" y="7338"/>
                    <a:pt x="3961" y="7279"/>
                  </a:cubicBezTo>
                  <a:lnTo>
                    <a:pt x="3961" y="108"/>
                  </a:lnTo>
                  <a:cubicBezTo>
                    <a:pt x="3961" y="48"/>
                    <a:pt x="3914" y="1"/>
                    <a:pt x="385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7"/>
            <p:cNvSpPr/>
            <p:nvPr/>
          </p:nvSpPr>
          <p:spPr>
            <a:xfrm>
              <a:off x="5127725" y="1682950"/>
              <a:ext cx="141075" cy="179275"/>
            </a:xfrm>
            <a:custGeom>
              <a:avLst/>
              <a:gdLst/>
              <a:ahLst/>
              <a:cxnLst/>
              <a:rect l="l" t="t" r="r" b="b"/>
              <a:pathLst>
                <a:path w="5643" h="7171" extrusionOk="0">
                  <a:moveTo>
                    <a:pt x="1" y="0"/>
                  </a:moveTo>
                  <a:lnTo>
                    <a:pt x="1" y="7171"/>
                  </a:lnTo>
                  <a:lnTo>
                    <a:pt x="5642" y="7171"/>
                  </a:lnTo>
                  <a:lnTo>
                    <a:pt x="5642"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7"/>
            <p:cNvSpPr/>
            <p:nvPr/>
          </p:nvSpPr>
          <p:spPr>
            <a:xfrm>
              <a:off x="5125050" y="1680250"/>
              <a:ext cx="146400" cy="184625"/>
            </a:xfrm>
            <a:custGeom>
              <a:avLst/>
              <a:gdLst/>
              <a:ahLst/>
              <a:cxnLst/>
              <a:rect l="l" t="t" r="r" b="b"/>
              <a:pathLst>
                <a:path w="5856" h="7385" extrusionOk="0">
                  <a:moveTo>
                    <a:pt x="5641" y="214"/>
                  </a:moveTo>
                  <a:lnTo>
                    <a:pt x="5641" y="7172"/>
                  </a:lnTo>
                  <a:lnTo>
                    <a:pt x="203" y="7172"/>
                  </a:lnTo>
                  <a:lnTo>
                    <a:pt x="214" y="214"/>
                  </a:lnTo>
                  <a:close/>
                  <a:moveTo>
                    <a:pt x="108" y="1"/>
                  </a:moveTo>
                  <a:cubicBezTo>
                    <a:pt x="48" y="1"/>
                    <a:pt x="1" y="49"/>
                    <a:pt x="1" y="107"/>
                  </a:cubicBezTo>
                  <a:lnTo>
                    <a:pt x="1" y="7279"/>
                  </a:lnTo>
                  <a:cubicBezTo>
                    <a:pt x="1" y="7337"/>
                    <a:pt x="48" y="7385"/>
                    <a:pt x="108" y="7385"/>
                  </a:cubicBezTo>
                  <a:lnTo>
                    <a:pt x="5748" y="7385"/>
                  </a:lnTo>
                  <a:cubicBezTo>
                    <a:pt x="5808" y="7385"/>
                    <a:pt x="5855" y="7337"/>
                    <a:pt x="5855" y="7279"/>
                  </a:cubicBezTo>
                  <a:lnTo>
                    <a:pt x="5855" y="107"/>
                  </a:lnTo>
                  <a:cubicBezTo>
                    <a:pt x="5855" y="49"/>
                    <a:pt x="5806" y="1"/>
                    <a:pt x="574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7"/>
            <p:cNvSpPr/>
            <p:nvPr/>
          </p:nvSpPr>
          <p:spPr>
            <a:xfrm>
              <a:off x="5101450" y="1825500"/>
              <a:ext cx="193550" cy="378925"/>
            </a:xfrm>
            <a:custGeom>
              <a:avLst/>
              <a:gdLst/>
              <a:ahLst/>
              <a:cxnLst/>
              <a:rect l="l" t="t" r="r" b="b"/>
              <a:pathLst>
                <a:path w="7742" h="15157" extrusionOk="0">
                  <a:moveTo>
                    <a:pt x="1" y="1"/>
                  </a:moveTo>
                  <a:lnTo>
                    <a:pt x="1" y="15157"/>
                  </a:lnTo>
                  <a:lnTo>
                    <a:pt x="7742" y="15157"/>
                  </a:lnTo>
                  <a:lnTo>
                    <a:pt x="7742"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7"/>
            <p:cNvSpPr/>
            <p:nvPr/>
          </p:nvSpPr>
          <p:spPr>
            <a:xfrm>
              <a:off x="5098775" y="1823075"/>
              <a:ext cx="198975" cy="384025"/>
            </a:xfrm>
            <a:custGeom>
              <a:avLst/>
              <a:gdLst/>
              <a:ahLst/>
              <a:cxnLst/>
              <a:rect l="l" t="t" r="r" b="b"/>
              <a:pathLst>
                <a:path w="7959" h="15361" extrusionOk="0">
                  <a:moveTo>
                    <a:pt x="7741" y="205"/>
                  </a:moveTo>
                  <a:lnTo>
                    <a:pt x="7741" y="15148"/>
                  </a:lnTo>
                  <a:lnTo>
                    <a:pt x="213" y="15148"/>
                  </a:lnTo>
                  <a:lnTo>
                    <a:pt x="213" y="205"/>
                  </a:lnTo>
                  <a:close/>
                  <a:moveTo>
                    <a:pt x="108" y="1"/>
                  </a:moveTo>
                  <a:cubicBezTo>
                    <a:pt x="48" y="1"/>
                    <a:pt x="1" y="49"/>
                    <a:pt x="1" y="107"/>
                  </a:cubicBezTo>
                  <a:lnTo>
                    <a:pt x="1" y="15255"/>
                  </a:lnTo>
                  <a:cubicBezTo>
                    <a:pt x="2" y="15313"/>
                    <a:pt x="48" y="15359"/>
                    <a:pt x="108" y="15361"/>
                  </a:cubicBezTo>
                  <a:lnTo>
                    <a:pt x="7855" y="15361"/>
                  </a:lnTo>
                  <a:cubicBezTo>
                    <a:pt x="7914" y="15358"/>
                    <a:pt x="7959" y="15307"/>
                    <a:pt x="7954" y="15248"/>
                  </a:cubicBezTo>
                  <a:lnTo>
                    <a:pt x="7954" y="107"/>
                  </a:lnTo>
                  <a:cubicBezTo>
                    <a:pt x="7954" y="49"/>
                    <a:pt x="7907" y="1"/>
                    <a:pt x="784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7"/>
            <p:cNvSpPr/>
            <p:nvPr/>
          </p:nvSpPr>
          <p:spPr>
            <a:xfrm>
              <a:off x="4820050" y="1391300"/>
              <a:ext cx="767750" cy="246350"/>
            </a:xfrm>
            <a:custGeom>
              <a:avLst/>
              <a:gdLst/>
              <a:ahLst/>
              <a:cxnLst/>
              <a:rect l="l" t="t" r="r" b="b"/>
              <a:pathLst>
                <a:path w="30710" h="9854" extrusionOk="0">
                  <a:moveTo>
                    <a:pt x="1129" y="0"/>
                  </a:moveTo>
                  <a:cubicBezTo>
                    <a:pt x="1129" y="0"/>
                    <a:pt x="63" y="332"/>
                    <a:pt x="0" y="928"/>
                  </a:cubicBezTo>
                  <a:cubicBezTo>
                    <a:pt x="405" y="1736"/>
                    <a:pt x="653" y="2615"/>
                    <a:pt x="730" y="3517"/>
                  </a:cubicBezTo>
                  <a:cubicBezTo>
                    <a:pt x="862" y="5575"/>
                    <a:pt x="198" y="9089"/>
                    <a:pt x="730" y="9620"/>
                  </a:cubicBezTo>
                  <a:cubicBezTo>
                    <a:pt x="906" y="9795"/>
                    <a:pt x="2530" y="9854"/>
                    <a:pt x="4624" y="9854"/>
                  </a:cubicBezTo>
                  <a:cubicBezTo>
                    <a:pt x="8342" y="9854"/>
                    <a:pt x="13538" y="9669"/>
                    <a:pt x="14736" y="9620"/>
                  </a:cubicBezTo>
                  <a:cubicBezTo>
                    <a:pt x="16048" y="9664"/>
                    <a:pt x="21757" y="9849"/>
                    <a:pt x="25806" y="9849"/>
                  </a:cubicBezTo>
                  <a:cubicBezTo>
                    <a:pt x="28064" y="9849"/>
                    <a:pt x="29805" y="9791"/>
                    <a:pt x="29980" y="9620"/>
                  </a:cubicBezTo>
                  <a:cubicBezTo>
                    <a:pt x="30509" y="9087"/>
                    <a:pt x="29846" y="5572"/>
                    <a:pt x="29980" y="3517"/>
                  </a:cubicBezTo>
                  <a:cubicBezTo>
                    <a:pt x="30057" y="2616"/>
                    <a:pt x="30305" y="1738"/>
                    <a:pt x="30710" y="929"/>
                  </a:cubicBezTo>
                  <a:cubicBezTo>
                    <a:pt x="30643" y="335"/>
                    <a:pt x="29581" y="2"/>
                    <a:pt x="29581" y="2"/>
                  </a:cubicBezTo>
                  <a:cubicBezTo>
                    <a:pt x="29515" y="938"/>
                    <a:pt x="29384" y="1867"/>
                    <a:pt x="29186" y="2785"/>
                  </a:cubicBezTo>
                  <a:cubicBezTo>
                    <a:pt x="28790" y="4576"/>
                    <a:pt x="29121" y="7031"/>
                    <a:pt x="29121" y="7031"/>
                  </a:cubicBezTo>
                  <a:lnTo>
                    <a:pt x="1594" y="7031"/>
                  </a:lnTo>
                  <a:cubicBezTo>
                    <a:pt x="1594" y="7031"/>
                    <a:pt x="1924" y="4576"/>
                    <a:pt x="1525" y="2785"/>
                  </a:cubicBezTo>
                  <a:cubicBezTo>
                    <a:pt x="1327" y="1867"/>
                    <a:pt x="1195" y="937"/>
                    <a:pt x="11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7"/>
            <p:cNvSpPr/>
            <p:nvPr/>
          </p:nvSpPr>
          <p:spPr>
            <a:xfrm>
              <a:off x="4817325" y="1388250"/>
              <a:ext cx="773125" cy="252300"/>
            </a:xfrm>
            <a:custGeom>
              <a:avLst/>
              <a:gdLst/>
              <a:ahLst/>
              <a:cxnLst/>
              <a:rect l="l" t="t" r="r" b="b"/>
              <a:pathLst>
                <a:path w="30925" h="10092" extrusionOk="0">
                  <a:moveTo>
                    <a:pt x="29785" y="270"/>
                  </a:moveTo>
                  <a:cubicBezTo>
                    <a:pt x="30104" y="393"/>
                    <a:pt x="30638" y="670"/>
                    <a:pt x="30707" y="1032"/>
                  </a:cubicBezTo>
                  <a:cubicBezTo>
                    <a:pt x="30303" y="1845"/>
                    <a:pt x="30058" y="2726"/>
                    <a:pt x="29982" y="3630"/>
                  </a:cubicBezTo>
                  <a:cubicBezTo>
                    <a:pt x="29952" y="4632"/>
                    <a:pt x="29986" y="5636"/>
                    <a:pt x="30085" y="6635"/>
                  </a:cubicBezTo>
                  <a:cubicBezTo>
                    <a:pt x="30184" y="7988"/>
                    <a:pt x="30289" y="9388"/>
                    <a:pt x="30015" y="9663"/>
                  </a:cubicBezTo>
                  <a:cubicBezTo>
                    <a:pt x="29832" y="9809"/>
                    <a:pt x="28234" y="9869"/>
                    <a:pt x="25874" y="9869"/>
                  </a:cubicBezTo>
                  <a:cubicBezTo>
                    <a:pt x="22951" y="9869"/>
                    <a:pt x="18859" y="9777"/>
                    <a:pt x="14841" y="9641"/>
                  </a:cubicBezTo>
                  <a:cubicBezTo>
                    <a:pt x="11160" y="9777"/>
                    <a:pt x="7408" y="9869"/>
                    <a:pt x="4725" y="9869"/>
                  </a:cubicBezTo>
                  <a:cubicBezTo>
                    <a:pt x="2558" y="9869"/>
                    <a:pt x="1089" y="9809"/>
                    <a:pt x="916" y="9663"/>
                  </a:cubicBezTo>
                  <a:cubicBezTo>
                    <a:pt x="631" y="9388"/>
                    <a:pt x="742" y="7988"/>
                    <a:pt x="843" y="6635"/>
                  </a:cubicBezTo>
                  <a:cubicBezTo>
                    <a:pt x="940" y="5636"/>
                    <a:pt x="974" y="4632"/>
                    <a:pt x="946" y="3630"/>
                  </a:cubicBezTo>
                  <a:cubicBezTo>
                    <a:pt x="870" y="2726"/>
                    <a:pt x="625" y="1845"/>
                    <a:pt x="221" y="1032"/>
                  </a:cubicBezTo>
                  <a:cubicBezTo>
                    <a:pt x="293" y="670"/>
                    <a:pt x="824" y="393"/>
                    <a:pt x="1146" y="270"/>
                  </a:cubicBezTo>
                  <a:cubicBezTo>
                    <a:pt x="1216" y="1165"/>
                    <a:pt x="1344" y="2053"/>
                    <a:pt x="1531" y="2930"/>
                  </a:cubicBezTo>
                  <a:cubicBezTo>
                    <a:pt x="1920" y="4681"/>
                    <a:pt x="1595" y="7113"/>
                    <a:pt x="1595" y="7138"/>
                  </a:cubicBezTo>
                  <a:cubicBezTo>
                    <a:pt x="1591" y="7169"/>
                    <a:pt x="1601" y="7201"/>
                    <a:pt x="1622" y="7223"/>
                  </a:cubicBezTo>
                  <a:cubicBezTo>
                    <a:pt x="1642" y="7247"/>
                    <a:pt x="1671" y="7259"/>
                    <a:pt x="1703" y="7260"/>
                  </a:cubicBezTo>
                  <a:lnTo>
                    <a:pt x="29225" y="7260"/>
                  </a:lnTo>
                  <a:cubicBezTo>
                    <a:pt x="29255" y="7259"/>
                    <a:pt x="29285" y="7245"/>
                    <a:pt x="29306" y="7223"/>
                  </a:cubicBezTo>
                  <a:cubicBezTo>
                    <a:pt x="29325" y="7199"/>
                    <a:pt x="29336" y="7169"/>
                    <a:pt x="29331" y="7138"/>
                  </a:cubicBezTo>
                  <a:cubicBezTo>
                    <a:pt x="29327" y="7114"/>
                    <a:pt x="29008" y="4681"/>
                    <a:pt x="29395" y="2930"/>
                  </a:cubicBezTo>
                  <a:cubicBezTo>
                    <a:pt x="29584" y="2053"/>
                    <a:pt x="29715" y="1165"/>
                    <a:pt x="29785" y="270"/>
                  </a:cubicBezTo>
                  <a:close/>
                  <a:moveTo>
                    <a:pt x="1235" y="0"/>
                  </a:moveTo>
                  <a:cubicBezTo>
                    <a:pt x="1225" y="0"/>
                    <a:pt x="1215" y="2"/>
                    <a:pt x="1205" y="5"/>
                  </a:cubicBezTo>
                  <a:cubicBezTo>
                    <a:pt x="1159" y="20"/>
                    <a:pt x="78" y="365"/>
                    <a:pt x="2" y="1025"/>
                  </a:cubicBezTo>
                  <a:cubicBezTo>
                    <a:pt x="1" y="1045"/>
                    <a:pt x="5" y="1068"/>
                    <a:pt x="16" y="1086"/>
                  </a:cubicBezTo>
                  <a:cubicBezTo>
                    <a:pt x="412" y="1882"/>
                    <a:pt x="654" y="2744"/>
                    <a:pt x="732" y="3630"/>
                  </a:cubicBezTo>
                  <a:cubicBezTo>
                    <a:pt x="762" y="4626"/>
                    <a:pt x="727" y="5624"/>
                    <a:pt x="631" y="6616"/>
                  </a:cubicBezTo>
                  <a:cubicBezTo>
                    <a:pt x="499" y="8386"/>
                    <a:pt x="435" y="9486"/>
                    <a:pt x="765" y="9814"/>
                  </a:cubicBezTo>
                  <a:cubicBezTo>
                    <a:pt x="964" y="10015"/>
                    <a:pt x="2693" y="10083"/>
                    <a:pt x="4939" y="10083"/>
                  </a:cubicBezTo>
                  <a:cubicBezTo>
                    <a:pt x="8160" y="10083"/>
                    <a:pt x="12448" y="9943"/>
                    <a:pt x="14841" y="9863"/>
                  </a:cubicBezTo>
                  <a:cubicBezTo>
                    <a:pt x="17458" y="9952"/>
                    <a:pt x="22133" y="10092"/>
                    <a:pt x="25637" y="10092"/>
                  </a:cubicBezTo>
                  <a:cubicBezTo>
                    <a:pt x="28086" y="10092"/>
                    <a:pt x="29963" y="10024"/>
                    <a:pt x="30163" y="9823"/>
                  </a:cubicBezTo>
                  <a:cubicBezTo>
                    <a:pt x="30493" y="9491"/>
                    <a:pt x="30428" y="8389"/>
                    <a:pt x="30297" y="6624"/>
                  </a:cubicBezTo>
                  <a:cubicBezTo>
                    <a:pt x="30201" y="5631"/>
                    <a:pt x="30165" y="4635"/>
                    <a:pt x="30193" y="3638"/>
                  </a:cubicBezTo>
                  <a:cubicBezTo>
                    <a:pt x="30272" y="2753"/>
                    <a:pt x="30515" y="1890"/>
                    <a:pt x="30912" y="1095"/>
                  </a:cubicBezTo>
                  <a:cubicBezTo>
                    <a:pt x="30921" y="1075"/>
                    <a:pt x="30924" y="1053"/>
                    <a:pt x="30923" y="1032"/>
                  </a:cubicBezTo>
                  <a:cubicBezTo>
                    <a:pt x="30850" y="374"/>
                    <a:pt x="29767" y="28"/>
                    <a:pt x="29721" y="14"/>
                  </a:cubicBezTo>
                  <a:cubicBezTo>
                    <a:pt x="29715" y="11"/>
                    <a:pt x="29709" y="9"/>
                    <a:pt x="29703" y="9"/>
                  </a:cubicBezTo>
                  <a:cubicBezTo>
                    <a:pt x="29699" y="9"/>
                    <a:pt x="29694" y="8"/>
                    <a:pt x="29689" y="8"/>
                  </a:cubicBezTo>
                  <a:cubicBezTo>
                    <a:pt x="29636" y="8"/>
                    <a:pt x="29591" y="47"/>
                    <a:pt x="29583" y="100"/>
                  </a:cubicBezTo>
                  <a:cubicBezTo>
                    <a:pt x="29517" y="1032"/>
                    <a:pt x="29385" y="1958"/>
                    <a:pt x="29188" y="2872"/>
                  </a:cubicBezTo>
                  <a:cubicBezTo>
                    <a:pt x="28841" y="4436"/>
                    <a:pt x="29045" y="6514"/>
                    <a:pt x="29105" y="7035"/>
                  </a:cubicBezTo>
                  <a:lnTo>
                    <a:pt x="1822" y="7035"/>
                  </a:lnTo>
                  <a:cubicBezTo>
                    <a:pt x="1881" y="6514"/>
                    <a:pt x="2087" y="4436"/>
                    <a:pt x="1738" y="2872"/>
                  </a:cubicBezTo>
                  <a:cubicBezTo>
                    <a:pt x="1543" y="1960"/>
                    <a:pt x="1411" y="1032"/>
                    <a:pt x="1344" y="100"/>
                  </a:cubicBezTo>
                  <a:cubicBezTo>
                    <a:pt x="1344" y="92"/>
                    <a:pt x="1342" y="87"/>
                    <a:pt x="1341" y="79"/>
                  </a:cubicBezTo>
                  <a:cubicBezTo>
                    <a:pt x="1326" y="31"/>
                    <a:pt x="1283" y="0"/>
                    <a:pt x="123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7"/>
            <p:cNvSpPr/>
            <p:nvPr/>
          </p:nvSpPr>
          <p:spPr>
            <a:xfrm>
              <a:off x="4820050" y="1391300"/>
              <a:ext cx="767750" cy="246350"/>
            </a:xfrm>
            <a:custGeom>
              <a:avLst/>
              <a:gdLst/>
              <a:ahLst/>
              <a:cxnLst/>
              <a:rect l="l" t="t" r="r" b="b"/>
              <a:pathLst>
                <a:path w="30710" h="9854" extrusionOk="0">
                  <a:moveTo>
                    <a:pt x="1129" y="0"/>
                  </a:moveTo>
                  <a:cubicBezTo>
                    <a:pt x="1129" y="0"/>
                    <a:pt x="63" y="332"/>
                    <a:pt x="0" y="928"/>
                  </a:cubicBezTo>
                  <a:cubicBezTo>
                    <a:pt x="405" y="1736"/>
                    <a:pt x="653" y="2615"/>
                    <a:pt x="730" y="3517"/>
                  </a:cubicBezTo>
                  <a:cubicBezTo>
                    <a:pt x="862" y="5575"/>
                    <a:pt x="198" y="9089"/>
                    <a:pt x="730" y="9620"/>
                  </a:cubicBezTo>
                  <a:cubicBezTo>
                    <a:pt x="906" y="9795"/>
                    <a:pt x="2530" y="9854"/>
                    <a:pt x="4624" y="9854"/>
                  </a:cubicBezTo>
                  <a:cubicBezTo>
                    <a:pt x="8342" y="9854"/>
                    <a:pt x="13538" y="9669"/>
                    <a:pt x="14736" y="9620"/>
                  </a:cubicBezTo>
                  <a:cubicBezTo>
                    <a:pt x="16048" y="9664"/>
                    <a:pt x="21757" y="9849"/>
                    <a:pt x="25806" y="9849"/>
                  </a:cubicBezTo>
                  <a:cubicBezTo>
                    <a:pt x="28064" y="9849"/>
                    <a:pt x="29805" y="9791"/>
                    <a:pt x="29980" y="9620"/>
                  </a:cubicBezTo>
                  <a:cubicBezTo>
                    <a:pt x="30509" y="9087"/>
                    <a:pt x="29846" y="5572"/>
                    <a:pt x="29980" y="3517"/>
                  </a:cubicBezTo>
                  <a:cubicBezTo>
                    <a:pt x="30057" y="2616"/>
                    <a:pt x="30305" y="1738"/>
                    <a:pt x="30710" y="929"/>
                  </a:cubicBezTo>
                  <a:cubicBezTo>
                    <a:pt x="30643" y="335"/>
                    <a:pt x="29581" y="2"/>
                    <a:pt x="29581" y="2"/>
                  </a:cubicBezTo>
                  <a:cubicBezTo>
                    <a:pt x="29515" y="938"/>
                    <a:pt x="29384" y="1867"/>
                    <a:pt x="29186" y="2785"/>
                  </a:cubicBezTo>
                  <a:cubicBezTo>
                    <a:pt x="28790" y="4576"/>
                    <a:pt x="29121" y="7031"/>
                    <a:pt x="29121" y="7031"/>
                  </a:cubicBezTo>
                  <a:lnTo>
                    <a:pt x="1594" y="7031"/>
                  </a:lnTo>
                  <a:cubicBezTo>
                    <a:pt x="1594" y="7031"/>
                    <a:pt x="1924" y="4576"/>
                    <a:pt x="1525" y="2785"/>
                  </a:cubicBezTo>
                  <a:cubicBezTo>
                    <a:pt x="1327" y="1867"/>
                    <a:pt x="1195" y="937"/>
                    <a:pt x="112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7"/>
            <p:cNvSpPr/>
            <p:nvPr/>
          </p:nvSpPr>
          <p:spPr>
            <a:xfrm>
              <a:off x="4859875" y="1515575"/>
              <a:ext cx="688100" cy="51525"/>
            </a:xfrm>
            <a:custGeom>
              <a:avLst/>
              <a:gdLst/>
              <a:ahLst/>
              <a:cxnLst/>
              <a:rect l="l" t="t" r="r" b="b"/>
              <a:pathLst>
                <a:path w="27524" h="2061" extrusionOk="0">
                  <a:moveTo>
                    <a:pt x="8082" y="0"/>
                  </a:moveTo>
                  <a:cubicBezTo>
                    <a:pt x="4551" y="0"/>
                    <a:pt x="1820" y="40"/>
                    <a:pt x="1570" y="157"/>
                  </a:cubicBezTo>
                  <a:cubicBezTo>
                    <a:pt x="819" y="512"/>
                    <a:pt x="1" y="2060"/>
                    <a:pt x="1" y="2060"/>
                  </a:cubicBezTo>
                  <a:lnTo>
                    <a:pt x="27523" y="2060"/>
                  </a:lnTo>
                  <a:cubicBezTo>
                    <a:pt x="27081" y="299"/>
                    <a:pt x="25905" y="151"/>
                    <a:pt x="25523" y="151"/>
                  </a:cubicBezTo>
                  <a:cubicBezTo>
                    <a:pt x="25446" y="151"/>
                    <a:pt x="25402" y="157"/>
                    <a:pt x="25402" y="157"/>
                  </a:cubicBezTo>
                  <a:cubicBezTo>
                    <a:pt x="25402" y="157"/>
                    <a:pt x="15143" y="0"/>
                    <a:pt x="808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7"/>
            <p:cNvSpPr/>
            <p:nvPr/>
          </p:nvSpPr>
          <p:spPr>
            <a:xfrm>
              <a:off x="4857150" y="1512875"/>
              <a:ext cx="693775" cy="56975"/>
            </a:xfrm>
            <a:custGeom>
              <a:avLst/>
              <a:gdLst/>
              <a:ahLst/>
              <a:cxnLst/>
              <a:rect l="l" t="t" r="r" b="b"/>
              <a:pathLst>
                <a:path w="27751" h="2279" extrusionOk="0">
                  <a:moveTo>
                    <a:pt x="8446" y="222"/>
                  </a:moveTo>
                  <a:cubicBezTo>
                    <a:pt x="13428" y="222"/>
                    <a:pt x="20235" y="294"/>
                    <a:pt x="25521" y="374"/>
                  </a:cubicBezTo>
                  <a:cubicBezTo>
                    <a:pt x="25523" y="374"/>
                    <a:pt x="25561" y="370"/>
                    <a:pt x="25624" y="370"/>
                  </a:cubicBezTo>
                  <a:cubicBezTo>
                    <a:pt x="25961" y="370"/>
                    <a:pt x="27040" y="493"/>
                    <a:pt x="27489" y="2065"/>
                  </a:cubicBezTo>
                  <a:lnTo>
                    <a:pt x="291" y="2065"/>
                  </a:lnTo>
                  <a:cubicBezTo>
                    <a:pt x="518" y="1665"/>
                    <a:pt x="1162" y="633"/>
                    <a:pt x="1719" y="374"/>
                  </a:cubicBezTo>
                  <a:cubicBezTo>
                    <a:pt x="1959" y="263"/>
                    <a:pt x="4682" y="222"/>
                    <a:pt x="8446" y="222"/>
                  </a:cubicBezTo>
                  <a:close/>
                  <a:moveTo>
                    <a:pt x="8380" y="1"/>
                  </a:moveTo>
                  <a:cubicBezTo>
                    <a:pt x="4744" y="1"/>
                    <a:pt x="1909" y="44"/>
                    <a:pt x="1634" y="174"/>
                  </a:cubicBezTo>
                  <a:cubicBezTo>
                    <a:pt x="866" y="539"/>
                    <a:pt x="47" y="2056"/>
                    <a:pt x="14" y="2120"/>
                  </a:cubicBezTo>
                  <a:cubicBezTo>
                    <a:pt x="5" y="2135"/>
                    <a:pt x="2" y="2152"/>
                    <a:pt x="2" y="2170"/>
                  </a:cubicBezTo>
                  <a:cubicBezTo>
                    <a:pt x="1" y="2229"/>
                    <a:pt x="50" y="2278"/>
                    <a:pt x="110" y="2278"/>
                  </a:cubicBezTo>
                  <a:lnTo>
                    <a:pt x="27632" y="2278"/>
                  </a:lnTo>
                  <a:cubicBezTo>
                    <a:pt x="27635" y="2278"/>
                    <a:pt x="27638" y="2279"/>
                    <a:pt x="27641" y="2279"/>
                  </a:cubicBezTo>
                  <a:cubicBezTo>
                    <a:pt x="27673" y="2279"/>
                    <a:pt x="27704" y="2263"/>
                    <a:pt x="27723" y="2237"/>
                  </a:cubicBezTo>
                  <a:cubicBezTo>
                    <a:pt x="27743" y="2210"/>
                    <a:pt x="27750" y="2177"/>
                    <a:pt x="27743" y="2146"/>
                  </a:cubicBezTo>
                  <a:cubicBezTo>
                    <a:pt x="27284" y="306"/>
                    <a:pt x="26033" y="157"/>
                    <a:pt x="25639" y="157"/>
                  </a:cubicBezTo>
                  <a:cubicBezTo>
                    <a:pt x="25562" y="157"/>
                    <a:pt x="25518" y="162"/>
                    <a:pt x="25518" y="162"/>
                  </a:cubicBezTo>
                  <a:cubicBezTo>
                    <a:pt x="23996" y="139"/>
                    <a:pt x="14901" y="1"/>
                    <a:pt x="838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7"/>
            <p:cNvSpPr/>
            <p:nvPr/>
          </p:nvSpPr>
          <p:spPr>
            <a:xfrm>
              <a:off x="4722225" y="1351750"/>
              <a:ext cx="164625" cy="112750"/>
            </a:xfrm>
            <a:custGeom>
              <a:avLst/>
              <a:gdLst/>
              <a:ahLst/>
              <a:cxnLst/>
              <a:rect l="l" t="t" r="r" b="b"/>
              <a:pathLst>
                <a:path w="6585" h="4510" extrusionOk="0">
                  <a:moveTo>
                    <a:pt x="4075" y="0"/>
                  </a:moveTo>
                  <a:cubicBezTo>
                    <a:pt x="3716" y="0"/>
                    <a:pt x="3362" y="57"/>
                    <a:pt x="3053" y="193"/>
                  </a:cubicBezTo>
                  <a:cubicBezTo>
                    <a:pt x="1857" y="720"/>
                    <a:pt x="0" y="2578"/>
                    <a:pt x="730" y="3904"/>
                  </a:cubicBezTo>
                  <a:cubicBezTo>
                    <a:pt x="970" y="4339"/>
                    <a:pt x="1274" y="4510"/>
                    <a:pt x="1605" y="4510"/>
                  </a:cubicBezTo>
                  <a:cubicBezTo>
                    <a:pt x="2282" y="4510"/>
                    <a:pt x="3071" y="3795"/>
                    <a:pt x="3650" y="3172"/>
                  </a:cubicBezTo>
                  <a:cubicBezTo>
                    <a:pt x="4319" y="2451"/>
                    <a:pt x="5471" y="2371"/>
                    <a:pt x="5950" y="2371"/>
                  </a:cubicBezTo>
                  <a:cubicBezTo>
                    <a:pt x="6087" y="2371"/>
                    <a:pt x="6169" y="2377"/>
                    <a:pt x="6169" y="2377"/>
                  </a:cubicBezTo>
                  <a:cubicBezTo>
                    <a:pt x="6509" y="1944"/>
                    <a:pt x="6585" y="1362"/>
                    <a:pt x="6369" y="857"/>
                  </a:cubicBezTo>
                  <a:cubicBezTo>
                    <a:pt x="6171" y="463"/>
                    <a:pt x="5102" y="0"/>
                    <a:pt x="40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7"/>
            <p:cNvSpPr/>
            <p:nvPr/>
          </p:nvSpPr>
          <p:spPr>
            <a:xfrm>
              <a:off x="4732175" y="1349000"/>
              <a:ext cx="157625" cy="118175"/>
            </a:xfrm>
            <a:custGeom>
              <a:avLst/>
              <a:gdLst/>
              <a:ahLst/>
              <a:cxnLst/>
              <a:rect l="l" t="t" r="r" b="b"/>
              <a:pathLst>
                <a:path w="6305" h="4727" extrusionOk="0">
                  <a:moveTo>
                    <a:pt x="3630" y="209"/>
                  </a:moveTo>
                  <a:cubicBezTo>
                    <a:pt x="3645" y="209"/>
                    <a:pt x="3659" y="209"/>
                    <a:pt x="3673" y="209"/>
                  </a:cubicBezTo>
                  <a:cubicBezTo>
                    <a:pt x="4678" y="209"/>
                    <a:pt x="5710" y="683"/>
                    <a:pt x="5878" y="1009"/>
                  </a:cubicBezTo>
                  <a:cubicBezTo>
                    <a:pt x="6069" y="1460"/>
                    <a:pt x="6014" y="1978"/>
                    <a:pt x="5731" y="2379"/>
                  </a:cubicBezTo>
                  <a:cubicBezTo>
                    <a:pt x="5685" y="2376"/>
                    <a:pt x="5614" y="2372"/>
                    <a:pt x="5522" y="2372"/>
                  </a:cubicBezTo>
                  <a:cubicBezTo>
                    <a:pt x="5007" y="2372"/>
                    <a:pt x="3861" y="2471"/>
                    <a:pt x="3171" y="3209"/>
                  </a:cubicBezTo>
                  <a:cubicBezTo>
                    <a:pt x="2370" y="4075"/>
                    <a:pt x="1710" y="4513"/>
                    <a:pt x="1208" y="4513"/>
                  </a:cubicBezTo>
                  <a:cubicBezTo>
                    <a:pt x="1174" y="4513"/>
                    <a:pt x="1141" y="4510"/>
                    <a:pt x="1108" y="4506"/>
                  </a:cubicBezTo>
                  <a:cubicBezTo>
                    <a:pt x="803" y="4451"/>
                    <a:pt x="546" y="4246"/>
                    <a:pt x="426" y="3961"/>
                  </a:cubicBezTo>
                  <a:cubicBezTo>
                    <a:pt x="241" y="3601"/>
                    <a:pt x="222" y="3180"/>
                    <a:pt x="372" y="2805"/>
                  </a:cubicBezTo>
                  <a:cubicBezTo>
                    <a:pt x="709" y="1805"/>
                    <a:pt x="1843" y="777"/>
                    <a:pt x="2696" y="397"/>
                  </a:cubicBezTo>
                  <a:cubicBezTo>
                    <a:pt x="2992" y="273"/>
                    <a:pt x="3310" y="209"/>
                    <a:pt x="3630" y="209"/>
                  </a:cubicBezTo>
                  <a:close/>
                  <a:moveTo>
                    <a:pt x="3687" y="1"/>
                  </a:moveTo>
                  <a:cubicBezTo>
                    <a:pt x="3311" y="1"/>
                    <a:pt x="2940" y="62"/>
                    <a:pt x="2612" y="208"/>
                  </a:cubicBezTo>
                  <a:cubicBezTo>
                    <a:pt x="1714" y="611"/>
                    <a:pt x="526" y="1689"/>
                    <a:pt x="170" y="2743"/>
                  </a:cubicBezTo>
                  <a:cubicBezTo>
                    <a:pt x="0" y="3175"/>
                    <a:pt x="25" y="3661"/>
                    <a:pt x="240" y="4072"/>
                  </a:cubicBezTo>
                  <a:cubicBezTo>
                    <a:pt x="395" y="4417"/>
                    <a:pt x="710" y="4663"/>
                    <a:pt x="1082" y="4727"/>
                  </a:cubicBezTo>
                  <a:lnTo>
                    <a:pt x="1211" y="4727"/>
                  </a:lnTo>
                  <a:cubicBezTo>
                    <a:pt x="1779" y="4727"/>
                    <a:pt x="2475" y="4276"/>
                    <a:pt x="3334" y="3361"/>
                  </a:cubicBezTo>
                  <a:cubicBezTo>
                    <a:pt x="3978" y="2668"/>
                    <a:pt x="5111" y="2595"/>
                    <a:pt x="5569" y="2595"/>
                  </a:cubicBezTo>
                  <a:cubicBezTo>
                    <a:pt x="5691" y="2595"/>
                    <a:pt x="5766" y="2601"/>
                    <a:pt x="5770" y="2601"/>
                  </a:cubicBezTo>
                  <a:cubicBezTo>
                    <a:pt x="5772" y="2601"/>
                    <a:pt x="5774" y="2601"/>
                    <a:pt x="5775" y="2601"/>
                  </a:cubicBezTo>
                  <a:cubicBezTo>
                    <a:pt x="5805" y="2601"/>
                    <a:pt x="5832" y="2590"/>
                    <a:pt x="5853" y="2571"/>
                  </a:cubicBezTo>
                  <a:cubicBezTo>
                    <a:pt x="6222" y="2102"/>
                    <a:pt x="6304" y="1469"/>
                    <a:pt x="6066" y="922"/>
                  </a:cubicBezTo>
                  <a:cubicBezTo>
                    <a:pt x="5851" y="493"/>
                    <a:pt x="4753" y="1"/>
                    <a:pt x="368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7"/>
            <p:cNvSpPr/>
            <p:nvPr/>
          </p:nvSpPr>
          <p:spPr>
            <a:xfrm>
              <a:off x="4755250" y="1372325"/>
              <a:ext cx="131375" cy="92125"/>
            </a:xfrm>
            <a:custGeom>
              <a:avLst/>
              <a:gdLst/>
              <a:ahLst/>
              <a:cxnLst/>
              <a:rect l="l" t="t" r="r" b="b"/>
              <a:pathLst>
                <a:path w="5255" h="3685" extrusionOk="0">
                  <a:moveTo>
                    <a:pt x="4414" y="1"/>
                  </a:moveTo>
                  <a:cubicBezTo>
                    <a:pt x="3565" y="1"/>
                    <a:pt x="2633" y="534"/>
                    <a:pt x="1797" y="1554"/>
                  </a:cubicBezTo>
                  <a:cubicBezTo>
                    <a:pt x="1106" y="2408"/>
                    <a:pt x="441" y="3152"/>
                    <a:pt x="0" y="3637"/>
                  </a:cubicBezTo>
                  <a:cubicBezTo>
                    <a:pt x="93" y="3670"/>
                    <a:pt x="188" y="3685"/>
                    <a:pt x="287" y="3685"/>
                  </a:cubicBezTo>
                  <a:cubicBezTo>
                    <a:pt x="962" y="3685"/>
                    <a:pt x="1749" y="2975"/>
                    <a:pt x="2329" y="2358"/>
                  </a:cubicBezTo>
                  <a:cubicBezTo>
                    <a:pt x="3000" y="1628"/>
                    <a:pt x="4155" y="1548"/>
                    <a:pt x="4632" y="1548"/>
                  </a:cubicBezTo>
                  <a:cubicBezTo>
                    <a:pt x="4767" y="1548"/>
                    <a:pt x="4848" y="1554"/>
                    <a:pt x="4848" y="1554"/>
                  </a:cubicBezTo>
                  <a:cubicBezTo>
                    <a:pt x="5167" y="1146"/>
                    <a:pt x="5255" y="606"/>
                    <a:pt x="5082" y="119"/>
                  </a:cubicBezTo>
                  <a:cubicBezTo>
                    <a:pt x="4868" y="40"/>
                    <a:pt x="4644" y="1"/>
                    <a:pt x="4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7"/>
            <p:cNvSpPr/>
            <p:nvPr/>
          </p:nvSpPr>
          <p:spPr>
            <a:xfrm>
              <a:off x="4752425" y="1369700"/>
              <a:ext cx="137300" cy="97475"/>
            </a:xfrm>
            <a:custGeom>
              <a:avLst/>
              <a:gdLst/>
              <a:ahLst/>
              <a:cxnLst/>
              <a:rect l="l" t="t" r="r" b="b"/>
              <a:pathLst>
                <a:path w="5492" h="3899" extrusionOk="0">
                  <a:moveTo>
                    <a:pt x="4540" y="220"/>
                  </a:moveTo>
                  <a:cubicBezTo>
                    <a:pt x="4738" y="220"/>
                    <a:pt x="4931" y="251"/>
                    <a:pt x="5116" y="313"/>
                  </a:cubicBezTo>
                  <a:cubicBezTo>
                    <a:pt x="5243" y="736"/>
                    <a:pt x="5171" y="1193"/>
                    <a:pt x="4921" y="1557"/>
                  </a:cubicBezTo>
                  <a:cubicBezTo>
                    <a:pt x="4875" y="1553"/>
                    <a:pt x="4804" y="1550"/>
                    <a:pt x="4713" y="1550"/>
                  </a:cubicBezTo>
                  <a:cubicBezTo>
                    <a:pt x="4197" y="1550"/>
                    <a:pt x="3051" y="1649"/>
                    <a:pt x="2361" y="2389"/>
                  </a:cubicBezTo>
                  <a:cubicBezTo>
                    <a:pt x="1560" y="3253"/>
                    <a:pt x="902" y="3691"/>
                    <a:pt x="402" y="3691"/>
                  </a:cubicBezTo>
                  <a:cubicBezTo>
                    <a:pt x="372" y="3691"/>
                    <a:pt x="342" y="3689"/>
                    <a:pt x="313" y="3686"/>
                  </a:cubicBezTo>
                  <a:lnTo>
                    <a:pt x="313" y="3678"/>
                  </a:lnTo>
                  <a:cubicBezTo>
                    <a:pt x="756" y="3194"/>
                    <a:pt x="1359" y="2499"/>
                    <a:pt x="1998" y="1734"/>
                  </a:cubicBezTo>
                  <a:cubicBezTo>
                    <a:pt x="2793" y="759"/>
                    <a:pt x="3710" y="220"/>
                    <a:pt x="4540" y="220"/>
                  </a:cubicBezTo>
                  <a:close/>
                  <a:moveTo>
                    <a:pt x="4535" y="1"/>
                  </a:moveTo>
                  <a:cubicBezTo>
                    <a:pt x="3639" y="1"/>
                    <a:pt x="2667" y="560"/>
                    <a:pt x="1827" y="1594"/>
                  </a:cubicBezTo>
                  <a:cubicBezTo>
                    <a:pt x="1136" y="2435"/>
                    <a:pt x="460" y="3188"/>
                    <a:pt x="33" y="3672"/>
                  </a:cubicBezTo>
                  <a:cubicBezTo>
                    <a:pt x="9" y="3699"/>
                    <a:pt x="0" y="3735"/>
                    <a:pt x="7" y="3771"/>
                  </a:cubicBezTo>
                  <a:cubicBezTo>
                    <a:pt x="18" y="3805"/>
                    <a:pt x="43" y="3832"/>
                    <a:pt x="76" y="3845"/>
                  </a:cubicBezTo>
                  <a:cubicBezTo>
                    <a:pt x="182" y="3881"/>
                    <a:pt x="292" y="3899"/>
                    <a:pt x="402" y="3899"/>
                  </a:cubicBezTo>
                  <a:cubicBezTo>
                    <a:pt x="969" y="3899"/>
                    <a:pt x="1666" y="3446"/>
                    <a:pt x="2527" y="2527"/>
                  </a:cubicBezTo>
                  <a:cubicBezTo>
                    <a:pt x="3172" y="1833"/>
                    <a:pt x="4309" y="1760"/>
                    <a:pt x="4765" y="1760"/>
                  </a:cubicBezTo>
                  <a:cubicBezTo>
                    <a:pt x="4885" y="1760"/>
                    <a:pt x="4958" y="1765"/>
                    <a:pt x="4961" y="1765"/>
                  </a:cubicBezTo>
                  <a:cubicBezTo>
                    <a:pt x="4965" y="1765"/>
                    <a:pt x="4968" y="1766"/>
                    <a:pt x="4972" y="1766"/>
                  </a:cubicBezTo>
                  <a:cubicBezTo>
                    <a:pt x="4999" y="1766"/>
                    <a:pt x="5025" y="1755"/>
                    <a:pt x="5045" y="1735"/>
                  </a:cubicBezTo>
                  <a:cubicBezTo>
                    <a:pt x="5394" y="1299"/>
                    <a:pt x="5491" y="711"/>
                    <a:pt x="5301" y="184"/>
                  </a:cubicBezTo>
                  <a:cubicBezTo>
                    <a:pt x="5290" y="156"/>
                    <a:pt x="5268" y="133"/>
                    <a:pt x="5238" y="124"/>
                  </a:cubicBezTo>
                  <a:cubicBezTo>
                    <a:pt x="5012" y="42"/>
                    <a:pt x="4776" y="1"/>
                    <a:pt x="453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7"/>
            <p:cNvSpPr/>
            <p:nvPr/>
          </p:nvSpPr>
          <p:spPr>
            <a:xfrm>
              <a:off x="5520925" y="1351575"/>
              <a:ext cx="164625" cy="112925"/>
            </a:xfrm>
            <a:custGeom>
              <a:avLst/>
              <a:gdLst/>
              <a:ahLst/>
              <a:cxnLst/>
              <a:rect l="l" t="t" r="r" b="b"/>
              <a:pathLst>
                <a:path w="6585" h="4517" extrusionOk="0">
                  <a:moveTo>
                    <a:pt x="2511" y="1"/>
                  </a:moveTo>
                  <a:cubicBezTo>
                    <a:pt x="1484" y="1"/>
                    <a:pt x="416" y="466"/>
                    <a:pt x="219" y="860"/>
                  </a:cubicBezTo>
                  <a:cubicBezTo>
                    <a:pt x="0" y="1366"/>
                    <a:pt x="78" y="1951"/>
                    <a:pt x="417" y="2384"/>
                  </a:cubicBezTo>
                  <a:cubicBezTo>
                    <a:pt x="417" y="2384"/>
                    <a:pt x="499" y="2378"/>
                    <a:pt x="636" y="2378"/>
                  </a:cubicBezTo>
                  <a:cubicBezTo>
                    <a:pt x="1115" y="2378"/>
                    <a:pt x="2268" y="2458"/>
                    <a:pt x="2938" y="3179"/>
                  </a:cubicBezTo>
                  <a:cubicBezTo>
                    <a:pt x="3517" y="3802"/>
                    <a:pt x="4306" y="4517"/>
                    <a:pt x="4982" y="4517"/>
                  </a:cubicBezTo>
                  <a:cubicBezTo>
                    <a:pt x="5313" y="4517"/>
                    <a:pt x="5617" y="4346"/>
                    <a:pt x="5856" y="3911"/>
                  </a:cubicBezTo>
                  <a:cubicBezTo>
                    <a:pt x="6585" y="2585"/>
                    <a:pt x="4729" y="727"/>
                    <a:pt x="3535" y="196"/>
                  </a:cubicBezTo>
                  <a:cubicBezTo>
                    <a:pt x="3225" y="58"/>
                    <a:pt x="2870" y="1"/>
                    <a:pt x="251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7"/>
            <p:cNvSpPr/>
            <p:nvPr/>
          </p:nvSpPr>
          <p:spPr>
            <a:xfrm>
              <a:off x="5518475" y="1348800"/>
              <a:ext cx="157650" cy="118375"/>
            </a:xfrm>
            <a:custGeom>
              <a:avLst/>
              <a:gdLst/>
              <a:ahLst/>
              <a:cxnLst/>
              <a:rect l="l" t="t" r="r" b="b"/>
              <a:pathLst>
                <a:path w="6306" h="4735" extrusionOk="0">
                  <a:moveTo>
                    <a:pt x="2616" y="217"/>
                  </a:moveTo>
                  <a:cubicBezTo>
                    <a:pt x="2957" y="217"/>
                    <a:pt x="3295" y="272"/>
                    <a:pt x="3594" y="405"/>
                  </a:cubicBezTo>
                  <a:cubicBezTo>
                    <a:pt x="4448" y="785"/>
                    <a:pt x="5578" y="1804"/>
                    <a:pt x="5926" y="2820"/>
                  </a:cubicBezTo>
                  <a:cubicBezTo>
                    <a:pt x="6075" y="3194"/>
                    <a:pt x="6056" y="3615"/>
                    <a:pt x="5873" y="3975"/>
                  </a:cubicBezTo>
                  <a:cubicBezTo>
                    <a:pt x="5750" y="4261"/>
                    <a:pt x="5494" y="4467"/>
                    <a:pt x="5188" y="4522"/>
                  </a:cubicBezTo>
                  <a:cubicBezTo>
                    <a:pt x="5156" y="4526"/>
                    <a:pt x="5124" y="4527"/>
                    <a:pt x="5091" y="4527"/>
                  </a:cubicBezTo>
                  <a:cubicBezTo>
                    <a:pt x="4589" y="4527"/>
                    <a:pt x="3926" y="4091"/>
                    <a:pt x="3125" y="3225"/>
                  </a:cubicBezTo>
                  <a:cubicBezTo>
                    <a:pt x="2429" y="2476"/>
                    <a:pt x="1260" y="2388"/>
                    <a:pt x="758" y="2388"/>
                  </a:cubicBezTo>
                  <a:lnTo>
                    <a:pt x="565" y="2387"/>
                  </a:lnTo>
                  <a:cubicBezTo>
                    <a:pt x="282" y="1986"/>
                    <a:pt x="225" y="1468"/>
                    <a:pt x="417" y="1017"/>
                  </a:cubicBezTo>
                  <a:cubicBezTo>
                    <a:pt x="582" y="689"/>
                    <a:pt x="1613" y="217"/>
                    <a:pt x="2616" y="217"/>
                  </a:cubicBezTo>
                  <a:close/>
                  <a:moveTo>
                    <a:pt x="2615" y="1"/>
                  </a:moveTo>
                  <a:cubicBezTo>
                    <a:pt x="1548" y="1"/>
                    <a:pt x="453" y="495"/>
                    <a:pt x="238" y="923"/>
                  </a:cubicBezTo>
                  <a:cubicBezTo>
                    <a:pt x="0" y="1471"/>
                    <a:pt x="82" y="2104"/>
                    <a:pt x="451" y="2571"/>
                  </a:cubicBezTo>
                  <a:cubicBezTo>
                    <a:pt x="471" y="2591"/>
                    <a:pt x="495" y="2602"/>
                    <a:pt x="522" y="2602"/>
                  </a:cubicBezTo>
                  <a:cubicBezTo>
                    <a:pt x="526" y="2602"/>
                    <a:pt x="530" y="2602"/>
                    <a:pt x="535" y="2601"/>
                  </a:cubicBezTo>
                  <a:cubicBezTo>
                    <a:pt x="538" y="2601"/>
                    <a:pt x="610" y="2596"/>
                    <a:pt x="731" y="2596"/>
                  </a:cubicBezTo>
                  <a:cubicBezTo>
                    <a:pt x="1186" y="2596"/>
                    <a:pt x="2324" y="2669"/>
                    <a:pt x="2968" y="3363"/>
                  </a:cubicBezTo>
                  <a:cubicBezTo>
                    <a:pt x="3824" y="4285"/>
                    <a:pt x="4519" y="4735"/>
                    <a:pt x="5088" y="4735"/>
                  </a:cubicBezTo>
                  <a:cubicBezTo>
                    <a:pt x="5124" y="4735"/>
                    <a:pt x="5168" y="4732"/>
                    <a:pt x="5222" y="4729"/>
                  </a:cubicBezTo>
                  <a:cubicBezTo>
                    <a:pt x="5594" y="4663"/>
                    <a:pt x="5910" y="4418"/>
                    <a:pt x="6065" y="4074"/>
                  </a:cubicBezTo>
                  <a:cubicBezTo>
                    <a:pt x="6279" y="3661"/>
                    <a:pt x="6306" y="3177"/>
                    <a:pt x="6135" y="2746"/>
                  </a:cubicBezTo>
                  <a:cubicBezTo>
                    <a:pt x="5779" y="1702"/>
                    <a:pt x="4591" y="607"/>
                    <a:pt x="3693" y="210"/>
                  </a:cubicBezTo>
                  <a:cubicBezTo>
                    <a:pt x="3363" y="62"/>
                    <a:pt x="2991" y="1"/>
                    <a:pt x="261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7"/>
            <p:cNvSpPr/>
            <p:nvPr/>
          </p:nvSpPr>
          <p:spPr>
            <a:xfrm>
              <a:off x="5521225" y="1372325"/>
              <a:ext cx="131375" cy="92125"/>
            </a:xfrm>
            <a:custGeom>
              <a:avLst/>
              <a:gdLst/>
              <a:ahLst/>
              <a:cxnLst/>
              <a:rect l="l" t="t" r="r" b="b"/>
              <a:pathLst>
                <a:path w="5255" h="3685" extrusionOk="0">
                  <a:moveTo>
                    <a:pt x="841" y="1"/>
                  </a:moveTo>
                  <a:cubicBezTo>
                    <a:pt x="611" y="1"/>
                    <a:pt x="387" y="40"/>
                    <a:pt x="173" y="119"/>
                  </a:cubicBezTo>
                  <a:cubicBezTo>
                    <a:pt x="0" y="606"/>
                    <a:pt x="87" y="1148"/>
                    <a:pt x="405" y="1554"/>
                  </a:cubicBezTo>
                  <a:cubicBezTo>
                    <a:pt x="405" y="1554"/>
                    <a:pt x="486" y="1548"/>
                    <a:pt x="621" y="1548"/>
                  </a:cubicBezTo>
                  <a:cubicBezTo>
                    <a:pt x="1098" y="1548"/>
                    <a:pt x="2254" y="1628"/>
                    <a:pt x="2926" y="2358"/>
                  </a:cubicBezTo>
                  <a:cubicBezTo>
                    <a:pt x="3506" y="2975"/>
                    <a:pt x="4292" y="3685"/>
                    <a:pt x="4968" y="3685"/>
                  </a:cubicBezTo>
                  <a:cubicBezTo>
                    <a:pt x="5066" y="3685"/>
                    <a:pt x="5162" y="3670"/>
                    <a:pt x="5255" y="3637"/>
                  </a:cubicBezTo>
                  <a:cubicBezTo>
                    <a:pt x="4814" y="3152"/>
                    <a:pt x="4149" y="2408"/>
                    <a:pt x="3458" y="1554"/>
                  </a:cubicBezTo>
                  <a:cubicBezTo>
                    <a:pt x="2621" y="534"/>
                    <a:pt x="1689" y="1"/>
                    <a:pt x="8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7"/>
            <p:cNvSpPr/>
            <p:nvPr/>
          </p:nvSpPr>
          <p:spPr>
            <a:xfrm>
              <a:off x="5518325" y="1369700"/>
              <a:ext cx="137075" cy="97475"/>
            </a:xfrm>
            <a:custGeom>
              <a:avLst/>
              <a:gdLst/>
              <a:ahLst/>
              <a:cxnLst/>
              <a:rect l="l" t="t" r="r" b="b"/>
              <a:pathLst>
                <a:path w="5483" h="3899" extrusionOk="0">
                  <a:moveTo>
                    <a:pt x="952" y="219"/>
                  </a:moveTo>
                  <a:cubicBezTo>
                    <a:pt x="1778" y="219"/>
                    <a:pt x="2688" y="752"/>
                    <a:pt x="3490" y="1734"/>
                  </a:cubicBezTo>
                  <a:cubicBezTo>
                    <a:pt x="4122" y="2507"/>
                    <a:pt x="4734" y="3203"/>
                    <a:pt x="5171" y="3686"/>
                  </a:cubicBezTo>
                  <a:cubicBezTo>
                    <a:pt x="5142" y="3689"/>
                    <a:pt x="5112" y="3691"/>
                    <a:pt x="5081" y="3691"/>
                  </a:cubicBezTo>
                  <a:cubicBezTo>
                    <a:pt x="4580" y="3691"/>
                    <a:pt x="3925" y="3253"/>
                    <a:pt x="3121" y="2389"/>
                  </a:cubicBezTo>
                  <a:cubicBezTo>
                    <a:pt x="2424" y="1640"/>
                    <a:pt x="1257" y="1552"/>
                    <a:pt x="754" y="1552"/>
                  </a:cubicBezTo>
                  <a:lnTo>
                    <a:pt x="566" y="1557"/>
                  </a:lnTo>
                  <a:cubicBezTo>
                    <a:pt x="316" y="1193"/>
                    <a:pt x="244" y="736"/>
                    <a:pt x="372" y="313"/>
                  </a:cubicBezTo>
                  <a:cubicBezTo>
                    <a:pt x="559" y="250"/>
                    <a:pt x="753" y="219"/>
                    <a:pt x="952" y="219"/>
                  </a:cubicBezTo>
                  <a:close/>
                  <a:moveTo>
                    <a:pt x="955" y="1"/>
                  </a:moveTo>
                  <a:cubicBezTo>
                    <a:pt x="715" y="1"/>
                    <a:pt x="479" y="42"/>
                    <a:pt x="253" y="124"/>
                  </a:cubicBezTo>
                  <a:cubicBezTo>
                    <a:pt x="225" y="133"/>
                    <a:pt x="201" y="156"/>
                    <a:pt x="191" y="184"/>
                  </a:cubicBezTo>
                  <a:cubicBezTo>
                    <a:pt x="0" y="711"/>
                    <a:pt x="97" y="1298"/>
                    <a:pt x="447" y="1735"/>
                  </a:cubicBezTo>
                  <a:cubicBezTo>
                    <a:pt x="466" y="1755"/>
                    <a:pt x="491" y="1766"/>
                    <a:pt x="517" y="1766"/>
                  </a:cubicBezTo>
                  <a:cubicBezTo>
                    <a:pt x="522" y="1766"/>
                    <a:pt x="526" y="1766"/>
                    <a:pt x="530" y="1765"/>
                  </a:cubicBezTo>
                  <a:cubicBezTo>
                    <a:pt x="534" y="1765"/>
                    <a:pt x="606" y="1760"/>
                    <a:pt x="727" y="1760"/>
                  </a:cubicBezTo>
                  <a:cubicBezTo>
                    <a:pt x="1182" y="1760"/>
                    <a:pt x="2318" y="1833"/>
                    <a:pt x="2963" y="2527"/>
                  </a:cubicBezTo>
                  <a:cubicBezTo>
                    <a:pt x="3816" y="3446"/>
                    <a:pt x="4513" y="3899"/>
                    <a:pt x="5080" y="3899"/>
                  </a:cubicBezTo>
                  <a:cubicBezTo>
                    <a:pt x="5191" y="3899"/>
                    <a:pt x="5301" y="3881"/>
                    <a:pt x="5405" y="3845"/>
                  </a:cubicBezTo>
                  <a:cubicBezTo>
                    <a:pt x="5439" y="3833"/>
                    <a:pt x="5465" y="3805"/>
                    <a:pt x="5474" y="3771"/>
                  </a:cubicBezTo>
                  <a:cubicBezTo>
                    <a:pt x="5482" y="3736"/>
                    <a:pt x="5474" y="3699"/>
                    <a:pt x="5450" y="3672"/>
                  </a:cubicBezTo>
                  <a:cubicBezTo>
                    <a:pt x="5013" y="3188"/>
                    <a:pt x="4345" y="2435"/>
                    <a:pt x="3654" y="1594"/>
                  </a:cubicBezTo>
                  <a:cubicBezTo>
                    <a:pt x="2811" y="560"/>
                    <a:pt x="1847" y="1"/>
                    <a:pt x="95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7"/>
            <p:cNvSpPr/>
            <p:nvPr/>
          </p:nvSpPr>
          <p:spPr>
            <a:xfrm>
              <a:off x="4805075" y="2152700"/>
              <a:ext cx="786300" cy="179250"/>
            </a:xfrm>
            <a:custGeom>
              <a:avLst/>
              <a:gdLst/>
              <a:ahLst/>
              <a:cxnLst/>
              <a:rect l="l" t="t" r="r" b="b"/>
              <a:pathLst>
                <a:path w="31452" h="7170" extrusionOk="0">
                  <a:moveTo>
                    <a:pt x="1" y="0"/>
                  </a:moveTo>
                  <a:lnTo>
                    <a:pt x="1" y="7170"/>
                  </a:lnTo>
                  <a:lnTo>
                    <a:pt x="31452" y="7170"/>
                  </a:lnTo>
                  <a:lnTo>
                    <a:pt x="314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7"/>
            <p:cNvSpPr/>
            <p:nvPr/>
          </p:nvSpPr>
          <p:spPr>
            <a:xfrm>
              <a:off x="4802400" y="2150050"/>
              <a:ext cx="791700" cy="184650"/>
            </a:xfrm>
            <a:custGeom>
              <a:avLst/>
              <a:gdLst/>
              <a:ahLst/>
              <a:cxnLst/>
              <a:rect l="l" t="t" r="r" b="b"/>
              <a:pathLst>
                <a:path w="31668" h="7386" extrusionOk="0">
                  <a:moveTo>
                    <a:pt x="31454" y="214"/>
                  </a:moveTo>
                  <a:lnTo>
                    <a:pt x="31454" y="7171"/>
                  </a:lnTo>
                  <a:lnTo>
                    <a:pt x="212" y="7171"/>
                  </a:lnTo>
                  <a:lnTo>
                    <a:pt x="214" y="214"/>
                  </a:lnTo>
                  <a:close/>
                  <a:moveTo>
                    <a:pt x="108" y="1"/>
                  </a:moveTo>
                  <a:cubicBezTo>
                    <a:pt x="48" y="1"/>
                    <a:pt x="1" y="48"/>
                    <a:pt x="1" y="106"/>
                  </a:cubicBezTo>
                  <a:lnTo>
                    <a:pt x="1" y="7279"/>
                  </a:lnTo>
                  <a:cubicBezTo>
                    <a:pt x="2" y="7337"/>
                    <a:pt x="48" y="7384"/>
                    <a:pt x="108" y="7386"/>
                  </a:cubicBezTo>
                  <a:lnTo>
                    <a:pt x="31560" y="7386"/>
                  </a:lnTo>
                  <a:cubicBezTo>
                    <a:pt x="31615" y="7384"/>
                    <a:pt x="31661" y="7343"/>
                    <a:pt x="31667" y="7288"/>
                  </a:cubicBezTo>
                  <a:lnTo>
                    <a:pt x="31667" y="106"/>
                  </a:lnTo>
                  <a:cubicBezTo>
                    <a:pt x="31667" y="48"/>
                    <a:pt x="31620" y="1"/>
                    <a:pt x="3156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7"/>
            <p:cNvSpPr/>
            <p:nvPr/>
          </p:nvSpPr>
          <p:spPr>
            <a:xfrm>
              <a:off x="4805075" y="2152700"/>
              <a:ext cx="786300" cy="179250"/>
            </a:xfrm>
            <a:custGeom>
              <a:avLst/>
              <a:gdLst/>
              <a:ahLst/>
              <a:cxnLst/>
              <a:rect l="l" t="t" r="r" b="b"/>
              <a:pathLst>
                <a:path w="31452" h="7170" extrusionOk="0">
                  <a:moveTo>
                    <a:pt x="1" y="0"/>
                  </a:moveTo>
                  <a:lnTo>
                    <a:pt x="1" y="7170"/>
                  </a:lnTo>
                  <a:lnTo>
                    <a:pt x="31452" y="7170"/>
                  </a:lnTo>
                  <a:lnTo>
                    <a:pt x="31452"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7"/>
            <p:cNvSpPr/>
            <p:nvPr/>
          </p:nvSpPr>
          <p:spPr>
            <a:xfrm>
              <a:off x="4711400" y="2221975"/>
              <a:ext cx="973675" cy="109975"/>
            </a:xfrm>
            <a:custGeom>
              <a:avLst/>
              <a:gdLst/>
              <a:ahLst/>
              <a:cxnLst/>
              <a:rect l="l" t="t" r="r" b="b"/>
              <a:pathLst>
                <a:path w="38947" h="4399" extrusionOk="0">
                  <a:moveTo>
                    <a:pt x="0" y="0"/>
                  </a:moveTo>
                  <a:lnTo>
                    <a:pt x="0" y="4399"/>
                  </a:lnTo>
                  <a:lnTo>
                    <a:pt x="38946" y="4399"/>
                  </a:lnTo>
                  <a:lnTo>
                    <a:pt x="389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7"/>
            <p:cNvSpPr/>
            <p:nvPr/>
          </p:nvSpPr>
          <p:spPr>
            <a:xfrm>
              <a:off x="4708700" y="2219300"/>
              <a:ext cx="979050" cy="115400"/>
            </a:xfrm>
            <a:custGeom>
              <a:avLst/>
              <a:gdLst/>
              <a:ahLst/>
              <a:cxnLst/>
              <a:rect l="l" t="t" r="r" b="b"/>
              <a:pathLst>
                <a:path w="39162" h="4616" extrusionOk="0">
                  <a:moveTo>
                    <a:pt x="38948" y="213"/>
                  </a:moveTo>
                  <a:lnTo>
                    <a:pt x="38948" y="4401"/>
                  </a:lnTo>
                  <a:lnTo>
                    <a:pt x="215" y="4401"/>
                  </a:lnTo>
                  <a:lnTo>
                    <a:pt x="215" y="213"/>
                  </a:lnTo>
                  <a:close/>
                  <a:moveTo>
                    <a:pt x="108" y="0"/>
                  </a:moveTo>
                  <a:cubicBezTo>
                    <a:pt x="49" y="0"/>
                    <a:pt x="1" y="48"/>
                    <a:pt x="1" y="107"/>
                  </a:cubicBezTo>
                  <a:lnTo>
                    <a:pt x="1" y="4509"/>
                  </a:lnTo>
                  <a:cubicBezTo>
                    <a:pt x="1" y="4568"/>
                    <a:pt x="49" y="4616"/>
                    <a:pt x="108" y="4616"/>
                  </a:cubicBezTo>
                  <a:lnTo>
                    <a:pt x="39054" y="4616"/>
                  </a:lnTo>
                  <a:cubicBezTo>
                    <a:pt x="39111" y="4616"/>
                    <a:pt x="39157" y="4573"/>
                    <a:pt x="39161" y="4518"/>
                  </a:cubicBezTo>
                  <a:lnTo>
                    <a:pt x="39161" y="107"/>
                  </a:lnTo>
                  <a:cubicBezTo>
                    <a:pt x="39161" y="48"/>
                    <a:pt x="39114" y="0"/>
                    <a:pt x="3905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7"/>
            <p:cNvSpPr/>
            <p:nvPr/>
          </p:nvSpPr>
          <p:spPr>
            <a:xfrm>
              <a:off x="4711400" y="2221975"/>
              <a:ext cx="973675" cy="109975"/>
            </a:xfrm>
            <a:custGeom>
              <a:avLst/>
              <a:gdLst/>
              <a:ahLst/>
              <a:cxnLst/>
              <a:rect l="l" t="t" r="r" b="b"/>
              <a:pathLst>
                <a:path w="38947" h="4399" extrusionOk="0">
                  <a:moveTo>
                    <a:pt x="0" y="0"/>
                  </a:moveTo>
                  <a:lnTo>
                    <a:pt x="0" y="4399"/>
                  </a:lnTo>
                  <a:lnTo>
                    <a:pt x="38946" y="4399"/>
                  </a:lnTo>
                  <a:lnTo>
                    <a:pt x="38946"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7"/>
            <p:cNvSpPr/>
            <p:nvPr/>
          </p:nvSpPr>
          <p:spPr>
            <a:xfrm>
              <a:off x="5037875" y="1345025"/>
              <a:ext cx="328450" cy="198550"/>
            </a:xfrm>
            <a:custGeom>
              <a:avLst/>
              <a:gdLst/>
              <a:ahLst/>
              <a:cxnLst/>
              <a:rect l="l" t="t" r="r" b="b"/>
              <a:pathLst>
                <a:path w="13138" h="7942" extrusionOk="0">
                  <a:moveTo>
                    <a:pt x="1317" y="1"/>
                  </a:moveTo>
                  <a:cubicBezTo>
                    <a:pt x="590" y="1"/>
                    <a:pt x="1" y="589"/>
                    <a:pt x="1" y="1315"/>
                  </a:cubicBezTo>
                  <a:lnTo>
                    <a:pt x="1" y="7941"/>
                  </a:lnTo>
                  <a:lnTo>
                    <a:pt x="13137" y="7941"/>
                  </a:lnTo>
                  <a:lnTo>
                    <a:pt x="13137" y="1315"/>
                  </a:lnTo>
                  <a:cubicBezTo>
                    <a:pt x="13137" y="589"/>
                    <a:pt x="12548" y="1"/>
                    <a:pt x="11821"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7"/>
            <p:cNvSpPr/>
            <p:nvPr/>
          </p:nvSpPr>
          <p:spPr>
            <a:xfrm>
              <a:off x="5035225" y="1342350"/>
              <a:ext cx="333775" cy="203825"/>
            </a:xfrm>
            <a:custGeom>
              <a:avLst/>
              <a:gdLst/>
              <a:ahLst/>
              <a:cxnLst/>
              <a:rect l="l" t="t" r="r" b="b"/>
              <a:pathLst>
                <a:path w="13351" h="8153" extrusionOk="0">
                  <a:moveTo>
                    <a:pt x="11927" y="213"/>
                  </a:moveTo>
                  <a:cubicBezTo>
                    <a:pt x="12594" y="215"/>
                    <a:pt x="13136" y="755"/>
                    <a:pt x="13136" y="1422"/>
                  </a:cubicBezTo>
                  <a:lnTo>
                    <a:pt x="13136" y="7939"/>
                  </a:lnTo>
                  <a:lnTo>
                    <a:pt x="215" y="7939"/>
                  </a:lnTo>
                  <a:lnTo>
                    <a:pt x="215" y="1422"/>
                  </a:lnTo>
                  <a:cubicBezTo>
                    <a:pt x="215" y="755"/>
                    <a:pt x="757" y="213"/>
                    <a:pt x="1424" y="213"/>
                  </a:cubicBezTo>
                  <a:close/>
                  <a:moveTo>
                    <a:pt x="11928" y="0"/>
                  </a:moveTo>
                  <a:cubicBezTo>
                    <a:pt x="11928" y="0"/>
                    <a:pt x="11927" y="0"/>
                    <a:pt x="11926" y="0"/>
                  </a:cubicBezTo>
                  <a:lnTo>
                    <a:pt x="1423" y="0"/>
                  </a:lnTo>
                  <a:cubicBezTo>
                    <a:pt x="637" y="0"/>
                    <a:pt x="1" y="638"/>
                    <a:pt x="1" y="1422"/>
                  </a:cubicBezTo>
                  <a:lnTo>
                    <a:pt x="1" y="8047"/>
                  </a:lnTo>
                  <a:cubicBezTo>
                    <a:pt x="1" y="8105"/>
                    <a:pt x="49" y="8152"/>
                    <a:pt x="107" y="8152"/>
                  </a:cubicBezTo>
                  <a:lnTo>
                    <a:pt x="13243" y="8152"/>
                  </a:lnTo>
                  <a:cubicBezTo>
                    <a:pt x="13303" y="8152"/>
                    <a:pt x="13351" y="8105"/>
                    <a:pt x="13351" y="8047"/>
                  </a:cubicBezTo>
                  <a:lnTo>
                    <a:pt x="13351" y="1421"/>
                  </a:lnTo>
                  <a:cubicBezTo>
                    <a:pt x="13349" y="636"/>
                    <a:pt x="12712" y="0"/>
                    <a:pt x="1192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7"/>
            <p:cNvSpPr/>
            <p:nvPr/>
          </p:nvSpPr>
          <p:spPr>
            <a:xfrm>
              <a:off x="4947900" y="782025"/>
              <a:ext cx="512275" cy="581225"/>
            </a:xfrm>
            <a:custGeom>
              <a:avLst/>
              <a:gdLst/>
              <a:ahLst/>
              <a:cxnLst/>
              <a:rect l="l" t="t" r="r" b="b"/>
              <a:pathLst>
                <a:path w="20491" h="23249" extrusionOk="0">
                  <a:moveTo>
                    <a:pt x="9278" y="0"/>
                  </a:moveTo>
                  <a:lnTo>
                    <a:pt x="1" y="3528"/>
                  </a:lnTo>
                  <a:cubicBezTo>
                    <a:pt x="1" y="3528"/>
                    <a:pt x="1706" y="16350"/>
                    <a:pt x="2528" y="17224"/>
                  </a:cubicBezTo>
                  <a:cubicBezTo>
                    <a:pt x="3348" y="18100"/>
                    <a:pt x="5782" y="18828"/>
                    <a:pt x="5782" y="18828"/>
                  </a:cubicBezTo>
                  <a:lnTo>
                    <a:pt x="5782" y="23249"/>
                  </a:lnTo>
                  <a:lnTo>
                    <a:pt x="14710" y="23249"/>
                  </a:lnTo>
                  <a:lnTo>
                    <a:pt x="14710" y="18828"/>
                  </a:lnTo>
                  <a:cubicBezTo>
                    <a:pt x="14710" y="18828"/>
                    <a:pt x="17140" y="18098"/>
                    <a:pt x="17965" y="17224"/>
                  </a:cubicBezTo>
                  <a:cubicBezTo>
                    <a:pt x="18790" y="16350"/>
                    <a:pt x="20490" y="3528"/>
                    <a:pt x="20490" y="3528"/>
                  </a:cubicBezTo>
                  <a:lnTo>
                    <a:pt x="10638" y="0"/>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7"/>
            <p:cNvSpPr/>
            <p:nvPr/>
          </p:nvSpPr>
          <p:spPr>
            <a:xfrm>
              <a:off x="4944750" y="779475"/>
              <a:ext cx="518425" cy="586450"/>
            </a:xfrm>
            <a:custGeom>
              <a:avLst/>
              <a:gdLst/>
              <a:ahLst/>
              <a:cxnLst/>
              <a:rect l="l" t="t" r="r" b="b"/>
              <a:pathLst>
                <a:path w="20737" h="23458" extrusionOk="0">
                  <a:moveTo>
                    <a:pt x="10737" y="201"/>
                  </a:moveTo>
                  <a:lnTo>
                    <a:pt x="20500" y="3691"/>
                  </a:lnTo>
                  <a:cubicBezTo>
                    <a:pt x="20019" y="7312"/>
                    <a:pt x="18667" y="16555"/>
                    <a:pt x="18013" y="17246"/>
                  </a:cubicBezTo>
                  <a:cubicBezTo>
                    <a:pt x="17224" y="18087"/>
                    <a:pt x="14839" y="18820"/>
                    <a:pt x="14815" y="18820"/>
                  </a:cubicBezTo>
                  <a:cubicBezTo>
                    <a:pt x="14763" y="18829"/>
                    <a:pt x="14726" y="18876"/>
                    <a:pt x="14730" y="18930"/>
                  </a:cubicBezTo>
                  <a:lnTo>
                    <a:pt x="14730" y="23245"/>
                  </a:lnTo>
                  <a:lnTo>
                    <a:pt x="6005" y="23245"/>
                  </a:lnTo>
                  <a:lnTo>
                    <a:pt x="6005" y="23243"/>
                  </a:lnTo>
                  <a:lnTo>
                    <a:pt x="5996" y="18921"/>
                  </a:lnTo>
                  <a:cubicBezTo>
                    <a:pt x="5996" y="18873"/>
                    <a:pt x="5965" y="18832"/>
                    <a:pt x="5920" y="18820"/>
                  </a:cubicBezTo>
                  <a:cubicBezTo>
                    <a:pt x="5905" y="18812"/>
                    <a:pt x="3517" y="18098"/>
                    <a:pt x="2722" y="17246"/>
                  </a:cubicBezTo>
                  <a:cubicBezTo>
                    <a:pt x="2068" y="16555"/>
                    <a:pt x="716" y="7315"/>
                    <a:pt x="236" y="3689"/>
                  </a:cubicBezTo>
                  <a:lnTo>
                    <a:pt x="9415" y="201"/>
                  </a:lnTo>
                  <a:close/>
                  <a:moveTo>
                    <a:pt x="10782" y="0"/>
                  </a:moveTo>
                  <a:cubicBezTo>
                    <a:pt x="10776" y="0"/>
                    <a:pt x="10770" y="1"/>
                    <a:pt x="10764" y="3"/>
                  </a:cubicBezTo>
                  <a:lnTo>
                    <a:pt x="9354" y="3"/>
                  </a:lnTo>
                  <a:lnTo>
                    <a:pt x="75" y="3530"/>
                  </a:lnTo>
                  <a:cubicBezTo>
                    <a:pt x="29" y="3546"/>
                    <a:pt x="0" y="3594"/>
                    <a:pt x="6" y="3642"/>
                  </a:cubicBezTo>
                  <a:cubicBezTo>
                    <a:pt x="81" y="4179"/>
                    <a:pt x="1726" y="16512"/>
                    <a:pt x="2566" y="17401"/>
                  </a:cubicBezTo>
                  <a:cubicBezTo>
                    <a:pt x="3330" y="18208"/>
                    <a:pt x="5366" y="18875"/>
                    <a:pt x="5792" y="19009"/>
                  </a:cubicBezTo>
                  <a:lnTo>
                    <a:pt x="5792" y="23351"/>
                  </a:lnTo>
                  <a:cubicBezTo>
                    <a:pt x="5792" y="23410"/>
                    <a:pt x="5840" y="23458"/>
                    <a:pt x="5899" y="23458"/>
                  </a:cubicBezTo>
                  <a:lnTo>
                    <a:pt x="14840" y="23458"/>
                  </a:lnTo>
                  <a:cubicBezTo>
                    <a:pt x="14900" y="23458"/>
                    <a:pt x="14948" y="23410"/>
                    <a:pt x="14948" y="23351"/>
                  </a:cubicBezTo>
                  <a:lnTo>
                    <a:pt x="14948" y="19009"/>
                  </a:lnTo>
                  <a:cubicBezTo>
                    <a:pt x="15374" y="18875"/>
                    <a:pt x="17410" y="18208"/>
                    <a:pt x="18171" y="17401"/>
                  </a:cubicBezTo>
                  <a:cubicBezTo>
                    <a:pt x="19024" y="16512"/>
                    <a:pt x="20661" y="4169"/>
                    <a:pt x="20731" y="3642"/>
                  </a:cubicBezTo>
                  <a:cubicBezTo>
                    <a:pt x="20737" y="3592"/>
                    <a:pt x="20707" y="3546"/>
                    <a:pt x="20661" y="3530"/>
                  </a:cubicBezTo>
                  <a:lnTo>
                    <a:pt x="10800" y="3"/>
                  </a:lnTo>
                  <a:cubicBezTo>
                    <a:pt x="10794" y="1"/>
                    <a:pt x="10788" y="0"/>
                    <a:pt x="1078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7"/>
            <p:cNvSpPr/>
            <p:nvPr/>
          </p:nvSpPr>
          <p:spPr>
            <a:xfrm>
              <a:off x="5092225" y="1179200"/>
              <a:ext cx="223425" cy="184050"/>
            </a:xfrm>
            <a:custGeom>
              <a:avLst/>
              <a:gdLst/>
              <a:ahLst/>
              <a:cxnLst/>
              <a:rect l="l" t="t" r="r" b="b"/>
              <a:pathLst>
                <a:path w="8937" h="7362" extrusionOk="0">
                  <a:moveTo>
                    <a:pt x="4455" y="1"/>
                  </a:moveTo>
                  <a:cubicBezTo>
                    <a:pt x="4115" y="1"/>
                    <a:pt x="3774" y="104"/>
                    <a:pt x="3483" y="311"/>
                  </a:cubicBezTo>
                  <a:lnTo>
                    <a:pt x="0" y="2941"/>
                  </a:lnTo>
                  <a:lnTo>
                    <a:pt x="0" y="7362"/>
                  </a:lnTo>
                  <a:lnTo>
                    <a:pt x="8937" y="7362"/>
                  </a:lnTo>
                  <a:lnTo>
                    <a:pt x="8937" y="2941"/>
                  </a:lnTo>
                  <a:lnTo>
                    <a:pt x="5505" y="370"/>
                  </a:lnTo>
                  <a:cubicBezTo>
                    <a:pt x="5198" y="124"/>
                    <a:pt x="4827" y="1"/>
                    <a:pt x="445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7"/>
            <p:cNvSpPr/>
            <p:nvPr/>
          </p:nvSpPr>
          <p:spPr>
            <a:xfrm>
              <a:off x="5089550" y="1176625"/>
              <a:ext cx="228800" cy="189300"/>
            </a:xfrm>
            <a:custGeom>
              <a:avLst/>
              <a:gdLst/>
              <a:ahLst/>
              <a:cxnLst/>
              <a:rect l="l" t="t" r="r" b="b"/>
              <a:pathLst>
                <a:path w="9152" h="7572" extrusionOk="0">
                  <a:moveTo>
                    <a:pt x="4556" y="209"/>
                  </a:moveTo>
                  <a:cubicBezTo>
                    <a:pt x="4905" y="209"/>
                    <a:pt x="5253" y="324"/>
                    <a:pt x="5541" y="553"/>
                  </a:cubicBezTo>
                  <a:lnTo>
                    <a:pt x="8938" y="3093"/>
                  </a:lnTo>
                  <a:lnTo>
                    <a:pt x="8938" y="7359"/>
                  </a:lnTo>
                  <a:lnTo>
                    <a:pt x="213" y="7359"/>
                  </a:lnTo>
                  <a:lnTo>
                    <a:pt x="213" y="7357"/>
                  </a:lnTo>
                  <a:lnTo>
                    <a:pt x="213" y="3093"/>
                  </a:lnTo>
                  <a:lnTo>
                    <a:pt x="3645" y="498"/>
                  </a:lnTo>
                  <a:cubicBezTo>
                    <a:pt x="3919" y="305"/>
                    <a:pt x="4237" y="209"/>
                    <a:pt x="4556" y="209"/>
                  </a:cubicBezTo>
                  <a:close/>
                  <a:moveTo>
                    <a:pt x="4555" y="0"/>
                  </a:moveTo>
                  <a:cubicBezTo>
                    <a:pt x="4193" y="0"/>
                    <a:pt x="3830" y="110"/>
                    <a:pt x="3519" y="330"/>
                  </a:cubicBezTo>
                  <a:lnTo>
                    <a:pt x="40" y="2959"/>
                  </a:lnTo>
                  <a:cubicBezTo>
                    <a:pt x="15" y="2980"/>
                    <a:pt x="0" y="3011"/>
                    <a:pt x="0" y="3044"/>
                  </a:cubicBezTo>
                  <a:lnTo>
                    <a:pt x="0" y="7465"/>
                  </a:lnTo>
                  <a:cubicBezTo>
                    <a:pt x="0" y="7524"/>
                    <a:pt x="48" y="7572"/>
                    <a:pt x="107" y="7572"/>
                  </a:cubicBezTo>
                  <a:lnTo>
                    <a:pt x="9044" y="7572"/>
                  </a:lnTo>
                  <a:cubicBezTo>
                    <a:pt x="9104" y="7572"/>
                    <a:pt x="9151" y="7524"/>
                    <a:pt x="9151" y="7465"/>
                  </a:cubicBezTo>
                  <a:lnTo>
                    <a:pt x="9151" y="3044"/>
                  </a:lnTo>
                  <a:cubicBezTo>
                    <a:pt x="9151" y="3011"/>
                    <a:pt x="9135" y="2980"/>
                    <a:pt x="9108" y="2959"/>
                  </a:cubicBezTo>
                  <a:lnTo>
                    <a:pt x="5670" y="389"/>
                  </a:lnTo>
                  <a:cubicBezTo>
                    <a:pt x="5345" y="130"/>
                    <a:pt x="4951" y="0"/>
                    <a:pt x="455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7"/>
            <p:cNvSpPr/>
            <p:nvPr/>
          </p:nvSpPr>
          <p:spPr>
            <a:xfrm>
              <a:off x="4947900" y="782025"/>
              <a:ext cx="512275" cy="323800"/>
            </a:xfrm>
            <a:custGeom>
              <a:avLst/>
              <a:gdLst/>
              <a:ahLst/>
              <a:cxnLst/>
              <a:rect l="l" t="t" r="r" b="b"/>
              <a:pathLst>
                <a:path w="20491" h="12952" extrusionOk="0">
                  <a:moveTo>
                    <a:pt x="9278" y="0"/>
                  </a:moveTo>
                  <a:lnTo>
                    <a:pt x="1" y="3528"/>
                  </a:lnTo>
                  <a:cubicBezTo>
                    <a:pt x="1" y="3528"/>
                    <a:pt x="427" y="6680"/>
                    <a:pt x="940" y="9963"/>
                  </a:cubicBezTo>
                  <a:lnTo>
                    <a:pt x="2475" y="12079"/>
                  </a:lnTo>
                  <a:cubicBezTo>
                    <a:pt x="2873" y="12625"/>
                    <a:pt x="3507" y="12950"/>
                    <a:pt x="4182" y="12951"/>
                  </a:cubicBezTo>
                  <a:lnTo>
                    <a:pt x="16579" y="12951"/>
                  </a:lnTo>
                  <a:cubicBezTo>
                    <a:pt x="17293" y="12951"/>
                    <a:pt x="17960" y="12589"/>
                    <a:pt x="18350" y="11989"/>
                  </a:cubicBezTo>
                  <a:lnTo>
                    <a:pt x="19513" y="10200"/>
                  </a:lnTo>
                  <a:cubicBezTo>
                    <a:pt x="20052" y="6830"/>
                    <a:pt x="20490" y="3528"/>
                    <a:pt x="20490" y="3528"/>
                  </a:cubicBezTo>
                  <a:lnTo>
                    <a:pt x="106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7"/>
            <p:cNvSpPr/>
            <p:nvPr/>
          </p:nvSpPr>
          <p:spPr>
            <a:xfrm>
              <a:off x="4944925" y="779325"/>
              <a:ext cx="518250" cy="329175"/>
            </a:xfrm>
            <a:custGeom>
              <a:avLst/>
              <a:gdLst/>
              <a:ahLst/>
              <a:cxnLst/>
              <a:rect l="l" t="t" r="r" b="b"/>
              <a:pathLst>
                <a:path w="20730" h="13167" extrusionOk="0">
                  <a:moveTo>
                    <a:pt x="10739" y="214"/>
                  </a:moveTo>
                  <a:lnTo>
                    <a:pt x="20502" y="3706"/>
                  </a:lnTo>
                  <a:cubicBezTo>
                    <a:pt x="20430" y="4245"/>
                    <a:pt x="20022" y="7246"/>
                    <a:pt x="19539" y="10267"/>
                  </a:cubicBezTo>
                  <a:lnTo>
                    <a:pt x="18388" y="12039"/>
                  </a:lnTo>
                  <a:cubicBezTo>
                    <a:pt x="18018" y="12608"/>
                    <a:pt x="17385" y="12952"/>
                    <a:pt x="16706" y="12952"/>
                  </a:cubicBezTo>
                  <a:cubicBezTo>
                    <a:pt x="16705" y="12952"/>
                    <a:pt x="16704" y="12952"/>
                    <a:pt x="16702" y="12952"/>
                  </a:cubicBezTo>
                  <a:lnTo>
                    <a:pt x="4305" y="12952"/>
                  </a:lnTo>
                  <a:cubicBezTo>
                    <a:pt x="3662" y="12952"/>
                    <a:pt x="3059" y="12644"/>
                    <a:pt x="2681" y="12123"/>
                  </a:cubicBezTo>
                  <a:lnTo>
                    <a:pt x="1161" y="10031"/>
                  </a:lnTo>
                  <a:cubicBezTo>
                    <a:pt x="684" y="7096"/>
                    <a:pt x="307" y="4225"/>
                    <a:pt x="237" y="3704"/>
                  </a:cubicBezTo>
                  <a:lnTo>
                    <a:pt x="9417" y="214"/>
                  </a:lnTo>
                  <a:close/>
                  <a:moveTo>
                    <a:pt x="10775" y="0"/>
                  </a:moveTo>
                  <a:cubicBezTo>
                    <a:pt x="10769" y="0"/>
                    <a:pt x="10763" y="0"/>
                    <a:pt x="10757" y="1"/>
                  </a:cubicBezTo>
                  <a:lnTo>
                    <a:pt x="9353" y="1"/>
                  </a:lnTo>
                  <a:lnTo>
                    <a:pt x="75" y="3528"/>
                  </a:lnTo>
                  <a:cubicBezTo>
                    <a:pt x="29" y="3546"/>
                    <a:pt x="1" y="3592"/>
                    <a:pt x="7" y="3642"/>
                  </a:cubicBezTo>
                  <a:cubicBezTo>
                    <a:pt x="11" y="3674"/>
                    <a:pt x="431" y="6834"/>
                    <a:pt x="946" y="10083"/>
                  </a:cubicBezTo>
                  <a:cubicBezTo>
                    <a:pt x="949" y="10101"/>
                    <a:pt x="955" y="10118"/>
                    <a:pt x="964" y="10135"/>
                  </a:cubicBezTo>
                  <a:lnTo>
                    <a:pt x="2499" y="12249"/>
                  </a:lnTo>
                  <a:cubicBezTo>
                    <a:pt x="2918" y="12824"/>
                    <a:pt x="3586" y="13163"/>
                    <a:pt x="4296" y="13166"/>
                  </a:cubicBezTo>
                  <a:lnTo>
                    <a:pt x="16693" y="13166"/>
                  </a:lnTo>
                  <a:cubicBezTo>
                    <a:pt x="16696" y="13166"/>
                    <a:pt x="16699" y="13166"/>
                    <a:pt x="16702" y="13166"/>
                  </a:cubicBezTo>
                  <a:cubicBezTo>
                    <a:pt x="17455" y="13166"/>
                    <a:pt x="18155" y="12784"/>
                    <a:pt x="18563" y="12151"/>
                  </a:cubicBezTo>
                  <a:lnTo>
                    <a:pt x="19731" y="10360"/>
                  </a:lnTo>
                  <a:cubicBezTo>
                    <a:pt x="19738" y="10348"/>
                    <a:pt x="19744" y="10333"/>
                    <a:pt x="19745" y="10319"/>
                  </a:cubicBezTo>
                  <a:cubicBezTo>
                    <a:pt x="20280" y="6987"/>
                    <a:pt x="20724" y="3676"/>
                    <a:pt x="20724" y="3642"/>
                  </a:cubicBezTo>
                  <a:cubicBezTo>
                    <a:pt x="20730" y="3592"/>
                    <a:pt x="20700" y="3545"/>
                    <a:pt x="20654" y="3528"/>
                  </a:cubicBezTo>
                  <a:lnTo>
                    <a:pt x="10793" y="1"/>
                  </a:lnTo>
                  <a:cubicBezTo>
                    <a:pt x="10787" y="0"/>
                    <a:pt x="10781" y="0"/>
                    <a:pt x="107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7"/>
            <p:cNvSpPr/>
            <p:nvPr/>
          </p:nvSpPr>
          <p:spPr>
            <a:xfrm>
              <a:off x="5141550" y="960925"/>
              <a:ext cx="118975" cy="119025"/>
            </a:xfrm>
            <a:custGeom>
              <a:avLst/>
              <a:gdLst/>
              <a:ahLst/>
              <a:cxnLst/>
              <a:rect l="l" t="t" r="r" b="b"/>
              <a:pathLst>
                <a:path w="4759" h="4761" extrusionOk="0">
                  <a:moveTo>
                    <a:pt x="2380" y="0"/>
                  </a:moveTo>
                  <a:cubicBezTo>
                    <a:pt x="1065" y="0"/>
                    <a:pt x="0" y="1066"/>
                    <a:pt x="0" y="2381"/>
                  </a:cubicBezTo>
                  <a:cubicBezTo>
                    <a:pt x="0" y="3696"/>
                    <a:pt x="1065" y="4760"/>
                    <a:pt x="2380" y="4760"/>
                  </a:cubicBezTo>
                  <a:cubicBezTo>
                    <a:pt x="3694" y="4760"/>
                    <a:pt x="4759" y="3696"/>
                    <a:pt x="4759" y="2381"/>
                  </a:cubicBezTo>
                  <a:cubicBezTo>
                    <a:pt x="4759" y="1066"/>
                    <a:pt x="3694" y="0"/>
                    <a:pt x="2380"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7"/>
            <p:cNvSpPr/>
            <p:nvPr/>
          </p:nvSpPr>
          <p:spPr>
            <a:xfrm>
              <a:off x="5138875" y="958275"/>
              <a:ext cx="124350" cy="124350"/>
            </a:xfrm>
            <a:custGeom>
              <a:avLst/>
              <a:gdLst/>
              <a:ahLst/>
              <a:cxnLst/>
              <a:rect l="l" t="t" r="r" b="b"/>
              <a:pathLst>
                <a:path w="4974" h="4974" extrusionOk="0">
                  <a:moveTo>
                    <a:pt x="2493" y="213"/>
                  </a:moveTo>
                  <a:cubicBezTo>
                    <a:pt x="3749" y="218"/>
                    <a:pt x="4765" y="1241"/>
                    <a:pt x="4760" y="2497"/>
                  </a:cubicBezTo>
                  <a:cubicBezTo>
                    <a:pt x="4754" y="3748"/>
                    <a:pt x="3737" y="4761"/>
                    <a:pt x="2487" y="4761"/>
                  </a:cubicBezTo>
                  <a:cubicBezTo>
                    <a:pt x="1231" y="4761"/>
                    <a:pt x="213" y="3742"/>
                    <a:pt x="213" y="2487"/>
                  </a:cubicBezTo>
                  <a:cubicBezTo>
                    <a:pt x="213" y="1232"/>
                    <a:pt x="1231" y="213"/>
                    <a:pt x="2487" y="213"/>
                  </a:cubicBezTo>
                  <a:close/>
                  <a:moveTo>
                    <a:pt x="2487" y="0"/>
                  </a:moveTo>
                  <a:cubicBezTo>
                    <a:pt x="1114" y="0"/>
                    <a:pt x="0" y="1114"/>
                    <a:pt x="0" y="2487"/>
                  </a:cubicBezTo>
                  <a:cubicBezTo>
                    <a:pt x="0" y="3860"/>
                    <a:pt x="1114" y="4974"/>
                    <a:pt x="2487" y="4974"/>
                  </a:cubicBezTo>
                  <a:cubicBezTo>
                    <a:pt x="3855" y="4972"/>
                    <a:pt x="4966" y="3866"/>
                    <a:pt x="4973" y="2497"/>
                  </a:cubicBezTo>
                  <a:lnTo>
                    <a:pt x="4973" y="2487"/>
                  </a:lnTo>
                  <a:cubicBezTo>
                    <a:pt x="4973" y="1114"/>
                    <a:pt x="3859" y="0"/>
                    <a:pt x="248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7"/>
            <p:cNvSpPr/>
            <p:nvPr/>
          </p:nvSpPr>
          <p:spPr>
            <a:xfrm>
              <a:off x="5173075" y="992775"/>
              <a:ext cx="55925" cy="55900"/>
            </a:xfrm>
            <a:custGeom>
              <a:avLst/>
              <a:gdLst/>
              <a:ahLst/>
              <a:cxnLst/>
              <a:rect l="l" t="t" r="r" b="b"/>
              <a:pathLst>
                <a:path w="2237" h="2236" extrusionOk="0">
                  <a:moveTo>
                    <a:pt x="1119" y="1"/>
                  </a:moveTo>
                  <a:cubicBezTo>
                    <a:pt x="501" y="1"/>
                    <a:pt x="0" y="501"/>
                    <a:pt x="0" y="1117"/>
                  </a:cubicBezTo>
                  <a:cubicBezTo>
                    <a:pt x="0" y="1735"/>
                    <a:pt x="501" y="2236"/>
                    <a:pt x="1119" y="2236"/>
                  </a:cubicBezTo>
                  <a:cubicBezTo>
                    <a:pt x="1735" y="2234"/>
                    <a:pt x="2235" y="1734"/>
                    <a:pt x="2237" y="1117"/>
                  </a:cubicBezTo>
                  <a:cubicBezTo>
                    <a:pt x="2237" y="501"/>
                    <a:pt x="1737" y="1"/>
                    <a:pt x="1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7"/>
            <p:cNvSpPr/>
            <p:nvPr/>
          </p:nvSpPr>
          <p:spPr>
            <a:xfrm>
              <a:off x="5170425" y="989850"/>
              <a:ext cx="61225" cy="61200"/>
            </a:xfrm>
            <a:custGeom>
              <a:avLst/>
              <a:gdLst/>
              <a:ahLst/>
              <a:cxnLst/>
              <a:rect l="l" t="t" r="r" b="b"/>
              <a:pathLst>
                <a:path w="2449" h="2448" extrusionOk="0">
                  <a:moveTo>
                    <a:pt x="1225" y="213"/>
                  </a:moveTo>
                  <a:cubicBezTo>
                    <a:pt x="1783" y="214"/>
                    <a:pt x="2234" y="666"/>
                    <a:pt x="2236" y="1224"/>
                  </a:cubicBezTo>
                  <a:cubicBezTo>
                    <a:pt x="2236" y="1782"/>
                    <a:pt x="1783" y="2235"/>
                    <a:pt x="1225" y="2235"/>
                  </a:cubicBezTo>
                  <a:cubicBezTo>
                    <a:pt x="666" y="2235"/>
                    <a:pt x="214" y="1782"/>
                    <a:pt x="214" y="1224"/>
                  </a:cubicBezTo>
                  <a:cubicBezTo>
                    <a:pt x="214" y="666"/>
                    <a:pt x="666" y="213"/>
                    <a:pt x="1225" y="213"/>
                  </a:cubicBezTo>
                  <a:close/>
                  <a:moveTo>
                    <a:pt x="1225" y="0"/>
                  </a:moveTo>
                  <a:cubicBezTo>
                    <a:pt x="549" y="0"/>
                    <a:pt x="1" y="548"/>
                    <a:pt x="1" y="1224"/>
                  </a:cubicBezTo>
                  <a:cubicBezTo>
                    <a:pt x="1" y="1900"/>
                    <a:pt x="549" y="2448"/>
                    <a:pt x="1225" y="2448"/>
                  </a:cubicBezTo>
                  <a:cubicBezTo>
                    <a:pt x="1901" y="2446"/>
                    <a:pt x="2447" y="1900"/>
                    <a:pt x="2448" y="1224"/>
                  </a:cubicBezTo>
                  <a:cubicBezTo>
                    <a:pt x="2448" y="548"/>
                    <a:pt x="1901" y="0"/>
                    <a:pt x="122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7"/>
            <p:cNvSpPr/>
            <p:nvPr/>
          </p:nvSpPr>
          <p:spPr>
            <a:xfrm>
              <a:off x="4947675" y="804625"/>
              <a:ext cx="191175" cy="197750"/>
            </a:xfrm>
            <a:custGeom>
              <a:avLst/>
              <a:gdLst/>
              <a:ahLst/>
              <a:cxnLst/>
              <a:rect l="l" t="t" r="r" b="b"/>
              <a:pathLst>
                <a:path w="7647" h="7910" extrusionOk="0">
                  <a:moveTo>
                    <a:pt x="6849" y="0"/>
                  </a:moveTo>
                  <a:lnTo>
                    <a:pt x="1" y="2624"/>
                  </a:lnTo>
                  <a:lnTo>
                    <a:pt x="2986" y="6857"/>
                  </a:lnTo>
                  <a:cubicBezTo>
                    <a:pt x="3459" y="7527"/>
                    <a:pt x="4222" y="7909"/>
                    <a:pt x="5017" y="7909"/>
                  </a:cubicBezTo>
                  <a:cubicBezTo>
                    <a:pt x="5223" y="7909"/>
                    <a:pt x="5431" y="7883"/>
                    <a:pt x="5637" y="7830"/>
                  </a:cubicBezTo>
                  <a:cubicBezTo>
                    <a:pt x="6853" y="7521"/>
                    <a:pt x="7647" y="6352"/>
                    <a:pt x="7489" y="5107"/>
                  </a:cubicBezTo>
                  <a:lnTo>
                    <a:pt x="6849"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7"/>
            <p:cNvSpPr/>
            <p:nvPr/>
          </p:nvSpPr>
          <p:spPr>
            <a:xfrm>
              <a:off x="4945000" y="801875"/>
              <a:ext cx="197050" cy="203150"/>
            </a:xfrm>
            <a:custGeom>
              <a:avLst/>
              <a:gdLst/>
              <a:ahLst/>
              <a:cxnLst/>
              <a:rect l="l" t="t" r="r" b="b"/>
              <a:pathLst>
                <a:path w="7882" h="8126" extrusionOk="0">
                  <a:moveTo>
                    <a:pt x="6859" y="258"/>
                  </a:moveTo>
                  <a:lnTo>
                    <a:pt x="7499" y="5231"/>
                  </a:lnTo>
                  <a:cubicBezTo>
                    <a:pt x="7609" y="6103"/>
                    <a:pt x="7228" y="6967"/>
                    <a:pt x="6510" y="7474"/>
                  </a:cubicBezTo>
                  <a:cubicBezTo>
                    <a:pt x="6092" y="7770"/>
                    <a:pt x="5612" y="7912"/>
                    <a:pt x="5136" y="7912"/>
                  </a:cubicBezTo>
                  <a:cubicBezTo>
                    <a:pt x="4389" y="7912"/>
                    <a:pt x="3652" y="7561"/>
                    <a:pt x="3187" y="6904"/>
                  </a:cubicBezTo>
                  <a:lnTo>
                    <a:pt x="273" y="2783"/>
                  </a:lnTo>
                  <a:lnTo>
                    <a:pt x="275" y="2783"/>
                  </a:lnTo>
                  <a:lnTo>
                    <a:pt x="6859" y="258"/>
                  </a:lnTo>
                  <a:close/>
                  <a:moveTo>
                    <a:pt x="6961" y="0"/>
                  </a:moveTo>
                  <a:cubicBezTo>
                    <a:pt x="6945" y="0"/>
                    <a:pt x="6929" y="4"/>
                    <a:pt x="6915" y="10"/>
                  </a:cubicBezTo>
                  <a:lnTo>
                    <a:pt x="74" y="2632"/>
                  </a:lnTo>
                  <a:cubicBezTo>
                    <a:pt x="44" y="2646"/>
                    <a:pt x="22" y="2671"/>
                    <a:pt x="10" y="2701"/>
                  </a:cubicBezTo>
                  <a:cubicBezTo>
                    <a:pt x="1" y="2734"/>
                    <a:pt x="7" y="2768"/>
                    <a:pt x="25" y="2795"/>
                  </a:cubicBezTo>
                  <a:lnTo>
                    <a:pt x="3010" y="7028"/>
                  </a:lnTo>
                  <a:cubicBezTo>
                    <a:pt x="3500" y="7716"/>
                    <a:pt x="4293" y="8125"/>
                    <a:pt x="5137" y="8125"/>
                  </a:cubicBezTo>
                  <a:cubicBezTo>
                    <a:pt x="5139" y="8125"/>
                    <a:pt x="5140" y="8125"/>
                    <a:pt x="5142" y="8125"/>
                  </a:cubicBezTo>
                  <a:lnTo>
                    <a:pt x="5143" y="8124"/>
                  </a:lnTo>
                  <a:lnTo>
                    <a:pt x="5139" y="8116"/>
                  </a:lnTo>
                  <a:cubicBezTo>
                    <a:pt x="5246" y="8115"/>
                    <a:pt x="5355" y="8109"/>
                    <a:pt x="5462" y="8094"/>
                  </a:cubicBezTo>
                  <a:cubicBezTo>
                    <a:pt x="6881" y="7911"/>
                    <a:pt x="7882" y="6612"/>
                    <a:pt x="7697" y="5195"/>
                  </a:cubicBezTo>
                  <a:lnTo>
                    <a:pt x="7058" y="86"/>
                  </a:lnTo>
                  <a:cubicBezTo>
                    <a:pt x="7054" y="55"/>
                    <a:pt x="7034" y="27"/>
                    <a:pt x="7006" y="10"/>
                  </a:cubicBezTo>
                  <a:cubicBezTo>
                    <a:pt x="6992" y="4"/>
                    <a:pt x="6976" y="0"/>
                    <a:pt x="696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7"/>
            <p:cNvSpPr/>
            <p:nvPr/>
          </p:nvSpPr>
          <p:spPr>
            <a:xfrm>
              <a:off x="5268525" y="807025"/>
              <a:ext cx="191300" cy="195350"/>
            </a:xfrm>
            <a:custGeom>
              <a:avLst/>
              <a:gdLst/>
              <a:ahLst/>
              <a:cxnLst/>
              <a:rect l="l" t="t" r="r" b="b"/>
              <a:pathLst>
                <a:path w="7652" h="7814" extrusionOk="0">
                  <a:moveTo>
                    <a:pt x="672" y="1"/>
                  </a:moveTo>
                  <a:lnTo>
                    <a:pt x="158" y="5011"/>
                  </a:lnTo>
                  <a:cubicBezTo>
                    <a:pt x="0" y="6257"/>
                    <a:pt x="797" y="7426"/>
                    <a:pt x="2013" y="7734"/>
                  </a:cubicBezTo>
                  <a:cubicBezTo>
                    <a:pt x="2219" y="7787"/>
                    <a:pt x="2428" y="7813"/>
                    <a:pt x="2634" y="7813"/>
                  </a:cubicBezTo>
                  <a:cubicBezTo>
                    <a:pt x="3430" y="7813"/>
                    <a:pt x="4193" y="7431"/>
                    <a:pt x="4666" y="6761"/>
                  </a:cubicBezTo>
                  <a:lnTo>
                    <a:pt x="7652" y="2528"/>
                  </a:lnTo>
                  <a:lnTo>
                    <a:pt x="672"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7"/>
            <p:cNvSpPr/>
            <p:nvPr/>
          </p:nvSpPr>
          <p:spPr>
            <a:xfrm>
              <a:off x="5269400" y="804375"/>
              <a:ext cx="193675" cy="200650"/>
            </a:xfrm>
            <a:custGeom>
              <a:avLst/>
              <a:gdLst/>
              <a:ahLst/>
              <a:cxnLst/>
              <a:rect l="l" t="t" r="r" b="b"/>
              <a:pathLst>
                <a:path w="7747" h="8026" extrusionOk="0">
                  <a:moveTo>
                    <a:pt x="727" y="253"/>
                  </a:moveTo>
                  <a:lnTo>
                    <a:pt x="7451" y="2683"/>
                  </a:lnTo>
                  <a:lnTo>
                    <a:pt x="4538" y="6804"/>
                  </a:lnTo>
                  <a:cubicBezTo>
                    <a:pt x="4087" y="7443"/>
                    <a:pt x="3357" y="7815"/>
                    <a:pt x="2588" y="7815"/>
                  </a:cubicBezTo>
                  <a:cubicBezTo>
                    <a:pt x="2488" y="7815"/>
                    <a:pt x="2387" y="7809"/>
                    <a:pt x="2286" y="7796"/>
                  </a:cubicBezTo>
                  <a:cubicBezTo>
                    <a:pt x="980" y="7628"/>
                    <a:pt x="60" y="6433"/>
                    <a:pt x="227" y="5129"/>
                  </a:cubicBezTo>
                  <a:lnTo>
                    <a:pt x="727" y="253"/>
                  </a:lnTo>
                  <a:close/>
                  <a:moveTo>
                    <a:pt x="645" y="0"/>
                  </a:moveTo>
                  <a:cubicBezTo>
                    <a:pt x="625" y="0"/>
                    <a:pt x="605" y="6"/>
                    <a:pt x="587" y="16"/>
                  </a:cubicBezTo>
                  <a:cubicBezTo>
                    <a:pt x="561" y="34"/>
                    <a:pt x="541" y="62"/>
                    <a:pt x="538" y="95"/>
                  </a:cubicBezTo>
                  <a:lnTo>
                    <a:pt x="25" y="5102"/>
                  </a:lnTo>
                  <a:cubicBezTo>
                    <a:pt x="11" y="5212"/>
                    <a:pt x="4" y="5321"/>
                    <a:pt x="4" y="5431"/>
                  </a:cubicBezTo>
                  <a:cubicBezTo>
                    <a:pt x="1" y="6861"/>
                    <a:pt x="1156" y="8021"/>
                    <a:pt x="2584" y="8025"/>
                  </a:cubicBezTo>
                  <a:lnTo>
                    <a:pt x="2584" y="8024"/>
                  </a:lnTo>
                  <a:cubicBezTo>
                    <a:pt x="2590" y="8024"/>
                    <a:pt x="2596" y="8024"/>
                    <a:pt x="2602" y="8024"/>
                  </a:cubicBezTo>
                  <a:cubicBezTo>
                    <a:pt x="3446" y="8024"/>
                    <a:pt x="4237" y="7615"/>
                    <a:pt x="4728" y="6928"/>
                  </a:cubicBezTo>
                  <a:lnTo>
                    <a:pt x="7713" y="2695"/>
                  </a:lnTo>
                  <a:cubicBezTo>
                    <a:pt x="7718" y="2687"/>
                    <a:pt x="7722" y="2678"/>
                    <a:pt x="7727" y="2669"/>
                  </a:cubicBezTo>
                  <a:cubicBezTo>
                    <a:pt x="7746" y="2614"/>
                    <a:pt x="7718" y="2553"/>
                    <a:pt x="7661" y="2532"/>
                  </a:cubicBezTo>
                  <a:lnTo>
                    <a:pt x="680" y="6"/>
                  </a:lnTo>
                  <a:cubicBezTo>
                    <a:pt x="668" y="2"/>
                    <a:pt x="657" y="0"/>
                    <a:pt x="64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7"/>
            <p:cNvSpPr/>
            <p:nvPr/>
          </p:nvSpPr>
          <p:spPr>
            <a:xfrm>
              <a:off x="5309750" y="1120975"/>
              <a:ext cx="16925" cy="16900"/>
            </a:xfrm>
            <a:custGeom>
              <a:avLst/>
              <a:gdLst/>
              <a:ahLst/>
              <a:cxnLst/>
              <a:rect l="l" t="t" r="r" b="b"/>
              <a:pathLst>
                <a:path w="677" h="676" extrusionOk="0">
                  <a:moveTo>
                    <a:pt x="339" y="1"/>
                  </a:moveTo>
                  <a:cubicBezTo>
                    <a:pt x="154" y="1"/>
                    <a:pt x="4" y="150"/>
                    <a:pt x="2" y="336"/>
                  </a:cubicBezTo>
                  <a:cubicBezTo>
                    <a:pt x="1" y="522"/>
                    <a:pt x="151" y="674"/>
                    <a:pt x="337" y="675"/>
                  </a:cubicBezTo>
                  <a:lnTo>
                    <a:pt x="342" y="675"/>
                  </a:lnTo>
                  <a:cubicBezTo>
                    <a:pt x="526" y="675"/>
                    <a:pt x="675" y="525"/>
                    <a:pt x="675" y="340"/>
                  </a:cubicBezTo>
                  <a:cubicBezTo>
                    <a:pt x="677" y="154"/>
                    <a:pt x="528" y="2"/>
                    <a:pt x="342" y="1"/>
                  </a:cubicBezTo>
                  <a:cubicBezTo>
                    <a:pt x="341" y="1"/>
                    <a:pt x="340" y="1"/>
                    <a:pt x="339"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7"/>
            <p:cNvSpPr/>
            <p:nvPr/>
          </p:nvSpPr>
          <p:spPr>
            <a:xfrm>
              <a:off x="5307225" y="1118400"/>
              <a:ext cx="22100" cy="22100"/>
            </a:xfrm>
            <a:custGeom>
              <a:avLst/>
              <a:gdLst/>
              <a:ahLst/>
              <a:cxnLst/>
              <a:rect l="l" t="t" r="r" b="b"/>
              <a:pathLst>
                <a:path w="884" h="884" extrusionOk="0">
                  <a:moveTo>
                    <a:pt x="443" y="215"/>
                  </a:moveTo>
                  <a:cubicBezTo>
                    <a:pt x="568" y="215"/>
                    <a:pt x="669" y="318"/>
                    <a:pt x="671" y="443"/>
                  </a:cubicBezTo>
                  <a:cubicBezTo>
                    <a:pt x="671" y="570"/>
                    <a:pt x="568" y="671"/>
                    <a:pt x="443" y="671"/>
                  </a:cubicBezTo>
                  <a:cubicBezTo>
                    <a:pt x="316" y="671"/>
                    <a:pt x="213" y="570"/>
                    <a:pt x="213" y="443"/>
                  </a:cubicBezTo>
                  <a:cubicBezTo>
                    <a:pt x="213" y="317"/>
                    <a:pt x="316" y="215"/>
                    <a:pt x="443" y="215"/>
                  </a:cubicBezTo>
                  <a:close/>
                  <a:moveTo>
                    <a:pt x="443" y="1"/>
                  </a:moveTo>
                  <a:cubicBezTo>
                    <a:pt x="199" y="1"/>
                    <a:pt x="1" y="199"/>
                    <a:pt x="1" y="443"/>
                  </a:cubicBezTo>
                  <a:cubicBezTo>
                    <a:pt x="1" y="687"/>
                    <a:pt x="199" y="884"/>
                    <a:pt x="443" y="884"/>
                  </a:cubicBezTo>
                  <a:cubicBezTo>
                    <a:pt x="685" y="884"/>
                    <a:pt x="882" y="686"/>
                    <a:pt x="883" y="443"/>
                  </a:cubicBezTo>
                  <a:cubicBezTo>
                    <a:pt x="883" y="199"/>
                    <a:pt x="685" y="1"/>
                    <a:pt x="44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7"/>
            <p:cNvSpPr/>
            <p:nvPr/>
          </p:nvSpPr>
          <p:spPr>
            <a:xfrm>
              <a:off x="5348700" y="1120975"/>
              <a:ext cx="16925" cy="16900"/>
            </a:xfrm>
            <a:custGeom>
              <a:avLst/>
              <a:gdLst/>
              <a:ahLst/>
              <a:cxnLst/>
              <a:rect l="l" t="t" r="r" b="b"/>
              <a:pathLst>
                <a:path w="677" h="676" extrusionOk="0">
                  <a:moveTo>
                    <a:pt x="337" y="1"/>
                  </a:moveTo>
                  <a:cubicBezTo>
                    <a:pt x="152" y="1"/>
                    <a:pt x="2" y="150"/>
                    <a:pt x="0" y="336"/>
                  </a:cubicBezTo>
                  <a:cubicBezTo>
                    <a:pt x="0" y="522"/>
                    <a:pt x="149" y="674"/>
                    <a:pt x="335" y="675"/>
                  </a:cubicBezTo>
                  <a:lnTo>
                    <a:pt x="340" y="675"/>
                  </a:lnTo>
                  <a:cubicBezTo>
                    <a:pt x="524" y="675"/>
                    <a:pt x="675" y="525"/>
                    <a:pt x="675" y="340"/>
                  </a:cubicBezTo>
                  <a:cubicBezTo>
                    <a:pt x="676" y="154"/>
                    <a:pt x="526" y="2"/>
                    <a:pt x="340" y="1"/>
                  </a:cubicBezTo>
                  <a:cubicBezTo>
                    <a:pt x="339" y="1"/>
                    <a:pt x="338" y="1"/>
                    <a:pt x="337"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7"/>
            <p:cNvSpPr/>
            <p:nvPr/>
          </p:nvSpPr>
          <p:spPr>
            <a:xfrm>
              <a:off x="5346225" y="1118450"/>
              <a:ext cx="22225" cy="22050"/>
            </a:xfrm>
            <a:custGeom>
              <a:avLst/>
              <a:gdLst/>
              <a:ahLst/>
              <a:cxnLst/>
              <a:rect l="l" t="t" r="r" b="b"/>
              <a:pathLst>
                <a:path w="889" h="882" extrusionOk="0">
                  <a:moveTo>
                    <a:pt x="446" y="213"/>
                  </a:moveTo>
                  <a:cubicBezTo>
                    <a:pt x="571" y="213"/>
                    <a:pt x="674" y="315"/>
                    <a:pt x="675" y="441"/>
                  </a:cubicBezTo>
                  <a:cubicBezTo>
                    <a:pt x="675" y="563"/>
                    <a:pt x="579" y="664"/>
                    <a:pt x="455" y="669"/>
                  </a:cubicBezTo>
                  <a:cubicBezTo>
                    <a:pt x="452" y="669"/>
                    <a:pt x="450" y="669"/>
                    <a:pt x="447" y="669"/>
                  </a:cubicBezTo>
                  <a:cubicBezTo>
                    <a:pt x="325" y="669"/>
                    <a:pt x="224" y="572"/>
                    <a:pt x="220" y="450"/>
                  </a:cubicBezTo>
                  <a:cubicBezTo>
                    <a:pt x="214" y="323"/>
                    <a:pt x="312" y="218"/>
                    <a:pt x="439" y="213"/>
                  </a:cubicBezTo>
                  <a:lnTo>
                    <a:pt x="443" y="213"/>
                  </a:lnTo>
                  <a:cubicBezTo>
                    <a:pt x="444" y="213"/>
                    <a:pt x="445" y="213"/>
                    <a:pt x="446" y="213"/>
                  </a:cubicBezTo>
                  <a:close/>
                  <a:moveTo>
                    <a:pt x="444" y="0"/>
                  </a:moveTo>
                  <a:cubicBezTo>
                    <a:pt x="206" y="0"/>
                    <a:pt x="10" y="193"/>
                    <a:pt x="5" y="432"/>
                  </a:cubicBezTo>
                  <a:cubicBezTo>
                    <a:pt x="1" y="676"/>
                    <a:pt x="194" y="877"/>
                    <a:pt x="439" y="882"/>
                  </a:cubicBezTo>
                  <a:lnTo>
                    <a:pt x="443" y="882"/>
                  </a:lnTo>
                  <a:cubicBezTo>
                    <a:pt x="444" y="882"/>
                    <a:pt x="445" y="882"/>
                    <a:pt x="446" y="882"/>
                  </a:cubicBezTo>
                  <a:cubicBezTo>
                    <a:pt x="689" y="882"/>
                    <a:pt x="887" y="684"/>
                    <a:pt x="888" y="441"/>
                  </a:cubicBezTo>
                  <a:cubicBezTo>
                    <a:pt x="888" y="200"/>
                    <a:pt x="696" y="5"/>
                    <a:pt x="455" y="0"/>
                  </a:cubicBezTo>
                  <a:cubicBezTo>
                    <a:pt x="451" y="0"/>
                    <a:pt x="448" y="0"/>
                    <a:pt x="44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7"/>
            <p:cNvSpPr/>
            <p:nvPr/>
          </p:nvSpPr>
          <p:spPr>
            <a:xfrm>
              <a:off x="5387625" y="1120975"/>
              <a:ext cx="16975" cy="16900"/>
            </a:xfrm>
            <a:custGeom>
              <a:avLst/>
              <a:gdLst/>
              <a:ahLst/>
              <a:cxnLst/>
              <a:rect l="l" t="t" r="r" b="b"/>
              <a:pathLst>
                <a:path w="679" h="676" extrusionOk="0">
                  <a:moveTo>
                    <a:pt x="339" y="1"/>
                  </a:moveTo>
                  <a:cubicBezTo>
                    <a:pt x="154" y="1"/>
                    <a:pt x="4" y="150"/>
                    <a:pt x="2" y="336"/>
                  </a:cubicBezTo>
                  <a:cubicBezTo>
                    <a:pt x="1" y="522"/>
                    <a:pt x="151" y="674"/>
                    <a:pt x="337" y="675"/>
                  </a:cubicBezTo>
                  <a:lnTo>
                    <a:pt x="340" y="675"/>
                  </a:lnTo>
                  <a:cubicBezTo>
                    <a:pt x="341" y="675"/>
                    <a:pt x="342" y="675"/>
                    <a:pt x="343" y="675"/>
                  </a:cubicBezTo>
                  <a:cubicBezTo>
                    <a:pt x="526" y="675"/>
                    <a:pt x="675" y="527"/>
                    <a:pt x="677" y="342"/>
                  </a:cubicBezTo>
                  <a:lnTo>
                    <a:pt x="677" y="340"/>
                  </a:lnTo>
                  <a:cubicBezTo>
                    <a:pt x="678" y="154"/>
                    <a:pt x="528" y="2"/>
                    <a:pt x="342" y="1"/>
                  </a:cubicBezTo>
                  <a:cubicBezTo>
                    <a:pt x="341" y="1"/>
                    <a:pt x="340" y="1"/>
                    <a:pt x="339"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7"/>
            <p:cNvSpPr/>
            <p:nvPr/>
          </p:nvSpPr>
          <p:spPr>
            <a:xfrm>
              <a:off x="5385100" y="1118450"/>
              <a:ext cx="22125" cy="22100"/>
            </a:xfrm>
            <a:custGeom>
              <a:avLst/>
              <a:gdLst/>
              <a:ahLst/>
              <a:cxnLst/>
              <a:rect l="l" t="t" r="r" b="b"/>
              <a:pathLst>
                <a:path w="885" h="884" extrusionOk="0">
                  <a:moveTo>
                    <a:pt x="443" y="213"/>
                  </a:moveTo>
                  <a:cubicBezTo>
                    <a:pt x="569" y="213"/>
                    <a:pt x="670" y="315"/>
                    <a:pt x="670" y="441"/>
                  </a:cubicBezTo>
                  <a:cubicBezTo>
                    <a:pt x="670" y="566"/>
                    <a:pt x="571" y="667"/>
                    <a:pt x="444" y="669"/>
                  </a:cubicBezTo>
                  <a:cubicBezTo>
                    <a:pt x="443" y="669"/>
                    <a:pt x="442" y="669"/>
                    <a:pt x="441" y="669"/>
                  </a:cubicBezTo>
                  <a:cubicBezTo>
                    <a:pt x="318" y="669"/>
                    <a:pt x="216" y="568"/>
                    <a:pt x="215" y="443"/>
                  </a:cubicBezTo>
                  <a:cubicBezTo>
                    <a:pt x="213" y="318"/>
                    <a:pt x="315" y="213"/>
                    <a:pt x="441" y="213"/>
                  </a:cubicBezTo>
                  <a:close/>
                  <a:moveTo>
                    <a:pt x="443" y="0"/>
                  </a:moveTo>
                  <a:cubicBezTo>
                    <a:pt x="200" y="0"/>
                    <a:pt x="2" y="196"/>
                    <a:pt x="2" y="440"/>
                  </a:cubicBezTo>
                  <a:cubicBezTo>
                    <a:pt x="0" y="682"/>
                    <a:pt x="197" y="882"/>
                    <a:pt x="441" y="882"/>
                  </a:cubicBezTo>
                  <a:lnTo>
                    <a:pt x="441" y="883"/>
                  </a:lnTo>
                  <a:lnTo>
                    <a:pt x="443" y="883"/>
                  </a:lnTo>
                  <a:cubicBezTo>
                    <a:pt x="687" y="883"/>
                    <a:pt x="885" y="685"/>
                    <a:pt x="885" y="441"/>
                  </a:cubicBezTo>
                  <a:cubicBezTo>
                    <a:pt x="885" y="198"/>
                    <a:pt x="688" y="0"/>
                    <a:pt x="446" y="0"/>
                  </a:cubicBezTo>
                  <a:cubicBezTo>
                    <a:pt x="445" y="0"/>
                    <a:pt x="444" y="0"/>
                    <a:pt x="44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7"/>
            <p:cNvSpPr/>
            <p:nvPr/>
          </p:nvSpPr>
          <p:spPr>
            <a:xfrm>
              <a:off x="5113700" y="1281400"/>
              <a:ext cx="178325" cy="178300"/>
            </a:xfrm>
            <a:custGeom>
              <a:avLst/>
              <a:gdLst/>
              <a:ahLst/>
              <a:cxnLst/>
              <a:rect l="l" t="t" r="r" b="b"/>
              <a:pathLst>
                <a:path w="7133" h="7132" extrusionOk="0">
                  <a:moveTo>
                    <a:pt x="3567" y="1"/>
                  </a:moveTo>
                  <a:cubicBezTo>
                    <a:pt x="1597" y="1"/>
                    <a:pt x="1" y="1597"/>
                    <a:pt x="1" y="3567"/>
                  </a:cubicBezTo>
                  <a:cubicBezTo>
                    <a:pt x="1" y="5535"/>
                    <a:pt x="1597" y="7131"/>
                    <a:pt x="3567" y="7131"/>
                  </a:cubicBezTo>
                  <a:cubicBezTo>
                    <a:pt x="5535" y="7131"/>
                    <a:pt x="7133" y="5535"/>
                    <a:pt x="7133" y="3567"/>
                  </a:cubicBezTo>
                  <a:cubicBezTo>
                    <a:pt x="7133" y="1597"/>
                    <a:pt x="5535" y="1"/>
                    <a:pt x="35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7"/>
            <p:cNvSpPr/>
            <p:nvPr/>
          </p:nvSpPr>
          <p:spPr>
            <a:xfrm>
              <a:off x="5110825" y="1278800"/>
              <a:ext cx="183800" cy="183725"/>
            </a:xfrm>
            <a:custGeom>
              <a:avLst/>
              <a:gdLst/>
              <a:ahLst/>
              <a:cxnLst/>
              <a:rect l="l" t="t" r="r" b="b"/>
              <a:pathLst>
                <a:path w="7352" h="7349" extrusionOk="0">
                  <a:moveTo>
                    <a:pt x="3679" y="215"/>
                  </a:moveTo>
                  <a:cubicBezTo>
                    <a:pt x="5589" y="218"/>
                    <a:pt x="7136" y="1765"/>
                    <a:pt x="7137" y="3674"/>
                  </a:cubicBezTo>
                  <a:lnTo>
                    <a:pt x="7137" y="3678"/>
                  </a:lnTo>
                  <a:cubicBezTo>
                    <a:pt x="7137" y="5589"/>
                    <a:pt x="5587" y="7137"/>
                    <a:pt x="3677" y="7137"/>
                  </a:cubicBezTo>
                  <a:cubicBezTo>
                    <a:pt x="3676" y="7137"/>
                    <a:pt x="3675" y="7137"/>
                    <a:pt x="3674" y="7137"/>
                  </a:cubicBezTo>
                  <a:cubicBezTo>
                    <a:pt x="1762" y="7137"/>
                    <a:pt x="215" y="5586"/>
                    <a:pt x="215" y="3674"/>
                  </a:cubicBezTo>
                  <a:cubicBezTo>
                    <a:pt x="217" y="1762"/>
                    <a:pt x="1767" y="215"/>
                    <a:pt x="3679" y="215"/>
                  </a:cubicBezTo>
                  <a:close/>
                  <a:moveTo>
                    <a:pt x="3677" y="1"/>
                  </a:moveTo>
                  <a:cubicBezTo>
                    <a:pt x="3676" y="1"/>
                    <a:pt x="3675" y="1"/>
                    <a:pt x="3674" y="1"/>
                  </a:cubicBezTo>
                  <a:cubicBezTo>
                    <a:pt x="1645" y="1"/>
                    <a:pt x="1" y="1647"/>
                    <a:pt x="2" y="3677"/>
                  </a:cubicBezTo>
                  <a:cubicBezTo>
                    <a:pt x="4" y="5705"/>
                    <a:pt x="1648" y="7349"/>
                    <a:pt x="3676" y="7349"/>
                  </a:cubicBezTo>
                  <a:cubicBezTo>
                    <a:pt x="3677" y="7349"/>
                    <a:pt x="3678" y="7349"/>
                    <a:pt x="3679" y="7349"/>
                  </a:cubicBezTo>
                  <a:cubicBezTo>
                    <a:pt x="5707" y="7347"/>
                    <a:pt x="7350" y="5702"/>
                    <a:pt x="7352" y="3674"/>
                  </a:cubicBezTo>
                  <a:lnTo>
                    <a:pt x="7352" y="3672"/>
                  </a:lnTo>
                  <a:cubicBezTo>
                    <a:pt x="7350" y="1644"/>
                    <a:pt x="5705" y="1"/>
                    <a:pt x="367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7"/>
            <p:cNvSpPr/>
            <p:nvPr/>
          </p:nvSpPr>
          <p:spPr>
            <a:xfrm>
              <a:off x="5193725" y="1281450"/>
              <a:ext cx="18150" cy="92250"/>
            </a:xfrm>
            <a:custGeom>
              <a:avLst/>
              <a:gdLst/>
              <a:ahLst/>
              <a:cxnLst/>
              <a:rect l="l" t="t" r="r" b="b"/>
              <a:pathLst>
                <a:path w="726" h="3690" extrusionOk="0">
                  <a:moveTo>
                    <a:pt x="363" y="1"/>
                  </a:moveTo>
                  <a:cubicBezTo>
                    <a:pt x="242" y="1"/>
                    <a:pt x="121" y="7"/>
                    <a:pt x="1" y="20"/>
                  </a:cubicBezTo>
                  <a:lnTo>
                    <a:pt x="1" y="3690"/>
                  </a:lnTo>
                  <a:lnTo>
                    <a:pt x="726" y="3690"/>
                  </a:lnTo>
                  <a:lnTo>
                    <a:pt x="726" y="20"/>
                  </a:lnTo>
                  <a:cubicBezTo>
                    <a:pt x="605" y="7"/>
                    <a:pt x="484" y="1"/>
                    <a:pt x="36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7"/>
            <p:cNvSpPr/>
            <p:nvPr/>
          </p:nvSpPr>
          <p:spPr>
            <a:xfrm>
              <a:off x="5191025" y="1278775"/>
              <a:ext cx="23550" cy="97650"/>
            </a:xfrm>
            <a:custGeom>
              <a:avLst/>
              <a:gdLst/>
              <a:ahLst/>
              <a:cxnLst/>
              <a:rect l="l" t="t" r="r" b="b"/>
              <a:pathLst>
                <a:path w="942" h="3906" extrusionOk="0">
                  <a:moveTo>
                    <a:pt x="471" y="217"/>
                  </a:moveTo>
                  <a:cubicBezTo>
                    <a:pt x="557" y="217"/>
                    <a:pt x="642" y="220"/>
                    <a:pt x="727" y="225"/>
                  </a:cubicBezTo>
                  <a:lnTo>
                    <a:pt x="727" y="3693"/>
                  </a:lnTo>
                  <a:lnTo>
                    <a:pt x="214" y="3693"/>
                  </a:lnTo>
                  <a:lnTo>
                    <a:pt x="214" y="225"/>
                  </a:lnTo>
                  <a:cubicBezTo>
                    <a:pt x="300" y="220"/>
                    <a:pt x="386" y="217"/>
                    <a:pt x="471" y="217"/>
                  </a:cubicBezTo>
                  <a:close/>
                  <a:moveTo>
                    <a:pt x="471" y="1"/>
                  </a:moveTo>
                  <a:cubicBezTo>
                    <a:pt x="346" y="1"/>
                    <a:pt x="222" y="8"/>
                    <a:pt x="98" y="21"/>
                  </a:cubicBezTo>
                  <a:cubicBezTo>
                    <a:pt x="43" y="26"/>
                    <a:pt x="0" y="72"/>
                    <a:pt x="2" y="127"/>
                  </a:cubicBezTo>
                  <a:lnTo>
                    <a:pt x="2" y="3798"/>
                  </a:lnTo>
                  <a:cubicBezTo>
                    <a:pt x="2" y="3858"/>
                    <a:pt x="49" y="3906"/>
                    <a:pt x="109" y="3906"/>
                  </a:cubicBezTo>
                  <a:lnTo>
                    <a:pt x="835" y="3906"/>
                  </a:lnTo>
                  <a:cubicBezTo>
                    <a:pt x="895" y="3904"/>
                    <a:pt x="941" y="3855"/>
                    <a:pt x="940" y="3797"/>
                  </a:cubicBezTo>
                  <a:lnTo>
                    <a:pt x="940" y="127"/>
                  </a:lnTo>
                  <a:cubicBezTo>
                    <a:pt x="941" y="72"/>
                    <a:pt x="899" y="24"/>
                    <a:pt x="844" y="21"/>
                  </a:cubicBezTo>
                  <a:cubicBezTo>
                    <a:pt x="720" y="8"/>
                    <a:pt x="595" y="1"/>
                    <a:pt x="47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7"/>
            <p:cNvSpPr/>
            <p:nvPr/>
          </p:nvSpPr>
          <p:spPr>
            <a:xfrm>
              <a:off x="4806500" y="953125"/>
              <a:ext cx="170050" cy="324050"/>
            </a:xfrm>
            <a:custGeom>
              <a:avLst/>
              <a:gdLst/>
              <a:ahLst/>
              <a:cxnLst/>
              <a:rect l="l" t="t" r="r" b="b"/>
              <a:pathLst>
                <a:path w="6802" h="12962" extrusionOk="0">
                  <a:moveTo>
                    <a:pt x="6162" y="1"/>
                  </a:moveTo>
                  <a:lnTo>
                    <a:pt x="2678" y="3326"/>
                  </a:lnTo>
                  <a:lnTo>
                    <a:pt x="227" y="10790"/>
                  </a:lnTo>
                  <a:cubicBezTo>
                    <a:pt x="0" y="11667"/>
                    <a:pt x="486" y="12571"/>
                    <a:pt x="1342" y="12865"/>
                  </a:cubicBezTo>
                  <a:cubicBezTo>
                    <a:pt x="1530" y="12930"/>
                    <a:pt x="1721" y="12961"/>
                    <a:pt x="1909" y="12961"/>
                  </a:cubicBezTo>
                  <a:cubicBezTo>
                    <a:pt x="2612" y="12961"/>
                    <a:pt x="3271" y="12533"/>
                    <a:pt x="3535" y="11841"/>
                  </a:cubicBezTo>
                  <a:lnTo>
                    <a:pt x="6802" y="4448"/>
                  </a:lnTo>
                  <a:lnTo>
                    <a:pt x="6162"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7"/>
            <p:cNvSpPr/>
            <p:nvPr/>
          </p:nvSpPr>
          <p:spPr>
            <a:xfrm>
              <a:off x="4803700" y="950650"/>
              <a:ext cx="175550" cy="329300"/>
            </a:xfrm>
            <a:custGeom>
              <a:avLst/>
              <a:gdLst/>
              <a:ahLst/>
              <a:cxnLst/>
              <a:rect l="l" t="t" r="r" b="b"/>
              <a:pathLst>
                <a:path w="7022" h="13172" extrusionOk="0">
                  <a:moveTo>
                    <a:pt x="6199" y="322"/>
                  </a:moveTo>
                  <a:lnTo>
                    <a:pt x="6808" y="4534"/>
                  </a:lnTo>
                  <a:lnTo>
                    <a:pt x="3544" y="11904"/>
                  </a:lnTo>
                  <a:cubicBezTo>
                    <a:pt x="3300" y="12552"/>
                    <a:pt x="2682" y="12960"/>
                    <a:pt x="2018" y="12960"/>
                  </a:cubicBezTo>
                  <a:cubicBezTo>
                    <a:pt x="1885" y="12960"/>
                    <a:pt x="1750" y="12943"/>
                    <a:pt x="1616" y="12909"/>
                  </a:cubicBezTo>
                  <a:cubicBezTo>
                    <a:pt x="742" y="12686"/>
                    <a:pt x="215" y="11799"/>
                    <a:pt x="437" y="10926"/>
                  </a:cubicBezTo>
                  <a:lnTo>
                    <a:pt x="2880" y="3483"/>
                  </a:lnTo>
                  <a:lnTo>
                    <a:pt x="6199" y="322"/>
                  </a:lnTo>
                  <a:close/>
                  <a:moveTo>
                    <a:pt x="6270" y="0"/>
                  </a:moveTo>
                  <a:cubicBezTo>
                    <a:pt x="6243" y="0"/>
                    <a:pt x="6217" y="10"/>
                    <a:pt x="6196" y="30"/>
                  </a:cubicBezTo>
                  <a:lnTo>
                    <a:pt x="2715" y="3346"/>
                  </a:lnTo>
                  <a:cubicBezTo>
                    <a:pt x="2702" y="3359"/>
                    <a:pt x="2693" y="3374"/>
                    <a:pt x="2687" y="3391"/>
                  </a:cubicBezTo>
                  <a:lnTo>
                    <a:pt x="235" y="10865"/>
                  </a:lnTo>
                  <a:cubicBezTo>
                    <a:pt x="1" y="11796"/>
                    <a:pt x="514" y="12751"/>
                    <a:pt x="1420" y="13069"/>
                  </a:cubicBezTo>
                  <a:cubicBezTo>
                    <a:pt x="1616" y="13136"/>
                    <a:pt x="1822" y="13170"/>
                    <a:pt x="2027" y="13171"/>
                  </a:cubicBezTo>
                  <a:lnTo>
                    <a:pt x="2027" y="13170"/>
                  </a:lnTo>
                  <a:cubicBezTo>
                    <a:pt x="2030" y="13170"/>
                    <a:pt x="2032" y="13170"/>
                    <a:pt x="2034" y="13170"/>
                  </a:cubicBezTo>
                  <a:cubicBezTo>
                    <a:pt x="2795" y="13170"/>
                    <a:pt x="3478" y="12700"/>
                    <a:pt x="3748" y="11989"/>
                  </a:cubicBezTo>
                  <a:lnTo>
                    <a:pt x="7015" y="4595"/>
                  </a:lnTo>
                  <a:cubicBezTo>
                    <a:pt x="7021" y="4577"/>
                    <a:pt x="7021" y="4556"/>
                    <a:pt x="7015" y="4539"/>
                  </a:cubicBezTo>
                  <a:lnTo>
                    <a:pt x="6376" y="91"/>
                  </a:lnTo>
                  <a:cubicBezTo>
                    <a:pt x="6372" y="52"/>
                    <a:pt x="6344" y="18"/>
                    <a:pt x="6305" y="6"/>
                  </a:cubicBezTo>
                  <a:cubicBezTo>
                    <a:pt x="6293" y="2"/>
                    <a:pt x="6282" y="0"/>
                    <a:pt x="627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7"/>
            <p:cNvSpPr/>
            <p:nvPr/>
          </p:nvSpPr>
          <p:spPr>
            <a:xfrm>
              <a:off x="4849300" y="870200"/>
              <a:ext cx="111225" cy="184800"/>
            </a:xfrm>
            <a:custGeom>
              <a:avLst/>
              <a:gdLst/>
              <a:ahLst/>
              <a:cxnLst/>
              <a:rect l="l" t="t" r="r" b="b"/>
              <a:pathLst>
                <a:path w="4449" h="7392" extrusionOk="0">
                  <a:moveTo>
                    <a:pt x="3936" y="1"/>
                  </a:moveTo>
                  <a:cubicBezTo>
                    <a:pt x="3936" y="1"/>
                    <a:pt x="1823" y="376"/>
                    <a:pt x="912" y="2410"/>
                  </a:cubicBezTo>
                  <a:cubicBezTo>
                    <a:pt x="1" y="4445"/>
                    <a:pt x="912" y="7392"/>
                    <a:pt x="912" y="7392"/>
                  </a:cubicBezTo>
                  <a:lnTo>
                    <a:pt x="1607" y="7392"/>
                  </a:lnTo>
                  <a:lnTo>
                    <a:pt x="4448" y="3321"/>
                  </a:lnTo>
                  <a:lnTo>
                    <a:pt x="3936" y="1"/>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7"/>
            <p:cNvSpPr/>
            <p:nvPr/>
          </p:nvSpPr>
          <p:spPr>
            <a:xfrm>
              <a:off x="4846700" y="867525"/>
              <a:ext cx="116425" cy="190150"/>
            </a:xfrm>
            <a:custGeom>
              <a:avLst/>
              <a:gdLst/>
              <a:ahLst/>
              <a:cxnLst/>
              <a:rect l="l" t="t" r="r" b="b"/>
              <a:pathLst>
                <a:path w="4657" h="7606" extrusionOk="0">
                  <a:moveTo>
                    <a:pt x="3942" y="236"/>
                  </a:moveTo>
                  <a:lnTo>
                    <a:pt x="4429" y="3403"/>
                  </a:lnTo>
                  <a:lnTo>
                    <a:pt x="1656" y="7392"/>
                  </a:lnTo>
                  <a:lnTo>
                    <a:pt x="1095" y="7392"/>
                  </a:lnTo>
                  <a:cubicBezTo>
                    <a:pt x="965" y="6923"/>
                    <a:pt x="309" y="4357"/>
                    <a:pt x="1101" y="2560"/>
                  </a:cubicBezTo>
                  <a:cubicBezTo>
                    <a:pt x="1863" y="860"/>
                    <a:pt x="3516" y="344"/>
                    <a:pt x="3942" y="236"/>
                  </a:cubicBezTo>
                  <a:close/>
                  <a:moveTo>
                    <a:pt x="4039" y="1"/>
                  </a:moveTo>
                  <a:cubicBezTo>
                    <a:pt x="4031" y="1"/>
                    <a:pt x="4024" y="1"/>
                    <a:pt x="4016" y="3"/>
                  </a:cubicBezTo>
                  <a:cubicBezTo>
                    <a:pt x="3995" y="5"/>
                    <a:pt x="1826" y="428"/>
                    <a:pt x="913" y="2475"/>
                  </a:cubicBezTo>
                  <a:cubicBezTo>
                    <a:pt x="0" y="4522"/>
                    <a:pt x="874" y="7409"/>
                    <a:pt x="913" y="7531"/>
                  </a:cubicBezTo>
                  <a:cubicBezTo>
                    <a:pt x="928" y="7576"/>
                    <a:pt x="970" y="7606"/>
                    <a:pt x="1016" y="7606"/>
                  </a:cubicBezTo>
                  <a:lnTo>
                    <a:pt x="1711" y="7606"/>
                  </a:lnTo>
                  <a:cubicBezTo>
                    <a:pt x="1744" y="7604"/>
                    <a:pt x="1775" y="7588"/>
                    <a:pt x="1795" y="7560"/>
                  </a:cubicBezTo>
                  <a:lnTo>
                    <a:pt x="4634" y="3489"/>
                  </a:lnTo>
                  <a:cubicBezTo>
                    <a:pt x="4649" y="3467"/>
                    <a:pt x="4656" y="3440"/>
                    <a:pt x="4652" y="3413"/>
                  </a:cubicBezTo>
                  <a:lnTo>
                    <a:pt x="4140" y="90"/>
                  </a:lnTo>
                  <a:cubicBezTo>
                    <a:pt x="4135" y="63"/>
                    <a:pt x="4120" y="36"/>
                    <a:pt x="4098" y="20"/>
                  </a:cubicBezTo>
                  <a:cubicBezTo>
                    <a:pt x="4080" y="8"/>
                    <a:pt x="4060" y="1"/>
                    <a:pt x="403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7"/>
            <p:cNvSpPr/>
            <p:nvPr/>
          </p:nvSpPr>
          <p:spPr>
            <a:xfrm>
              <a:off x="4777125" y="868525"/>
              <a:ext cx="129800" cy="413025"/>
            </a:xfrm>
            <a:custGeom>
              <a:avLst/>
              <a:gdLst/>
              <a:ahLst/>
              <a:cxnLst/>
              <a:rect l="l" t="t" r="r" b="b"/>
              <a:pathLst>
                <a:path w="5192" h="16521" extrusionOk="0">
                  <a:moveTo>
                    <a:pt x="3379" y="1"/>
                  </a:moveTo>
                  <a:lnTo>
                    <a:pt x="1281" y="14"/>
                  </a:lnTo>
                  <a:lnTo>
                    <a:pt x="1280" y="14"/>
                  </a:lnTo>
                  <a:cubicBezTo>
                    <a:pt x="1280" y="14"/>
                    <a:pt x="1" y="9335"/>
                    <a:pt x="263" y="10513"/>
                  </a:cubicBezTo>
                  <a:cubicBezTo>
                    <a:pt x="525" y="11690"/>
                    <a:pt x="1013" y="15387"/>
                    <a:pt x="1603" y="15975"/>
                  </a:cubicBezTo>
                  <a:cubicBezTo>
                    <a:pt x="1911" y="16285"/>
                    <a:pt x="2500" y="16520"/>
                    <a:pt x="3090" y="16520"/>
                  </a:cubicBezTo>
                  <a:cubicBezTo>
                    <a:pt x="3626" y="16520"/>
                    <a:pt x="4163" y="16326"/>
                    <a:pt x="4494" y="15816"/>
                  </a:cubicBezTo>
                  <a:cubicBezTo>
                    <a:pt x="5190" y="14744"/>
                    <a:pt x="5191" y="10513"/>
                    <a:pt x="5085" y="9442"/>
                  </a:cubicBezTo>
                  <a:cubicBezTo>
                    <a:pt x="4978" y="8371"/>
                    <a:pt x="3379" y="1"/>
                    <a:pt x="33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7"/>
            <p:cNvSpPr/>
            <p:nvPr/>
          </p:nvSpPr>
          <p:spPr>
            <a:xfrm>
              <a:off x="4774375" y="865875"/>
              <a:ext cx="135775" cy="418325"/>
            </a:xfrm>
            <a:custGeom>
              <a:avLst/>
              <a:gdLst/>
              <a:ahLst/>
              <a:cxnLst/>
              <a:rect l="l" t="t" r="r" b="b"/>
              <a:pathLst>
                <a:path w="5431" h="16733" extrusionOk="0">
                  <a:moveTo>
                    <a:pt x="3407" y="217"/>
                  </a:moveTo>
                  <a:cubicBezTo>
                    <a:pt x="3578" y="1112"/>
                    <a:pt x="4994" y="8565"/>
                    <a:pt x="5094" y="9561"/>
                  </a:cubicBezTo>
                  <a:cubicBezTo>
                    <a:pt x="5207" y="10693"/>
                    <a:pt x="5183" y="14850"/>
                    <a:pt x="4521" y="15867"/>
                  </a:cubicBezTo>
                  <a:cubicBezTo>
                    <a:pt x="4271" y="16239"/>
                    <a:pt x="3863" y="16476"/>
                    <a:pt x="3416" y="16507"/>
                  </a:cubicBezTo>
                  <a:cubicBezTo>
                    <a:pt x="3339" y="16516"/>
                    <a:pt x="3261" y="16520"/>
                    <a:pt x="3184" y="16520"/>
                  </a:cubicBezTo>
                  <a:cubicBezTo>
                    <a:pt x="2677" y="16520"/>
                    <a:pt x="2182" y="16339"/>
                    <a:pt x="1793" y="16006"/>
                  </a:cubicBezTo>
                  <a:cubicBezTo>
                    <a:pt x="1367" y="15595"/>
                    <a:pt x="985" y="13386"/>
                    <a:pt x="727" y="11929"/>
                  </a:cubicBezTo>
                  <a:cubicBezTo>
                    <a:pt x="632" y="11378"/>
                    <a:pt x="545" y="10901"/>
                    <a:pt x="477" y="10593"/>
                  </a:cubicBezTo>
                  <a:cubicBezTo>
                    <a:pt x="230" y="9508"/>
                    <a:pt x="1352" y="1192"/>
                    <a:pt x="1483" y="223"/>
                  </a:cubicBezTo>
                  <a:lnTo>
                    <a:pt x="3407" y="217"/>
                  </a:lnTo>
                  <a:close/>
                  <a:moveTo>
                    <a:pt x="3489" y="1"/>
                  </a:moveTo>
                  <a:lnTo>
                    <a:pt x="1390" y="13"/>
                  </a:lnTo>
                  <a:cubicBezTo>
                    <a:pt x="1338" y="13"/>
                    <a:pt x="1293" y="53"/>
                    <a:pt x="1285" y="105"/>
                  </a:cubicBezTo>
                  <a:cubicBezTo>
                    <a:pt x="1232" y="486"/>
                    <a:pt x="0" y="9459"/>
                    <a:pt x="268" y="10642"/>
                  </a:cubicBezTo>
                  <a:cubicBezTo>
                    <a:pt x="337" y="10946"/>
                    <a:pt x="422" y="11418"/>
                    <a:pt x="519" y="11966"/>
                  </a:cubicBezTo>
                  <a:cubicBezTo>
                    <a:pt x="879" y="14009"/>
                    <a:pt x="1211" y="15732"/>
                    <a:pt x="1638" y="16159"/>
                  </a:cubicBezTo>
                  <a:cubicBezTo>
                    <a:pt x="2064" y="16529"/>
                    <a:pt x="2610" y="16732"/>
                    <a:pt x="3174" y="16732"/>
                  </a:cubicBezTo>
                  <a:cubicBezTo>
                    <a:pt x="3184" y="16732"/>
                    <a:pt x="3195" y="16732"/>
                    <a:pt x="3205" y="16732"/>
                  </a:cubicBezTo>
                  <a:cubicBezTo>
                    <a:pt x="3290" y="16732"/>
                    <a:pt x="3357" y="16728"/>
                    <a:pt x="3432" y="16722"/>
                  </a:cubicBezTo>
                  <a:cubicBezTo>
                    <a:pt x="3946" y="16686"/>
                    <a:pt x="4414" y="16410"/>
                    <a:pt x="4695" y="15980"/>
                  </a:cubicBezTo>
                  <a:cubicBezTo>
                    <a:pt x="5431" y="14850"/>
                    <a:pt x="5396" y="10482"/>
                    <a:pt x="5301" y="9538"/>
                  </a:cubicBezTo>
                  <a:cubicBezTo>
                    <a:pt x="5194" y="8473"/>
                    <a:pt x="3659" y="430"/>
                    <a:pt x="3595" y="87"/>
                  </a:cubicBezTo>
                  <a:cubicBezTo>
                    <a:pt x="3583" y="38"/>
                    <a:pt x="3540" y="2"/>
                    <a:pt x="348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7"/>
            <p:cNvSpPr/>
            <p:nvPr/>
          </p:nvSpPr>
          <p:spPr>
            <a:xfrm>
              <a:off x="4781600" y="1058025"/>
              <a:ext cx="70450" cy="172150"/>
            </a:xfrm>
            <a:custGeom>
              <a:avLst/>
              <a:gdLst/>
              <a:ahLst/>
              <a:cxnLst/>
              <a:rect l="l" t="t" r="r" b="b"/>
              <a:pathLst>
                <a:path w="2818" h="6886" extrusionOk="0">
                  <a:moveTo>
                    <a:pt x="200" y="1"/>
                  </a:moveTo>
                  <a:cubicBezTo>
                    <a:pt x="67" y="1409"/>
                    <a:pt x="0" y="2559"/>
                    <a:pt x="84" y="2933"/>
                  </a:cubicBezTo>
                  <a:cubicBezTo>
                    <a:pt x="259" y="3701"/>
                    <a:pt x="523" y="5537"/>
                    <a:pt x="849" y="6886"/>
                  </a:cubicBezTo>
                  <a:lnTo>
                    <a:pt x="2817" y="6886"/>
                  </a:lnTo>
                  <a:lnTo>
                    <a:pt x="281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7"/>
            <p:cNvSpPr/>
            <p:nvPr/>
          </p:nvSpPr>
          <p:spPr>
            <a:xfrm>
              <a:off x="4779175" y="1054875"/>
              <a:ext cx="75700" cy="177975"/>
            </a:xfrm>
            <a:custGeom>
              <a:avLst/>
              <a:gdLst/>
              <a:ahLst/>
              <a:cxnLst/>
              <a:rect l="l" t="t" r="r" b="b"/>
              <a:pathLst>
                <a:path w="3028" h="7119" extrusionOk="0">
                  <a:moveTo>
                    <a:pt x="2809" y="225"/>
                  </a:moveTo>
                  <a:lnTo>
                    <a:pt x="2809" y="6906"/>
                  </a:lnTo>
                  <a:lnTo>
                    <a:pt x="1032" y="6906"/>
                  </a:lnTo>
                  <a:cubicBezTo>
                    <a:pt x="845" y="6112"/>
                    <a:pt x="674" y="5149"/>
                    <a:pt x="535" y="4370"/>
                  </a:cubicBezTo>
                  <a:cubicBezTo>
                    <a:pt x="440" y="3819"/>
                    <a:pt x="353" y="3344"/>
                    <a:pt x="286" y="3035"/>
                  </a:cubicBezTo>
                  <a:cubicBezTo>
                    <a:pt x="237" y="2822"/>
                    <a:pt x="218" y="2159"/>
                    <a:pt x="395" y="225"/>
                  </a:cubicBezTo>
                  <a:close/>
                  <a:moveTo>
                    <a:pt x="297" y="0"/>
                  </a:moveTo>
                  <a:cubicBezTo>
                    <a:pt x="242" y="0"/>
                    <a:pt x="196" y="42"/>
                    <a:pt x="190" y="97"/>
                  </a:cubicBezTo>
                  <a:cubicBezTo>
                    <a:pt x="36" y="1766"/>
                    <a:pt x="1" y="2738"/>
                    <a:pt x="76" y="3082"/>
                  </a:cubicBezTo>
                  <a:cubicBezTo>
                    <a:pt x="145" y="3388"/>
                    <a:pt x="230" y="3858"/>
                    <a:pt x="327" y="4406"/>
                  </a:cubicBezTo>
                  <a:cubicBezTo>
                    <a:pt x="470" y="5217"/>
                    <a:pt x="645" y="6224"/>
                    <a:pt x="845" y="7038"/>
                  </a:cubicBezTo>
                  <a:cubicBezTo>
                    <a:pt x="855" y="7086"/>
                    <a:pt x="898" y="7119"/>
                    <a:pt x="946" y="7119"/>
                  </a:cubicBezTo>
                  <a:lnTo>
                    <a:pt x="2926" y="7119"/>
                  </a:lnTo>
                  <a:cubicBezTo>
                    <a:pt x="2984" y="7113"/>
                    <a:pt x="3028" y="7061"/>
                    <a:pt x="3022" y="7001"/>
                  </a:cubicBezTo>
                  <a:lnTo>
                    <a:pt x="3022" y="107"/>
                  </a:lnTo>
                  <a:cubicBezTo>
                    <a:pt x="3022" y="48"/>
                    <a:pt x="2974" y="0"/>
                    <a:pt x="291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7"/>
            <p:cNvSpPr/>
            <p:nvPr/>
          </p:nvSpPr>
          <p:spPr>
            <a:xfrm>
              <a:off x="4808425" y="857500"/>
              <a:ext cx="54575" cy="22100"/>
            </a:xfrm>
            <a:custGeom>
              <a:avLst/>
              <a:gdLst/>
              <a:ahLst/>
              <a:cxnLst/>
              <a:rect l="l" t="t" r="r" b="b"/>
              <a:pathLst>
                <a:path w="2183" h="884" extrusionOk="0">
                  <a:moveTo>
                    <a:pt x="111" y="1"/>
                  </a:moveTo>
                  <a:lnTo>
                    <a:pt x="1" y="747"/>
                  </a:lnTo>
                  <a:lnTo>
                    <a:pt x="2182" y="884"/>
                  </a:lnTo>
                  <a:lnTo>
                    <a:pt x="204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7"/>
            <p:cNvSpPr/>
            <p:nvPr/>
          </p:nvSpPr>
          <p:spPr>
            <a:xfrm>
              <a:off x="4805825" y="854675"/>
              <a:ext cx="60100" cy="27450"/>
            </a:xfrm>
            <a:custGeom>
              <a:avLst/>
              <a:gdLst/>
              <a:ahLst/>
              <a:cxnLst/>
              <a:rect l="l" t="t" r="r" b="b"/>
              <a:pathLst>
                <a:path w="2404" h="1098" extrusionOk="0">
                  <a:moveTo>
                    <a:pt x="2058" y="214"/>
                  </a:moveTo>
                  <a:lnTo>
                    <a:pt x="2161" y="878"/>
                  </a:lnTo>
                  <a:lnTo>
                    <a:pt x="227" y="754"/>
                  </a:lnTo>
                  <a:lnTo>
                    <a:pt x="307" y="214"/>
                  </a:lnTo>
                  <a:close/>
                  <a:moveTo>
                    <a:pt x="222" y="1"/>
                  </a:moveTo>
                  <a:cubicBezTo>
                    <a:pt x="169" y="1"/>
                    <a:pt x="124" y="38"/>
                    <a:pt x="115" y="90"/>
                  </a:cubicBezTo>
                  <a:lnTo>
                    <a:pt x="5" y="836"/>
                  </a:lnTo>
                  <a:cubicBezTo>
                    <a:pt x="1" y="866"/>
                    <a:pt x="8" y="897"/>
                    <a:pt x="27" y="919"/>
                  </a:cubicBezTo>
                  <a:cubicBezTo>
                    <a:pt x="47" y="943"/>
                    <a:pt x="75" y="958"/>
                    <a:pt x="105" y="961"/>
                  </a:cubicBezTo>
                  <a:lnTo>
                    <a:pt x="2286" y="1097"/>
                  </a:lnTo>
                  <a:cubicBezTo>
                    <a:pt x="2289" y="1097"/>
                    <a:pt x="2293" y="1097"/>
                    <a:pt x="2296" y="1097"/>
                  </a:cubicBezTo>
                  <a:cubicBezTo>
                    <a:pt x="2325" y="1097"/>
                    <a:pt x="2352" y="1085"/>
                    <a:pt x="2371" y="1062"/>
                  </a:cubicBezTo>
                  <a:cubicBezTo>
                    <a:pt x="2393" y="1040"/>
                    <a:pt x="2404" y="1007"/>
                    <a:pt x="2399" y="976"/>
                  </a:cubicBezTo>
                  <a:lnTo>
                    <a:pt x="2261" y="90"/>
                  </a:lnTo>
                  <a:cubicBezTo>
                    <a:pt x="2252" y="39"/>
                    <a:pt x="2209" y="1"/>
                    <a:pt x="215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7"/>
            <p:cNvSpPr/>
            <p:nvPr/>
          </p:nvSpPr>
          <p:spPr>
            <a:xfrm>
              <a:off x="4774550" y="754150"/>
              <a:ext cx="101625" cy="115875"/>
            </a:xfrm>
            <a:custGeom>
              <a:avLst/>
              <a:gdLst/>
              <a:ahLst/>
              <a:cxnLst/>
              <a:rect l="l" t="t" r="r" b="b"/>
              <a:pathLst>
                <a:path w="4065" h="4635" extrusionOk="0">
                  <a:moveTo>
                    <a:pt x="3040" y="0"/>
                  </a:moveTo>
                  <a:cubicBezTo>
                    <a:pt x="3040" y="0"/>
                    <a:pt x="1079" y="1080"/>
                    <a:pt x="610" y="1796"/>
                  </a:cubicBezTo>
                  <a:cubicBezTo>
                    <a:pt x="139" y="2512"/>
                    <a:pt x="1" y="3593"/>
                    <a:pt x="527" y="4355"/>
                  </a:cubicBezTo>
                  <a:cubicBezTo>
                    <a:pt x="667" y="4560"/>
                    <a:pt x="900" y="4634"/>
                    <a:pt x="1166" y="4634"/>
                  </a:cubicBezTo>
                  <a:cubicBezTo>
                    <a:pt x="1890" y="4634"/>
                    <a:pt x="2857" y="4080"/>
                    <a:pt x="2857" y="4080"/>
                  </a:cubicBezTo>
                  <a:lnTo>
                    <a:pt x="4064" y="1492"/>
                  </a:lnTo>
                  <a:lnTo>
                    <a:pt x="30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7"/>
            <p:cNvSpPr/>
            <p:nvPr/>
          </p:nvSpPr>
          <p:spPr>
            <a:xfrm>
              <a:off x="4770850" y="751200"/>
              <a:ext cx="107950" cy="121650"/>
            </a:xfrm>
            <a:custGeom>
              <a:avLst/>
              <a:gdLst/>
              <a:ahLst/>
              <a:cxnLst/>
              <a:rect l="l" t="t" r="r" b="b"/>
              <a:pathLst>
                <a:path w="4318" h="4866" extrusionOk="0">
                  <a:moveTo>
                    <a:pt x="3157" y="248"/>
                  </a:moveTo>
                  <a:lnTo>
                    <a:pt x="4089" y="1610"/>
                  </a:lnTo>
                  <a:lnTo>
                    <a:pt x="2914" y="4111"/>
                  </a:lnTo>
                  <a:cubicBezTo>
                    <a:pt x="2569" y="4314"/>
                    <a:pt x="1855" y="4642"/>
                    <a:pt x="1321" y="4642"/>
                  </a:cubicBezTo>
                  <a:cubicBezTo>
                    <a:pt x="1082" y="4642"/>
                    <a:pt x="880" y="4576"/>
                    <a:pt x="762" y="4405"/>
                  </a:cubicBezTo>
                  <a:cubicBezTo>
                    <a:pt x="231" y="3622"/>
                    <a:pt x="457" y="2551"/>
                    <a:pt x="847" y="1954"/>
                  </a:cubicBezTo>
                  <a:cubicBezTo>
                    <a:pt x="1237" y="1357"/>
                    <a:pt x="2778" y="461"/>
                    <a:pt x="3157" y="248"/>
                  </a:cubicBezTo>
                  <a:close/>
                  <a:moveTo>
                    <a:pt x="3187" y="0"/>
                  </a:moveTo>
                  <a:cubicBezTo>
                    <a:pt x="3170" y="0"/>
                    <a:pt x="3153" y="4"/>
                    <a:pt x="3137" y="12"/>
                  </a:cubicBezTo>
                  <a:cubicBezTo>
                    <a:pt x="3057" y="59"/>
                    <a:pt x="1148" y="1114"/>
                    <a:pt x="667" y="1845"/>
                  </a:cubicBezTo>
                  <a:cubicBezTo>
                    <a:pt x="217" y="2533"/>
                    <a:pt x="0" y="3668"/>
                    <a:pt x="587" y="4534"/>
                  </a:cubicBezTo>
                  <a:cubicBezTo>
                    <a:pt x="743" y="4744"/>
                    <a:pt x="990" y="4866"/>
                    <a:pt x="1248" y="4866"/>
                  </a:cubicBezTo>
                  <a:cubicBezTo>
                    <a:pt x="1270" y="4866"/>
                    <a:pt x="1291" y="4865"/>
                    <a:pt x="1313" y="4863"/>
                  </a:cubicBezTo>
                  <a:lnTo>
                    <a:pt x="1313" y="4862"/>
                  </a:lnTo>
                  <a:cubicBezTo>
                    <a:pt x="2056" y="4862"/>
                    <a:pt x="3005" y="4321"/>
                    <a:pt x="3042" y="4289"/>
                  </a:cubicBezTo>
                  <a:cubicBezTo>
                    <a:pt x="3060" y="4277"/>
                    <a:pt x="3073" y="4260"/>
                    <a:pt x="3084" y="4242"/>
                  </a:cubicBezTo>
                  <a:lnTo>
                    <a:pt x="4300" y="1644"/>
                  </a:lnTo>
                  <a:cubicBezTo>
                    <a:pt x="4318" y="1612"/>
                    <a:pt x="4318" y="1573"/>
                    <a:pt x="4300" y="1540"/>
                  </a:cubicBezTo>
                  <a:lnTo>
                    <a:pt x="3276" y="47"/>
                  </a:lnTo>
                  <a:cubicBezTo>
                    <a:pt x="3255" y="17"/>
                    <a:pt x="3221" y="0"/>
                    <a:pt x="318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7"/>
            <p:cNvSpPr/>
            <p:nvPr/>
          </p:nvSpPr>
          <p:spPr>
            <a:xfrm>
              <a:off x="4832700" y="757875"/>
              <a:ext cx="73175" cy="103125"/>
            </a:xfrm>
            <a:custGeom>
              <a:avLst/>
              <a:gdLst/>
              <a:ahLst/>
              <a:cxnLst/>
              <a:rect l="l" t="t" r="r" b="b"/>
              <a:pathLst>
                <a:path w="2927" h="4125" extrusionOk="0">
                  <a:moveTo>
                    <a:pt x="1826" y="0"/>
                  </a:moveTo>
                  <a:cubicBezTo>
                    <a:pt x="1323" y="0"/>
                    <a:pt x="1323" y="365"/>
                    <a:pt x="1323" y="365"/>
                  </a:cubicBezTo>
                  <a:lnTo>
                    <a:pt x="1321" y="365"/>
                  </a:lnTo>
                  <a:lnTo>
                    <a:pt x="1405" y="780"/>
                  </a:lnTo>
                  <a:cubicBezTo>
                    <a:pt x="1405" y="780"/>
                    <a:pt x="490" y="2107"/>
                    <a:pt x="245" y="2576"/>
                  </a:cubicBezTo>
                  <a:cubicBezTo>
                    <a:pt x="1" y="3045"/>
                    <a:pt x="51" y="4124"/>
                    <a:pt x="852" y="4124"/>
                  </a:cubicBezTo>
                  <a:cubicBezTo>
                    <a:pt x="1655" y="4124"/>
                    <a:pt x="2015" y="3542"/>
                    <a:pt x="2317" y="3157"/>
                  </a:cubicBezTo>
                  <a:cubicBezTo>
                    <a:pt x="2621" y="2771"/>
                    <a:pt x="2588" y="1693"/>
                    <a:pt x="2676" y="1333"/>
                  </a:cubicBezTo>
                  <a:cubicBezTo>
                    <a:pt x="2764" y="972"/>
                    <a:pt x="2926" y="201"/>
                    <a:pt x="2124" y="34"/>
                  </a:cubicBezTo>
                  <a:cubicBezTo>
                    <a:pt x="2009" y="10"/>
                    <a:pt x="1910" y="0"/>
                    <a:pt x="1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7"/>
            <p:cNvSpPr/>
            <p:nvPr/>
          </p:nvSpPr>
          <p:spPr>
            <a:xfrm>
              <a:off x="4831475" y="754975"/>
              <a:ext cx="74650" cy="108700"/>
            </a:xfrm>
            <a:custGeom>
              <a:avLst/>
              <a:gdLst/>
              <a:ahLst/>
              <a:cxnLst/>
              <a:rect l="l" t="t" r="r" b="b"/>
              <a:pathLst>
                <a:path w="2986" h="4348" extrusionOk="0">
                  <a:moveTo>
                    <a:pt x="1920" y="214"/>
                  </a:moveTo>
                  <a:cubicBezTo>
                    <a:pt x="1998" y="214"/>
                    <a:pt x="2076" y="226"/>
                    <a:pt x="2152" y="252"/>
                  </a:cubicBezTo>
                  <a:cubicBezTo>
                    <a:pt x="2329" y="275"/>
                    <a:pt x="2488" y="372"/>
                    <a:pt x="2591" y="518"/>
                  </a:cubicBezTo>
                  <a:cubicBezTo>
                    <a:pt x="2765" y="783"/>
                    <a:pt x="2670" y="1209"/>
                    <a:pt x="2621" y="1423"/>
                  </a:cubicBezTo>
                  <a:cubicBezTo>
                    <a:pt x="2593" y="1590"/>
                    <a:pt x="2572" y="1757"/>
                    <a:pt x="2561" y="1927"/>
                  </a:cubicBezTo>
                  <a:cubicBezTo>
                    <a:pt x="2524" y="2366"/>
                    <a:pt x="2474" y="2963"/>
                    <a:pt x="2282" y="3206"/>
                  </a:cubicBezTo>
                  <a:lnTo>
                    <a:pt x="2194" y="3320"/>
                  </a:lnTo>
                  <a:cubicBezTo>
                    <a:pt x="1905" y="3707"/>
                    <a:pt x="1576" y="4133"/>
                    <a:pt x="901" y="4133"/>
                  </a:cubicBezTo>
                  <a:cubicBezTo>
                    <a:pt x="893" y="4134"/>
                    <a:pt x="885" y="4134"/>
                    <a:pt x="878" y="4134"/>
                  </a:cubicBezTo>
                  <a:cubicBezTo>
                    <a:pt x="683" y="4134"/>
                    <a:pt x="503" y="4028"/>
                    <a:pt x="405" y="3859"/>
                  </a:cubicBezTo>
                  <a:cubicBezTo>
                    <a:pt x="228" y="3508"/>
                    <a:pt x="222" y="3097"/>
                    <a:pt x="388" y="2741"/>
                  </a:cubicBezTo>
                  <a:cubicBezTo>
                    <a:pt x="630" y="2282"/>
                    <a:pt x="1542" y="969"/>
                    <a:pt x="1542" y="956"/>
                  </a:cubicBezTo>
                  <a:cubicBezTo>
                    <a:pt x="1559" y="933"/>
                    <a:pt x="1565" y="904"/>
                    <a:pt x="1559" y="875"/>
                  </a:cubicBezTo>
                  <a:lnTo>
                    <a:pt x="1480" y="475"/>
                  </a:lnTo>
                  <a:cubicBezTo>
                    <a:pt x="1486" y="406"/>
                    <a:pt x="1521" y="344"/>
                    <a:pt x="1574" y="302"/>
                  </a:cubicBezTo>
                  <a:cubicBezTo>
                    <a:pt x="1682" y="243"/>
                    <a:pt x="1801" y="214"/>
                    <a:pt x="1920" y="214"/>
                  </a:cubicBezTo>
                  <a:close/>
                  <a:moveTo>
                    <a:pt x="1917" y="1"/>
                  </a:moveTo>
                  <a:cubicBezTo>
                    <a:pt x="1749" y="1"/>
                    <a:pt x="1583" y="49"/>
                    <a:pt x="1439" y="141"/>
                  </a:cubicBezTo>
                  <a:cubicBezTo>
                    <a:pt x="1336" y="225"/>
                    <a:pt x="1274" y="348"/>
                    <a:pt x="1266" y="481"/>
                  </a:cubicBezTo>
                  <a:lnTo>
                    <a:pt x="1266" y="502"/>
                  </a:lnTo>
                  <a:lnTo>
                    <a:pt x="1341" y="872"/>
                  </a:lnTo>
                  <a:cubicBezTo>
                    <a:pt x="1187" y="1094"/>
                    <a:pt x="428" y="2217"/>
                    <a:pt x="200" y="2643"/>
                  </a:cubicBezTo>
                  <a:cubicBezTo>
                    <a:pt x="0" y="3064"/>
                    <a:pt x="8" y="3554"/>
                    <a:pt x="222" y="3968"/>
                  </a:cubicBezTo>
                  <a:cubicBezTo>
                    <a:pt x="357" y="4203"/>
                    <a:pt x="610" y="4348"/>
                    <a:pt x="881" y="4348"/>
                  </a:cubicBezTo>
                  <a:cubicBezTo>
                    <a:pt x="888" y="4348"/>
                    <a:pt x="895" y="4348"/>
                    <a:pt x="901" y="4348"/>
                  </a:cubicBezTo>
                  <a:lnTo>
                    <a:pt x="901" y="4346"/>
                  </a:lnTo>
                  <a:cubicBezTo>
                    <a:pt x="1680" y="4346"/>
                    <a:pt x="2073" y="3828"/>
                    <a:pt x="2365" y="3451"/>
                  </a:cubicBezTo>
                  <a:lnTo>
                    <a:pt x="2453" y="3338"/>
                  </a:lnTo>
                  <a:cubicBezTo>
                    <a:pt x="2682" y="3043"/>
                    <a:pt x="2736" y="2436"/>
                    <a:pt x="2776" y="1947"/>
                  </a:cubicBezTo>
                  <a:cubicBezTo>
                    <a:pt x="2786" y="1788"/>
                    <a:pt x="2804" y="1629"/>
                    <a:pt x="2832" y="1472"/>
                  </a:cubicBezTo>
                  <a:cubicBezTo>
                    <a:pt x="2885" y="1240"/>
                    <a:pt x="2986" y="755"/>
                    <a:pt x="2773" y="406"/>
                  </a:cubicBezTo>
                  <a:cubicBezTo>
                    <a:pt x="2639" y="211"/>
                    <a:pt x="2430" y="80"/>
                    <a:pt x="2197" y="46"/>
                  </a:cubicBezTo>
                  <a:cubicBezTo>
                    <a:pt x="2105" y="16"/>
                    <a:pt x="2011" y="1"/>
                    <a:pt x="191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7"/>
            <p:cNvSpPr/>
            <p:nvPr/>
          </p:nvSpPr>
          <p:spPr>
            <a:xfrm>
              <a:off x="4834675" y="763000"/>
              <a:ext cx="61125" cy="45700"/>
            </a:xfrm>
            <a:custGeom>
              <a:avLst/>
              <a:gdLst/>
              <a:ahLst/>
              <a:cxnLst/>
              <a:rect l="l" t="t" r="r" b="b"/>
              <a:pathLst>
                <a:path w="2445" h="1828" extrusionOk="0">
                  <a:moveTo>
                    <a:pt x="1627" y="1"/>
                  </a:moveTo>
                  <a:cubicBezTo>
                    <a:pt x="1500" y="1"/>
                    <a:pt x="1368" y="48"/>
                    <a:pt x="1244" y="160"/>
                  </a:cubicBezTo>
                  <a:cubicBezTo>
                    <a:pt x="852" y="566"/>
                    <a:pt x="484" y="994"/>
                    <a:pt x="139" y="1439"/>
                  </a:cubicBezTo>
                  <a:cubicBezTo>
                    <a:pt x="1" y="1689"/>
                    <a:pt x="166" y="1827"/>
                    <a:pt x="608" y="1827"/>
                  </a:cubicBezTo>
                  <a:cubicBezTo>
                    <a:pt x="1049" y="1827"/>
                    <a:pt x="2100" y="1439"/>
                    <a:pt x="2295" y="943"/>
                  </a:cubicBezTo>
                  <a:cubicBezTo>
                    <a:pt x="2445" y="558"/>
                    <a:pt x="2063" y="1"/>
                    <a:pt x="162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7"/>
            <p:cNvSpPr/>
            <p:nvPr/>
          </p:nvSpPr>
          <p:spPr>
            <a:xfrm>
              <a:off x="4833775" y="760550"/>
              <a:ext cx="62875" cy="50600"/>
            </a:xfrm>
            <a:custGeom>
              <a:avLst/>
              <a:gdLst/>
              <a:ahLst/>
              <a:cxnLst/>
              <a:rect l="l" t="t" r="r" b="b"/>
              <a:pathLst>
                <a:path w="2515" h="2024" extrusionOk="0">
                  <a:moveTo>
                    <a:pt x="1670" y="205"/>
                  </a:moveTo>
                  <a:cubicBezTo>
                    <a:pt x="1768" y="205"/>
                    <a:pt x="1866" y="237"/>
                    <a:pt x="1948" y="301"/>
                  </a:cubicBezTo>
                  <a:cubicBezTo>
                    <a:pt x="2182" y="447"/>
                    <a:pt x="2295" y="727"/>
                    <a:pt x="2230" y="993"/>
                  </a:cubicBezTo>
                  <a:cubicBezTo>
                    <a:pt x="2060" y="1433"/>
                    <a:pt x="1070" y="1811"/>
                    <a:pt x="644" y="1811"/>
                  </a:cubicBezTo>
                  <a:cubicBezTo>
                    <a:pt x="389" y="1811"/>
                    <a:pt x="261" y="1750"/>
                    <a:pt x="241" y="1714"/>
                  </a:cubicBezTo>
                  <a:cubicBezTo>
                    <a:pt x="220" y="1678"/>
                    <a:pt x="249" y="1616"/>
                    <a:pt x="269" y="1581"/>
                  </a:cubicBezTo>
                  <a:cubicBezTo>
                    <a:pt x="607" y="1145"/>
                    <a:pt x="969" y="730"/>
                    <a:pt x="1354" y="335"/>
                  </a:cubicBezTo>
                  <a:lnTo>
                    <a:pt x="1354" y="334"/>
                  </a:lnTo>
                  <a:cubicBezTo>
                    <a:pt x="1441" y="249"/>
                    <a:pt x="1555" y="205"/>
                    <a:pt x="1670" y="205"/>
                  </a:cubicBezTo>
                  <a:close/>
                  <a:moveTo>
                    <a:pt x="1661" y="1"/>
                  </a:moveTo>
                  <a:cubicBezTo>
                    <a:pt x="1494" y="1"/>
                    <a:pt x="1329" y="63"/>
                    <a:pt x="1202" y="185"/>
                  </a:cubicBezTo>
                  <a:cubicBezTo>
                    <a:pt x="803" y="594"/>
                    <a:pt x="430" y="1025"/>
                    <a:pt x="81" y="1477"/>
                  </a:cubicBezTo>
                  <a:cubicBezTo>
                    <a:pt x="10" y="1579"/>
                    <a:pt x="1" y="1711"/>
                    <a:pt x="57" y="1821"/>
                  </a:cubicBezTo>
                  <a:cubicBezTo>
                    <a:pt x="138" y="1958"/>
                    <a:pt x="330" y="2024"/>
                    <a:pt x="644" y="2024"/>
                  </a:cubicBezTo>
                  <a:cubicBezTo>
                    <a:pt x="1128" y="2024"/>
                    <a:pt x="2215" y="1620"/>
                    <a:pt x="2413" y="1077"/>
                  </a:cubicBezTo>
                  <a:cubicBezTo>
                    <a:pt x="2514" y="718"/>
                    <a:pt x="2368" y="335"/>
                    <a:pt x="2056" y="131"/>
                  </a:cubicBezTo>
                  <a:cubicBezTo>
                    <a:pt x="1938" y="44"/>
                    <a:pt x="1799" y="1"/>
                    <a:pt x="166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7"/>
            <p:cNvSpPr/>
            <p:nvPr/>
          </p:nvSpPr>
          <p:spPr>
            <a:xfrm>
              <a:off x="4825000" y="723750"/>
              <a:ext cx="44250" cy="53775"/>
            </a:xfrm>
            <a:custGeom>
              <a:avLst/>
              <a:gdLst/>
              <a:ahLst/>
              <a:cxnLst/>
              <a:rect l="l" t="t" r="r" b="b"/>
              <a:pathLst>
                <a:path w="1770" h="2151" extrusionOk="0">
                  <a:moveTo>
                    <a:pt x="787" y="0"/>
                  </a:moveTo>
                  <a:cubicBezTo>
                    <a:pt x="436" y="0"/>
                    <a:pt x="0" y="228"/>
                    <a:pt x="0" y="350"/>
                  </a:cubicBezTo>
                  <a:cubicBezTo>
                    <a:pt x="0" y="516"/>
                    <a:pt x="139" y="1843"/>
                    <a:pt x="304" y="1980"/>
                  </a:cubicBezTo>
                  <a:cubicBezTo>
                    <a:pt x="471" y="2095"/>
                    <a:pt x="662" y="2151"/>
                    <a:pt x="850" y="2151"/>
                  </a:cubicBezTo>
                  <a:cubicBezTo>
                    <a:pt x="1156" y="2151"/>
                    <a:pt x="1457" y="2005"/>
                    <a:pt x="1644" y="1734"/>
                  </a:cubicBezTo>
                  <a:cubicBezTo>
                    <a:pt x="1698" y="1657"/>
                    <a:pt x="1739" y="1572"/>
                    <a:pt x="1769" y="1483"/>
                  </a:cubicBezTo>
                  <a:cubicBezTo>
                    <a:pt x="1769" y="1483"/>
                    <a:pt x="1410" y="375"/>
                    <a:pt x="1105" y="101"/>
                  </a:cubicBezTo>
                  <a:cubicBezTo>
                    <a:pt x="1025" y="29"/>
                    <a:pt x="911" y="0"/>
                    <a:pt x="7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7"/>
            <p:cNvSpPr/>
            <p:nvPr/>
          </p:nvSpPr>
          <p:spPr>
            <a:xfrm>
              <a:off x="4822275" y="721150"/>
              <a:ext cx="49675" cy="58975"/>
            </a:xfrm>
            <a:custGeom>
              <a:avLst/>
              <a:gdLst/>
              <a:ahLst/>
              <a:cxnLst/>
              <a:rect l="l" t="t" r="r" b="b"/>
              <a:pathLst>
                <a:path w="1987" h="2359" extrusionOk="0">
                  <a:moveTo>
                    <a:pt x="926" y="208"/>
                  </a:moveTo>
                  <a:cubicBezTo>
                    <a:pt x="1004" y="208"/>
                    <a:pt x="1080" y="235"/>
                    <a:pt x="1141" y="284"/>
                  </a:cubicBezTo>
                  <a:cubicBezTo>
                    <a:pt x="1366" y="486"/>
                    <a:pt x="1653" y="1253"/>
                    <a:pt x="1765" y="1581"/>
                  </a:cubicBezTo>
                  <a:cubicBezTo>
                    <a:pt x="1667" y="1844"/>
                    <a:pt x="1448" y="2047"/>
                    <a:pt x="1175" y="2121"/>
                  </a:cubicBezTo>
                  <a:cubicBezTo>
                    <a:pt x="1109" y="2136"/>
                    <a:pt x="1041" y="2144"/>
                    <a:pt x="974" y="2144"/>
                  </a:cubicBezTo>
                  <a:cubicBezTo>
                    <a:pt x="802" y="2144"/>
                    <a:pt x="631" y="2095"/>
                    <a:pt x="483" y="2002"/>
                  </a:cubicBezTo>
                  <a:cubicBezTo>
                    <a:pt x="364" y="1874"/>
                    <a:pt x="214" y="683"/>
                    <a:pt x="214" y="468"/>
                  </a:cubicBezTo>
                  <a:cubicBezTo>
                    <a:pt x="355" y="339"/>
                    <a:pt x="531" y="256"/>
                    <a:pt x="720" y="227"/>
                  </a:cubicBezTo>
                  <a:cubicBezTo>
                    <a:pt x="778" y="215"/>
                    <a:pt x="838" y="209"/>
                    <a:pt x="897" y="209"/>
                  </a:cubicBezTo>
                  <a:cubicBezTo>
                    <a:pt x="907" y="209"/>
                    <a:pt x="916" y="208"/>
                    <a:pt x="926" y="208"/>
                  </a:cubicBezTo>
                  <a:close/>
                  <a:moveTo>
                    <a:pt x="896" y="1"/>
                  </a:moveTo>
                  <a:cubicBezTo>
                    <a:pt x="713" y="1"/>
                    <a:pt x="515" y="55"/>
                    <a:pt x="357" y="126"/>
                  </a:cubicBezTo>
                  <a:cubicBezTo>
                    <a:pt x="215" y="183"/>
                    <a:pt x="1" y="305"/>
                    <a:pt x="1" y="458"/>
                  </a:cubicBezTo>
                  <a:cubicBezTo>
                    <a:pt x="1" y="458"/>
                    <a:pt x="108" y="1968"/>
                    <a:pt x="342" y="2164"/>
                  </a:cubicBezTo>
                  <a:cubicBezTo>
                    <a:pt x="527" y="2290"/>
                    <a:pt x="745" y="2358"/>
                    <a:pt x="968" y="2358"/>
                  </a:cubicBezTo>
                  <a:cubicBezTo>
                    <a:pt x="972" y="2358"/>
                    <a:pt x="977" y="2358"/>
                    <a:pt x="982" y="2358"/>
                  </a:cubicBezTo>
                  <a:cubicBezTo>
                    <a:pt x="1065" y="2358"/>
                    <a:pt x="1147" y="2349"/>
                    <a:pt x="1228" y="2331"/>
                  </a:cubicBezTo>
                  <a:cubicBezTo>
                    <a:pt x="1579" y="2234"/>
                    <a:pt x="1859" y="1971"/>
                    <a:pt x="1978" y="1627"/>
                  </a:cubicBezTo>
                  <a:cubicBezTo>
                    <a:pt x="1987" y="1603"/>
                    <a:pt x="1987" y="1576"/>
                    <a:pt x="1978" y="1552"/>
                  </a:cubicBezTo>
                  <a:cubicBezTo>
                    <a:pt x="1939" y="1438"/>
                    <a:pt x="1600" y="413"/>
                    <a:pt x="1284" y="126"/>
                  </a:cubicBezTo>
                  <a:cubicBezTo>
                    <a:pt x="1183" y="36"/>
                    <a:pt x="1044" y="1"/>
                    <a:pt x="89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7"/>
            <p:cNvSpPr/>
            <p:nvPr/>
          </p:nvSpPr>
          <p:spPr>
            <a:xfrm>
              <a:off x="4814125" y="710275"/>
              <a:ext cx="39900" cy="29500"/>
            </a:xfrm>
            <a:custGeom>
              <a:avLst/>
              <a:gdLst/>
              <a:ahLst/>
              <a:cxnLst/>
              <a:rect l="l" t="t" r="r" b="b"/>
              <a:pathLst>
                <a:path w="1596" h="1180" extrusionOk="0">
                  <a:moveTo>
                    <a:pt x="633" y="0"/>
                  </a:moveTo>
                  <a:cubicBezTo>
                    <a:pt x="605" y="0"/>
                    <a:pt x="576" y="2"/>
                    <a:pt x="547" y="4"/>
                  </a:cubicBezTo>
                  <a:cubicBezTo>
                    <a:pt x="1" y="88"/>
                    <a:pt x="20" y="475"/>
                    <a:pt x="214" y="805"/>
                  </a:cubicBezTo>
                  <a:cubicBezTo>
                    <a:pt x="372" y="1074"/>
                    <a:pt x="494" y="1180"/>
                    <a:pt x="742" y="1180"/>
                  </a:cubicBezTo>
                  <a:cubicBezTo>
                    <a:pt x="798" y="1180"/>
                    <a:pt x="861" y="1174"/>
                    <a:pt x="933" y="1164"/>
                  </a:cubicBezTo>
                  <a:cubicBezTo>
                    <a:pt x="1195" y="1106"/>
                    <a:pt x="1429" y="960"/>
                    <a:pt x="1595" y="750"/>
                  </a:cubicBezTo>
                  <a:cubicBezTo>
                    <a:pt x="1483" y="306"/>
                    <a:pt x="1084" y="0"/>
                    <a:pt x="6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7"/>
            <p:cNvSpPr/>
            <p:nvPr/>
          </p:nvSpPr>
          <p:spPr>
            <a:xfrm>
              <a:off x="4812825" y="707575"/>
              <a:ext cx="43950" cy="34875"/>
            </a:xfrm>
            <a:custGeom>
              <a:avLst/>
              <a:gdLst/>
              <a:ahLst/>
              <a:cxnLst/>
              <a:rect l="l" t="t" r="r" b="b"/>
              <a:pathLst>
                <a:path w="1758" h="1395" extrusionOk="0">
                  <a:moveTo>
                    <a:pt x="720" y="210"/>
                  </a:moveTo>
                  <a:cubicBezTo>
                    <a:pt x="1089" y="231"/>
                    <a:pt x="1411" y="472"/>
                    <a:pt x="1533" y="822"/>
                  </a:cubicBezTo>
                  <a:cubicBezTo>
                    <a:pt x="1387" y="994"/>
                    <a:pt x="1189" y="1113"/>
                    <a:pt x="970" y="1160"/>
                  </a:cubicBezTo>
                  <a:cubicBezTo>
                    <a:pt x="900" y="1170"/>
                    <a:pt x="841" y="1176"/>
                    <a:pt x="789" y="1176"/>
                  </a:cubicBezTo>
                  <a:cubicBezTo>
                    <a:pt x="591" y="1176"/>
                    <a:pt x="498" y="1094"/>
                    <a:pt x="358" y="852"/>
                  </a:cubicBezTo>
                  <a:cubicBezTo>
                    <a:pt x="258" y="721"/>
                    <a:pt x="227" y="553"/>
                    <a:pt x="273" y="395"/>
                  </a:cubicBezTo>
                  <a:cubicBezTo>
                    <a:pt x="318" y="300"/>
                    <a:pt x="432" y="237"/>
                    <a:pt x="614" y="210"/>
                  </a:cubicBezTo>
                  <a:close/>
                  <a:moveTo>
                    <a:pt x="681" y="0"/>
                  </a:moveTo>
                  <a:cubicBezTo>
                    <a:pt x="648" y="0"/>
                    <a:pt x="615" y="2"/>
                    <a:pt x="581" y="5"/>
                  </a:cubicBezTo>
                  <a:cubicBezTo>
                    <a:pt x="373" y="14"/>
                    <a:pt x="182" y="129"/>
                    <a:pt x="78" y="310"/>
                  </a:cubicBezTo>
                  <a:cubicBezTo>
                    <a:pt x="1" y="532"/>
                    <a:pt x="36" y="778"/>
                    <a:pt x="175" y="967"/>
                  </a:cubicBezTo>
                  <a:cubicBezTo>
                    <a:pt x="355" y="1276"/>
                    <a:pt x="511" y="1394"/>
                    <a:pt x="793" y="1394"/>
                  </a:cubicBezTo>
                  <a:cubicBezTo>
                    <a:pt x="861" y="1393"/>
                    <a:pt x="931" y="1388"/>
                    <a:pt x="1000" y="1379"/>
                  </a:cubicBezTo>
                  <a:cubicBezTo>
                    <a:pt x="1290" y="1317"/>
                    <a:pt x="1549" y="1154"/>
                    <a:pt x="1734" y="922"/>
                  </a:cubicBezTo>
                  <a:cubicBezTo>
                    <a:pt x="1750" y="900"/>
                    <a:pt x="1757" y="870"/>
                    <a:pt x="1752" y="842"/>
                  </a:cubicBezTo>
                  <a:cubicBezTo>
                    <a:pt x="1630" y="344"/>
                    <a:pt x="1185" y="0"/>
                    <a:pt x="68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7"/>
            <p:cNvSpPr/>
            <p:nvPr/>
          </p:nvSpPr>
          <p:spPr>
            <a:xfrm>
              <a:off x="4791175" y="704825"/>
              <a:ext cx="50075" cy="32025"/>
            </a:xfrm>
            <a:custGeom>
              <a:avLst/>
              <a:gdLst/>
              <a:ahLst/>
              <a:cxnLst/>
              <a:rect l="l" t="t" r="r" b="b"/>
              <a:pathLst>
                <a:path w="2003" h="1281" extrusionOk="0">
                  <a:moveTo>
                    <a:pt x="1215" y="0"/>
                  </a:moveTo>
                  <a:cubicBezTo>
                    <a:pt x="829" y="0"/>
                    <a:pt x="83" y="553"/>
                    <a:pt x="27" y="996"/>
                  </a:cubicBezTo>
                  <a:cubicBezTo>
                    <a:pt x="1" y="1208"/>
                    <a:pt x="182" y="1280"/>
                    <a:pt x="435" y="1280"/>
                  </a:cubicBezTo>
                  <a:cubicBezTo>
                    <a:pt x="714" y="1280"/>
                    <a:pt x="1079" y="1193"/>
                    <a:pt x="1353" y="1107"/>
                  </a:cubicBezTo>
                  <a:cubicBezTo>
                    <a:pt x="1691" y="1001"/>
                    <a:pt x="1834" y="938"/>
                    <a:pt x="1909" y="770"/>
                  </a:cubicBezTo>
                  <a:cubicBezTo>
                    <a:pt x="2003" y="535"/>
                    <a:pt x="1906" y="264"/>
                    <a:pt x="1682" y="143"/>
                  </a:cubicBezTo>
                  <a:cubicBezTo>
                    <a:pt x="1541" y="57"/>
                    <a:pt x="1380" y="8"/>
                    <a:pt x="121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7"/>
            <p:cNvSpPr/>
            <p:nvPr/>
          </p:nvSpPr>
          <p:spPr>
            <a:xfrm>
              <a:off x="4788400" y="702150"/>
              <a:ext cx="55600" cy="37425"/>
            </a:xfrm>
            <a:custGeom>
              <a:avLst/>
              <a:gdLst/>
              <a:ahLst/>
              <a:cxnLst/>
              <a:rect l="l" t="t" r="r" b="b"/>
              <a:pathLst>
                <a:path w="2224" h="1497" extrusionOk="0">
                  <a:moveTo>
                    <a:pt x="1326" y="213"/>
                  </a:moveTo>
                  <a:cubicBezTo>
                    <a:pt x="1473" y="222"/>
                    <a:pt x="1616" y="265"/>
                    <a:pt x="1743" y="341"/>
                  </a:cubicBezTo>
                  <a:cubicBezTo>
                    <a:pt x="1919" y="436"/>
                    <a:pt x="1994" y="648"/>
                    <a:pt x="1922" y="834"/>
                  </a:cubicBezTo>
                  <a:cubicBezTo>
                    <a:pt x="1859" y="957"/>
                    <a:pt x="1764" y="1007"/>
                    <a:pt x="1433" y="1112"/>
                  </a:cubicBezTo>
                  <a:cubicBezTo>
                    <a:pt x="1085" y="1222"/>
                    <a:pt x="767" y="1279"/>
                    <a:pt x="547" y="1279"/>
                  </a:cubicBezTo>
                  <a:cubicBezTo>
                    <a:pt x="419" y="1279"/>
                    <a:pt x="323" y="1260"/>
                    <a:pt x="275" y="1220"/>
                  </a:cubicBezTo>
                  <a:cubicBezTo>
                    <a:pt x="245" y="1194"/>
                    <a:pt x="233" y="1154"/>
                    <a:pt x="243" y="1115"/>
                  </a:cubicBezTo>
                  <a:cubicBezTo>
                    <a:pt x="293" y="736"/>
                    <a:pt x="975" y="214"/>
                    <a:pt x="1326" y="214"/>
                  </a:cubicBezTo>
                  <a:lnTo>
                    <a:pt x="1326" y="213"/>
                  </a:lnTo>
                  <a:close/>
                  <a:moveTo>
                    <a:pt x="1316" y="0"/>
                  </a:moveTo>
                  <a:cubicBezTo>
                    <a:pt x="873" y="0"/>
                    <a:pt x="83" y="596"/>
                    <a:pt x="22" y="1089"/>
                  </a:cubicBezTo>
                  <a:cubicBezTo>
                    <a:pt x="1" y="1199"/>
                    <a:pt x="42" y="1312"/>
                    <a:pt x="127" y="1385"/>
                  </a:cubicBezTo>
                  <a:cubicBezTo>
                    <a:pt x="237" y="1457"/>
                    <a:pt x="366" y="1496"/>
                    <a:pt x="496" y="1496"/>
                  </a:cubicBezTo>
                  <a:cubicBezTo>
                    <a:pt x="516" y="1496"/>
                    <a:pt x="535" y="1495"/>
                    <a:pt x="555" y="1493"/>
                  </a:cubicBezTo>
                  <a:cubicBezTo>
                    <a:pt x="872" y="1476"/>
                    <a:pt x="1184" y="1416"/>
                    <a:pt x="1487" y="1315"/>
                  </a:cubicBezTo>
                  <a:cubicBezTo>
                    <a:pt x="1817" y="1209"/>
                    <a:pt x="2011" y="1133"/>
                    <a:pt x="2106" y="920"/>
                  </a:cubicBezTo>
                  <a:cubicBezTo>
                    <a:pt x="2224" y="633"/>
                    <a:pt x="2108" y="305"/>
                    <a:pt x="1835" y="156"/>
                  </a:cubicBezTo>
                  <a:cubicBezTo>
                    <a:pt x="1679" y="61"/>
                    <a:pt x="1499" y="8"/>
                    <a:pt x="131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7"/>
            <p:cNvSpPr/>
            <p:nvPr/>
          </p:nvSpPr>
          <p:spPr>
            <a:xfrm>
              <a:off x="4786325" y="753200"/>
              <a:ext cx="49550" cy="87925"/>
            </a:xfrm>
            <a:custGeom>
              <a:avLst/>
              <a:gdLst/>
              <a:ahLst/>
              <a:cxnLst/>
              <a:rect l="l" t="t" r="r" b="b"/>
              <a:pathLst>
                <a:path w="1982" h="3517" extrusionOk="0">
                  <a:moveTo>
                    <a:pt x="953" y="1"/>
                  </a:moveTo>
                  <a:cubicBezTo>
                    <a:pt x="930" y="1"/>
                    <a:pt x="908" y="2"/>
                    <a:pt x="885" y="4"/>
                  </a:cubicBezTo>
                  <a:cubicBezTo>
                    <a:pt x="742" y="17"/>
                    <a:pt x="605" y="71"/>
                    <a:pt x="492" y="159"/>
                  </a:cubicBezTo>
                  <a:cubicBezTo>
                    <a:pt x="441" y="202"/>
                    <a:pt x="396" y="253"/>
                    <a:pt x="361" y="309"/>
                  </a:cubicBezTo>
                  <a:cubicBezTo>
                    <a:pt x="0" y="833"/>
                    <a:pt x="608" y="1826"/>
                    <a:pt x="718" y="2105"/>
                  </a:cubicBezTo>
                  <a:cubicBezTo>
                    <a:pt x="830" y="2382"/>
                    <a:pt x="995" y="3430"/>
                    <a:pt x="1492" y="3513"/>
                  </a:cubicBezTo>
                  <a:cubicBezTo>
                    <a:pt x="1507" y="3516"/>
                    <a:pt x="1521" y="3517"/>
                    <a:pt x="1534" y="3517"/>
                  </a:cubicBezTo>
                  <a:cubicBezTo>
                    <a:pt x="1982" y="3517"/>
                    <a:pt x="1849" y="2198"/>
                    <a:pt x="1768" y="1634"/>
                  </a:cubicBezTo>
                  <a:cubicBezTo>
                    <a:pt x="1720" y="1302"/>
                    <a:pt x="1728" y="982"/>
                    <a:pt x="1693" y="677"/>
                  </a:cubicBezTo>
                  <a:cubicBezTo>
                    <a:pt x="1658" y="292"/>
                    <a:pt x="1334" y="1"/>
                    <a:pt x="95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7"/>
            <p:cNvSpPr/>
            <p:nvPr/>
          </p:nvSpPr>
          <p:spPr>
            <a:xfrm>
              <a:off x="4784725" y="750400"/>
              <a:ext cx="52950" cy="93325"/>
            </a:xfrm>
            <a:custGeom>
              <a:avLst/>
              <a:gdLst/>
              <a:ahLst/>
              <a:cxnLst/>
              <a:rect l="l" t="t" r="r" b="b"/>
              <a:pathLst>
                <a:path w="2118" h="3733" extrusionOk="0">
                  <a:moveTo>
                    <a:pt x="1021" y="205"/>
                  </a:moveTo>
                  <a:cubicBezTo>
                    <a:pt x="1089" y="205"/>
                    <a:pt x="1159" y="217"/>
                    <a:pt x="1224" y="239"/>
                  </a:cubicBezTo>
                  <a:cubicBezTo>
                    <a:pt x="1457" y="329"/>
                    <a:pt x="1620" y="539"/>
                    <a:pt x="1650" y="786"/>
                  </a:cubicBezTo>
                  <a:cubicBezTo>
                    <a:pt x="1665" y="921"/>
                    <a:pt x="1680" y="1061"/>
                    <a:pt x="1680" y="1201"/>
                  </a:cubicBezTo>
                  <a:cubicBezTo>
                    <a:pt x="1690" y="1379"/>
                    <a:pt x="1699" y="1562"/>
                    <a:pt x="1728" y="1748"/>
                  </a:cubicBezTo>
                  <a:cubicBezTo>
                    <a:pt x="1856" y="2638"/>
                    <a:pt x="1832" y="3319"/>
                    <a:pt x="1668" y="3479"/>
                  </a:cubicBezTo>
                  <a:cubicBezTo>
                    <a:pt x="1649" y="3499"/>
                    <a:pt x="1623" y="3509"/>
                    <a:pt x="1598" y="3509"/>
                  </a:cubicBezTo>
                  <a:cubicBezTo>
                    <a:pt x="1590" y="3509"/>
                    <a:pt x="1582" y="3508"/>
                    <a:pt x="1574" y="3506"/>
                  </a:cubicBezTo>
                  <a:cubicBezTo>
                    <a:pt x="1247" y="3457"/>
                    <a:pt x="1069" y="2820"/>
                    <a:pt x="965" y="2440"/>
                  </a:cubicBezTo>
                  <a:cubicBezTo>
                    <a:pt x="931" y="2322"/>
                    <a:pt x="901" y="2214"/>
                    <a:pt x="882" y="2168"/>
                  </a:cubicBezTo>
                  <a:cubicBezTo>
                    <a:pt x="864" y="2120"/>
                    <a:pt x="830" y="2052"/>
                    <a:pt x="788" y="1970"/>
                  </a:cubicBezTo>
                  <a:cubicBezTo>
                    <a:pt x="614" y="1612"/>
                    <a:pt x="248" y="862"/>
                    <a:pt x="511" y="476"/>
                  </a:cubicBezTo>
                  <a:cubicBezTo>
                    <a:pt x="544" y="429"/>
                    <a:pt x="583" y="384"/>
                    <a:pt x="627" y="347"/>
                  </a:cubicBezTo>
                  <a:cubicBezTo>
                    <a:pt x="730" y="256"/>
                    <a:pt x="861" y="207"/>
                    <a:pt x="998" y="205"/>
                  </a:cubicBezTo>
                  <a:cubicBezTo>
                    <a:pt x="1006" y="205"/>
                    <a:pt x="1013" y="205"/>
                    <a:pt x="1021" y="205"/>
                  </a:cubicBezTo>
                  <a:close/>
                  <a:moveTo>
                    <a:pt x="1006" y="1"/>
                  </a:moveTo>
                  <a:cubicBezTo>
                    <a:pt x="819" y="1"/>
                    <a:pt x="635" y="67"/>
                    <a:pt x="489" y="195"/>
                  </a:cubicBezTo>
                  <a:cubicBezTo>
                    <a:pt x="429" y="244"/>
                    <a:pt x="379" y="302"/>
                    <a:pt x="334" y="365"/>
                  </a:cubicBezTo>
                  <a:cubicBezTo>
                    <a:pt x="0" y="848"/>
                    <a:pt x="383" y="1645"/>
                    <a:pt x="597" y="2071"/>
                  </a:cubicBezTo>
                  <a:cubicBezTo>
                    <a:pt x="635" y="2148"/>
                    <a:pt x="663" y="2205"/>
                    <a:pt x="684" y="2257"/>
                  </a:cubicBezTo>
                  <a:cubicBezTo>
                    <a:pt x="706" y="2308"/>
                    <a:pt x="728" y="2400"/>
                    <a:pt x="758" y="2506"/>
                  </a:cubicBezTo>
                  <a:cubicBezTo>
                    <a:pt x="886" y="2963"/>
                    <a:pt x="1078" y="3654"/>
                    <a:pt x="1540" y="3731"/>
                  </a:cubicBezTo>
                  <a:cubicBezTo>
                    <a:pt x="1549" y="3732"/>
                    <a:pt x="1558" y="3732"/>
                    <a:pt x="1568" y="3732"/>
                  </a:cubicBezTo>
                  <a:cubicBezTo>
                    <a:pt x="1577" y="3732"/>
                    <a:pt x="1587" y="3732"/>
                    <a:pt x="1597" y="3731"/>
                  </a:cubicBezTo>
                  <a:lnTo>
                    <a:pt x="1597" y="3730"/>
                  </a:lnTo>
                  <a:cubicBezTo>
                    <a:pt x="1602" y="3730"/>
                    <a:pt x="1608" y="3730"/>
                    <a:pt x="1614" y="3730"/>
                  </a:cubicBezTo>
                  <a:cubicBezTo>
                    <a:pt x="1688" y="3730"/>
                    <a:pt x="1760" y="3703"/>
                    <a:pt x="1817" y="3654"/>
                  </a:cubicBezTo>
                  <a:cubicBezTo>
                    <a:pt x="2118" y="3353"/>
                    <a:pt x="2021" y="2322"/>
                    <a:pt x="1939" y="1734"/>
                  </a:cubicBezTo>
                  <a:cubicBezTo>
                    <a:pt x="1912" y="1557"/>
                    <a:pt x="1902" y="1350"/>
                    <a:pt x="1893" y="1207"/>
                  </a:cubicBezTo>
                  <a:cubicBezTo>
                    <a:pt x="1885" y="1064"/>
                    <a:pt x="1878" y="921"/>
                    <a:pt x="1862" y="781"/>
                  </a:cubicBezTo>
                  <a:cubicBezTo>
                    <a:pt x="1824" y="455"/>
                    <a:pt x="1610" y="178"/>
                    <a:pt x="1305" y="59"/>
                  </a:cubicBezTo>
                  <a:cubicBezTo>
                    <a:pt x="1208" y="20"/>
                    <a:pt x="1107" y="1"/>
                    <a:pt x="10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7"/>
            <p:cNvSpPr/>
            <p:nvPr/>
          </p:nvSpPr>
          <p:spPr>
            <a:xfrm>
              <a:off x="4804275" y="796700"/>
              <a:ext cx="26250" cy="9025"/>
            </a:xfrm>
            <a:custGeom>
              <a:avLst/>
              <a:gdLst/>
              <a:ahLst/>
              <a:cxnLst/>
              <a:rect l="l" t="t" r="r" b="b"/>
              <a:pathLst>
                <a:path w="1050" h="361" extrusionOk="0">
                  <a:moveTo>
                    <a:pt x="800" y="0"/>
                  </a:moveTo>
                  <a:cubicBezTo>
                    <a:pt x="498" y="0"/>
                    <a:pt x="205" y="128"/>
                    <a:pt x="0" y="360"/>
                  </a:cubicBezTo>
                  <a:lnTo>
                    <a:pt x="1050" y="30"/>
                  </a:lnTo>
                  <a:cubicBezTo>
                    <a:pt x="967" y="10"/>
                    <a:pt x="883" y="0"/>
                    <a:pt x="80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7"/>
            <p:cNvSpPr/>
            <p:nvPr/>
          </p:nvSpPr>
          <p:spPr>
            <a:xfrm>
              <a:off x="4801625" y="794000"/>
              <a:ext cx="31950" cy="14375"/>
            </a:xfrm>
            <a:custGeom>
              <a:avLst/>
              <a:gdLst/>
              <a:ahLst/>
              <a:cxnLst/>
              <a:rect l="l" t="t" r="r" b="b"/>
              <a:pathLst>
                <a:path w="1278" h="575" extrusionOk="0">
                  <a:moveTo>
                    <a:pt x="908" y="1"/>
                  </a:moveTo>
                  <a:cubicBezTo>
                    <a:pt x="574" y="1"/>
                    <a:pt x="251" y="143"/>
                    <a:pt x="26" y="400"/>
                  </a:cubicBezTo>
                  <a:cubicBezTo>
                    <a:pt x="9" y="419"/>
                    <a:pt x="0" y="443"/>
                    <a:pt x="0" y="467"/>
                  </a:cubicBezTo>
                  <a:cubicBezTo>
                    <a:pt x="0" y="526"/>
                    <a:pt x="48" y="574"/>
                    <a:pt x="106" y="574"/>
                  </a:cubicBezTo>
                  <a:cubicBezTo>
                    <a:pt x="109" y="574"/>
                    <a:pt x="112" y="574"/>
                    <a:pt x="116" y="574"/>
                  </a:cubicBezTo>
                  <a:cubicBezTo>
                    <a:pt x="143" y="574"/>
                    <a:pt x="169" y="563"/>
                    <a:pt x="188" y="543"/>
                  </a:cubicBezTo>
                  <a:cubicBezTo>
                    <a:pt x="375" y="336"/>
                    <a:pt x="639" y="222"/>
                    <a:pt x="912" y="222"/>
                  </a:cubicBezTo>
                  <a:cubicBezTo>
                    <a:pt x="984" y="222"/>
                    <a:pt x="1058" y="230"/>
                    <a:pt x="1130" y="246"/>
                  </a:cubicBezTo>
                  <a:cubicBezTo>
                    <a:pt x="1139" y="249"/>
                    <a:pt x="1148" y="250"/>
                    <a:pt x="1157" y="250"/>
                  </a:cubicBezTo>
                  <a:cubicBezTo>
                    <a:pt x="1206" y="250"/>
                    <a:pt x="1250" y="216"/>
                    <a:pt x="1263" y="166"/>
                  </a:cubicBezTo>
                  <a:cubicBezTo>
                    <a:pt x="1278" y="108"/>
                    <a:pt x="1242" y="47"/>
                    <a:pt x="1184" y="34"/>
                  </a:cubicBezTo>
                  <a:cubicBezTo>
                    <a:pt x="1092" y="11"/>
                    <a:pt x="1000" y="1"/>
                    <a:pt x="9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7"/>
            <p:cNvSpPr/>
            <p:nvPr/>
          </p:nvSpPr>
          <p:spPr>
            <a:xfrm>
              <a:off x="4732750" y="791925"/>
              <a:ext cx="50325" cy="69925"/>
            </a:xfrm>
            <a:custGeom>
              <a:avLst/>
              <a:gdLst/>
              <a:ahLst/>
              <a:cxnLst/>
              <a:rect l="l" t="t" r="r" b="b"/>
              <a:pathLst>
                <a:path w="2013" h="2797" extrusionOk="0">
                  <a:moveTo>
                    <a:pt x="759" y="1"/>
                  </a:moveTo>
                  <a:cubicBezTo>
                    <a:pt x="705" y="1"/>
                    <a:pt x="651" y="8"/>
                    <a:pt x="596" y="23"/>
                  </a:cubicBezTo>
                  <a:cubicBezTo>
                    <a:pt x="483" y="54"/>
                    <a:pt x="381" y="117"/>
                    <a:pt x="302" y="203"/>
                  </a:cubicBezTo>
                  <a:cubicBezTo>
                    <a:pt x="266" y="246"/>
                    <a:pt x="238" y="294"/>
                    <a:pt x="215" y="344"/>
                  </a:cubicBezTo>
                  <a:cubicBezTo>
                    <a:pt x="1" y="824"/>
                    <a:pt x="641" y="1547"/>
                    <a:pt x="763" y="1757"/>
                  </a:cubicBezTo>
                  <a:cubicBezTo>
                    <a:pt x="884" y="1969"/>
                    <a:pt x="1177" y="2797"/>
                    <a:pt x="1593" y="2797"/>
                  </a:cubicBezTo>
                  <a:cubicBezTo>
                    <a:pt x="1593" y="2797"/>
                    <a:pt x="1594" y="2797"/>
                    <a:pt x="1594" y="2797"/>
                  </a:cubicBezTo>
                  <a:cubicBezTo>
                    <a:pt x="2012" y="2795"/>
                    <a:pt x="1701" y="1686"/>
                    <a:pt x="1552" y="1224"/>
                  </a:cubicBezTo>
                  <a:cubicBezTo>
                    <a:pt x="1467" y="965"/>
                    <a:pt x="1426" y="702"/>
                    <a:pt x="1354" y="455"/>
                  </a:cubicBezTo>
                  <a:cubicBezTo>
                    <a:pt x="1278" y="181"/>
                    <a:pt x="1030" y="1"/>
                    <a:pt x="7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7"/>
            <p:cNvSpPr/>
            <p:nvPr/>
          </p:nvSpPr>
          <p:spPr>
            <a:xfrm>
              <a:off x="4730500" y="789150"/>
              <a:ext cx="52800" cy="75500"/>
            </a:xfrm>
            <a:custGeom>
              <a:avLst/>
              <a:gdLst/>
              <a:ahLst/>
              <a:cxnLst/>
              <a:rect l="l" t="t" r="r" b="b"/>
              <a:pathLst>
                <a:path w="2112" h="3020" extrusionOk="0">
                  <a:moveTo>
                    <a:pt x="823" y="214"/>
                  </a:moveTo>
                  <a:cubicBezTo>
                    <a:pt x="825" y="214"/>
                    <a:pt x="826" y="214"/>
                    <a:pt x="828" y="214"/>
                  </a:cubicBezTo>
                  <a:lnTo>
                    <a:pt x="829" y="214"/>
                  </a:lnTo>
                  <a:cubicBezTo>
                    <a:pt x="865" y="214"/>
                    <a:pt x="902" y="219"/>
                    <a:pt x="938" y="225"/>
                  </a:cubicBezTo>
                  <a:cubicBezTo>
                    <a:pt x="1133" y="262"/>
                    <a:pt x="1291" y="406"/>
                    <a:pt x="1348" y="597"/>
                  </a:cubicBezTo>
                  <a:cubicBezTo>
                    <a:pt x="1379" y="716"/>
                    <a:pt x="1406" y="817"/>
                    <a:pt x="1431" y="929"/>
                  </a:cubicBezTo>
                  <a:cubicBezTo>
                    <a:pt x="1465" y="1072"/>
                    <a:pt x="1498" y="1221"/>
                    <a:pt x="1547" y="1370"/>
                  </a:cubicBezTo>
                  <a:cubicBezTo>
                    <a:pt x="1776" y="2074"/>
                    <a:pt x="1855" y="2625"/>
                    <a:pt x="1747" y="2771"/>
                  </a:cubicBezTo>
                  <a:cubicBezTo>
                    <a:pt x="1739" y="2790"/>
                    <a:pt x="1720" y="2802"/>
                    <a:pt x="1701" y="2802"/>
                  </a:cubicBezTo>
                  <a:cubicBezTo>
                    <a:pt x="1697" y="2802"/>
                    <a:pt x="1693" y="2801"/>
                    <a:pt x="1688" y="2800"/>
                  </a:cubicBezTo>
                  <a:cubicBezTo>
                    <a:pt x="1417" y="2800"/>
                    <a:pt x="1179" y="2296"/>
                    <a:pt x="1048" y="2025"/>
                  </a:cubicBezTo>
                  <a:cubicBezTo>
                    <a:pt x="1007" y="1932"/>
                    <a:pt x="966" y="1848"/>
                    <a:pt x="943" y="1812"/>
                  </a:cubicBezTo>
                  <a:cubicBezTo>
                    <a:pt x="919" y="1775"/>
                    <a:pt x="883" y="1724"/>
                    <a:pt x="838" y="1663"/>
                  </a:cubicBezTo>
                  <a:cubicBezTo>
                    <a:pt x="643" y="1395"/>
                    <a:pt x="243" y="844"/>
                    <a:pt x="401" y="500"/>
                  </a:cubicBezTo>
                  <a:cubicBezTo>
                    <a:pt x="420" y="457"/>
                    <a:pt x="444" y="418"/>
                    <a:pt x="474" y="382"/>
                  </a:cubicBezTo>
                  <a:cubicBezTo>
                    <a:pt x="557" y="276"/>
                    <a:pt x="686" y="214"/>
                    <a:pt x="823" y="214"/>
                  </a:cubicBezTo>
                  <a:close/>
                  <a:moveTo>
                    <a:pt x="829" y="0"/>
                  </a:moveTo>
                  <a:cubicBezTo>
                    <a:pt x="630" y="0"/>
                    <a:pt x="439" y="89"/>
                    <a:pt x="310" y="247"/>
                  </a:cubicBezTo>
                  <a:cubicBezTo>
                    <a:pt x="270" y="296"/>
                    <a:pt x="235" y="351"/>
                    <a:pt x="208" y="411"/>
                  </a:cubicBezTo>
                  <a:cubicBezTo>
                    <a:pt x="0" y="866"/>
                    <a:pt x="433" y="1466"/>
                    <a:pt x="667" y="1788"/>
                  </a:cubicBezTo>
                  <a:cubicBezTo>
                    <a:pt x="707" y="1843"/>
                    <a:pt x="737" y="1882"/>
                    <a:pt x="764" y="1925"/>
                  </a:cubicBezTo>
                  <a:cubicBezTo>
                    <a:pt x="789" y="1967"/>
                    <a:pt x="820" y="2034"/>
                    <a:pt x="859" y="2114"/>
                  </a:cubicBezTo>
                  <a:cubicBezTo>
                    <a:pt x="1030" y="2473"/>
                    <a:pt x="1286" y="3015"/>
                    <a:pt x="1681" y="3015"/>
                  </a:cubicBezTo>
                  <a:lnTo>
                    <a:pt x="1685" y="3019"/>
                  </a:lnTo>
                  <a:cubicBezTo>
                    <a:pt x="1776" y="3019"/>
                    <a:pt x="1861" y="2975"/>
                    <a:pt x="1915" y="2902"/>
                  </a:cubicBezTo>
                  <a:cubicBezTo>
                    <a:pt x="2111" y="2626"/>
                    <a:pt x="1930" y="1882"/>
                    <a:pt x="1745" y="1309"/>
                  </a:cubicBezTo>
                  <a:cubicBezTo>
                    <a:pt x="1697" y="1163"/>
                    <a:pt x="1662" y="999"/>
                    <a:pt x="1633" y="881"/>
                  </a:cubicBezTo>
                  <a:cubicBezTo>
                    <a:pt x="1607" y="765"/>
                    <a:pt x="1580" y="649"/>
                    <a:pt x="1546" y="536"/>
                  </a:cubicBezTo>
                  <a:cubicBezTo>
                    <a:pt x="1468" y="269"/>
                    <a:pt x="1248" y="70"/>
                    <a:pt x="975" y="16"/>
                  </a:cubicBezTo>
                  <a:cubicBezTo>
                    <a:pt x="927" y="5"/>
                    <a:pt x="878" y="0"/>
                    <a:pt x="82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7"/>
            <p:cNvSpPr/>
            <p:nvPr/>
          </p:nvSpPr>
          <p:spPr>
            <a:xfrm>
              <a:off x="4751825" y="825175"/>
              <a:ext cx="20225" cy="10700"/>
            </a:xfrm>
            <a:custGeom>
              <a:avLst/>
              <a:gdLst/>
              <a:ahLst/>
              <a:cxnLst/>
              <a:rect l="l" t="t" r="r" b="b"/>
              <a:pathLst>
                <a:path w="809" h="428" extrusionOk="0">
                  <a:moveTo>
                    <a:pt x="760" y="0"/>
                  </a:moveTo>
                  <a:cubicBezTo>
                    <a:pt x="451" y="0"/>
                    <a:pt x="161" y="161"/>
                    <a:pt x="0" y="427"/>
                  </a:cubicBezTo>
                  <a:lnTo>
                    <a:pt x="809" y="2"/>
                  </a:lnTo>
                  <a:cubicBezTo>
                    <a:pt x="792" y="1"/>
                    <a:pt x="776" y="0"/>
                    <a:pt x="7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7"/>
            <p:cNvSpPr/>
            <p:nvPr/>
          </p:nvSpPr>
          <p:spPr>
            <a:xfrm>
              <a:off x="4748775" y="822650"/>
              <a:ext cx="26025" cy="15900"/>
            </a:xfrm>
            <a:custGeom>
              <a:avLst/>
              <a:gdLst/>
              <a:ahLst/>
              <a:cxnLst/>
              <a:rect l="l" t="t" r="r" b="b"/>
              <a:pathLst>
                <a:path w="1041" h="636" extrusionOk="0">
                  <a:moveTo>
                    <a:pt x="874" y="1"/>
                  </a:moveTo>
                  <a:cubicBezTo>
                    <a:pt x="531" y="1"/>
                    <a:pt x="211" y="179"/>
                    <a:pt x="30" y="476"/>
                  </a:cubicBezTo>
                  <a:lnTo>
                    <a:pt x="28" y="479"/>
                  </a:lnTo>
                  <a:cubicBezTo>
                    <a:pt x="0" y="528"/>
                    <a:pt x="18" y="592"/>
                    <a:pt x="69" y="621"/>
                  </a:cubicBezTo>
                  <a:cubicBezTo>
                    <a:pt x="85" y="631"/>
                    <a:pt x="103" y="636"/>
                    <a:pt x="122" y="636"/>
                  </a:cubicBezTo>
                  <a:cubicBezTo>
                    <a:pt x="159" y="636"/>
                    <a:pt x="195" y="615"/>
                    <a:pt x="213" y="582"/>
                  </a:cubicBezTo>
                  <a:cubicBezTo>
                    <a:pt x="360" y="353"/>
                    <a:pt x="614" y="215"/>
                    <a:pt x="884" y="215"/>
                  </a:cubicBezTo>
                  <a:cubicBezTo>
                    <a:pt x="897" y="215"/>
                    <a:pt x="909" y="215"/>
                    <a:pt x="922" y="216"/>
                  </a:cubicBezTo>
                  <a:cubicBezTo>
                    <a:pt x="924" y="216"/>
                    <a:pt x="927" y="216"/>
                    <a:pt x="930" y="216"/>
                  </a:cubicBezTo>
                  <a:cubicBezTo>
                    <a:pt x="986" y="216"/>
                    <a:pt x="1032" y="173"/>
                    <a:pt x="1036" y="117"/>
                  </a:cubicBezTo>
                  <a:cubicBezTo>
                    <a:pt x="1041" y="58"/>
                    <a:pt x="998" y="7"/>
                    <a:pt x="938" y="3"/>
                  </a:cubicBezTo>
                  <a:cubicBezTo>
                    <a:pt x="917" y="1"/>
                    <a:pt x="895" y="1"/>
                    <a:pt x="87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7"/>
            <p:cNvSpPr/>
            <p:nvPr/>
          </p:nvSpPr>
          <p:spPr>
            <a:xfrm>
              <a:off x="4754050" y="769475"/>
              <a:ext cx="55425" cy="76925"/>
            </a:xfrm>
            <a:custGeom>
              <a:avLst/>
              <a:gdLst/>
              <a:ahLst/>
              <a:cxnLst/>
              <a:rect l="l" t="t" r="r" b="b"/>
              <a:pathLst>
                <a:path w="2217" h="3077" extrusionOk="0">
                  <a:moveTo>
                    <a:pt x="839" y="0"/>
                  </a:moveTo>
                  <a:cubicBezTo>
                    <a:pt x="780" y="0"/>
                    <a:pt x="720" y="8"/>
                    <a:pt x="660" y="24"/>
                  </a:cubicBezTo>
                  <a:cubicBezTo>
                    <a:pt x="537" y="59"/>
                    <a:pt x="423" y="127"/>
                    <a:pt x="337" y="222"/>
                  </a:cubicBezTo>
                  <a:cubicBezTo>
                    <a:pt x="298" y="270"/>
                    <a:pt x="264" y="322"/>
                    <a:pt x="239" y="379"/>
                  </a:cubicBezTo>
                  <a:cubicBezTo>
                    <a:pt x="1" y="904"/>
                    <a:pt x="700" y="1702"/>
                    <a:pt x="843" y="1933"/>
                  </a:cubicBezTo>
                  <a:cubicBezTo>
                    <a:pt x="986" y="2162"/>
                    <a:pt x="1298" y="3077"/>
                    <a:pt x="1756" y="3077"/>
                  </a:cubicBezTo>
                  <a:cubicBezTo>
                    <a:pt x="1757" y="3077"/>
                    <a:pt x="1757" y="3077"/>
                    <a:pt x="1757" y="3077"/>
                  </a:cubicBezTo>
                  <a:cubicBezTo>
                    <a:pt x="2216" y="3074"/>
                    <a:pt x="1877" y="1854"/>
                    <a:pt x="1711" y="1347"/>
                  </a:cubicBezTo>
                  <a:cubicBezTo>
                    <a:pt x="1619" y="1061"/>
                    <a:pt x="1574" y="773"/>
                    <a:pt x="1494" y="499"/>
                  </a:cubicBezTo>
                  <a:cubicBezTo>
                    <a:pt x="1411" y="199"/>
                    <a:pt x="1137" y="0"/>
                    <a:pt x="8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7"/>
            <p:cNvSpPr/>
            <p:nvPr/>
          </p:nvSpPr>
          <p:spPr>
            <a:xfrm>
              <a:off x="4752050" y="766600"/>
              <a:ext cx="58050" cy="82450"/>
            </a:xfrm>
            <a:custGeom>
              <a:avLst/>
              <a:gdLst/>
              <a:ahLst/>
              <a:cxnLst/>
              <a:rect l="l" t="t" r="r" b="b"/>
              <a:pathLst>
                <a:path w="2322" h="3298" extrusionOk="0">
                  <a:moveTo>
                    <a:pt x="986" y="208"/>
                  </a:moveTo>
                  <a:cubicBezTo>
                    <a:pt x="997" y="208"/>
                    <a:pt x="1008" y="209"/>
                    <a:pt x="1019" y="209"/>
                  </a:cubicBezTo>
                  <a:cubicBezTo>
                    <a:pt x="1240" y="253"/>
                    <a:pt x="1418" y="418"/>
                    <a:pt x="1477" y="637"/>
                  </a:cubicBezTo>
                  <a:cubicBezTo>
                    <a:pt x="1513" y="756"/>
                    <a:pt x="1541" y="879"/>
                    <a:pt x="1569" y="1003"/>
                  </a:cubicBezTo>
                  <a:cubicBezTo>
                    <a:pt x="1605" y="1161"/>
                    <a:pt x="1644" y="1323"/>
                    <a:pt x="1697" y="1487"/>
                  </a:cubicBezTo>
                  <a:cubicBezTo>
                    <a:pt x="1945" y="2263"/>
                    <a:pt x="2031" y="2873"/>
                    <a:pt x="1910" y="3040"/>
                  </a:cubicBezTo>
                  <a:cubicBezTo>
                    <a:pt x="1895" y="3062"/>
                    <a:pt x="1872" y="3076"/>
                    <a:pt x="1845" y="3076"/>
                  </a:cubicBezTo>
                  <a:cubicBezTo>
                    <a:pt x="1843" y="3076"/>
                    <a:pt x="1840" y="3076"/>
                    <a:pt x="1837" y="3076"/>
                  </a:cubicBezTo>
                  <a:cubicBezTo>
                    <a:pt x="1543" y="3076"/>
                    <a:pt x="1276" y="2523"/>
                    <a:pt x="1133" y="2222"/>
                  </a:cubicBezTo>
                  <a:cubicBezTo>
                    <a:pt x="1087" y="2124"/>
                    <a:pt x="1047" y="2042"/>
                    <a:pt x="1017" y="1990"/>
                  </a:cubicBezTo>
                  <a:lnTo>
                    <a:pt x="901" y="1826"/>
                  </a:lnTo>
                  <a:cubicBezTo>
                    <a:pt x="688" y="1532"/>
                    <a:pt x="244" y="920"/>
                    <a:pt x="420" y="535"/>
                  </a:cubicBezTo>
                  <a:cubicBezTo>
                    <a:pt x="441" y="489"/>
                    <a:pt x="468" y="446"/>
                    <a:pt x="500" y="406"/>
                  </a:cubicBezTo>
                  <a:cubicBezTo>
                    <a:pt x="596" y="287"/>
                    <a:pt x="742" y="217"/>
                    <a:pt x="895" y="217"/>
                  </a:cubicBezTo>
                  <a:cubicBezTo>
                    <a:pt x="896" y="217"/>
                    <a:pt x="898" y="217"/>
                    <a:pt x="899" y="217"/>
                  </a:cubicBezTo>
                  <a:lnTo>
                    <a:pt x="899" y="215"/>
                  </a:lnTo>
                  <a:lnTo>
                    <a:pt x="898" y="215"/>
                  </a:lnTo>
                  <a:cubicBezTo>
                    <a:pt x="927" y="211"/>
                    <a:pt x="957" y="208"/>
                    <a:pt x="986" y="208"/>
                  </a:cubicBezTo>
                  <a:close/>
                  <a:moveTo>
                    <a:pt x="900" y="0"/>
                  </a:moveTo>
                  <a:cubicBezTo>
                    <a:pt x="684" y="0"/>
                    <a:pt x="477" y="96"/>
                    <a:pt x="337" y="267"/>
                  </a:cubicBezTo>
                  <a:cubicBezTo>
                    <a:pt x="292" y="321"/>
                    <a:pt x="255" y="382"/>
                    <a:pt x="225" y="446"/>
                  </a:cubicBezTo>
                  <a:cubicBezTo>
                    <a:pt x="0" y="943"/>
                    <a:pt x="475" y="1597"/>
                    <a:pt x="728" y="1950"/>
                  </a:cubicBezTo>
                  <a:cubicBezTo>
                    <a:pt x="774" y="2014"/>
                    <a:pt x="807" y="2053"/>
                    <a:pt x="835" y="2102"/>
                  </a:cubicBezTo>
                  <a:cubicBezTo>
                    <a:pt x="864" y="2151"/>
                    <a:pt x="899" y="2225"/>
                    <a:pt x="943" y="2315"/>
                  </a:cubicBezTo>
                  <a:cubicBezTo>
                    <a:pt x="1127" y="2706"/>
                    <a:pt x="1412" y="3297"/>
                    <a:pt x="1837" y="3297"/>
                  </a:cubicBezTo>
                  <a:lnTo>
                    <a:pt x="1840" y="3296"/>
                  </a:lnTo>
                  <a:cubicBezTo>
                    <a:pt x="1937" y="3296"/>
                    <a:pt x="2030" y="3248"/>
                    <a:pt x="2085" y="3169"/>
                  </a:cubicBezTo>
                  <a:cubicBezTo>
                    <a:pt x="2321" y="2857"/>
                    <a:pt x="2064" y="1944"/>
                    <a:pt x="1896" y="1427"/>
                  </a:cubicBezTo>
                  <a:cubicBezTo>
                    <a:pt x="1845" y="1271"/>
                    <a:pt x="1803" y="1092"/>
                    <a:pt x="1773" y="963"/>
                  </a:cubicBezTo>
                  <a:cubicBezTo>
                    <a:pt x="1744" y="832"/>
                    <a:pt x="1714" y="707"/>
                    <a:pt x="1678" y="583"/>
                  </a:cubicBezTo>
                  <a:cubicBezTo>
                    <a:pt x="1592" y="294"/>
                    <a:pt x="1354" y="75"/>
                    <a:pt x="1057" y="17"/>
                  </a:cubicBezTo>
                  <a:cubicBezTo>
                    <a:pt x="1005" y="6"/>
                    <a:pt x="952" y="0"/>
                    <a:pt x="90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7"/>
            <p:cNvSpPr/>
            <p:nvPr/>
          </p:nvSpPr>
          <p:spPr>
            <a:xfrm>
              <a:off x="4775125" y="806175"/>
              <a:ext cx="22250" cy="11650"/>
            </a:xfrm>
            <a:custGeom>
              <a:avLst/>
              <a:gdLst/>
              <a:ahLst/>
              <a:cxnLst/>
              <a:rect l="l" t="t" r="r" b="b"/>
              <a:pathLst>
                <a:path w="890" h="466" extrusionOk="0">
                  <a:moveTo>
                    <a:pt x="833" y="1"/>
                  </a:moveTo>
                  <a:cubicBezTo>
                    <a:pt x="495" y="1"/>
                    <a:pt x="179" y="176"/>
                    <a:pt x="0" y="465"/>
                  </a:cubicBezTo>
                  <a:lnTo>
                    <a:pt x="889" y="2"/>
                  </a:lnTo>
                  <a:cubicBezTo>
                    <a:pt x="870" y="1"/>
                    <a:pt x="851" y="1"/>
                    <a:pt x="8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7"/>
            <p:cNvSpPr/>
            <p:nvPr/>
          </p:nvSpPr>
          <p:spPr>
            <a:xfrm>
              <a:off x="4772075" y="803475"/>
              <a:ext cx="28125" cy="17025"/>
            </a:xfrm>
            <a:custGeom>
              <a:avLst/>
              <a:gdLst/>
              <a:ahLst/>
              <a:cxnLst/>
              <a:rect l="l" t="t" r="r" b="b"/>
              <a:pathLst>
                <a:path w="1125" h="681" extrusionOk="0">
                  <a:moveTo>
                    <a:pt x="953" y="1"/>
                  </a:moveTo>
                  <a:cubicBezTo>
                    <a:pt x="578" y="1"/>
                    <a:pt x="228" y="197"/>
                    <a:pt x="30" y="520"/>
                  </a:cubicBezTo>
                  <a:lnTo>
                    <a:pt x="28" y="523"/>
                  </a:lnTo>
                  <a:cubicBezTo>
                    <a:pt x="0" y="573"/>
                    <a:pt x="18" y="637"/>
                    <a:pt x="69" y="666"/>
                  </a:cubicBezTo>
                  <a:cubicBezTo>
                    <a:pt x="85" y="673"/>
                    <a:pt x="103" y="679"/>
                    <a:pt x="122" y="680"/>
                  </a:cubicBezTo>
                  <a:lnTo>
                    <a:pt x="122" y="679"/>
                  </a:lnTo>
                  <a:cubicBezTo>
                    <a:pt x="159" y="679"/>
                    <a:pt x="195" y="660"/>
                    <a:pt x="213" y="627"/>
                  </a:cubicBezTo>
                  <a:cubicBezTo>
                    <a:pt x="371" y="370"/>
                    <a:pt x="648" y="216"/>
                    <a:pt x="946" y="216"/>
                  </a:cubicBezTo>
                  <a:cubicBezTo>
                    <a:pt x="965" y="216"/>
                    <a:pt x="983" y="216"/>
                    <a:pt x="1002" y="217"/>
                  </a:cubicBezTo>
                  <a:cubicBezTo>
                    <a:pt x="1005" y="218"/>
                    <a:pt x="1008" y="218"/>
                    <a:pt x="1011" y="218"/>
                  </a:cubicBezTo>
                  <a:cubicBezTo>
                    <a:pt x="1067" y="218"/>
                    <a:pt x="1114" y="176"/>
                    <a:pt x="1118" y="119"/>
                  </a:cubicBezTo>
                  <a:cubicBezTo>
                    <a:pt x="1124" y="61"/>
                    <a:pt x="1081" y="9"/>
                    <a:pt x="1022" y="3"/>
                  </a:cubicBezTo>
                  <a:cubicBezTo>
                    <a:pt x="999" y="2"/>
                    <a:pt x="976" y="1"/>
                    <a:pt x="95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7"/>
            <p:cNvSpPr/>
            <p:nvPr/>
          </p:nvSpPr>
          <p:spPr>
            <a:xfrm>
              <a:off x="5431800" y="953125"/>
              <a:ext cx="170025" cy="324050"/>
            </a:xfrm>
            <a:custGeom>
              <a:avLst/>
              <a:gdLst/>
              <a:ahLst/>
              <a:cxnLst/>
              <a:rect l="l" t="t" r="r" b="b"/>
              <a:pathLst>
                <a:path w="6801" h="12962" extrusionOk="0">
                  <a:moveTo>
                    <a:pt x="641" y="1"/>
                  </a:moveTo>
                  <a:lnTo>
                    <a:pt x="1" y="4448"/>
                  </a:lnTo>
                  <a:lnTo>
                    <a:pt x="3268" y="11841"/>
                  </a:lnTo>
                  <a:cubicBezTo>
                    <a:pt x="3531" y="12533"/>
                    <a:pt x="4190" y="12961"/>
                    <a:pt x="4891" y="12961"/>
                  </a:cubicBezTo>
                  <a:cubicBezTo>
                    <a:pt x="5079" y="12961"/>
                    <a:pt x="5271" y="12930"/>
                    <a:pt x="5458" y="12865"/>
                  </a:cubicBezTo>
                  <a:cubicBezTo>
                    <a:pt x="6316" y="12571"/>
                    <a:pt x="6801" y="11667"/>
                    <a:pt x="6576" y="10790"/>
                  </a:cubicBezTo>
                  <a:lnTo>
                    <a:pt x="4125" y="3326"/>
                  </a:lnTo>
                  <a:lnTo>
                    <a:pt x="641"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7"/>
            <p:cNvSpPr/>
            <p:nvPr/>
          </p:nvSpPr>
          <p:spPr>
            <a:xfrm>
              <a:off x="5429250" y="950575"/>
              <a:ext cx="175575" cy="329375"/>
            </a:xfrm>
            <a:custGeom>
              <a:avLst/>
              <a:gdLst/>
              <a:ahLst/>
              <a:cxnLst/>
              <a:rect l="l" t="t" r="r" b="b"/>
              <a:pathLst>
                <a:path w="7023" h="13175" extrusionOk="0">
                  <a:moveTo>
                    <a:pt x="822" y="325"/>
                  </a:moveTo>
                  <a:lnTo>
                    <a:pt x="4134" y="3486"/>
                  </a:lnTo>
                  <a:lnTo>
                    <a:pt x="6575" y="10922"/>
                  </a:lnTo>
                  <a:cubicBezTo>
                    <a:pt x="6782" y="11745"/>
                    <a:pt x="6327" y="12589"/>
                    <a:pt x="5526" y="12869"/>
                  </a:cubicBezTo>
                  <a:cubicBezTo>
                    <a:pt x="5349" y="12931"/>
                    <a:pt x="5169" y="12960"/>
                    <a:pt x="4991" y="12960"/>
                  </a:cubicBezTo>
                  <a:cubicBezTo>
                    <a:pt x="4332" y="12960"/>
                    <a:pt x="3712" y="12555"/>
                    <a:pt x="3468" y="11903"/>
                  </a:cubicBezTo>
                  <a:lnTo>
                    <a:pt x="212" y="4537"/>
                  </a:lnTo>
                  <a:lnTo>
                    <a:pt x="822" y="325"/>
                  </a:lnTo>
                  <a:close/>
                  <a:moveTo>
                    <a:pt x="753" y="0"/>
                  </a:moveTo>
                  <a:cubicBezTo>
                    <a:pt x="741" y="0"/>
                    <a:pt x="729" y="2"/>
                    <a:pt x="718" y="6"/>
                  </a:cubicBezTo>
                  <a:cubicBezTo>
                    <a:pt x="679" y="18"/>
                    <a:pt x="651" y="51"/>
                    <a:pt x="645" y="91"/>
                  </a:cubicBezTo>
                  <a:lnTo>
                    <a:pt x="5" y="4537"/>
                  </a:lnTo>
                  <a:cubicBezTo>
                    <a:pt x="0" y="4556"/>
                    <a:pt x="0" y="4576"/>
                    <a:pt x="5" y="4595"/>
                  </a:cubicBezTo>
                  <a:lnTo>
                    <a:pt x="3270" y="11983"/>
                  </a:lnTo>
                  <a:cubicBezTo>
                    <a:pt x="3539" y="12699"/>
                    <a:pt x="4224" y="13173"/>
                    <a:pt x="4988" y="13174"/>
                  </a:cubicBezTo>
                  <a:lnTo>
                    <a:pt x="4990" y="13174"/>
                  </a:lnTo>
                  <a:cubicBezTo>
                    <a:pt x="5198" y="13173"/>
                    <a:pt x="5405" y="13137"/>
                    <a:pt x="5603" y="13067"/>
                  </a:cubicBezTo>
                  <a:cubicBezTo>
                    <a:pt x="6510" y="12747"/>
                    <a:pt x="7022" y="11790"/>
                    <a:pt x="6787" y="10858"/>
                  </a:cubicBezTo>
                  <a:lnTo>
                    <a:pt x="4335" y="3394"/>
                  </a:lnTo>
                  <a:cubicBezTo>
                    <a:pt x="4329" y="3377"/>
                    <a:pt x="4320" y="3361"/>
                    <a:pt x="4306" y="3349"/>
                  </a:cubicBezTo>
                  <a:lnTo>
                    <a:pt x="824" y="29"/>
                  </a:lnTo>
                  <a:cubicBezTo>
                    <a:pt x="804" y="10"/>
                    <a:pt x="779" y="0"/>
                    <a:pt x="75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7"/>
            <p:cNvSpPr/>
            <p:nvPr/>
          </p:nvSpPr>
          <p:spPr>
            <a:xfrm>
              <a:off x="5447850" y="870200"/>
              <a:ext cx="111225" cy="184800"/>
            </a:xfrm>
            <a:custGeom>
              <a:avLst/>
              <a:gdLst/>
              <a:ahLst/>
              <a:cxnLst/>
              <a:rect l="l" t="t" r="r" b="b"/>
              <a:pathLst>
                <a:path w="4449" h="7392" extrusionOk="0">
                  <a:moveTo>
                    <a:pt x="513" y="1"/>
                  </a:moveTo>
                  <a:lnTo>
                    <a:pt x="1" y="3321"/>
                  </a:lnTo>
                  <a:lnTo>
                    <a:pt x="2840" y="7392"/>
                  </a:lnTo>
                  <a:lnTo>
                    <a:pt x="3537" y="7392"/>
                  </a:lnTo>
                  <a:cubicBezTo>
                    <a:pt x="3537" y="7392"/>
                    <a:pt x="4448" y="4445"/>
                    <a:pt x="3537" y="2410"/>
                  </a:cubicBezTo>
                  <a:cubicBezTo>
                    <a:pt x="2626" y="376"/>
                    <a:pt x="513" y="1"/>
                    <a:pt x="513"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7"/>
            <p:cNvSpPr/>
            <p:nvPr/>
          </p:nvSpPr>
          <p:spPr>
            <a:xfrm>
              <a:off x="5445150" y="867550"/>
              <a:ext cx="116675" cy="190125"/>
            </a:xfrm>
            <a:custGeom>
              <a:avLst/>
              <a:gdLst/>
              <a:ahLst/>
              <a:cxnLst/>
              <a:rect l="l" t="t" r="r" b="b"/>
              <a:pathLst>
                <a:path w="4667" h="7605" extrusionOk="0">
                  <a:moveTo>
                    <a:pt x="710" y="235"/>
                  </a:moveTo>
                  <a:cubicBezTo>
                    <a:pt x="1144" y="343"/>
                    <a:pt x="2787" y="853"/>
                    <a:pt x="3548" y="2559"/>
                  </a:cubicBezTo>
                  <a:cubicBezTo>
                    <a:pt x="4352" y="4356"/>
                    <a:pt x="3699" y="6922"/>
                    <a:pt x="3566" y="7391"/>
                  </a:cubicBezTo>
                  <a:lnTo>
                    <a:pt x="3005" y="7391"/>
                  </a:lnTo>
                  <a:lnTo>
                    <a:pt x="222" y="3402"/>
                  </a:lnTo>
                  <a:lnTo>
                    <a:pt x="710" y="235"/>
                  </a:lnTo>
                  <a:close/>
                  <a:moveTo>
                    <a:pt x="616" y="0"/>
                  </a:moveTo>
                  <a:cubicBezTo>
                    <a:pt x="596" y="0"/>
                    <a:pt x="575" y="7"/>
                    <a:pt x="558" y="19"/>
                  </a:cubicBezTo>
                  <a:cubicBezTo>
                    <a:pt x="535" y="35"/>
                    <a:pt x="520" y="60"/>
                    <a:pt x="514" y="89"/>
                  </a:cubicBezTo>
                  <a:lnTo>
                    <a:pt x="4" y="3412"/>
                  </a:lnTo>
                  <a:cubicBezTo>
                    <a:pt x="0" y="3439"/>
                    <a:pt x="7" y="3466"/>
                    <a:pt x="22" y="3488"/>
                  </a:cubicBezTo>
                  <a:lnTo>
                    <a:pt x="2860" y="7559"/>
                  </a:lnTo>
                  <a:cubicBezTo>
                    <a:pt x="2881" y="7587"/>
                    <a:pt x="2912" y="7603"/>
                    <a:pt x="2948" y="7605"/>
                  </a:cubicBezTo>
                  <a:lnTo>
                    <a:pt x="3645" y="7605"/>
                  </a:lnTo>
                  <a:cubicBezTo>
                    <a:pt x="3690" y="7603"/>
                    <a:pt x="3730" y="7574"/>
                    <a:pt x="3743" y="7530"/>
                  </a:cubicBezTo>
                  <a:cubicBezTo>
                    <a:pt x="3783" y="7408"/>
                    <a:pt x="4666" y="4538"/>
                    <a:pt x="3743" y="2474"/>
                  </a:cubicBezTo>
                  <a:cubicBezTo>
                    <a:pt x="2820" y="409"/>
                    <a:pt x="661" y="2"/>
                    <a:pt x="637" y="2"/>
                  </a:cubicBezTo>
                  <a:cubicBezTo>
                    <a:pt x="630" y="1"/>
                    <a:pt x="623" y="0"/>
                    <a:pt x="61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7"/>
            <p:cNvSpPr/>
            <p:nvPr/>
          </p:nvSpPr>
          <p:spPr>
            <a:xfrm>
              <a:off x="5488875" y="1167625"/>
              <a:ext cx="192800" cy="111050"/>
            </a:xfrm>
            <a:custGeom>
              <a:avLst/>
              <a:gdLst/>
              <a:ahLst/>
              <a:cxnLst/>
              <a:rect l="l" t="t" r="r" b="b"/>
              <a:pathLst>
                <a:path w="7712" h="4442" extrusionOk="0">
                  <a:moveTo>
                    <a:pt x="1842" y="0"/>
                  </a:moveTo>
                  <a:cubicBezTo>
                    <a:pt x="896" y="0"/>
                    <a:pt x="211" y="462"/>
                    <a:pt x="114" y="1386"/>
                  </a:cubicBezTo>
                  <a:cubicBezTo>
                    <a:pt x="0" y="2457"/>
                    <a:pt x="845" y="4257"/>
                    <a:pt x="2533" y="4425"/>
                  </a:cubicBezTo>
                  <a:cubicBezTo>
                    <a:pt x="2646" y="4437"/>
                    <a:pt x="2763" y="4442"/>
                    <a:pt x="2883" y="4442"/>
                  </a:cubicBezTo>
                  <a:cubicBezTo>
                    <a:pt x="4578" y="4442"/>
                    <a:pt x="6981" y="3413"/>
                    <a:pt x="6981" y="3413"/>
                  </a:cubicBezTo>
                  <a:cubicBezTo>
                    <a:pt x="7429" y="3108"/>
                    <a:pt x="7703" y="2603"/>
                    <a:pt x="7712" y="2061"/>
                  </a:cubicBezTo>
                  <a:cubicBezTo>
                    <a:pt x="7704" y="1162"/>
                    <a:pt x="6698" y="1162"/>
                    <a:pt x="6698" y="1162"/>
                  </a:cubicBezTo>
                  <a:cubicBezTo>
                    <a:pt x="6698" y="1162"/>
                    <a:pt x="3489" y="203"/>
                    <a:pt x="2307" y="34"/>
                  </a:cubicBezTo>
                  <a:cubicBezTo>
                    <a:pt x="2146" y="12"/>
                    <a:pt x="1991" y="0"/>
                    <a:pt x="18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7"/>
            <p:cNvSpPr/>
            <p:nvPr/>
          </p:nvSpPr>
          <p:spPr>
            <a:xfrm>
              <a:off x="5487900" y="1165100"/>
              <a:ext cx="196275" cy="116450"/>
            </a:xfrm>
            <a:custGeom>
              <a:avLst/>
              <a:gdLst/>
              <a:ahLst/>
              <a:cxnLst/>
              <a:rect l="l" t="t" r="r" b="b"/>
              <a:pathLst>
                <a:path w="7851" h="4658" extrusionOk="0">
                  <a:moveTo>
                    <a:pt x="1799" y="213"/>
                  </a:moveTo>
                  <a:cubicBezTo>
                    <a:pt x="1826" y="213"/>
                    <a:pt x="1853" y="213"/>
                    <a:pt x="1880" y="214"/>
                  </a:cubicBezTo>
                  <a:cubicBezTo>
                    <a:pt x="2029" y="216"/>
                    <a:pt x="2178" y="229"/>
                    <a:pt x="2325" y="253"/>
                  </a:cubicBezTo>
                  <a:cubicBezTo>
                    <a:pt x="3485" y="417"/>
                    <a:pt x="6670" y="1376"/>
                    <a:pt x="6701" y="1376"/>
                  </a:cubicBezTo>
                  <a:lnTo>
                    <a:pt x="6731" y="1376"/>
                  </a:lnTo>
                  <a:cubicBezTo>
                    <a:pt x="6768" y="1376"/>
                    <a:pt x="7638" y="1388"/>
                    <a:pt x="7638" y="2168"/>
                  </a:cubicBezTo>
                  <a:cubicBezTo>
                    <a:pt x="7630" y="2670"/>
                    <a:pt x="7381" y="3137"/>
                    <a:pt x="6970" y="3422"/>
                  </a:cubicBezTo>
                  <a:cubicBezTo>
                    <a:pt x="6944" y="3433"/>
                    <a:pt x="4569" y="4443"/>
                    <a:pt x="2920" y="4443"/>
                  </a:cubicBezTo>
                  <a:cubicBezTo>
                    <a:pt x="2801" y="4443"/>
                    <a:pt x="2687" y="4438"/>
                    <a:pt x="2577" y="4427"/>
                  </a:cubicBezTo>
                  <a:cubicBezTo>
                    <a:pt x="1927" y="4355"/>
                    <a:pt x="1333" y="4025"/>
                    <a:pt x="930" y="3509"/>
                  </a:cubicBezTo>
                  <a:cubicBezTo>
                    <a:pt x="465" y="2948"/>
                    <a:pt x="223" y="2233"/>
                    <a:pt x="251" y="1505"/>
                  </a:cubicBezTo>
                  <a:cubicBezTo>
                    <a:pt x="275" y="1130"/>
                    <a:pt x="455" y="782"/>
                    <a:pt x="747" y="545"/>
                  </a:cubicBezTo>
                  <a:cubicBezTo>
                    <a:pt x="1055" y="328"/>
                    <a:pt x="1423" y="213"/>
                    <a:pt x="1799" y="213"/>
                  </a:cubicBezTo>
                  <a:close/>
                  <a:moveTo>
                    <a:pt x="1869" y="1"/>
                  </a:moveTo>
                  <a:cubicBezTo>
                    <a:pt x="1366" y="1"/>
                    <a:pt x="941" y="129"/>
                    <a:pt x="616" y="377"/>
                  </a:cubicBezTo>
                  <a:cubicBezTo>
                    <a:pt x="279" y="649"/>
                    <a:pt x="71" y="1050"/>
                    <a:pt x="39" y="1481"/>
                  </a:cubicBezTo>
                  <a:cubicBezTo>
                    <a:pt x="1" y="2268"/>
                    <a:pt x="260" y="3039"/>
                    <a:pt x="765" y="3643"/>
                  </a:cubicBezTo>
                  <a:cubicBezTo>
                    <a:pt x="1202" y="4203"/>
                    <a:pt x="1849" y="4562"/>
                    <a:pt x="2556" y="4640"/>
                  </a:cubicBezTo>
                  <a:cubicBezTo>
                    <a:pt x="2673" y="4657"/>
                    <a:pt x="2794" y="4657"/>
                    <a:pt x="2921" y="4657"/>
                  </a:cubicBezTo>
                  <a:cubicBezTo>
                    <a:pt x="4605" y="4657"/>
                    <a:pt x="6951" y="3663"/>
                    <a:pt x="7069" y="3609"/>
                  </a:cubicBezTo>
                  <a:cubicBezTo>
                    <a:pt x="7551" y="3288"/>
                    <a:pt x="7843" y="2749"/>
                    <a:pt x="7850" y="2168"/>
                  </a:cubicBezTo>
                  <a:cubicBezTo>
                    <a:pt x="7850" y="1374"/>
                    <a:pt x="7139" y="1161"/>
                    <a:pt x="6746" y="1161"/>
                  </a:cubicBezTo>
                  <a:cubicBezTo>
                    <a:pt x="6482" y="1082"/>
                    <a:pt x="3503" y="200"/>
                    <a:pt x="2355" y="37"/>
                  </a:cubicBezTo>
                  <a:cubicBezTo>
                    <a:pt x="2186" y="13"/>
                    <a:pt x="2023" y="1"/>
                    <a:pt x="186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7"/>
            <p:cNvSpPr/>
            <p:nvPr/>
          </p:nvSpPr>
          <p:spPr>
            <a:xfrm>
              <a:off x="5528375" y="1245500"/>
              <a:ext cx="98225" cy="33450"/>
            </a:xfrm>
            <a:custGeom>
              <a:avLst/>
              <a:gdLst/>
              <a:ahLst/>
              <a:cxnLst/>
              <a:rect l="l" t="t" r="r" b="b"/>
              <a:pathLst>
                <a:path w="3929" h="1338" extrusionOk="0">
                  <a:moveTo>
                    <a:pt x="3583" y="0"/>
                  </a:moveTo>
                  <a:cubicBezTo>
                    <a:pt x="2527" y="225"/>
                    <a:pt x="1715" y="289"/>
                    <a:pt x="1133" y="289"/>
                  </a:cubicBezTo>
                  <a:cubicBezTo>
                    <a:pt x="368" y="289"/>
                    <a:pt x="0" y="179"/>
                    <a:pt x="0" y="179"/>
                  </a:cubicBezTo>
                  <a:lnTo>
                    <a:pt x="0" y="179"/>
                  </a:lnTo>
                  <a:lnTo>
                    <a:pt x="335" y="1178"/>
                  </a:lnTo>
                  <a:cubicBezTo>
                    <a:pt x="530" y="1254"/>
                    <a:pt x="734" y="1301"/>
                    <a:pt x="943" y="1321"/>
                  </a:cubicBezTo>
                  <a:cubicBezTo>
                    <a:pt x="1055" y="1332"/>
                    <a:pt x="1171" y="1337"/>
                    <a:pt x="1292" y="1337"/>
                  </a:cubicBezTo>
                  <a:cubicBezTo>
                    <a:pt x="2120" y="1337"/>
                    <a:pt x="3118" y="1091"/>
                    <a:pt x="3928" y="840"/>
                  </a:cubicBezTo>
                  <a:lnTo>
                    <a:pt x="3583"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7"/>
            <p:cNvSpPr/>
            <p:nvPr/>
          </p:nvSpPr>
          <p:spPr>
            <a:xfrm>
              <a:off x="5525400" y="1242775"/>
              <a:ext cx="103800" cy="38700"/>
            </a:xfrm>
            <a:custGeom>
              <a:avLst/>
              <a:gdLst/>
              <a:ahLst/>
              <a:cxnLst/>
              <a:rect l="l" t="t" r="r" b="b"/>
              <a:pathLst>
                <a:path w="4152" h="1548" extrusionOk="0">
                  <a:moveTo>
                    <a:pt x="3642" y="237"/>
                  </a:moveTo>
                  <a:lnTo>
                    <a:pt x="3907" y="876"/>
                  </a:lnTo>
                  <a:cubicBezTo>
                    <a:pt x="3172" y="1101"/>
                    <a:pt x="2218" y="1335"/>
                    <a:pt x="1420" y="1335"/>
                  </a:cubicBezTo>
                  <a:cubicBezTo>
                    <a:pt x="1304" y="1335"/>
                    <a:pt x="1190" y="1330"/>
                    <a:pt x="1081" y="1320"/>
                  </a:cubicBezTo>
                  <a:cubicBezTo>
                    <a:pt x="898" y="1302"/>
                    <a:pt x="719" y="1262"/>
                    <a:pt x="545" y="1202"/>
                  </a:cubicBezTo>
                  <a:lnTo>
                    <a:pt x="290" y="435"/>
                  </a:lnTo>
                  <a:lnTo>
                    <a:pt x="290" y="435"/>
                  </a:lnTo>
                  <a:cubicBezTo>
                    <a:pt x="477" y="469"/>
                    <a:pt x="800" y="511"/>
                    <a:pt x="1267" y="511"/>
                  </a:cubicBezTo>
                  <a:cubicBezTo>
                    <a:pt x="1838" y="511"/>
                    <a:pt x="2624" y="449"/>
                    <a:pt x="3642" y="237"/>
                  </a:cubicBezTo>
                  <a:close/>
                  <a:moveTo>
                    <a:pt x="3700" y="1"/>
                  </a:moveTo>
                  <a:cubicBezTo>
                    <a:pt x="3692" y="1"/>
                    <a:pt x="3684" y="2"/>
                    <a:pt x="3676" y="3"/>
                  </a:cubicBezTo>
                  <a:cubicBezTo>
                    <a:pt x="2645" y="225"/>
                    <a:pt x="1847" y="288"/>
                    <a:pt x="1273" y="288"/>
                  </a:cubicBezTo>
                  <a:cubicBezTo>
                    <a:pt x="524" y="288"/>
                    <a:pt x="157" y="181"/>
                    <a:pt x="151" y="181"/>
                  </a:cubicBezTo>
                  <a:cubicBezTo>
                    <a:pt x="140" y="177"/>
                    <a:pt x="129" y="175"/>
                    <a:pt x="118" y="175"/>
                  </a:cubicBezTo>
                  <a:cubicBezTo>
                    <a:pt x="106" y="175"/>
                    <a:pt x="94" y="177"/>
                    <a:pt x="82" y="182"/>
                  </a:cubicBezTo>
                  <a:cubicBezTo>
                    <a:pt x="27" y="201"/>
                    <a:pt x="0" y="261"/>
                    <a:pt x="19" y="316"/>
                  </a:cubicBezTo>
                  <a:lnTo>
                    <a:pt x="352" y="1318"/>
                  </a:lnTo>
                  <a:cubicBezTo>
                    <a:pt x="362" y="1348"/>
                    <a:pt x="386" y="1373"/>
                    <a:pt x="416" y="1384"/>
                  </a:cubicBezTo>
                  <a:cubicBezTo>
                    <a:pt x="623" y="1460"/>
                    <a:pt x="837" y="1510"/>
                    <a:pt x="1056" y="1533"/>
                  </a:cubicBezTo>
                  <a:cubicBezTo>
                    <a:pt x="1169" y="1547"/>
                    <a:pt x="1288" y="1547"/>
                    <a:pt x="1412" y="1547"/>
                  </a:cubicBezTo>
                  <a:cubicBezTo>
                    <a:pt x="2318" y="1506"/>
                    <a:pt x="3215" y="1337"/>
                    <a:pt x="4075" y="1047"/>
                  </a:cubicBezTo>
                  <a:cubicBezTo>
                    <a:pt x="4104" y="1037"/>
                    <a:pt x="4126" y="1016"/>
                    <a:pt x="4139" y="989"/>
                  </a:cubicBezTo>
                  <a:cubicBezTo>
                    <a:pt x="4151" y="962"/>
                    <a:pt x="4151" y="931"/>
                    <a:pt x="4139" y="904"/>
                  </a:cubicBezTo>
                  <a:lnTo>
                    <a:pt x="3798" y="67"/>
                  </a:lnTo>
                  <a:cubicBezTo>
                    <a:pt x="3782" y="27"/>
                    <a:pt x="3742" y="1"/>
                    <a:pt x="37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7"/>
            <p:cNvSpPr/>
            <p:nvPr/>
          </p:nvSpPr>
          <p:spPr>
            <a:xfrm>
              <a:off x="5762425" y="1232075"/>
              <a:ext cx="48525" cy="48225"/>
            </a:xfrm>
            <a:custGeom>
              <a:avLst/>
              <a:gdLst/>
              <a:ahLst/>
              <a:cxnLst/>
              <a:rect l="l" t="t" r="r" b="b"/>
              <a:pathLst>
                <a:path w="1941" h="1929" extrusionOk="0">
                  <a:moveTo>
                    <a:pt x="259" y="1"/>
                  </a:moveTo>
                  <a:cubicBezTo>
                    <a:pt x="106" y="1"/>
                    <a:pt x="1" y="34"/>
                    <a:pt x="1" y="126"/>
                  </a:cubicBezTo>
                  <a:cubicBezTo>
                    <a:pt x="1" y="466"/>
                    <a:pt x="723" y="1739"/>
                    <a:pt x="1013" y="1891"/>
                  </a:cubicBezTo>
                  <a:cubicBezTo>
                    <a:pt x="1064" y="1917"/>
                    <a:pt x="1120" y="1929"/>
                    <a:pt x="1179" y="1929"/>
                  </a:cubicBezTo>
                  <a:cubicBezTo>
                    <a:pt x="1461" y="1929"/>
                    <a:pt x="1805" y="1665"/>
                    <a:pt x="1866" y="1480"/>
                  </a:cubicBezTo>
                  <a:cubicBezTo>
                    <a:pt x="1941" y="1253"/>
                    <a:pt x="1417" y="239"/>
                    <a:pt x="1417" y="239"/>
                  </a:cubicBezTo>
                  <a:cubicBezTo>
                    <a:pt x="1417" y="239"/>
                    <a:pt x="667" y="1"/>
                    <a:pt x="2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7"/>
            <p:cNvSpPr/>
            <p:nvPr/>
          </p:nvSpPr>
          <p:spPr>
            <a:xfrm>
              <a:off x="5759675" y="1229500"/>
              <a:ext cx="54225" cy="53450"/>
            </a:xfrm>
            <a:custGeom>
              <a:avLst/>
              <a:gdLst/>
              <a:ahLst/>
              <a:cxnLst/>
              <a:rect l="l" t="t" r="r" b="b"/>
              <a:pathLst>
                <a:path w="2169" h="2138" extrusionOk="0">
                  <a:moveTo>
                    <a:pt x="317" y="207"/>
                  </a:moveTo>
                  <a:cubicBezTo>
                    <a:pt x="326" y="207"/>
                    <a:pt x="335" y="207"/>
                    <a:pt x="344" y="208"/>
                  </a:cubicBezTo>
                  <a:cubicBezTo>
                    <a:pt x="720" y="237"/>
                    <a:pt x="1090" y="313"/>
                    <a:pt x="1448" y="432"/>
                  </a:cubicBezTo>
                  <a:cubicBezTo>
                    <a:pt x="1684" y="893"/>
                    <a:pt x="1908" y="1440"/>
                    <a:pt x="1874" y="1548"/>
                  </a:cubicBezTo>
                  <a:cubicBezTo>
                    <a:pt x="1787" y="1700"/>
                    <a:pt x="1652" y="1816"/>
                    <a:pt x="1488" y="1879"/>
                  </a:cubicBezTo>
                  <a:cubicBezTo>
                    <a:pt x="1429" y="1909"/>
                    <a:pt x="1365" y="1924"/>
                    <a:pt x="1300" y="1924"/>
                  </a:cubicBezTo>
                  <a:cubicBezTo>
                    <a:pt x="1253" y="1924"/>
                    <a:pt x="1205" y="1916"/>
                    <a:pt x="1159" y="1900"/>
                  </a:cubicBezTo>
                  <a:cubicBezTo>
                    <a:pt x="910" y="1773"/>
                    <a:pt x="200" y="543"/>
                    <a:pt x="200" y="238"/>
                  </a:cubicBezTo>
                  <a:cubicBezTo>
                    <a:pt x="235" y="217"/>
                    <a:pt x="275" y="207"/>
                    <a:pt x="317" y="207"/>
                  </a:cubicBezTo>
                  <a:close/>
                  <a:moveTo>
                    <a:pt x="379" y="1"/>
                  </a:moveTo>
                  <a:cubicBezTo>
                    <a:pt x="254" y="1"/>
                    <a:pt x="150" y="19"/>
                    <a:pt x="87" y="65"/>
                  </a:cubicBezTo>
                  <a:cubicBezTo>
                    <a:pt x="33" y="103"/>
                    <a:pt x="0" y="165"/>
                    <a:pt x="2" y="231"/>
                  </a:cubicBezTo>
                  <a:cubicBezTo>
                    <a:pt x="2" y="597"/>
                    <a:pt x="718" y="1915"/>
                    <a:pt x="1068" y="2089"/>
                  </a:cubicBezTo>
                  <a:cubicBezTo>
                    <a:pt x="1134" y="2122"/>
                    <a:pt x="1207" y="2138"/>
                    <a:pt x="1281" y="2138"/>
                  </a:cubicBezTo>
                  <a:cubicBezTo>
                    <a:pt x="1384" y="2138"/>
                    <a:pt x="1485" y="2116"/>
                    <a:pt x="1579" y="2074"/>
                  </a:cubicBezTo>
                  <a:cubicBezTo>
                    <a:pt x="1801" y="1992"/>
                    <a:pt x="1982" y="1828"/>
                    <a:pt x="2086" y="1617"/>
                  </a:cubicBezTo>
                  <a:cubicBezTo>
                    <a:pt x="2168" y="1361"/>
                    <a:pt x="1756" y="542"/>
                    <a:pt x="1628" y="295"/>
                  </a:cubicBezTo>
                  <a:cubicBezTo>
                    <a:pt x="1616" y="268"/>
                    <a:pt x="1594" y="250"/>
                    <a:pt x="1567" y="243"/>
                  </a:cubicBezTo>
                  <a:cubicBezTo>
                    <a:pt x="1354" y="175"/>
                    <a:pt x="766" y="1"/>
                    <a:pt x="37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7"/>
            <p:cNvSpPr/>
            <p:nvPr/>
          </p:nvSpPr>
          <p:spPr>
            <a:xfrm>
              <a:off x="5771475" y="1267550"/>
              <a:ext cx="44200" cy="35475"/>
            </a:xfrm>
            <a:custGeom>
              <a:avLst/>
              <a:gdLst/>
              <a:ahLst/>
              <a:cxnLst/>
              <a:rect l="l" t="t" r="r" b="b"/>
              <a:pathLst>
                <a:path w="1768" h="1419" extrusionOk="0">
                  <a:moveTo>
                    <a:pt x="1365" y="1"/>
                  </a:moveTo>
                  <a:cubicBezTo>
                    <a:pt x="1087" y="1"/>
                    <a:pt x="641" y="472"/>
                    <a:pt x="641" y="472"/>
                  </a:cubicBezTo>
                  <a:cubicBezTo>
                    <a:pt x="641" y="472"/>
                    <a:pt x="0" y="1073"/>
                    <a:pt x="115" y="1299"/>
                  </a:cubicBezTo>
                  <a:cubicBezTo>
                    <a:pt x="157" y="1381"/>
                    <a:pt x="262" y="1418"/>
                    <a:pt x="392" y="1418"/>
                  </a:cubicBezTo>
                  <a:cubicBezTo>
                    <a:pt x="624" y="1418"/>
                    <a:pt x="937" y="1302"/>
                    <a:pt x="1129" y="1112"/>
                  </a:cubicBezTo>
                  <a:cubicBezTo>
                    <a:pt x="1430" y="813"/>
                    <a:pt x="1768" y="361"/>
                    <a:pt x="1504" y="61"/>
                  </a:cubicBezTo>
                  <a:cubicBezTo>
                    <a:pt x="1467" y="18"/>
                    <a:pt x="1419" y="1"/>
                    <a:pt x="13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7"/>
            <p:cNvSpPr/>
            <p:nvPr/>
          </p:nvSpPr>
          <p:spPr>
            <a:xfrm>
              <a:off x="5768650" y="1265100"/>
              <a:ext cx="48600" cy="40575"/>
            </a:xfrm>
            <a:custGeom>
              <a:avLst/>
              <a:gdLst/>
              <a:ahLst/>
              <a:cxnLst/>
              <a:rect l="l" t="t" r="r" b="b"/>
              <a:pathLst>
                <a:path w="1944" h="1623" extrusionOk="0">
                  <a:moveTo>
                    <a:pt x="1499" y="200"/>
                  </a:moveTo>
                  <a:cubicBezTo>
                    <a:pt x="1518" y="200"/>
                    <a:pt x="1536" y="209"/>
                    <a:pt x="1547" y="224"/>
                  </a:cubicBezTo>
                  <a:cubicBezTo>
                    <a:pt x="1772" y="488"/>
                    <a:pt x="1363" y="942"/>
                    <a:pt x="1178" y="1128"/>
                  </a:cubicBezTo>
                  <a:cubicBezTo>
                    <a:pt x="993" y="1303"/>
                    <a:pt x="749" y="1400"/>
                    <a:pt x="496" y="1400"/>
                  </a:cubicBezTo>
                  <a:cubicBezTo>
                    <a:pt x="478" y="1400"/>
                    <a:pt x="460" y="1400"/>
                    <a:pt x="443" y="1399"/>
                  </a:cubicBezTo>
                  <a:cubicBezTo>
                    <a:pt x="410" y="1393"/>
                    <a:pt x="353" y="1380"/>
                    <a:pt x="335" y="1344"/>
                  </a:cubicBezTo>
                  <a:cubicBezTo>
                    <a:pt x="295" y="1265"/>
                    <a:pt x="541" y="924"/>
                    <a:pt x="839" y="644"/>
                  </a:cubicBezTo>
                  <a:cubicBezTo>
                    <a:pt x="992" y="474"/>
                    <a:pt x="1311" y="205"/>
                    <a:pt x="1479" y="205"/>
                  </a:cubicBezTo>
                  <a:lnTo>
                    <a:pt x="1491" y="200"/>
                  </a:lnTo>
                  <a:cubicBezTo>
                    <a:pt x="1494" y="200"/>
                    <a:pt x="1496" y="200"/>
                    <a:pt x="1499" y="200"/>
                  </a:cubicBezTo>
                  <a:close/>
                  <a:moveTo>
                    <a:pt x="1490" y="1"/>
                  </a:moveTo>
                  <a:cubicBezTo>
                    <a:pt x="1488" y="1"/>
                    <a:pt x="1486" y="1"/>
                    <a:pt x="1485" y="1"/>
                  </a:cubicBezTo>
                  <a:cubicBezTo>
                    <a:pt x="1174" y="1"/>
                    <a:pt x="739" y="441"/>
                    <a:pt x="679" y="503"/>
                  </a:cubicBezTo>
                  <a:cubicBezTo>
                    <a:pt x="468" y="702"/>
                    <a:pt x="0" y="1186"/>
                    <a:pt x="133" y="1452"/>
                  </a:cubicBezTo>
                  <a:cubicBezTo>
                    <a:pt x="186" y="1549"/>
                    <a:pt x="286" y="1612"/>
                    <a:pt x="398" y="1621"/>
                  </a:cubicBezTo>
                  <a:cubicBezTo>
                    <a:pt x="416" y="1622"/>
                    <a:pt x="435" y="1623"/>
                    <a:pt x="454" y="1623"/>
                  </a:cubicBezTo>
                  <a:cubicBezTo>
                    <a:pt x="473" y="1623"/>
                    <a:pt x="492" y="1622"/>
                    <a:pt x="511" y="1621"/>
                  </a:cubicBezTo>
                  <a:cubicBezTo>
                    <a:pt x="810" y="1613"/>
                    <a:pt x="1096" y="1497"/>
                    <a:pt x="1317" y="1293"/>
                  </a:cubicBezTo>
                  <a:cubicBezTo>
                    <a:pt x="1806" y="802"/>
                    <a:pt x="1943" y="377"/>
                    <a:pt x="1698" y="96"/>
                  </a:cubicBezTo>
                  <a:cubicBezTo>
                    <a:pt x="1645" y="36"/>
                    <a:pt x="1570" y="1"/>
                    <a:pt x="149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7"/>
            <p:cNvSpPr/>
            <p:nvPr/>
          </p:nvSpPr>
          <p:spPr>
            <a:xfrm>
              <a:off x="5738000" y="1232075"/>
              <a:ext cx="48800" cy="48225"/>
            </a:xfrm>
            <a:custGeom>
              <a:avLst/>
              <a:gdLst/>
              <a:ahLst/>
              <a:cxnLst/>
              <a:rect l="l" t="t" r="r" b="b"/>
              <a:pathLst>
                <a:path w="1952" h="1929" extrusionOk="0">
                  <a:moveTo>
                    <a:pt x="260" y="1"/>
                  </a:moveTo>
                  <a:cubicBezTo>
                    <a:pt x="107" y="1"/>
                    <a:pt x="1" y="34"/>
                    <a:pt x="1" y="126"/>
                  </a:cubicBezTo>
                  <a:cubicBezTo>
                    <a:pt x="1" y="466"/>
                    <a:pt x="713" y="1739"/>
                    <a:pt x="1013" y="1891"/>
                  </a:cubicBezTo>
                  <a:cubicBezTo>
                    <a:pt x="1066" y="1917"/>
                    <a:pt x="1123" y="1929"/>
                    <a:pt x="1184" y="1929"/>
                  </a:cubicBezTo>
                  <a:cubicBezTo>
                    <a:pt x="1471" y="1929"/>
                    <a:pt x="1815" y="1665"/>
                    <a:pt x="1877" y="1480"/>
                  </a:cubicBezTo>
                  <a:cubicBezTo>
                    <a:pt x="1951" y="1253"/>
                    <a:pt x="1424" y="239"/>
                    <a:pt x="1424" y="239"/>
                  </a:cubicBezTo>
                  <a:cubicBezTo>
                    <a:pt x="1424" y="239"/>
                    <a:pt x="671" y="1"/>
                    <a:pt x="26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7"/>
            <p:cNvSpPr/>
            <p:nvPr/>
          </p:nvSpPr>
          <p:spPr>
            <a:xfrm>
              <a:off x="5735300" y="1229500"/>
              <a:ext cx="54225" cy="53450"/>
            </a:xfrm>
            <a:custGeom>
              <a:avLst/>
              <a:gdLst/>
              <a:ahLst/>
              <a:cxnLst/>
              <a:rect l="l" t="t" r="r" b="b"/>
              <a:pathLst>
                <a:path w="2169" h="2138" extrusionOk="0">
                  <a:moveTo>
                    <a:pt x="318" y="207"/>
                  </a:moveTo>
                  <a:cubicBezTo>
                    <a:pt x="327" y="207"/>
                    <a:pt x="336" y="207"/>
                    <a:pt x="346" y="208"/>
                  </a:cubicBezTo>
                  <a:cubicBezTo>
                    <a:pt x="721" y="237"/>
                    <a:pt x="1092" y="313"/>
                    <a:pt x="1447" y="432"/>
                  </a:cubicBezTo>
                  <a:cubicBezTo>
                    <a:pt x="1687" y="893"/>
                    <a:pt x="1909" y="1440"/>
                    <a:pt x="1875" y="1548"/>
                  </a:cubicBezTo>
                  <a:cubicBezTo>
                    <a:pt x="1788" y="1700"/>
                    <a:pt x="1651" y="1816"/>
                    <a:pt x="1488" y="1879"/>
                  </a:cubicBezTo>
                  <a:cubicBezTo>
                    <a:pt x="1429" y="1909"/>
                    <a:pt x="1365" y="1924"/>
                    <a:pt x="1300" y="1924"/>
                  </a:cubicBezTo>
                  <a:cubicBezTo>
                    <a:pt x="1253" y="1924"/>
                    <a:pt x="1205" y="1916"/>
                    <a:pt x="1160" y="1900"/>
                  </a:cubicBezTo>
                  <a:cubicBezTo>
                    <a:pt x="910" y="1773"/>
                    <a:pt x="203" y="543"/>
                    <a:pt x="203" y="238"/>
                  </a:cubicBezTo>
                  <a:cubicBezTo>
                    <a:pt x="238" y="217"/>
                    <a:pt x="277" y="207"/>
                    <a:pt x="318" y="207"/>
                  </a:cubicBezTo>
                  <a:close/>
                  <a:moveTo>
                    <a:pt x="378" y="1"/>
                  </a:moveTo>
                  <a:cubicBezTo>
                    <a:pt x="252" y="1"/>
                    <a:pt x="148" y="19"/>
                    <a:pt x="85" y="65"/>
                  </a:cubicBezTo>
                  <a:cubicBezTo>
                    <a:pt x="31" y="104"/>
                    <a:pt x="0" y="165"/>
                    <a:pt x="2" y="231"/>
                  </a:cubicBezTo>
                  <a:cubicBezTo>
                    <a:pt x="2" y="597"/>
                    <a:pt x="721" y="1915"/>
                    <a:pt x="1068" y="2089"/>
                  </a:cubicBezTo>
                  <a:cubicBezTo>
                    <a:pt x="1135" y="2122"/>
                    <a:pt x="1208" y="2138"/>
                    <a:pt x="1281" y="2138"/>
                  </a:cubicBezTo>
                  <a:cubicBezTo>
                    <a:pt x="1383" y="2138"/>
                    <a:pt x="1486" y="2116"/>
                    <a:pt x="1580" y="2074"/>
                  </a:cubicBezTo>
                  <a:cubicBezTo>
                    <a:pt x="1800" y="1992"/>
                    <a:pt x="1982" y="1828"/>
                    <a:pt x="2085" y="1617"/>
                  </a:cubicBezTo>
                  <a:cubicBezTo>
                    <a:pt x="2168" y="1361"/>
                    <a:pt x="1757" y="542"/>
                    <a:pt x="1629" y="295"/>
                  </a:cubicBezTo>
                  <a:cubicBezTo>
                    <a:pt x="1616" y="268"/>
                    <a:pt x="1593" y="250"/>
                    <a:pt x="1565" y="243"/>
                  </a:cubicBezTo>
                  <a:cubicBezTo>
                    <a:pt x="1353" y="175"/>
                    <a:pt x="764" y="1"/>
                    <a:pt x="37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7"/>
            <p:cNvSpPr/>
            <p:nvPr/>
          </p:nvSpPr>
          <p:spPr>
            <a:xfrm>
              <a:off x="5746950" y="1267550"/>
              <a:ext cx="44250" cy="35475"/>
            </a:xfrm>
            <a:custGeom>
              <a:avLst/>
              <a:gdLst/>
              <a:ahLst/>
              <a:cxnLst/>
              <a:rect l="l" t="t" r="r" b="b"/>
              <a:pathLst>
                <a:path w="1770" h="1419" extrusionOk="0">
                  <a:moveTo>
                    <a:pt x="1367" y="1"/>
                  </a:moveTo>
                  <a:cubicBezTo>
                    <a:pt x="1090" y="1"/>
                    <a:pt x="640" y="472"/>
                    <a:pt x="640" y="472"/>
                  </a:cubicBezTo>
                  <a:cubicBezTo>
                    <a:pt x="640" y="472"/>
                    <a:pt x="0" y="1073"/>
                    <a:pt x="113" y="1299"/>
                  </a:cubicBezTo>
                  <a:cubicBezTo>
                    <a:pt x="154" y="1381"/>
                    <a:pt x="259" y="1418"/>
                    <a:pt x="390" y="1418"/>
                  </a:cubicBezTo>
                  <a:cubicBezTo>
                    <a:pt x="622" y="1418"/>
                    <a:pt x="937" y="1302"/>
                    <a:pt x="1129" y="1112"/>
                  </a:cubicBezTo>
                  <a:cubicBezTo>
                    <a:pt x="1430" y="813"/>
                    <a:pt x="1769" y="361"/>
                    <a:pt x="1504" y="61"/>
                  </a:cubicBezTo>
                  <a:cubicBezTo>
                    <a:pt x="1468" y="18"/>
                    <a:pt x="1420" y="1"/>
                    <a:pt x="13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7"/>
            <p:cNvSpPr/>
            <p:nvPr/>
          </p:nvSpPr>
          <p:spPr>
            <a:xfrm>
              <a:off x="5744225" y="1265100"/>
              <a:ext cx="48675" cy="40575"/>
            </a:xfrm>
            <a:custGeom>
              <a:avLst/>
              <a:gdLst/>
              <a:ahLst/>
              <a:cxnLst/>
              <a:rect l="l" t="t" r="r" b="b"/>
              <a:pathLst>
                <a:path w="1947" h="1623" extrusionOk="0">
                  <a:moveTo>
                    <a:pt x="1499" y="200"/>
                  </a:moveTo>
                  <a:cubicBezTo>
                    <a:pt x="1518" y="200"/>
                    <a:pt x="1537" y="208"/>
                    <a:pt x="1549" y="224"/>
                  </a:cubicBezTo>
                  <a:cubicBezTo>
                    <a:pt x="1772" y="488"/>
                    <a:pt x="1366" y="942"/>
                    <a:pt x="1178" y="1128"/>
                  </a:cubicBezTo>
                  <a:cubicBezTo>
                    <a:pt x="993" y="1303"/>
                    <a:pt x="750" y="1400"/>
                    <a:pt x="497" y="1400"/>
                  </a:cubicBezTo>
                  <a:cubicBezTo>
                    <a:pt x="479" y="1400"/>
                    <a:pt x="461" y="1400"/>
                    <a:pt x="443" y="1399"/>
                  </a:cubicBezTo>
                  <a:cubicBezTo>
                    <a:pt x="410" y="1393"/>
                    <a:pt x="353" y="1380"/>
                    <a:pt x="336" y="1344"/>
                  </a:cubicBezTo>
                  <a:cubicBezTo>
                    <a:pt x="297" y="1265"/>
                    <a:pt x="541" y="925"/>
                    <a:pt x="839" y="644"/>
                  </a:cubicBezTo>
                  <a:cubicBezTo>
                    <a:pt x="995" y="474"/>
                    <a:pt x="1311" y="205"/>
                    <a:pt x="1479" y="205"/>
                  </a:cubicBezTo>
                  <a:lnTo>
                    <a:pt x="1494" y="200"/>
                  </a:lnTo>
                  <a:cubicBezTo>
                    <a:pt x="1496" y="200"/>
                    <a:pt x="1497" y="200"/>
                    <a:pt x="1499" y="200"/>
                  </a:cubicBezTo>
                  <a:close/>
                  <a:moveTo>
                    <a:pt x="1493" y="1"/>
                  </a:moveTo>
                  <a:cubicBezTo>
                    <a:pt x="1491" y="1"/>
                    <a:pt x="1490" y="1"/>
                    <a:pt x="1488" y="1"/>
                  </a:cubicBezTo>
                  <a:cubicBezTo>
                    <a:pt x="1178" y="1"/>
                    <a:pt x="739" y="441"/>
                    <a:pt x="680" y="503"/>
                  </a:cubicBezTo>
                  <a:cubicBezTo>
                    <a:pt x="470" y="702"/>
                    <a:pt x="1" y="1186"/>
                    <a:pt x="136" y="1452"/>
                  </a:cubicBezTo>
                  <a:cubicBezTo>
                    <a:pt x="188" y="1549"/>
                    <a:pt x="288" y="1613"/>
                    <a:pt x="398" y="1621"/>
                  </a:cubicBezTo>
                  <a:cubicBezTo>
                    <a:pt x="417" y="1622"/>
                    <a:pt x="435" y="1623"/>
                    <a:pt x="454" y="1623"/>
                  </a:cubicBezTo>
                  <a:cubicBezTo>
                    <a:pt x="473" y="1623"/>
                    <a:pt x="492" y="1622"/>
                    <a:pt x="511" y="1621"/>
                  </a:cubicBezTo>
                  <a:cubicBezTo>
                    <a:pt x="812" y="1613"/>
                    <a:pt x="1099" y="1497"/>
                    <a:pt x="1321" y="1293"/>
                  </a:cubicBezTo>
                  <a:cubicBezTo>
                    <a:pt x="1811" y="802"/>
                    <a:pt x="1947" y="377"/>
                    <a:pt x="1701" y="96"/>
                  </a:cubicBezTo>
                  <a:cubicBezTo>
                    <a:pt x="1648" y="35"/>
                    <a:pt x="1573" y="1"/>
                    <a:pt x="149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7"/>
            <p:cNvSpPr/>
            <p:nvPr/>
          </p:nvSpPr>
          <p:spPr>
            <a:xfrm>
              <a:off x="5727100" y="1218000"/>
              <a:ext cx="35475" cy="56200"/>
            </a:xfrm>
            <a:custGeom>
              <a:avLst/>
              <a:gdLst/>
              <a:ahLst/>
              <a:cxnLst/>
              <a:rect l="l" t="t" r="r" b="b"/>
              <a:pathLst>
                <a:path w="1419" h="2248" extrusionOk="0">
                  <a:moveTo>
                    <a:pt x="248" y="0"/>
                  </a:moveTo>
                  <a:cubicBezTo>
                    <a:pt x="202" y="0"/>
                    <a:pt x="167" y="17"/>
                    <a:pt x="148" y="56"/>
                  </a:cubicBezTo>
                  <a:cubicBezTo>
                    <a:pt x="1" y="359"/>
                    <a:pt x="87" y="1822"/>
                    <a:pt x="294" y="2084"/>
                  </a:cubicBezTo>
                  <a:cubicBezTo>
                    <a:pt x="387" y="2202"/>
                    <a:pt x="555" y="2248"/>
                    <a:pt x="727" y="2248"/>
                  </a:cubicBezTo>
                  <a:cubicBezTo>
                    <a:pt x="940" y="2248"/>
                    <a:pt x="1159" y="2177"/>
                    <a:pt x="1251" y="2084"/>
                  </a:cubicBezTo>
                  <a:cubicBezTo>
                    <a:pt x="1418" y="1916"/>
                    <a:pt x="1384" y="776"/>
                    <a:pt x="1384" y="776"/>
                  </a:cubicBezTo>
                  <a:cubicBezTo>
                    <a:pt x="1384" y="776"/>
                    <a:pt x="558" y="0"/>
                    <a:pt x="24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7"/>
            <p:cNvSpPr/>
            <p:nvPr/>
          </p:nvSpPr>
          <p:spPr>
            <a:xfrm>
              <a:off x="5724450" y="1215325"/>
              <a:ext cx="40375" cy="61600"/>
            </a:xfrm>
            <a:custGeom>
              <a:avLst/>
              <a:gdLst/>
              <a:ahLst/>
              <a:cxnLst/>
              <a:rect l="l" t="t" r="r" b="b"/>
              <a:pathLst>
                <a:path w="1615" h="2464" extrusionOk="0">
                  <a:moveTo>
                    <a:pt x="361" y="208"/>
                  </a:moveTo>
                  <a:cubicBezTo>
                    <a:pt x="497" y="208"/>
                    <a:pt x="954" y="533"/>
                    <a:pt x="1384" y="933"/>
                  </a:cubicBezTo>
                  <a:cubicBezTo>
                    <a:pt x="1395" y="1450"/>
                    <a:pt x="1359" y="2041"/>
                    <a:pt x="1280" y="2123"/>
                  </a:cubicBezTo>
                  <a:cubicBezTo>
                    <a:pt x="1156" y="2208"/>
                    <a:pt x="1008" y="2254"/>
                    <a:pt x="859" y="2254"/>
                  </a:cubicBezTo>
                  <a:cubicBezTo>
                    <a:pt x="836" y="2254"/>
                    <a:pt x="813" y="2253"/>
                    <a:pt x="790" y="2251"/>
                  </a:cubicBezTo>
                  <a:cubicBezTo>
                    <a:pt x="785" y="2251"/>
                    <a:pt x="780" y="2251"/>
                    <a:pt x="774" y="2251"/>
                  </a:cubicBezTo>
                  <a:cubicBezTo>
                    <a:pt x="665" y="2251"/>
                    <a:pt x="560" y="2207"/>
                    <a:pt x="485" y="2127"/>
                  </a:cubicBezTo>
                  <a:cubicBezTo>
                    <a:pt x="314" y="1899"/>
                    <a:pt x="214" y="483"/>
                    <a:pt x="343" y="208"/>
                  </a:cubicBezTo>
                  <a:close/>
                  <a:moveTo>
                    <a:pt x="349" y="0"/>
                  </a:moveTo>
                  <a:cubicBezTo>
                    <a:pt x="334" y="0"/>
                    <a:pt x="320" y="1"/>
                    <a:pt x="306" y="4"/>
                  </a:cubicBezTo>
                  <a:cubicBezTo>
                    <a:pt x="241" y="14"/>
                    <a:pt x="186" y="58"/>
                    <a:pt x="159" y="117"/>
                  </a:cubicBezTo>
                  <a:cubicBezTo>
                    <a:pt x="1" y="434"/>
                    <a:pt x="77" y="1943"/>
                    <a:pt x="317" y="2249"/>
                  </a:cubicBezTo>
                  <a:cubicBezTo>
                    <a:pt x="430" y="2384"/>
                    <a:pt x="596" y="2462"/>
                    <a:pt x="772" y="2462"/>
                  </a:cubicBezTo>
                  <a:cubicBezTo>
                    <a:pt x="773" y="2462"/>
                    <a:pt x="775" y="2462"/>
                    <a:pt x="777" y="2462"/>
                  </a:cubicBezTo>
                  <a:lnTo>
                    <a:pt x="836" y="2462"/>
                  </a:lnTo>
                  <a:cubicBezTo>
                    <a:pt x="849" y="2463"/>
                    <a:pt x="861" y="2463"/>
                    <a:pt x="874" y="2463"/>
                  </a:cubicBezTo>
                  <a:cubicBezTo>
                    <a:pt x="1077" y="2463"/>
                    <a:pt x="1275" y="2395"/>
                    <a:pt x="1433" y="2269"/>
                  </a:cubicBezTo>
                  <a:cubicBezTo>
                    <a:pt x="1615" y="2081"/>
                    <a:pt x="1596" y="1159"/>
                    <a:pt x="1596" y="880"/>
                  </a:cubicBezTo>
                  <a:cubicBezTo>
                    <a:pt x="1596" y="851"/>
                    <a:pt x="1584" y="824"/>
                    <a:pt x="1561" y="805"/>
                  </a:cubicBezTo>
                  <a:cubicBezTo>
                    <a:pt x="1356" y="611"/>
                    <a:pt x="683" y="0"/>
                    <a:pt x="34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7"/>
            <p:cNvSpPr/>
            <p:nvPr/>
          </p:nvSpPr>
          <p:spPr>
            <a:xfrm>
              <a:off x="5713600" y="1266400"/>
              <a:ext cx="47450" cy="24625"/>
            </a:xfrm>
            <a:custGeom>
              <a:avLst/>
              <a:gdLst/>
              <a:ahLst/>
              <a:cxnLst/>
              <a:rect l="l" t="t" r="r" b="b"/>
              <a:pathLst>
                <a:path w="1898" h="985" extrusionOk="0">
                  <a:moveTo>
                    <a:pt x="1501" y="0"/>
                  </a:moveTo>
                  <a:cubicBezTo>
                    <a:pt x="1217" y="0"/>
                    <a:pt x="834" y="147"/>
                    <a:pt x="834" y="147"/>
                  </a:cubicBezTo>
                  <a:cubicBezTo>
                    <a:pt x="834" y="147"/>
                    <a:pt x="0" y="410"/>
                    <a:pt x="2" y="662"/>
                  </a:cubicBezTo>
                  <a:cubicBezTo>
                    <a:pt x="4" y="849"/>
                    <a:pt x="332" y="984"/>
                    <a:pt x="665" y="984"/>
                  </a:cubicBezTo>
                  <a:cubicBezTo>
                    <a:pt x="780" y="984"/>
                    <a:pt x="895" y="968"/>
                    <a:pt x="998" y="933"/>
                  </a:cubicBezTo>
                  <a:cubicBezTo>
                    <a:pt x="1398" y="794"/>
                    <a:pt x="1897" y="534"/>
                    <a:pt x="1791" y="148"/>
                  </a:cubicBezTo>
                  <a:cubicBezTo>
                    <a:pt x="1760" y="37"/>
                    <a:pt x="1643" y="0"/>
                    <a:pt x="150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7"/>
            <p:cNvSpPr/>
            <p:nvPr/>
          </p:nvSpPr>
          <p:spPr>
            <a:xfrm>
              <a:off x="5710975" y="1263750"/>
              <a:ext cx="52475" cy="29950"/>
            </a:xfrm>
            <a:custGeom>
              <a:avLst/>
              <a:gdLst/>
              <a:ahLst/>
              <a:cxnLst/>
              <a:rect l="l" t="t" r="r" b="b"/>
              <a:pathLst>
                <a:path w="2099" h="1198" extrusionOk="0">
                  <a:moveTo>
                    <a:pt x="1637" y="213"/>
                  </a:moveTo>
                  <a:cubicBezTo>
                    <a:pt x="1680" y="213"/>
                    <a:pt x="1722" y="220"/>
                    <a:pt x="1761" y="235"/>
                  </a:cubicBezTo>
                  <a:cubicBezTo>
                    <a:pt x="1782" y="244"/>
                    <a:pt x="1797" y="262"/>
                    <a:pt x="1803" y="283"/>
                  </a:cubicBezTo>
                  <a:cubicBezTo>
                    <a:pt x="1892" y="610"/>
                    <a:pt x="1325" y="850"/>
                    <a:pt x="1074" y="935"/>
                  </a:cubicBezTo>
                  <a:cubicBezTo>
                    <a:pt x="975" y="967"/>
                    <a:pt x="873" y="982"/>
                    <a:pt x="771" y="982"/>
                  </a:cubicBezTo>
                  <a:cubicBezTo>
                    <a:pt x="606" y="982"/>
                    <a:pt x="442" y="941"/>
                    <a:pt x="294" y="860"/>
                  </a:cubicBezTo>
                  <a:cubicBezTo>
                    <a:pt x="269" y="841"/>
                    <a:pt x="221" y="802"/>
                    <a:pt x="221" y="764"/>
                  </a:cubicBezTo>
                  <a:cubicBezTo>
                    <a:pt x="221" y="674"/>
                    <a:pt x="589" y="475"/>
                    <a:pt x="979" y="353"/>
                  </a:cubicBezTo>
                  <a:cubicBezTo>
                    <a:pt x="1183" y="272"/>
                    <a:pt x="1399" y="226"/>
                    <a:pt x="1619" y="214"/>
                  </a:cubicBezTo>
                  <a:lnTo>
                    <a:pt x="1608" y="214"/>
                  </a:lnTo>
                  <a:cubicBezTo>
                    <a:pt x="1617" y="213"/>
                    <a:pt x="1627" y="213"/>
                    <a:pt x="1637" y="213"/>
                  </a:cubicBezTo>
                  <a:close/>
                  <a:moveTo>
                    <a:pt x="1603" y="0"/>
                  </a:moveTo>
                  <a:cubicBezTo>
                    <a:pt x="1316" y="0"/>
                    <a:pt x="966" y="128"/>
                    <a:pt x="905" y="152"/>
                  </a:cubicBezTo>
                  <a:cubicBezTo>
                    <a:pt x="629" y="239"/>
                    <a:pt x="1" y="472"/>
                    <a:pt x="1" y="768"/>
                  </a:cubicBezTo>
                  <a:cubicBezTo>
                    <a:pt x="7" y="880"/>
                    <a:pt x="69" y="979"/>
                    <a:pt x="165" y="1037"/>
                  </a:cubicBezTo>
                  <a:cubicBezTo>
                    <a:pt x="336" y="1142"/>
                    <a:pt x="533" y="1197"/>
                    <a:pt x="735" y="1197"/>
                  </a:cubicBezTo>
                  <a:cubicBezTo>
                    <a:pt x="745" y="1197"/>
                    <a:pt x="756" y="1197"/>
                    <a:pt x="766" y="1197"/>
                  </a:cubicBezTo>
                  <a:cubicBezTo>
                    <a:pt x="774" y="1197"/>
                    <a:pt x="782" y="1197"/>
                    <a:pt x="790" y="1197"/>
                  </a:cubicBezTo>
                  <a:cubicBezTo>
                    <a:pt x="910" y="1197"/>
                    <a:pt x="1030" y="1176"/>
                    <a:pt x="1146" y="1140"/>
                  </a:cubicBezTo>
                  <a:cubicBezTo>
                    <a:pt x="1785" y="911"/>
                    <a:pt x="2099" y="588"/>
                    <a:pt x="1999" y="227"/>
                  </a:cubicBezTo>
                  <a:cubicBezTo>
                    <a:pt x="1977" y="149"/>
                    <a:pt x="1923" y="83"/>
                    <a:pt x="1849" y="47"/>
                  </a:cubicBezTo>
                  <a:cubicBezTo>
                    <a:pt x="1781" y="13"/>
                    <a:pt x="1695" y="0"/>
                    <a:pt x="160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7"/>
            <p:cNvSpPr/>
            <p:nvPr/>
          </p:nvSpPr>
          <p:spPr>
            <a:xfrm>
              <a:off x="5643475" y="1194225"/>
              <a:ext cx="105325" cy="61825"/>
            </a:xfrm>
            <a:custGeom>
              <a:avLst/>
              <a:gdLst/>
              <a:ahLst/>
              <a:cxnLst/>
              <a:rect l="l" t="t" r="r" b="b"/>
              <a:pathLst>
                <a:path w="4213" h="2473" extrusionOk="0">
                  <a:moveTo>
                    <a:pt x="2150" y="1"/>
                  </a:moveTo>
                  <a:cubicBezTo>
                    <a:pt x="1946" y="1"/>
                    <a:pt x="1742" y="9"/>
                    <a:pt x="1538" y="26"/>
                  </a:cubicBezTo>
                  <a:cubicBezTo>
                    <a:pt x="1324" y="41"/>
                    <a:pt x="1118" y="115"/>
                    <a:pt x="946" y="241"/>
                  </a:cubicBezTo>
                  <a:cubicBezTo>
                    <a:pt x="609" y="483"/>
                    <a:pt x="92" y="933"/>
                    <a:pt x="58" y="1457"/>
                  </a:cubicBezTo>
                  <a:cubicBezTo>
                    <a:pt x="0" y="2246"/>
                    <a:pt x="789" y="2472"/>
                    <a:pt x="1520" y="2472"/>
                  </a:cubicBezTo>
                  <a:cubicBezTo>
                    <a:pt x="2253" y="2472"/>
                    <a:pt x="3654" y="1457"/>
                    <a:pt x="3654" y="1457"/>
                  </a:cubicBezTo>
                  <a:cubicBezTo>
                    <a:pt x="3654" y="1457"/>
                    <a:pt x="4212" y="312"/>
                    <a:pt x="3594" y="144"/>
                  </a:cubicBezTo>
                  <a:cubicBezTo>
                    <a:pt x="3118" y="48"/>
                    <a:pt x="2634" y="1"/>
                    <a:pt x="215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7"/>
            <p:cNvSpPr/>
            <p:nvPr/>
          </p:nvSpPr>
          <p:spPr>
            <a:xfrm>
              <a:off x="5641500" y="1191725"/>
              <a:ext cx="104975" cy="66900"/>
            </a:xfrm>
            <a:custGeom>
              <a:avLst/>
              <a:gdLst/>
              <a:ahLst/>
              <a:cxnLst/>
              <a:rect l="l" t="t" r="r" b="b"/>
              <a:pathLst>
                <a:path w="4199" h="2676" extrusionOk="0">
                  <a:moveTo>
                    <a:pt x="2452" y="212"/>
                  </a:moveTo>
                  <a:cubicBezTo>
                    <a:pt x="2853" y="212"/>
                    <a:pt x="3252" y="256"/>
                    <a:pt x="3644" y="342"/>
                  </a:cubicBezTo>
                  <a:cubicBezTo>
                    <a:pt x="3721" y="360"/>
                    <a:pt x="3786" y="414"/>
                    <a:pt x="3818" y="486"/>
                  </a:cubicBezTo>
                  <a:cubicBezTo>
                    <a:pt x="3937" y="749"/>
                    <a:pt x="3743" y="1270"/>
                    <a:pt x="3645" y="1483"/>
                  </a:cubicBezTo>
                  <a:cubicBezTo>
                    <a:pt x="3466" y="1609"/>
                    <a:pt x="2231" y="2461"/>
                    <a:pt x="1592" y="2461"/>
                  </a:cubicBezTo>
                  <a:cubicBezTo>
                    <a:pt x="1273" y="2461"/>
                    <a:pt x="695" y="2415"/>
                    <a:pt x="405" y="2103"/>
                  </a:cubicBezTo>
                  <a:cubicBezTo>
                    <a:pt x="271" y="1958"/>
                    <a:pt x="209" y="1758"/>
                    <a:pt x="235" y="1561"/>
                  </a:cubicBezTo>
                  <a:cubicBezTo>
                    <a:pt x="277" y="1063"/>
                    <a:pt x="788" y="637"/>
                    <a:pt x="1089" y="422"/>
                  </a:cubicBezTo>
                  <a:cubicBezTo>
                    <a:pt x="1245" y="311"/>
                    <a:pt x="1431" y="244"/>
                    <a:pt x="1623" y="233"/>
                  </a:cubicBezTo>
                  <a:cubicBezTo>
                    <a:pt x="1811" y="214"/>
                    <a:pt x="2056" y="214"/>
                    <a:pt x="2323" y="214"/>
                  </a:cubicBezTo>
                  <a:cubicBezTo>
                    <a:pt x="2366" y="213"/>
                    <a:pt x="2409" y="212"/>
                    <a:pt x="2452" y="212"/>
                  </a:cubicBezTo>
                  <a:close/>
                  <a:moveTo>
                    <a:pt x="2308" y="0"/>
                  </a:moveTo>
                  <a:cubicBezTo>
                    <a:pt x="2039" y="0"/>
                    <a:pt x="1791" y="10"/>
                    <a:pt x="1602" y="20"/>
                  </a:cubicBezTo>
                  <a:cubicBezTo>
                    <a:pt x="1371" y="34"/>
                    <a:pt x="1150" y="114"/>
                    <a:pt x="962" y="250"/>
                  </a:cubicBezTo>
                  <a:cubicBezTo>
                    <a:pt x="560" y="539"/>
                    <a:pt x="69" y="999"/>
                    <a:pt x="30" y="1547"/>
                  </a:cubicBezTo>
                  <a:cubicBezTo>
                    <a:pt x="0" y="1803"/>
                    <a:pt x="83" y="2059"/>
                    <a:pt x="259" y="2248"/>
                  </a:cubicBezTo>
                  <a:cubicBezTo>
                    <a:pt x="585" y="2601"/>
                    <a:pt x="1173" y="2675"/>
                    <a:pt x="1599" y="2675"/>
                  </a:cubicBezTo>
                  <a:cubicBezTo>
                    <a:pt x="2357" y="2675"/>
                    <a:pt x="3743" y="1690"/>
                    <a:pt x="3792" y="1640"/>
                  </a:cubicBezTo>
                  <a:cubicBezTo>
                    <a:pt x="3807" y="1630"/>
                    <a:pt x="3819" y="1617"/>
                    <a:pt x="3827" y="1600"/>
                  </a:cubicBezTo>
                  <a:cubicBezTo>
                    <a:pt x="3864" y="1521"/>
                    <a:pt x="4199" y="813"/>
                    <a:pt x="4011" y="399"/>
                  </a:cubicBezTo>
                  <a:cubicBezTo>
                    <a:pt x="3953" y="268"/>
                    <a:pt x="3837" y="171"/>
                    <a:pt x="3699" y="137"/>
                  </a:cubicBezTo>
                  <a:cubicBezTo>
                    <a:pt x="3305" y="30"/>
                    <a:pt x="2776" y="0"/>
                    <a:pt x="230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7"/>
            <p:cNvSpPr/>
            <p:nvPr/>
          </p:nvSpPr>
          <p:spPr>
            <a:xfrm>
              <a:off x="5695575" y="1197900"/>
              <a:ext cx="92900" cy="48825"/>
            </a:xfrm>
            <a:custGeom>
              <a:avLst/>
              <a:gdLst/>
              <a:ahLst/>
              <a:cxnLst/>
              <a:rect l="l" t="t" r="r" b="b"/>
              <a:pathLst>
                <a:path w="3716" h="1953" extrusionOk="0">
                  <a:moveTo>
                    <a:pt x="1737" y="0"/>
                  </a:moveTo>
                  <a:cubicBezTo>
                    <a:pt x="1547" y="0"/>
                    <a:pt x="1360" y="20"/>
                    <a:pt x="1177" y="70"/>
                  </a:cubicBezTo>
                  <a:cubicBezTo>
                    <a:pt x="553" y="238"/>
                    <a:pt x="1" y="1364"/>
                    <a:pt x="337" y="1813"/>
                  </a:cubicBezTo>
                  <a:cubicBezTo>
                    <a:pt x="856" y="1906"/>
                    <a:pt x="1382" y="1953"/>
                    <a:pt x="1908" y="1953"/>
                  </a:cubicBezTo>
                  <a:cubicBezTo>
                    <a:pt x="2135" y="1953"/>
                    <a:pt x="2362" y="1944"/>
                    <a:pt x="2588" y="1926"/>
                  </a:cubicBezTo>
                  <a:cubicBezTo>
                    <a:pt x="3656" y="1813"/>
                    <a:pt x="3715" y="406"/>
                    <a:pt x="3096" y="238"/>
                  </a:cubicBezTo>
                  <a:cubicBezTo>
                    <a:pt x="2659" y="119"/>
                    <a:pt x="2193" y="0"/>
                    <a:pt x="17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7"/>
            <p:cNvSpPr/>
            <p:nvPr/>
          </p:nvSpPr>
          <p:spPr>
            <a:xfrm>
              <a:off x="5697800" y="1195450"/>
              <a:ext cx="88525" cy="54125"/>
            </a:xfrm>
            <a:custGeom>
              <a:avLst/>
              <a:gdLst/>
              <a:ahLst/>
              <a:cxnLst/>
              <a:rect l="l" t="t" r="r" b="b"/>
              <a:pathLst>
                <a:path w="3541" h="2165" extrusionOk="0">
                  <a:moveTo>
                    <a:pt x="1648" y="210"/>
                  </a:moveTo>
                  <a:cubicBezTo>
                    <a:pt x="2073" y="210"/>
                    <a:pt x="2519" y="320"/>
                    <a:pt x="2977" y="445"/>
                  </a:cubicBezTo>
                  <a:cubicBezTo>
                    <a:pt x="3190" y="495"/>
                    <a:pt x="3321" y="762"/>
                    <a:pt x="3296" y="1083"/>
                  </a:cubicBezTo>
                  <a:cubicBezTo>
                    <a:pt x="3272" y="1524"/>
                    <a:pt x="2928" y="1880"/>
                    <a:pt x="2489" y="1919"/>
                  </a:cubicBezTo>
                  <a:cubicBezTo>
                    <a:pt x="2267" y="1935"/>
                    <a:pt x="2045" y="1943"/>
                    <a:pt x="1823" y="1943"/>
                  </a:cubicBezTo>
                  <a:cubicBezTo>
                    <a:pt x="1317" y="1943"/>
                    <a:pt x="812" y="1901"/>
                    <a:pt x="312" y="1816"/>
                  </a:cubicBezTo>
                  <a:cubicBezTo>
                    <a:pt x="230" y="1613"/>
                    <a:pt x="236" y="1386"/>
                    <a:pt x="325" y="1186"/>
                  </a:cubicBezTo>
                  <a:cubicBezTo>
                    <a:pt x="480" y="742"/>
                    <a:pt x="811" y="361"/>
                    <a:pt x="1121" y="276"/>
                  </a:cubicBezTo>
                  <a:cubicBezTo>
                    <a:pt x="1292" y="230"/>
                    <a:pt x="1468" y="210"/>
                    <a:pt x="1648" y="210"/>
                  </a:cubicBezTo>
                  <a:close/>
                  <a:moveTo>
                    <a:pt x="1648" y="1"/>
                  </a:moveTo>
                  <a:cubicBezTo>
                    <a:pt x="1451" y="1"/>
                    <a:pt x="1256" y="23"/>
                    <a:pt x="1064" y="75"/>
                  </a:cubicBezTo>
                  <a:cubicBezTo>
                    <a:pt x="623" y="195"/>
                    <a:pt x="267" y="696"/>
                    <a:pt x="121" y="1122"/>
                  </a:cubicBezTo>
                  <a:cubicBezTo>
                    <a:pt x="1" y="1471"/>
                    <a:pt x="13" y="1777"/>
                    <a:pt x="163" y="1975"/>
                  </a:cubicBezTo>
                  <a:cubicBezTo>
                    <a:pt x="180" y="1996"/>
                    <a:pt x="202" y="2011"/>
                    <a:pt x="229" y="2016"/>
                  </a:cubicBezTo>
                  <a:cubicBezTo>
                    <a:pt x="763" y="2112"/>
                    <a:pt x="1307" y="2161"/>
                    <a:pt x="1850" y="2163"/>
                  </a:cubicBezTo>
                  <a:lnTo>
                    <a:pt x="1849" y="2163"/>
                  </a:lnTo>
                  <a:cubicBezTo>
                    <a:pt x="1886" y="2164"/>
                    <a:pt x="1924" y="2164"/>
                    <a:pt x="1962" y="2164"/>
                  </a:cubicBezTo>
                  <a:cubicBezTo>
                    <a:pt x="2145" y="2164"/>
                    <a:pt x="2328" y="2155"/>
                    <a:pt x="2510" y="2139"/>
                  </a:cubicBezTo>
                  <a:cubicBezTo>
                    <a:pt x="3052" y="2091"/>
                    <a:pt x="3475" y="1654"/>
                    <a:pt x="3506" y="1112"/>
                  </a:cubicBezTo>
                  <a:cubicBezTo>
                    <a:pt x="3540" y="686"/>
                    <a:pt x="3346" y="329"/>
                    <a:pt x="3035" y="244"/>
                  </a:cubicBezTo>
                  <a:cubicBezTo>
                    <a:pt x="2556" y="114"/>
                    <a:pt x="2095" y="1"/>
                    <a:pt x="164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7"/>
            <p:cNvSpPr/>
            <p:nvPr/>
          </p:nvSpPr>
          <p:spPr>
            <a:xfrm>
              <a:off x="5645800" y="1233250"/>
              <a:ext cx="55375" cy="74350"/>
            </a:xfrm>
            <a:custGeom>
              <a:avLst/>
              <a:gdLst/>
              <a:ahLst/>
              <a:cxnLst/>
              <a:rect l="l" t="t" r="r" b="b"/>
              <a:pathLst>
                <a:path w="2215" h="2974" extrusionOk="0">
                  <a:moveTo>
                    <a:pt x="512" y="0"/>
                  </a:moveTo>
                  <a:cubicBezTo>
                    <a:pt x="129" y="0"/>
                    <a:pt x="0" y="400"/>
                    <a:pt x="188" y="907"/>
                  </a:cubicBezTo>
                  <a:cubicBezTo>
                    <a:pt x="413" y="1509"/>
                    <a:pt x="1240" y="2484"/>
                    <a:pt x="1316" y="2782"/>
                  </a:cubicBezTo>
                  <a:cubicBezTo>
                    <a:pt x="1345" y="2901"/>
                    <a:pt x="1472" y="2973"/>
                    <a:pt x="1617" y="2973"/>
                  </a:cubicBezTo>
                  <a:cubicBezTo>
                    <a:pt x="1835" y="2973"/>
                    <a:pt x="2096" y="2812"/>
                    <a:pt x="2140" y="2406"/>
                  </a:cubicBezTo>
                  <a:cubicBezTo>
                    <a:pt x="2215" y="1730"/>
                    <a:pt x="1654" y="643"/>
                    <a:pt x="1654" y="643"/>
                  </a:cubicBezTo>
                  <a:cubicBezTo>
                    <a:pt x="1409" y="369"/>
                    <a:pt x="1098" y="164"/>
                    <a:pt x="751" y="43"/>
                  </a:cubicBezTo>
                  <a:cubicBezTo>
                    <a:pt x="663" y="14"/>
                    <a:pt x="583" y="0"/>
                    <a:pt x="5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7"/>
            <p:cNvSpPr/>
            <p:nvPr/>
          </p:nvSpPr>
          <p:spPr>
            <a:xfrm>
              <a:off x="5644550" y="1230300"/>
              <a:ext cx="59500" cy="80050"/>
            </a:xfrm>
            <a:custGeom>
              <a:avLst/>
              <a:gdLst/>
              <a:ahLst/>
              <a:cxnLst/>
              <a:rect l="l" t="t" r="r" b="b"/>
              <a:pathLst>
                <a:path w="2380" h="3202" extrusionOk="0">
                  <a:moveTo>
                    <a:pt x="543" y="223"/>
                  </a:moveTo>
                  <a:cubicBezTo>
                    <a:pt x="550" y="223"/>
                    <a:pt x="556" y="223"/>
                    <a:pt x="563" y="224"/>
                  </a:cubicBezTo>
                  <a:cubicBezTo>
                    <a:pt x="627" y="228"/>
                    <a:pt x="690" y="240"/>
                    <a:pt x="751" y="261"/>
                  </a:cubicBezTo>
                  <a:cubicBezTo>
                    <a:pt x="1077" y="376"/>
                    <a:pt x="1370" y="566"/>
                    <a:pt x="1604" y="821"/>
                  </a:cubicBezTo>
                  <a:cubicBezTo>
                    <a:pt x="1659" y="934"/>
                    <a:pt x="2141" y="1912"/>
                    <a:pt x="2074" y="2514"/>
                  </a:cubicBezTo>
                  <a:cubicBezTo>
                    <a:pt x="2037" y="2844"/>
                    <a:pt x="1846" y="2974"/>
                    <a:pt x="1678" y="2984"/>
                  </a:cubicBezTo>
                  <a:cubicBezTo>
                    <a:pt x="1671" y="2985"/>
                    <a:pt x="1663" y="2985"/>
                    <a:pt x="1656" y="2985"/>
                  </a:cubicBezTo>
                  <a:cubicBezTo>
                    <a:pt x="1562" y="2985"/>
                    <a:pt x="1481" y="2942"/>
                    <a:pt x="1465" y="2874"/>
                  </a:cubicBezTo>
                  <a:cubicBezTo>
                    <a:pt x="1346" y="2600"/>
                    <a:pt x="1191" y="2343"/>
                    <a:pt x="1007" y="2109"/>
                  </a:cubicBezTo>
                  <a:cubicBezTo>
                    <a:pt x="745" y="1759"/>
                    <a:pt x="520" y="1382"/>
                    <a:pt x="335" y="986"/>
                  </a:cubicBezTo>
                  <a:cubicBezTo>
                    <a:pt x="224" y="690"/>
                    <a:pt x="231" y="428"/>
                    <a:pt x="350" y="303"/>
                  </a:cubicBezTo>
                  <a:cubicBezTo>
                    <a:pt x="402" y="252"/>
                    <a:pt x="471" y="223"/>
                    <a:pt x="543" y="223"/>
                  </a:cubicBezTo>
                  <a:close/>
                  <a:moveTo>
                    <a:pt x="593" y="1"/>
                  </a:moveTo>
                  <a:cubicBezTo>
                    <a:pt x="451" y="1"/>
                    <a:pt x="311" y="54"/>
                    <a:pt x="203" y="155"/>
                  </a:cubicBezTo>
                  <a:cubicBezTo>
                    <a:pt x="21" y="343"/>
                    <a:pt x="0" y="681"/>
                    <a:pt x="143" y="1061"/>
                  </a:cubicBezTo>
                  <a:cubicBezTo>
                    <a:pt x="332" y="1473"/>
                    <a:pt x="565" y="1865"/>
                    <a:pt x="835" y="2228"/>
                  </a:cubicBezTo>
                  <a:cubicBezTo>
                    <a:pt x="1002" y="2445"/>
                    <a:pt x="1145" y="2679"/>
                    <a:pt x="1263" y="2925"/>
                  </a:cubicBezTo>
                  <a:cubicBezTo>
                    <a:pt x="1314" y="3090"/>
                    <a:pt x="1467" y="3200"/>
                    <a:pt x="1637" y="3200"/>
                  </a:cubicBezTo>
                  <a:cubicBezTo>
                    <a:pt x="1647" y="3200"/>
                    <a:pt x="1657" y="3200"/>
                    <a:pt x="1666" y="3199"/>
                  </a:cubicBezTo>
                  <a:lnTo>
                    <a:pt x="1665" y="3197"/>
                  </a:lnTo>
                  <a:lnTo>
                    <a:pt x="1711" y="3202"/>
                  </a:lnTo>
                  <a:cubicBezTo>
                    <a:pt x="2046" y="3163"/>
                    <a:pt x="2301" y="2880"/>
                    <a:pt x="2304" y="2541"/>
                  </a:cubicBezTo>
                  <a:cubicBezTo>
                    <a:pt x="2380" y="1842"/>
                    <a:pt x="1827" y="763"/>
                    <a:pt x="1805" y="715"/>
                  </a:cubicBezTo>
                  <a:lnTo>
                    <a:pt x="1791" y="699"/>
                  </a:lnTo>
                  <a:cubicBezTo>
                    <a:pt x="1537" y="407"/>
                    <a:pt x="1209" y="185"/>
                    <a:pt x="843" y="59"/>
                  </a:cubicBezTo>
                  <a:cubicBezTo>
                    <a:pt x="763" y="20"/>
                    <a:pt x="678" y="1"/>
                    <a:pt x="59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7"/>
            <p:cNvSpPr/>
            <p:nvPr/>
          </p:nvSpPr>
          <p:spPr>
            <a:xfrm>
              <a:off x="5663675" y="1267725"/>
              <a:ext cx="30950" cy="10725"/>
            </a:xfrm>
            <a:custGeom>
              <a:avLst/>
              <a:gdLst/>
              <a:ahLst/>
              <a:cxnLst/>
              <a:rect l="l" t="t" r="r" b="b"/>
              <a:pathLst>
                <a:path w="1238" h="429" extrusionOk="0">
                  <a:moveTo>
                    <a:pt x="770" y="0"/>
                  </a:moveTo>
                  <a:cubicBezTo>
                    <a:pt x="348" y="0"/>
                    <a:pt x="1" y="429"/>
                    <a:pt x="1" y="429"/>
                  </a:cubicBezTo>
                  <a:lnTo>
                    <a:pt x="1238" y="202"/>
                  </a:lnTo>
                  <a:cubicBezTo>
                    <a:pt x="1081" y="55"/>
                    <a:pt x="921" y="0"/>
                    <a:pt x="7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7"/>
            <p:cNvSpPr/>
            <p:nvPr/>
          </p:nvSpPr>
          <p:spPr>
            <a:xfrm>
              <a:off x="5660650" y="1264950"/>
              <a:ext cx="36925" cy="16150"/>
            </a:xfrm>
            <a:custGeom>
              <a:avLst/>
              <a:gdLst/>
              <a:ahLst/>
              <a:cxnLst/>
              <a:rect l="l" t="t" r="r" b="b"/>
              <a:pathLst>
                <a:path w="1477" h="646" extrusionOk="0">
                  <a:moveTo>
                    <a:pt x="887" y="1"/>
                  </a:moveTo>
                  <a:cubicBezTo>
                    <a:pt x="872" y="1"/>
                    <a:pt x="856" y="1"/>
                    <a:pt x="841" y="2"/>
                  </a:cubicBezTo>
                  <a:cubicBezTo>
                    <a:pt x="527" y="54"/>
                    <a:pt x="242" y="220"/>
                    <a:pt x="41" y="467"/>
                  </a:cubicBezTo>
                  <a:cubicBezTo>
                    <a:pt x="40" y="468"/>
                    <a:pt x="40" y="468"/>
                    <a:pt x="38" y="470"/>
                  </a:cubicBezTo>
                  <a:cubicBezTo>
                    <a:pt x="1" y="516"/>
                    <a:pt x="7" y="584"/>
                    <a:pt x="53" y="622"/>
                  </a:cubicBezTo>
                  <a:cubicBezTo>
                    <a:pt x="72" y="638"/>
                    <a:pt x="98" y="646"/>
                    <a:pt x="122" y="646"/>
                  </a:cubicBezTo>
                  <a:cubicBezTo>
                    <a:pt x="156" y="644"/>
                    <a:pt x="187" y="625"/>
                    <a:pt x="205" y="595"/>
                  </a:cubicBezTo>
                  <a:cubicBezTo>
                    <a:pt x="370" y="395"/>
                    <a:pt x="601" y="258"/>
                    <a:pt x="856" y="209"/>
                  </a:cubicBezTo>
                  <a:cubicBezTo>
                    <a:pt x="864" y="209"/>
                    <a:pt x="872" y="209"/>
                    <a:pt x="881" y="209"/>
                  </a:cubicBezTo>
                  <a:cubicBezTo>
                    <a:pt x="1032" y="209"/>
                    <a:pt x="1177" y="272"/>
                    <a:pt x="1281" y="382"/>
                  </a:cubicBezTo>
                  <a:lnTo>
                    <a:pt x="1283" y="382"/>
                  </a:lnTo>
                  <a:cubicBezTo>
                    <a:pt x="1304" y="403"/>
                    <a:pt x="1331" y="413"/>
                    <a:pt x="1358" y="413"/>
                  </a:cubicBezTo>
                  <a:cubicBezTo>
                    <a:pt x="1385" y="413"/>
                    <a:pt x="1412" y="403"/>
                    <a:pt x="1433" y="382"/>
                  </a:cubicBezTo>
                  <a:cubicBezTo>
                    <a:pt x="1435" y="380"/>
                    <a:pt x="1436" y="379"/>
                    <a:pt x="1438" y="378"/>
                  </a:cubicBezTo>
                  <a:cubicBezTo>
                    <a:pt x="1476" y="336"/>
                    <a:pt x="1475" y="270"/>
                    <a:pt x="1433" y="232"/>
                  </a:cubicBezTo>
                  <a:cubicBezTo>
                    <a:pt x="1289" y="83"/>
                    <a:pt x="1092" y="1"/>
                    <a:pt x="88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7"/>
            <p:cNvSpPr/>
            <p:nvPr/>
          </p:nvSpPr>
          <p:spPr>
            <a:xfrm>
              <a:off x="5764875" y="1206175"/>
              <a:ext cx="66700" cy="47800"/>
            </a:xfrm>
            <a:custGeom>
              <a:avLst/>
              <a:gdLst/>
              <a:ahLst/>
              <a:cxnLst/>
              <a:rect l="l" t="t" r="r" b="b"/>
              <a:pathLst>
                <a:path w="2668" h="1912" extrusionOk="0">
                  <a:moveTo>
                    <a:pt x="564" y="1"/>
                  </a:moveTo>
                  <a:cubicBezTo>
                    <a:pt x="564" y="1"/>
                    <a:pt x="1" y="337"/>
                    <a:pt x="1" y="864"/>
                  </a:cubicBezTo>
                  <a:cubicBezTo>
                    <a:pt x="1" y="1391"/>
                    <a:pt x="263" y="1505"/>
                    <a:pt x="564" y="1576"/>
                  </a:cubicBezTo>
                  <a:cubicBezTo>
                    <a:pt x="815" y="1637"/>
                    <a:pt x="1328" y="1912"/>
                    <a:pt x="1667" y="1912"/>
                  </a:cubicBezTo>
                  <a:cubicBezTo>
                    <a:pt x="1733" y="1912"/>
                    <a:pt x="1793" y="1901"/>
                    <a:pt x="1843" y="1877"/>
                  </a:cubicBezTo>
                  <a:cubicBezTo>
                    <a:pt x="2148" y="1728"/>
                    <a:pt x="2668" y="1201"/>
                    <a:pt x="2105" y="638"/>
                  </a:cubicBezTo>
                  <a:cubicBezTo>
                    <a:pt x="1542" y="75"/>
                    <a:pt x="564" y="1"/>
                    <a:pt x="5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7"/>
            <p:cNvSpPr/>
            <p:nvPr/>
          </p:nvSpPr>
          <p:spPr>
            <a:xfrm>
              <a:off x="5762425" y="1203500"/>
              <a:ext cx="64725" cy="53150"/>
            </a:xfrm>
            <a:custGeom>
              <a:avLst/>
              <a:gdLst/>
              <a:ahLst/>
              <a:cxnLst/>
              <a:rect l="l" t="t" r="r" b="b"/>
              <a:pathLst>
                <a:path w="2589" h="2126" extrusionOk="0">
                  <a:moveTo>
                    <a:pt x="698" y="217"/>
                  </a:moveTo>
                  <a:cubicBezTo>
                    <a:pt x="889" y="239"/>
                    <a:pt x="1664" y="355"/>
                    <a:pt x="2131" y="819"/>
                  </a:cubicBezTo>
                  <a:cubicBezTo>
                    <a:pt x="2285" y="948"/>
                    <a:pt x="2364" y="1143"/>
                    <a:pt x="2344" y="1341"/>
                  </a:cubicBezTo>
                  <a:cubicBezTo>
                    <a:pt x="2282" y="1579"/>
                    <a:pt x="2119" y="1778"/>
                    <a:pt x="1898" y="1889"/>
                  </a:cubicBezTo>
                  <a:cubicBezTo>
                    <a:pt x="1864" y="1906"/>
                    <a:pt x="1821" y="1913"/>
                    <a:pt x="1771" y="1913"/>
                  </a:cubicBezTo>
                  <a:cubicBezTo>
                    <a:pt x="1574" y="1913"/>
                    <a:pt x="1275" y="1795"/>
                    <a:pt x="1044" y="1702"/>
                  </a:cubicBezTo>
                  <a:cubicBezTo>
                    <a:pt x="931" y="1655"/>
                    <a:pt x="815" y="1613"/>
                    <a:pt x="697" y="1579"/>
                  </a:cubicBezTo>
                  <a:cubicBezTo>
                    <a:pt x="416" y="1509"/>
                    <a:pt x="215" y="1423"/>
                    <a:pt x="215" y="971"/>
                  </a:cubicBezTo>
                  <a:cubicBezTo>
                    <a:pt x="215" y="578"/>
                    <a:pt x="588" y="292"/>
                    <a:pt x="698" y="217"/>
                  </a:cubicBezTo>
                  <a:close/>
                  <a:moveTo>
                    <a:pt x="671" y="0"/>
                  </a:moveTo>
                  <a:cubicBezTo>
                    <a:pt x="651" y="0"/>
                    <a:pt x="631" y="6"/>
                    <a:pt x="614" y="15"/>
                  </a:cubicBezTo>
                  <a:cubicBezTo>
                    <a:pt x="589" y="30"/>
                    <a:pt x="1" y="370"/>
                    <a:pt x="1" y="971"/>
                  </a:cubicBezTo>
                  <a:cubicBezTo>
                    <a:pt x="1" y="1573"/>
                    <a:pt x="328" y="1710"/>
                    <a:pt x="639" y="1786"/>
                  </a:cubicBezTo>
                  <a:cubicBezTo>
                    <a:pt x="718" y="1807"/>
                    <a:pt x="836" y="1851"/>
                    <a:pt x="960" y="1900"/>
                  </a:cubicBezTo>
                  <a:cubicBezTo>
                    <a:pt x="1214" y="2021"/>
                    <a:pt x="1487" y="2097"/>
                    <a:pt x="1767" y="2125"/>
                  </a:cubicBezTo>
                  <a:cubicBezTo>
                    <a:pt x="1773" y="2126"/>
                    <a:pt x="1779" y="2126"/>
                    <a:pt x="1785" y="2126"/>
                  </a:cubicBezTo>
                  <a:cubicBezTo>
                    <a:pt x="1857" y="2126"/>
                    <a:pt x="1928" y="2109"/>
                    <a:pt x="1994" y="2078"/>
                  </a:cubicBezTo>
                  <a:cubicBezTo>
                    <a:pt x="2276" y="1938"/>
                    <a:pt x="2481" y="1680"/>
                    <a:pt x="2556" y="1375"/>
                  </a:cubicBezTo>
                  <a:cubicBezTo>
                    <a:pt x="2588" y="1108"/>
                    <a:pt x="2487" y="845"/>
                    <a:pt x="2285" y="671"/>
                  </a:cubicBezTo>
                  <a:cubicBezTo>
                    <a:pt x="1700" y="85"/>
                    <a:pt x="718" y="1"/>
                    <a:pt x="678" y="1"/>
                  </a:cubicBezTo>
                  <a:cubicBezTo>
                    <a:pt x="676" y="0"/>
                    <a:pt x="674" y="0"/>
                    <a:pt x="67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7"/>
            <p:cNvSpPr/>
            <p:nvPr/>
          </p:nvSpPr>
          <p:spPr>
            <a:xfrm>
              <a:off x="5804425" y="1233350"/>
              <a:ext cx="38475" cy="36875"/>
            </a:xfrm>
            <a:custGeom>
              <a:avLst/>
              <a:gdLst/>
              <a:ahLst/>
              <a:cxnLst/>
              <a:rect l="l" t="t" r="r" b="b"/>
              <a:pathLst>
                <a:path w="1539" h="1475" extrusionOk="0">
                  <a:moveTo>
                    <a:pt x="751" y="0"/>
                  </a:moveTo>
                  <a:cubicBezTo>
                    <a:pt x="605" y="0"/>
                    <a:pt x="68" y="27"/>
                    <a:pt x="37" y="415"/>
                  </a:cubicBezTo>
                  <a:cubicBezTo>
                    <a:pt x="0" y="864"/>
                    <a:pt x="186" y="940"/>
                    <a:pt x="374" y="1089"/>
                  </a:cubicBezTo>
                  <a:cubicBezTo>
                    <a:pt x="518" y="1204"/>
                    <a:pt x="861" y="1475"/>
                    <a:pt x="1115" y="1475"/>
                  </a:cubicBezTo>
                  <a:cubicBezTo>
                    <a:pt x="1191" y="1475"/>
                    <a:pt x="1260" y="1450"/>
                    <a:pt x="1312" y="1390"/>
                  </a:cubicBezTo>
                  <a:cubicBezTo>
                    <a:pt x="1538" y="1128"/>
                    <a:pt x="1199" y="188"/>
                    <a:pt x="788" y="1"/>
                  </a:cubicBezTo>
                  <a:cubicBezTo>
                    <a:pt x="788" y="1"/>
                    <a:pt x="774" y="0"/>
                    <a:pt x="7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37"/>
            <p:cNvSpPr/>
            <p:nvPr/>
          </p:nvSpPr>
          <p:spPr>
            <a:xfrm>
              <a:off x="5801025" y="1230700"/>
              <a:ext cx="41225" cy="42200"/>
            </a:xfrm>
            <a:custGeom>
              <a:avLst/>
              <a:gdLst/>
              <a:ahLst/>
              <a:cxnLst/>
              <a:rect l="l" t="t" r="r" b="b"/>
              <a:pathLst>
                <a:path w="1649" h="1688" extrusionOk="0">
                  <a:moveTo>
                    <a:pt x="891" y="214"/>
                  </a:moveTo>
                  <a:cubicBezTo>
                    <a:pt x="1152" y="410"/>
                    <a:pt x="1327" y="699"/>
                    <a:pt x="1382" y="1019"/>
                  </a:cubicBezTo>
                  <a:cubicBezTo>
                    <a:pt x="1432" y="1152"/>
                    <a:pt x="1426" y="1299"/>
                    <a:pt x="1363" y="1427"/>
                  </a:cubicBezTo>
                  <a:cubicBezTo>
                    <a:pt x="1341" y="1452"/>
                    <a:pt x="1305" y="1474"/>
                    <a:pt x="1244" y="1474"/>
                  </a:cubicBezTo>
                  <a:cubicBezTo>
                    <a:pt x="1130" y="1474"/>
                    <a:pt x="929" y="1397"/>
                    <a:pt x="571" y="1112"/>
                  </a:cubicBezTo>
                  <a:lnTo>
                    <a:pt x="501" y="1058"/>
                  </a:lnTo>
                  <a:cubicBezTo>
                    <a:pt x="313" y="954"/>
                    <a:pt x="220" y="737"/>
                    <a:pt x="273" y="530"/>
                  </a:cubicBezTo>
                  <a:cubicBezTo>
                    <a:pt x="298" y="235"/>
                    <a:pt x="751" y="214"/>
                    <a:pt x="879" y="214"/>
                  </a:cubicBezTo>
                  <a:close/>
                  <a:moveTo>
                    <a:pt x="876" y="0"/>
                  </a:moveTo>
                  <a:cubicBezTo>
                    <a:pt x="714" y="0"/>
                    <a:pt x="101" y="29"/>
                    <a:pt x="62" y="512"/>
                  </a:cubicBezTo>
                  <a:cubicBezTo>
                    <a:pt x="1" y="793"/>
                    <a:pt x="127" y="1082"/>
                    <a:pt x="373" y="1229"/>
                  </a:cubicBezTo>
                  <a:cubicBezTo>
                    <a:pt x="394" y="1246"/>
                    <a:pt x="418" y="1261"/>
                    <a:pt x="440" y="1280"/>
                  </a:cubicBezTo>
                  <a:cubicBezTo>
                    <a:pt x="584" y="1395"/>
                    <a:pt x="951" y="1688"/>
                    <a:pt x="1250" y="1688"/>
                  </a:cubicBezTo>
                  <a:cubicBezTo>
                    <a:pt x="1353" y="1688"/>
                    <a:pt x="1449" y="1643"/>
                    <a:pt x="1516" y="1566"/>
                  </a:cubicBezTo>
                  <a:cubicBezTo>
                    <a:pt x="1625" y="1387"/>
                    <a:pt x="1649" y="1171"/>
                    <a:pt x="1582" y="973"/>
                  </a:cubicBezTo>
                  <a:cubicBezTo>
                    <a:pt x="1499" y="600"/>
                    <a:pt x="1256" y="148"/>
                    <a:pt x="954" y="11"/>
                  </a:cubicBezTo>
                  <a:cubicBezTo>
                    <a:pt x="942" y="5"/>
                    <a:pt x="928" y="2"/>
                    <a:pt x="915" y="1"/>
                  </a:cubicBezTo>
                  <a:cubicBezTo>
                    <a:pt x="912" y="1"/>
                    <a:pt x="898" y="0"/>
                    <a:pt x="87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37"/>
            <p:cNvSpPr/>
            <p:nvPr/>
          </p:nvSpPr>
          <p:spPr>
            <a:xfrm>
              <a:off x="4914075" y="1643400"/>
              <a:ext cx="171025" cy="491575"/>
            </a:xfrm>
            <a:custGeom>
              <a:avLst/>
              <a:gdLst/>
              <a:ahLst/>
              <a:cxnLst/>
              <a:rect l="l" t="t" r="r" b="b"/>
              <a:pathLst>
                <a:path w="6841" h="19663" extrusionOk="0">
                  <a:moveTo>
                    <a:pt x="5791" y="1"/>
                  </a:moveTo>
                  <a:lnTo>
                    <a:pt x="1655" y="297"/>
                  </a:lnTo>
                  <a:cubicBezTo>
                    <a:pt x="1655" y="297"/>
                    <a:pt x="0" y="4125"/>
                    <a:pt x="0" y="6677"/>
                  </a:cubicBezTo>
                  <a:cubicBezTo>
                    <a:pt x="0" y="9231"/>
                    <a:pt x="1729" y="15234"/>
                    <a:pt x="1729" y="15234"/>
                  </a:cubicBezTo>
                  <a:lnTo>
                    <a:pt x="1729" y="19662"/>
                  </a:lnTo>
                  <a:lnTo>
                    <a:pt x="4740" y="19662"/>
                  </a:lnTo>
                  <a:lnTo>
                    <a:pt x="4817" y="14411"/>
                  </a:lnTo>
                  <a:cubicBezTo>
                    <a:pt x="4817" y="14411"/>
                    <a:pt x="6541" y="9381"/>
                    <a:pt x="6692" y="5252"/>
                  </a:cubicBezTo>
                  <a:cubicBezTo>
                    <a:pt x="6841" y="1125"/>
                    <a:pt x="5791" y="1"/>
                    <a:pt x="5791"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7"/>
            <p:cNvSpPr/>
            <p:nvPr/>
          </p:nvSpPr>
          <p:spPr>
            <a:xfrm>
              <a:off x="4911425" y="1640675"/>
              <a:ext cx="176125" cy="496900"/>
            </a:xfrm>
            <a:custGeom>
              <a:avLst/>
              <a:gdLst/>
              <a:ahLst/>
              <a:cxnLst/>
              <a:rect l="l" t="t" r="r" b="b"/>
              <a:pathLst>
                <a:path w="7045" h="19876" extrusionOk="0">
                  <a:moveTo>
                    <a:pt x="5843" y="216"/>
                  </a:moveTo>
                  <a:cubicBezTo>
                    <a:pt x="6012" y="451"/>
                    <a:pt x="6819" y="1730"/>
                    <a:pt x="6686" y="5355"/>
                  </a:cubicBezTo>
                  <a:cubicBezTo>
                    <a:pt x="6539" y="9420"/>
                    <a:pt x="4832" y="14432"/>
                    <a:pt x="4816" y="14481"/>
                  </a:cubicBezTo>
                  <a:cubicBezTo>
                    <a:pt x="4814" y="14491"/>
                    <a:pt x="4814" y="14503"/>
                    <a:pt x="4816" y="14515"/>
                  </a:cubicBezTo>
                  <a:lnTo>
                    <a:pt x="4741" y="19663"/>
                  </a:lnTo>
                  <a:lnTo>
                    <a:pt x="1951" y="19663"/>
                  </a:lnTo>
                  <a:lnTo>
                    <a:pt x="1944" y="15346"/>
                  </a:lnTo>
                  <a:cubicBezTo>
                    <a:pt x="1944" y="15337"/>
                    <a:pt x="1944" y="15327"/>
                    <a:pt x="1944" y="15316"/>
                  </a:cubicBezTo>
                  <a:cubicBezTo>
                    <a:pt x="1926" y="15252"/>
                    <a:pt x="220" y="9295"/>
                    <a:pt x="220" y="6786"/>
                  </a:cubicBezTo>
                  <a:cubicBezTo>
                    <a:pt x="220" y="4458"/>
                    <a:pt x="1625" y="1003"/>
                    <a:pt x="1840" y="509"/>
                  </a:cubicBezTo>
                  <a:lnTo>
                    <a:pt x="5843" y="216"/>
                  </a:lnTo>
                  <a:close/>
                  <a:moveTo>
                    <a:pt x="5889" y="1"/>
                  </a:moveTo>
                  <a:cubicBezTo>
                    <a:pt x="5886" y="1"/>
                    <a:pt x="5883" y="1"/>
                    <a:pt x="5881" y="1"/>
                  </a:cubicBezTo>
                  <a:lnTo>
                    <a:pt x="1752" y="302"/>
                  </a:lnTo>
                  <a:cubicBezTo>
                    <a:pt x="1711" y="303"/>
                    <a:pt x="1677" y="329"/>
                    <a:pt x="1662" y="366"/>
                  </a:cubicBezTo>
                  <a:cubicBezTo>
                    <a:pt x="1644" y="403"/>
                    <a:pt x="1" y="4288"/>
                    <a:pt x="1" y="6786"/>
                  </a:cubicBezTo>
                  <a:cubicBezTo>
                    <a:pt x="1" y="9286"/>
                    <a:pt x="1613" y="14955"/>
                    <a:pt x="1728" y="15357"/>
                  </a:cubicBezTo>
                  <a:lnTo>
                    <a:pt x="1728" y="19770"/>
                  </a:lnTo>
                  <a:cubicBezTo>
                    <a:pt x="1728" y="19828"/>
                    <a:pt x="1776" y="19875"/>
                    <a:pt x="1835" y="19875"/>
                  </a:cubicBezTo>
                  <a:lnTo>
                    <a:pt x="4846" y="19875"/>
                  </a:lnTo>
                  <a:cubicBezTo>
                    <a:pt x="4899" y="19871"/>
                    <a:pt x="4941" y="19826"/>
                    <a:pt x="4941" y="19771"/>
                  </a:cubicBezTo>
                  <a:lnTo>
                    <a:pt x="5018" y="14536"/>
                  </a:lnTo>
                  <a:cubicBezTo>
                    <a:pt x="5126" y="14216"/>
                    <a:pt x="6750" y="9346"/>
                    <a:pt x="6893" y="5366"/>
                  </a:cubicBezTo>
                  <a:cubicBezTo>
                    <a:pt x="7045" y="1240"/>
                    <a:pt x="6009" y="82"/>
                    <a:pt x="5965" y="35"/>
                  </a:cubicBezTo>
                  <a:cubicBezTo>
                    <a:pt x="5945" y="14"/>
                    <a:pt x="5917" y="1"/>
                    <a:pt x="588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7"/>
            <p:cNvSpPr/>
            <p:nvPr/>
          </p:nvSpPr>
          <p:spPr>
            <a:xfrm>
              <a:off x="4989150" y="1643400"/>
              <a:ext cx="95950" cy="491575"/>
            </a:xfrm>
            <a:custGeom>
              <a:avLst/>
              <a:gdLst/>
              <a:ahLst/>
              <a:cxnLst/>
              <a:rect l="l" t="t" r="r" b="b"/>
              <a:pathLst>
                <a:path w="3838" h="19663" extrusionOk="0">
                  <a:moveTo>
                    <a:pt x="2788" y="1"/>
                  </a:moveTo>
                  <a:lnTo>
                    <a:pt x="1" y="199"/>
                  </a:lnTo>
                  <a:lnTo>
                    <a:pt x="1" y="19662"/>
                  </a:lnTo>
                  <a:lnTo>
                    <a:pt x="1737" y="19662"/>
                  </a:lnTo>
                  <a:lnTo>
                    <a:pt x="1814" y="14411"/>
                  </a:lnTo>
                  <a:cubicBezTo>
                    <a:pt x="1814" y="14411"/>
                    <a:pt x="3538" y="9381"/>
                    <a:pt x="3689" y="5252"/>
                  </a:cubicBezTo>
                  <a:cubicBezTo>
                    <a:pt x="3838" y="1125"/>
                    <a:pt x="2788" y="1"/>
                    <a:pt x="278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7"/>
            <p:cNvSpPr/>
            <p:nvPr/>
          </p:nvSpPr>
          <p:spPr>
            <a:xfrm>
              <a:off x="4986775" y="1640700"/>
              <a:ext cx="100850" cy="496875"/>
            </a:xfrm>
            <a:custGeom>
              <a:avLst/>
              <a:gdLst/>
              <a:ahLst/>
              <a:cxnLst/>
              <a:rect l="l" t="t" r="r" b="b"/>
              <a:pathLst>
                <a:path w="4034" h="19875" extrusionOk="0">
                  <a:moveTo>
                    <a:pt x="2829" y="215"/>
                  </a:moveTo>
                  <a:cubicBezTo>
                    <a:pt x="2998" y="450"/>
                    <a:pt x="3805" y="1729"/>
                    <a:pt x="3672" y="5354"/>
                  </a:cubicBezTo>
                  <a:cubicBezTo>
                    <a:pt x="3525" y="9419"/>
                    <a:pt x="1818" y="14431"/>
                    <a:pt x="1802" y="14480"/>
                  </a:cubicBezTo>
                  <a:cubicBezTo>
                    <a:pt x="1800" y="14490"/>
                    <a:pt x="1800" y="14502"/>
                    <a:pt x="1802" y="14514"/>
                  </a:cubicBezTo>
                  <a:lnTo>
                    <a:pt x="1727" y="19662"/>
                  </a:lnTo>
                  <a:lnTo>
                    <a:pt x="213" y="19662"/>
                  </a:lnTo>
                  <a:lnTo>
                    <a:pt x="209" y="407"/>
                  </a:lnTo>
                  <a:lnTo>
                    <a:pt x="2829" y="215"/>
                  </a:lnTo>
                  <a:close/>
                  <a:moveTo>
                    <a:pt x="2875" y="0"/>
                  </a:moveTo>
                  <a:cubicBezTo>
                    <a:pt x="2873" y="0"/>
                    <a:pt x="2871" y="0"/>
                    <a:pt x="2869" y="0"/>
                  </a:cubicBezTo>
                  <a:lnTo>
                    <a:pt x="99" y="200"/>
                  </a:lnTo>
                  <a:cubicBezTo>
                    <a:pt x="42" y="204"/>
                    <a:pt x="0" y="252"/>
                    <a:pt x="0" y="307"/>
                  </a:cubicBezTo>
                  <a:lnTo>
                    <a:pt x="0" y="19769"/>
                  </a:lnTo>
                  <a:cubicBezTo>
                    <a:pt x="0" y="19827"/>
                    <a:pt x="48" y="19874"/>
                    <a:pt x="106" y="19874"/>
                  </a:cubicBezTo>
                  <a:lnTo>
                    <a:pt x="1832" y="19874"/>
                  </a:lnTo>
                  <a:cubicBezTo>
                    <a:pt x="1885" y="19871"/>
                    <a:pt x="1927" y="19825"/>
                    <a:pt x="1927" y="19770"/>
                  </a:cubicBezTo>
                  <a:lnTo>
                    <a:pt x="2009" y="14535"/>
                  </a:lnTo>
                  <a:cubicBezTo>
                    <a:pt x="2115" y="14215"/>
                    <a:pt x="3741" y="9345"/>
                    <a:pt x="3883" y="5365"/>
                  </a:cubicBezTo>
                  <a:cubicBezTo>
                    <a:pt x="4034" y="1239"/>
                    <a:pt x="2998" y="81"/>
                    <a:pt x="2956" y="34"/>
                  </a:cubicBezTo>
                  <a:cubicBezTo>
                    <a:pt x="2935" y="12"/>
                    <a:pt x="2906" y="0"/>
                    <a:pt x="28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7"/>
            <p:cNvSpPr/>
            <p:nvPr/>
          </p:nvSpPr>
          <p:spPr>
            <a:xfrm>
              <a:off x="4863200" y="1401000"/>
              <a:ext cx="294825" cy="274750"/>
            </a:xfrm>
            <a:custGeom>
              <a:avLst/>
              <a:gdLst/>
              <a:ahLst/>
              <a:cxnLst/>
              <a:rect l="l" t="t" r="r" b="b"/>
              <a:pathLst>
                <a:path w="11793" h="10990" extrusionOk="0">
                  <a:moveTo>
                    <a:pt x="6959" y="0"/>
                  </a:moveTo>
                  <a:cubicBezTo>
                    <a:pt x="5051" y="0"/>
                    <a:pt x="2620" y="2370"/>
                    <a:pt x="1431" y="4740"/>
                  </a:cubicBezTo>
                  <a:cubicBezTo>
                    <a:pt x="0" y="7591"/>
                    <a:pt x="2710" y="10145"/>
                    <a:pt x="5408" y="10821"/>
                  </a:cubicBezTo>
                  <a:cubicBezTo>
                    <a:pt x="5884" y="10940"/>
                    <a:pt x="6309" y="10989"/>
                    <a:pt x="6686" y="10989"/>
                  </a:cubicBezTo>
                  <a:cubicBezTo>
                    <a:pt x="8447" y="10989"/>
                    <a:pt x="9167" y="9919"/>
                    <a:pt x="9167" y="9919"/>
                  </a:cubicBezTo>
                  <a:cubicBezTo>
                    <a:pt x="9167" y="9919"/>
                    <a:pt x="11042" y="8717"/>
                    <a:pt x="11417" y="6692"/>
                  </a:cubicBezTo>
                  <a:cubicBezTo>
                    <a:pt x="11792" y="4666"/>
                    <a:pt x="9992" y="1588"/>
                    <a:pt x="8042" y="314"/>
                  </a:cubicBezTo>
                  <a:cubicBezTo>
                    <a:pt x="7712" y="98"/>
                    <a:pt x="7346" y="0"/>
                    <a:pt x="695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7"/>
            <p:cNvSpPr/>
            <p:nvPr/>
          </p:nvSpPr>
          <p:spPr>
            <a:xfrm>
              <a:off x="4883300" y="1398225"/>
              <a:ext cx="277875" cy="280125"/>
            </a:xfrm>
            <a:custGeom>
              <a:avLst/>
              <a:gdLst/>
              <a:ahLst/>
              <a:cxnLst/>
              <a:rect l="l" t="t" r="r" b="b"/>
              <a:pathLst>
                <a:path w="11115" h="11205" extrusionOk="0">
                  <a:moveTo>
                    <a:pt x="6176" y="217"/>
                  </a:moveTo>
                  <a:cubicBezTo>
                    <a:pt x="6533" y="217"/>
                    <a:pt x="6881" y="323"/>
                    <a:pt x="7178" y="518"/>
                  </a:cubicBezTo>
                  <a:cubicBezTo>
                    <a:pt x="9030" y="1729"/>
                    <a:pt x="10890" y="4732"/>
                    <a:pt x="10509" y="6788"/>
                  </a:cubicBezTo>
                  <a:cubicBezTo>
                    <a:pt x="10146" y="8743"/>
                    <a:pt x="8323" y="9933"/>
                    <a:pt x="8305" y="9945"/>
                  </a:cubicBezTo>
                  <a:cubicBezTo>
                    <a:pt x="8293" y="9952"/>
                    <a:pt x="8283" y="9963"/>
                    <a:pt x="8274" y="9975"/>
                  </a:cubicBezTo>
                  <a:cubicBezTo>
                    <a:pt x="8241" y="10021"/>
                    <a:pt x="7561" y="10990"/>
                    <a:pt x="5896" y="10990"/>
                  </a:cubicBezTo>
                  <a:cubicBezTo>
                    <a:pt x="5526" y="10990"/>
                    <a:pt x="5107" y="10943"/>
                    <a:pt x="4637" y="10826"/>
                  </a:cubicBezTo>
                  <a:cubicBezTo>
                    <a:pt x="2853" y="10386"/>
                    <a:pt x="1298" y="9205"/>
                    <a:pt x="658" y="7826"/>
                  </a:cubicBezTo>
                  <a:cubicBezTo>
                    <a:pt x="220" y="6894"/>
                    <a:pt x="247" y="5809"/>
                    <a:pt x="730" y="4899"/>
                  </a:cubicBezTo>
                  <a:cubicBezTo>
                    <a:pt x="1840" y="2685"/>
                    <a:pt x="3828" y="757"/>
                    <a:pt x="5466" y="316"/>
                  </a:cubicBezTo>
                  <a:cubicBezTo>
                    <a:pt x="5689" y="252"/>
                    <a:pt x="5922" y="219"/>
                    <a:pt x="6154" y="218"/>
                  </a:cubicBezTo>
                  <a:cubicBezTo>
                    <a:pt x="6161" y="218"/>
                    <a:pt x="6169" y="217"/>
                    <a:pt x="6176" y="217"/>
                  </a:cubicBezTo>
                  <a:close/>
                  <a:moveTo>
                    <a:pt x="6109" y="1"/>
                  </a:moveTo>
                  <a:cubicBezTo>
                    <a:pt x="5873" y="1"/>
                    <a:pt x="5637" y="38"/>
                    <a:pt x="5408" y="113"/>
                  </a:cubicBezTo>
                  <a:cubicBezTo>
                    <a:pt x="3493" y="627"/>
                    <a:pt x="1507" y="2863"/>
                    <a:pt x="538" y="4805"/>
                  </a:cubicBezTo>
                  <a:cubicBezTo>
                    <a:pt x="27" y="5773"/>
                    <a:pt x="0" y="6924"/>
                    <a:pt x="465" y="7914"/>
                  </a:cubicBezTo>
                  <a:cubicBezTo>
                    <a:pt x="1124" y="9349"/>
                    <a:pt x="2743" y="10573"/>
                    <a:pt x="4585" y="11033"/>
                  </a:cubicBezTo>
                  <a:cubicBezTo>
                    <a:pt x="5007" y="11143"/>
                    <a:pt x="5441" y="11200"/>
                    <a:pt x="5877" y="11204"/>
                  </a:cubicBezTo>
                  <a:cubicBezTo>
                    <a:pt x="7550" y="11204"/>
                    <a:pt x="8317" y="10257"/>
                    <a:pt x="8438" y="10113"/>
                  </a:cubicBezTo>
                  <a:cubicBezTo>
                    <a:pt x="8640" y="9978"/>
                    <a:pt x="10356" y="8795"/>
                    <a:pt x="10720" y="6827"/>
                  </a:cubicBezTo>
                  <a:cubicBezTo>
                    <a:pt x="11115" y="4692"/>
                    <a:pt x="9203" y="1587"/>
                    <a:pt x="7294" y="340"/>
                  </a:cubicBezTo>
                  <a:cubicBezTo>
                    <a:pt x="6935" y="116"/>
                    <a:pt x="6523" y="1"/>
                    <a:pt x="610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7"/>
            <p:cNvSpPr/>
            <p:nvPr/>
          </p:nvSpPr>
          <p:spPr>
            <a:xfrm>
              <a:off x="4975075" y="1422775"/>
              <a:ext cx="66700" cy="170625"/>
            </a:xfrm>
            <a:custGeom>
              <a:avLst/>
              <a:gdLst/>
              <a:ahLst/>
              <a:cxnLst/>
              <a:rect l="l" t="t" r="r" b="b"/>
              <a:pathLst>
                <a:path w="2668" h="6825" extrusionOk="0">
                  <a:moveTo>
                    <a:pt x="117" y="0"/>
                  </a:moveTo>
                  <a:cubicBezTo>
                    <a:pt x="113" y="0"/>
                    <a:pt x="108" y="0"/>
                    <a:pt x="104" y="1"/>
                  </a:cubicBezTo>
                  <a:cubicBezTo>
                    <a:pt x="102" y="1"/>
                    <a:pt x="102" y="2"/>
                    <a:pt x="101" y="2"/>
                  </a:cubicBezTo>
                  <a:cubicBezTo>
                    <a:pt x="42" y="8"/>
                    <a:pt x="1" y="59"/>
                    <a:pt x="8" y="117"/>
                  </a:cubicBezTo>
                  <a:lnTo>
                    <a:pt x="278" y="2837"/>
                  </a:lnTo>
                  <a:cubicBezTo>
                    <a:pt x="282" y="2872"/>
                    <a:pt x="303" y="2901"/>
                    <a:pt x="331" y="2918"/>
                  </a:cubicBezTo>
                  <a:cubicBezTo>
                    <a:pt x="346" y="2926"/>
                    <a:pt x="362" y="2930"/>
                    <a:pt x="378" y="2930"/>
                  </a:cubicBezTo>
                  <a:cubicBezTo>
                    <a:pt x="394" y="2930"/>
                    <a:pt x="410" y="2926"/>
                    <a:pt x="425" y="2918"/>
                  </a:cubicBezTo>
                  <a:lnTo>
                    <a:pt x="2017" y="2249"/>
                  </a:lnTo>
                  <a:cubicBezTo>
                    <a:pt x="2061" y="2547"/>
                    <a:pt x="2136" y="3280"/>
                    <a:pt x="2274" y="4106"/>
                  </a:cubicBezTo>
                  <a:cubicBezTo>
                    <a:pt x="2392" y="4972"/>
                    <a:pt x="2452" y="5845"/>
                    <a:pt x="2453" y="6719"/>
                  </a:cubicBezTo>
                  <a:cubicBezTo>
                    <a:pt x="2455" y="6777"/>
                    <a:pt x="2502" y="6825"/>
                    <a:pt x="2560" y="6825"/>
                  </a:cubicBezTo>
                  <a:lnTo>
                    <a:pt x="2562" y="6825"/>
                  </a:lnTo>
                  <a:cubicBezTo>
                    <a:pt x="2621" y="6825"/>
                    <a:pt x="2667" y="6776"/>
                    <a:pt x="2666" y="6716"/>
                  </a:cubicBezTo>
                  <a:cubicBezTo>
                    <a:pt x="2664" y="5832"/>
                    <a:pt x="2603" y="4947"/>
                    <a:pt x="2486" y="4070"/>
                  </a:cubicBezTo>
                  <a:cubicBezTo>
                    <a:pt x="2306" y="2998"/>
                    <a:pt x="2215" y="2082"/>
                    <a:pt x="2215" y="2082"/>
                  </a:cubicBezTo>
                  <a:cubicBezTo>
                    <a:pt x="2210" y="2048"/>
                    <a:pt x="2191" y="2018"/>
                    <a:pt x="2161" y="2002"/>
                  </a:cubicBezTo>
                  <a:cubicBezTo>
                    <a:pt x="2146" y="1994"/>
                    <a:pt x="2130" y="1990"/>
                    <a:pt x="2113" y="1990"/>
                  </a:cubicBezTo>
                  <a:cubicBezTo>
                    <a:pt x="2097" y="1990"/>
                    <a:pt x="2080" y="1994"/>
                    <a:pt x="2064" y="2002"/>
                  </a:cubicBezTo>
                  <a:lnTo>
                    <a:pt x="476" y="2671"/>
                  </a:lnTo>
                  <a:lnTo>
                    <a:pt x="218" y="95"/>
                  </a:lnTo>
                  <a:cubicBezTo>
                    <a:pt x="218" y="93"/>
                    <a:pt x="218" y="92"/>
                    <a:pt x="218" y="90"/>
                  </a:cubicBezTo>
                  <a:cubicBezTo>
                    <a:pt x="211" y="38"/>
                    <a:pt x="168" y="0"/>
                    <a:pt x="11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7"/>
            <p:cNvSpPr/>
            <p:nvPr/>
          </p:nvSpPr>
          <p:spPr>
            <a:xfrm>
              <a:off x="4944150" y="1568300"/>
              <a:ext cx="151975" cy="151950"/>
            </a:xfrm>
            <a:custGeom>
              <a:avLst/>
              <a:gdLst/>
              <a:ahLst/>
              <a:cxnLst/>
              <a:rect l="l" t="t" r="r" b="b"/>
              <a:pathLst>
                <a:path w="6079" h="6078" extrusionOk="0">
                  <a:moveTo>
                    <a:pt x="3039" y="0"/>
                  </a:moveTo>
                  <a:cubicBezTo>
                    <a:pt x="1361" y="0"/>
                    <a:pt x="0" y="1361"/>
                    <a:pt x="0" y="3039"/>
                  </a:cubicBezTo>
                  <a:cubicBezTo>
                    <a:pt x="0" y="4717"/>
                    <a:pt x="1361" y="6078"/>
                    <a:pt x="3039" y="6078"/>
                  </a:cubicBezTo>
                  <a:cubicBezTo>
                    <a:pt x="4717" y="6078"/>
                    <a:pt x="6078" y="4717"/>
                    <a:pt x="6078" y="3039"/>
                  </a:cubicBezTo>
                  <a:cubicBezTo>
                    <a:pt x="6078" y="1361"/>
                    <a:pt x="4717" y="0"/>
                    <a:pt x="3039"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7"/>
            <p:cNvSpPr/>
            <p:nvPr/>
          </p:nvSpPr>
          <p:spPr>
            <a:xfrm>
              <a:off x="4941350" y="1565575"/>
              <a:ext cx="157450" cy="157400"/>
            </a:xfrm>
            <a:custGeom>
              <a:avLst/>
              <a:gdLst/>
              <a:ahLst/>
              <a:cxnLst/>
              <a:rect l="l" t="t" r="r" b="b"/>
              <a:pathLst>
                <a:path w="6298" h="6296" extrusionOk="0">
                  <a:moveTo>
                    <a:pt x="3151" y="215"/>
                  </a:moveTo>
                  <a:cubicBezTo>
                    <a:pt x="4774" y="218"/>
                    <a:pt x="6086" y="1534"/>
                    <a:pt x="6085" y="3157"/>
                  </a:cubicBezTo>
                  <a:cubicBezTo>
                    <a:pt x="6080" y="4775"/>
                    <a:pt x="4768" y="6084"/>
                    <a:pt x="3150" y="6084"/>
                  </a:cubicBezTo>
                  <a:cubicBezTo>
                    <a:pt x="3149" y="6084"/>
                    <a:pt x="3148" y="6084"/>
                    <a:pt x="3147" y="6084"/>
                  </a:cubicBezTo>
                  <a:cubicBezTo>
                    <a:pt x="1527" y="6083"/>
                    <a:pt x="214" y="4768"/>
                    <a:pt x="215" y="3148"/>
                  </a:cubicBezTo>
                  <a:cubicBezTo>
                    <a:pt x="217" y="1527"/>
                    <a:pt x="1531" y="215"/>
                    <a:pt x="3151" y="215"/>
                  </a:cubicBezTo>
                  <a:close/>
                  <a:moveTo>
                    <a:pt x="3151" y="0"/>
                  </a:moveTo>
                  <a:cubicBezTo>
                    <a:pt x="3150" y="0"/>
                    <a:pt x="3149" y="0"/>
                    <a:pt x="3148" y="0"/>
                  </a:cubicBezTo>
                  <a:cubicBezTo>
                    <a:pt x="1409" y="2"/>
                    <a:pt x="1" y="1412"/>
                    <a:pt x="2" y="3150"/>
                  </a:cubicBezTo>
                  <a:cubicBezTo>
                    <a:pt x="4" y="4888"/>
                    <a:pt x="1412" y="6296"/>
                    <a:pt x="3149" y="6296"/>
                  </a:cubicBezTo>
                  <a:cubicBezTo>
                    <a:pt x="3150" y="6296"/>
                    <a:pt x="3150" y="6296"/>
                    <a:pt x="3151" y="6296"/>
                  </a:cubicBezTo>
                  <a:cubicBezTo>
                    <a:pt x="4885" y="6291"/>
                    <a:pt x="6290" y="4890"/>
                    <a:pt x="6298" y="3157"/>
                  </a:cubicBezTo>
                  <a:lnTo>
                    <a:pt x="6298" y="3145"/>
                  </a:lnTo>
                  <a:cubicBezTo>
                    <a:pt x="6296" y="1408"/>
                    <a:pt x="4887" y="0"/>
                    <a:pt x="315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7"/>
            <p:cNvSpPr/>
            <p:nvPr/>
          </p:nvSpPr>
          <p:spPr>
            <a:xfrm>
              <a:off x="4964800" y="1568500"/>
              <a:ext cx="109050" cy="82450"/>
            </a:xfrm>
            <a:custGeom>
              <a:avLst/>
              <a:gdLst/>
              <a:ahLst/>
              <a:cxnLst/>
              <a:rect l="l" t="t" r="r" b="b"/>
              <a:pathLst>
                <a:path w="4362" h="3298" extrusionOk="0">
                  <a:moveTo>
                    <a:pt x="2221" y="0"/>
                  </a:moveTo>
                  <a:cubicBezTo>
                    <a:pt x="1442" y="0"/>
                    <a:pt x="662" y="298"/>
                    <a:pt x="69" y="894"/>
                  </a:cubicBezTo>
                  <a:cubicBezTo>
                    <a:pt x="48" y="915"/>
                    <a:pt x="28" y="938"/>
                    <a:pt x="7" y="960"/>
                  </a:cubicBezTo>
                  <a:lnTo>
                    <a:pt x="1" y="951"/>
                  </a:lnTo>
                  <a:lnTo>
                    <a:pt x="427" y="3298"/>
                  </a:lnTo>
                  <a:lnTo>
                    <a:pt x="3801" y="3298"/>
                  </a:lnTo>
                  <a:lnTo>
                    <a:pt x="4362" y="883"/>
                  </a:lnTo>
                  <a:cubicBezTo>
                    <a:pt x="3770" y="294"/>
                    <a:pt x="2996" y="0"/>
                    <a:pt x="222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7"/>
            <p:cNvSpPr/>
            <p:nvPr/>
          </p:nvSpPr>
          <p:spPr>
            <a:xfrm>
              <a:off x="4961875" y="1565400"/>
              <a:ext cx="114450" cy="88000"/>
            </a:xfrm>
            <a:custGeom>
              <a:avLst/>
              <a:gdLst/>
              <a:ahLst/>
              <a:cxnLst/>
              <a:rect l="l" t="t" r="r" b="b"/>
              <a:pathLst>
                <a:path w="4578" h="3520" extrusionOk="0">
                  <a:moveTo>
                    <a:pt x="2333" y="220"/>
                  </a:moveTo>
                  <a:cubicBezTo>
                    <a:pt x="3060" y="220"/>
                    <a:pt x="3788" y="489"/>
                    <a:pt x="4355" y="1030"/>
                  </a:cubicBezTo>
                  <a:lnTo>
                    <a:pt x="3825" y="3305"/>
                  </a:lnTo>
                  <a:lnTo>
                    <a:pt x="627" y="3305"/>
                  </a:lnTo>
                  <a:lnTo>
                    <a:pt x="232" y="1108"/>
                  </a:lnTo>
                  <a:cubicBezTo>
                    <a:pt x="806" y="517"/>
                    <a:pt x="1569" y="220"/>
                    <a:pt x="2333" y="220"/>
                  </a:cubicBezTo>
                  <a:close/>
                  <a:moveTo>
                    <a:pt x="2327" y="1"/>
                  </a:moveTo>
                  <a:cubicBezTo>
                    <a:pt x="1489" y="1"/>
                    <a:pt x="653" y="335"/>
                    <a:pt x="34" y="995"/>
                  </a:cubicBezTo>
                  <a:cubicBezTo>
                    <a:pt x="11" y="1018"/>
                    <a:pt x="0" y="1053"/>
                    <a:pt x="6" y="1085"/>
                  </a:cubicBezTo>
                  <a:lnTo>
                    <a:pt x="433" y="3432"/>
                  </a:lnTo>
                  <a:cubicBezTo>
                    <a:pt x="441" y="3483"/>
                    <a:pt x="486" y="3520"/>
                    <a:pt x="538" y="3520"/>
                  </a:cubicBezTo>
                  <a:lnTo>
                    <a:pt x="3912" y="3520"/>
                  </a:lnTo>
                  <a:cubicBezTo>
                    <a:pt x="3959" y="3515"/>
                    <a:pt x="3999" y="3478"/>
                    <a:pt x="4007" y="3429"/>
                  </a:cubicBezTo>
                  <a:lnTo>
                    <a:pt x="4570" y="1014"/>
                  </a:lnTo>
                  <a:cubicBezTo>
                    <a:pt x="4577" y="978"/>
                    <a:pt x="4567" y="941"/>
                    <a:pt x="4540" y="916"/>
                  </a:cubicBezTo>
                  <a:cubicBezTo>
                    <a:pt x="4518" y="893"/>
                    <a:pt x="4495" y="871"/>
                    <a:pt x="4471" y="849"/>
                  </a:cubicBezTo>
                  <a:cubicBezTo>
                    <a:pt x="3866" y="282"/>
                    <a:pt x="3095" y="1"/>
                    <a:pt x="232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7"/>
            <p:cNvSpPr/>
            <p:nvPr/>
          </p:nvSpPr>
          <p:spPr>
            <a:xfrm>
              <a:off x="4810925" y="2134950"/>
              <a:ext cx="232450" cy="197100"/>
            </a:xfrm>
            <a:custGeom>
              <a:avLst/>
              <a:gdLst/>
              <a:ahLst/>
              <a:cxnLst/>
              <a:rect l="l" t="t" r="r" b="b"/>
              <a:pathLst>
                <a:path w="9298" h="7884" extrusionOk="0">
                  <a:moveTo>
                    <a:pt x="5855" y="0"/>
                  </a:moveTo>
                  <a:cubicBezTo>
                    <a:pt x="5855" y="0"/>
                    <a:pt x="4878" y="2852"/>
                    <a:pt x="4429" y="3453"/>
                  </a:cubicBezTo>
                  <a:cubicBezTo>
                    <a:pt x="3978" y="4055"/>
                    <a:pt x="2253" y="6013"/>
                    <a:pt x="1126" y="6754"/>
                  </a:cubicBezTo>
                  <a:cubicBezTo>
                    <a:pt x="1" y="7497"/>
                    <a:pt x="976" y="7881"/>
                    <a:pt x="1277" y="7881"/>
                  </a:cubicBezTo>
                  <a:lnTo>
                    <a:pt x="8706" y="7881"/>
                  </a:lnTo>
                  <a:cubicBezTo>
                    <a:pt x="8706" y="7881"/>
                    <a:pt x="8717" y="7884"/>
                    <a:pt x="8736" y="7884"/>
                  </a:cubicBezTo>
                  <a:cubicBezTo>
                    <a:pt x="8855" y="7884"/>
                    <a:pt x="9298" y="7771"/>
                    <a:pt x="9230" y="6081"/>
                  </a:cubicBezTo>
                  <a:cubicBezTo>
                    <a:pt x="9155" y="4129"/>
                    <a:pt x="8866" y="0"/>
                    <a:pt x="886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7"/>
            <p:cNvSpPr/>
            <p:nvPr/>
          </p:nvSpPr>
          <p:spPr>
            <a:xfrm>
              <a:off x="4821500" y="2132325"/>
              <a:ext cx="224100" cy="202300"/>
            </a:xfrm>
            <a:custGeom>
              <a:avLst/>
              <a:gdLst/>
              <a:ahLst/>
              <a:cxnLst/>
              <a:rect l="l" t="t" r="r" b="b"/>
              <a:pathLst>
                <a:path w="8964" h="8092" extrusionOk="0">
                  <a:moveTo>
                    <a:pt x="8338" y="214"/>
                  </a:moveTo>
                  <a:cubicBezTo>
                    <a:pt x="8385" y="854"/>
                    <a:pt x="8639" y="4425"/>
                    <a:pt x="8705" y="6186"/>
                  </a:cubicBezTo>
                  <a:cubicBezTo>
                    <a:pt x="8752" y="7356"/>
                    <a:pt x="8550" y="7717"/>
                    <a:pt x="8426" y="7827"/>
                  </a:cubicBezTo>
                  <a:cubicBezTo>
                    <a:pt x="8397" y="7860"/>
                    <a:pt x="8356" y="7878"/>
                    <a:pt x="8313" y="7879"/>
                  </a:cubicBezTo>
                  <a:lnTo>
                    <a:pt x="8309" y="7883"/>
                  </a:lnTo>
                  <a:lnTo>
                    <a:pt x="854" y="7883"/>
                  </a:lnTo>
                  <a:cubicBezTo>
                    <a:pt x="693" y="7883"/>
                    <a:pt x="340" y="7732"/>
                    <a:pt x="291" y="7569"/>
                  </a:cubicBezTo>
                  <a:cubicBezTo>
                    <a:pt x="242" y="7407"/>
                    <a:pt x="407" y="7190"/>
                    <a:pt x="761" y="6953"/>
                  </a:cubicBezTo>
                  <a:cubicBezTo>
                    <a:pt x="1862" y="6219"/>
                    <a:pt x="3593" y="4289"/>
                    <a:pt x="4091" y="3627"/>
                  </a:cubicBezTo>
                  <a:cubicBezTo>
                    <a:pt x="4510" y="3064"/>
                    <a:pt x="5349" y="673"/>
                    <a:pt x="5507" y="214"/>
                  </a:cubicBezTo>
                  <a:close/>
                  <a:moveTo>
                    <a:pt x="8446" y="1"/>
                  </a:moveTo>
                  <a:cubicBezTo>
                    <a:pt x="8445" y="1"/>
                    <a:pt x="8444" y="1"/>
                    <a:pt x="8443" y="1"/>
                  </a:cubicBezTo>
                  <a:lnTo>
                    <a:pt x="5428" y="1"/>
                  </a:lnTo>
                  <a:cubicBezTo>
                    <a:pt x="5381" y="1"/>
                    <a:pt x="5340" y="31"/>
                    <a:pt x="5325" y="74"/>
                  </a:cubicBezTo>
                  <a:cubicBezTo>
                    <a:pt x="5316" y="101"/>
                    <a:pt x="4342" y="2916"/>
                    <a:pt x="3915" y="3497"/>
                  </a:cubicBezTo>
                  <a:cubicBezTo>
                    <a:pt x="3425" y="4151"/>
                    <a:pt x="1719" y="6054"/>
                    <a:pt x="639" y="6774"/>
                  </a:cubicBezTo>
                  <a:cubicBezTo>
                    <a:pt x="188" y="7072"/>
                    <a:pt x="0" y="7361"/>
                    <a:pt x="81" y="7627"/>
                  </a:cubicBezTo>
                  <a:cubicBezTo>
                    <a:pt x="182" y="7958"/>
                    <a:pt x="666" y="8092"/>
                    <a:pt x="849" y="8092"/>
                  </a:cubicBezTo>
                  <a:lnTo>
                    <a:pt x="8313" y="8092"/>
                  </a:lnTo>
                  <a:cubicBezTo>
                    <a:pt x="8315" y="8092"/>
                    <a:pt x="8317" y="8092"/>
                    <a:pt x="8320" y="8092"/>
                  </a:cubicBezTo>
                  <a:cubicBezTo>
                    <a:pt x="8407" y="8092"/>
                    <a:pt x="8491" y="8062"/>
                    <a:pt x="8559" y="8007"/>
                  </a:cubicBezTo>
                  <a:cubicBezTo>
                    <a:pt x="8840" y="7779"/>
                    <a:pt x="8964" y="7164"/>
                    <a:pt x="8925" y="6183"/>
                  </a:cubicBezTo>
                  <a:cubicBezTo>
                    <a:pt x="8852" y="4252"/>
                    <a:pt x="8550" y="142"/>
                    <a:pt x="8550" y="99"/>
                  </a:cubicBezTo>
                  <a:cubicBezTo>
                    <a:pt x="8547" y="44"/>
                    <a:pt x="8501" y="1"/>
                    <a:pt x="844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7"/>
            <p:cNvSpPr/>
            <p:nvPr/>
          </p:nvSpPr>
          <p:spPr>
            <a:xfrm>
              <a:off x="4826225" y="2221325"/>
              <a:ext cx="159975" cy="95625"/>
            </a:xfrm>
            <a:custGeom>
              <a:avLst/>
              <a:gdLst/>
              <a:ahLst/>
              <a:cxnLst/>
              <a:rect l="l" t="t" r="r" b="b"/>
              <a:pathLst>
                <a:path w="6399" h="3825" extrusionOk="0">
                  <a:moveTo>
                    <a:pt x="4125" y="0"/>
                  </a:moveTo>
                  <a:cubicBezTo>
                    <a:pt x="4009" y="0"/>
                    <a:pt x="3892" y="13"/>
                    <a:pt x="3775" y="38"/>
                  </a:cubicBezTo>
                  <a:cubicBezTo>
                    <a:pt x="3282" y="679"/>
                    <a:pt x="1609" y="2564"/>
                    <a:pt x="507" y="3298"/>
                  </a:cubicBezTo>
                  <a:cubicBezTo>
                    <a:pt x="288" y="3417"/>
                    <a:pt x="111" y="3600"/>
                    <a:pt x="1" y="3825"/>
                  </a:cubicBezTo>
                  <a:lnTo>
                    <a:pt x="6360" y="3825"/>
                  </a:lnTo>
                  <a:cubicBezTo>
                    <a:pt x="6398" y="2763"/>
                    <a:pt x="6110" y="1715"/>
                    <a:pt x="5535" y="821"/>
                  </a:cubicBezTo>
                  <a:cubicBezTo>
                    <a:pt x="5243" y="306"/>
                    <a:pt x="4700" y="0"/>
                    <a:pt x="412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7"/>
            <p:cNvSpPr/>
            <p:nvPr/>
          </p:nvSpPr>
          <p:spPr>
            <a:xfrm>
              <a:off x="4823650" y="2218675"/>
              <a:ext cx="165525" cy="100925"/>
            </a:xfrm>
            <a:custGeom>
              <a:avLst/>
              <a:gdLst/>
              <a:ahLst/>
              <a:cxnLst/>
              <a:rect l="l" t="t" r="r" b="b"/>
              <a:pathLst>
                <a:path w="6621" h="4037" extrusionOk="0">
                  <a:moveTo>
                    <a:pt x="4233" y="213"/>
                  </a:moveTo>
                  <a:cubicBezTo>
                    <a:pt x="4771" y="213"/>
                    <a:pt x="5278" y="502"/>
                    <a:pt x="5549" y="983"/>
                  </a:cubicBezTo>
                  <a:cubicBezTo>
                    <a:pt x="6086" y="1831"/>
                    <a:pt x="6369" y="2818"/>
                    <a:pt x="6363" y="3823"/>
                  </a:cubicBezTo>
                  <a:lnTo>
                    <a:pt x="294" y="3823"/>
                  </a:lnTo>
                  <a:cubicBezTo>
                    <a:pt x="401" y="3694"/>
                    <a:pt x="528" y="3582"/>
                    <a:pt x="669" y="3493"/>
                  </a:cubicBezTo>
                  <a:cubicBezTo>
                    <a:pt x="1767" y="2762"/>
                    <a:pt x="3422" y="908"/>
                    <a:pt x="3938" y="243"/>
                  </a:cubicBezTo>
                  <a:cubicBezTo>
                    <a:pt x="4036" y="223"/>
                    <a:pt x="4135" y="213"/>
                    <a:pt x="4233" y="213"/>
                  </a:cubicBezTo>
                  <a:close/>
                  <a:moveTo>
                    <a:pt x="4234" y="0"/>
                  </a:moveTo>
                  <a:cubicBezTo>
                    <a:pt x="4113" y="0"/>
                    <a:pt x="3992" y="13"/>
                    <a:pt x="3871" y="39"/>
                  </a:cubicBezTo>
                  <a:cubicBezTo>
                    <a:pt x="3842" y="43"/>
                    <a:pt x="3818" y="56"/>
                    <a:pt x="3802" y="79"/>
                  </a:cubicBezTo>
                  <a:cubicBezTo>
                    <a:pt x="3330" y="703"/>
                    <a:pt x="1654" y="2585"/>
                    <a:pt x="558" y="3316"/>
                  </a:cubicBezTo>
                  <a:cubicBezTo>
                    <a:pt x="321" y="3447"/>
                    <a:pt x="129" y="3649"/>
                    <a:pt x="13" y="3893"/>
                  </a:cubicBezTo>
                  <a:cubicBezTo>
                    <a:pt x="1" y="3926"/>
                    <a:pt x="7" y="3963"/>
                    <a:pt x="28" y="3992"/>
                  </a:cubicBezTo>
                  <a:cubicBezTo>
                    <a:pt x="47" y="4020"/>
                    <a:pt x="78" y="4036"/>
                    <a:pt x="112" y="4036"/>
                  </a:cubicBezTo>
                  <a:lnTo>
                    <a:pt x="6472" y="4036"/>
                  </a:lnTo>
                  <a:cubicBezTo>
                    <a:pt x="6525" y="4035"/>
                    <a:pt x="6571" y="3995"/>
                    <a:pt x="6576" y="3941"/>
                  </a:cubicBezTo>
                  <a:cubicBezTo>
                    <a:pt x="6621" y="2856"/>
                    <a:pt x="6327" y="1784"/>
                    <a:pt x="5736" y="872"/>
                  </a:cubicBezTo>
                  <a:cubicBezTo>
                    <a:pt x="5423" y="325"/>
                    <a:pt x="4845" y="0"/>
                    <a:pt x="423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7"/>
            <p:cNvSpPr/>
            <p:nvPr/>
          </p:nvSpPr>
          <p:spPr>
            <a:xfrm>
              <a:off x="5002300" y="2238425"/>
              <a:ext cx="39925" cy="74725"/>
            </a:xfrm>
            <a:custGeom>
              <a:avLst/>
              <a:gdLst/>
              <a:ahLst/>
              <a:cxnLst/>
              <a:rect l="l" t="t" r="r" b="b"/>
              <a:pathLst>
                <a:path w="1597" h="2989" extrusionOk="0">
                  <a:moveTo>
                    <a:pt x="1477" y="0"/>
                  </a:moveTo>
                  <a:cubicBezTo>
                    <a:pt x="876" y="724"/>
                    <a:pt x="0" y="1952"/>
                    <a:pt x="0" y="2987"/>
                  </a:cubicBezTo>
                  <a:lnTo>
                    <a:pt x="1532" y="2989"/>
                  </a:lnTo>
                  <a:cubicBezTo>
                    <a:pt x="1581" y="2642"/>
                    <a:pt x="1596" y="2290"/>
                    <a:pt x="1575" y="1939"/>
                  </a:cubicBezTo>
                  <a:cubicBezTo>
                    <a:pt x="1556" y="1411"/>
                    <a:pt x="1520" y="724"/>
                    <a:pt x="14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7"/>
            <p:cNvSpPr/>
            <p:nvPr/>
          </p:nvSpPr>
          <p:spPr>
            <a:xfrm>
              <a:off x="4999600" y="2235800"/>
              <a:ext cx="45050" cy="80025"/>
            </a:xfrm>
            <a:custGeom>
              <a:avLst/>
              <a:gdLst/>
              <a:ahLst/>
              <a:cxnLst/>
              <a:rect l="l" t="t" r="r" b="b"/>
              <a:pathLst>
                <a:path w="1802" h="3201" extrusionOk="0">
                  <a:moveTo>
                    <a:pt x="1493" y="387"/>
                  </a:moveTo>
                  <a:cubicBezTo>
                    <a:pt x="1535" y="1070"/>
                    <a:pt x="1561" y="1621"/>
                    <a:pt x="1576" y="2049"/>
                  </a:cubicBezTo>
                  <a:cubicBezTo>
                    <a:pt x="1593" y="2361"/>
                    <a:pt x="1584" y="2675"/>
                    <a:pt x="1549" y="2987"/>
                  </a:cubicBezTo>
                  <a:lnTo>
                    <a:pt x="218" y="2987"/>
                  </a:lnTo>
                  <a:cubicBezTo>
                    <a:pt x="272" y="2092"/>
                    <a:pt x="973" y="1047"/>
                    <a:pt x="1493" y="387"/>
                  </a:cubicBezTo>
                  <a:close/>
                  <a:moveTo>
                    <a:pt x="1575" y="0"/>
                  </a:moveTo>
                  <a:cubicBezTo>
                    <a:pt x="1545" y="0"/>
                    <a:pt x="1515" y="13"/>
                    <a:pt x="1494" y="38"/>
                  </a:cubicBezTo>
                  <a:cubicBezTo>
                    <a:pt x="817" y="860"/>
                    <a:pt x="1" y="2059"/>
                    <a:pt x="1" y="3094"/>
                  </a:cubicBezTo>
                  <a:cubicBezTo>
                    <a:pt x="1" y="3152"/>
                    <a:pt x="49" y="3201"/>
                    <a:pt x="108" y="3201"/>
                  </a:cubicBezTo>
                  <a:lnTo>
                    <a:pt x="1640" y="3201"/>
                  </a:lnTo>
                  <a:cubicBezTo>
                    <a:pt x="1692" y="3197"/>
                    <a:pt x="1733" y="3156"/>
                    <a:pt x="1739" y="3107"/>
                  </a:cubicBezTo>
                  <a:cubicBezTo>
                    <a:pt x="1786" y="2753"/>
                    <a:pt x="1801" y="2397"/>
                    <a:pt x="1782" y="2040"/>
                  </a:cubicBezTo>
                  <a:cubicBezTo>
                    <a:pt x="1765" y="1563"/>
                    <a:pt x="1731" y="910"/>
                    <a:pt x="1682" y="100"/>
                  </a:cubicBezTo>
                  <a:cubicBezTo>
                    <a:pt x="1679" y="56"/>
                    <a:pt x="1651" y="19"/>
                    <a:pt x="1609" y="6"/>
                  </a:cubicBezTo>
                  <a:cubicBezTo>
                    <a:pt x="1598" y="2"/>
                    <a:pt x="1586" y="0"/>
                    <a:pt x="15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7"/>
            <p:cNvSpPr/>
            <p:nvPr/>
          </p:nvSpPr>
          <p:spPr>
            <a:xfrm>
              <a:off x="4944375" y="2134900"/>
              <a:ext cx="90450" cy="35700"/>
            </a:xfrm>
            <a:custGeom>
              <a:avLst/>
              <a:gdLst/>
              <a:ahLst/>
              <a:cxnLst/>
              <a:rect l="l" t="t" r="r" b="b"/>
              <a:pathLst>
                <a:path w="3618" h="1428" extrusionOk="0">
                  <a:moveTo>
                    <a:pt x="517" y="1"/>
                  </a:moveTo>
                  <a:cubicBezTo>
                    <a:pt x="517" y="1"/>
                    <a:pt x="288" y="668"/>
                    <a:pt x="0" y="1427"/>
                  </a:cubicBezTo>
                  <a:lnTo>
                    <a:pt x="3617" y="1427"/>
                  </a:lnTo>
                  <a:cubicBezTo>
                    <a:pt x="3562" y="589"/>
                    <a:pt x="3517" y="1"/>
                    <a:pt x="35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7"/>
            <p:cNvSpPr/>
            <p:nvPr/>
          </p:nvSpPr>
          <p:spPr>
            <a:xfrm>
              <a:off x="4941325" y="2132225"/>
              <a:ext cx="96550" cy="41050"/>
            </a:xfrm>
            <a:custGeom>
              <a:avLst/>
              <a:gdLst/>
              <a:ahLst/>
              <a:cxnLst/>
              <a:rect l="l" t="t" r="r" b="b"/>
              <a:pathLst>
                <a:path w="3862" h="1642" extrusionOk="0">
                  <a:moveTo>
                    <a:pt x="3541" y="213"/>
                  </a:moveTo>
                  <a:cubicBezTo>
                    <a:pt x="3554" y="404"/>
                    <a:pt x="3586" y="848"/>
                    <a:pt x="3626" y="1427"/>
                  </a:cubicBezTo>
                  <a:lnTo>
                    <a:pt x="276" y="1427"/>
                  </a:lnTo>
                  <a:cubicBezTo>
                    <a:pt x="483" y="878"/>
                    <a:pt x="651" y="391"/>
                    <a:pt x="714" y="213"/>
                  </a:cubicBezTo>
                  <a:close/>
                  <a:moveTo>
                    <a:pt x="3653" y="1"/>
                  </a:moveTo>
                  <a:cubicBezTo>
                    <a:pt x="3652" y="1"/>
                    <a:pt x="3651" y="1"/>
                    <a:pt x="3650" y="1"/>
                  </a:cubicBezTo>
                  <a:lnTo>
                    <a:pt x="630" y="1"/>
                  </a:lnTo>
                  <a:cubicBezTo>
                    <a:pt x="584" y="1"/>
                    <a:pt x="542" y="30"/>
                    <a:pt x="527" y="74"/>
                  </a:cubicBezTo>
                  <a:cubicBezTo>
                    <a:pt x="526" y="79"/>
                    <a:pt x="297" y="749"/>
                    <a:pt x="14" y="1495"/>
                  </a:cubicBezTo>
                  <a:cubicBezTo>
                    <a:pt x="0" y="1528"/>
                    <a:pt x="6" y="1565"/>
                    <a:pt x="27" y="1594"/>
                  </a:cubicBezTo>
                  <a:cubicBezTo>
                    <a:pt x="46" y="1623"/>
                    <a:pt x="79" y="1641"/>
                    <a:pt x="113" y="1641"/>
                  </a:cubicBezTo>
                  <a:lnTo>
                    <a:pt x="3749" y="1641"/>
                  </a:lnTo>
                  <a:cubicBezTo>
                    <a:pt x="3752" y="1641"/>
                    <a:pt x="3755" y="1640"/>
                    <a:pt x="3758" y="1640"/>
                  </a:cubicBezTo>
                  <a:cubicBezTo>
                    <a:pt x="3818" y="1635"/>
                    <a:pt x="3861" y="1583"/>
                    <a:pt x="3857" y="1525"/>
                  </a:cubicBezTo>
                  <a:cubicBezTo>
                    <a:pt x="3799" y="687"/>
                    <a:pt x="3757" y="99"/>
                    <a:pt x="3757" y="99"/>
                  </a:cubicBezTo>
                  <a:cubicBezTo>
                    <a:pt x="3753" y="43"/>
                    <a:pt x="3708" y="1"/>
                    <a:pt x="365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7"/>
            <p:cNvSpPr/>
            <p:nvPr/>
          </p:nvSpPr>
          <p:spPr>
            <a:xfrm>
              <a:off x="5324225" y="1643400"/>
              <a:ext cx="170825" cy="491575"/>
            </a:xfrm>
            <a:custGeom>
              <a:avLst/>
              <a:gdLst/>
              <a:ahLst/>
              <a:cxnLst/>
              <a:rect l="l" t="t" r="r" b="b"/>
              <a:pathLst>
                <a:path w="6833" h="19663" extrusionOk="0">
                  <a:moveTo>
                    <a:pt x="1051" y="1"/>
                  </a:moveTo>
                  <a:cubicBezTo>
                    <a:pt x="1051" y="1"/>
                    <a:pt x="1" y="1125"/>
                    <a:pt x="150" y="5252"/>
                  </a:cubicBezTo>
                  <a:cubicBezTo>
                    <a:pt x="299" y="9381"/>
                    <a:pt x="2027" y="14411"/>
                    <a:pt x="2027" y="14411"/>
                  </a:cubicBezTo>
                  <a:lnTo>
                    <a:pt x="2102" y="19662"/>
                  </a:lnTo>
                  <a:lnTo>
                    <a:pt x="5107" y="19662"/>
                  </a:lnTo>
                  <a:lnTo>
                    <a:pt x="5107" y="15234"/>
                  </a:lnTo>
                  <a:cubicBezTo>
                    <a:pt x="5107" y="15234"/>
                    <a:pt x="6832" y="9231"/>
                    <a:pt x="6832" y="6677"/>
                  </a:cubicBezTo>
                  <a:cubicBezTo>
                    <a:pt x="6832" y="4125"/>
                    <a:pt x="5181" y="297"/>
                    <a:pt x="5181" y="297"/>
                  </a:cubicBezTo>
                  <a:lnTo>
                    <a:pt x="1051" y="1"/>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7"/>
            <p:cNvSpPr/>
            <p:nvPr/>
          </p:nvSpPr>
          <p:spPr>
            <a:xfrm>
              <a:off x="5321550" y="1640600"/>
              <a:ext cx="175975" cy="496975"/>
            </a:xfrm>
            <a:custGeom>
              <a:avLst/>
              <a:gdLst/>
              <a:ahLst/>
              <a:cxnLst/>
              <a:rect l="l" t="t" r="r" b="b"/>
              <a:pathLst>
                <a:path w="7039" h="19879" extrusionOk="0">
                  <a:moveTo>
                    <a:pt x="1202" y="216"/>
                  </a:moveTo>
                  <a:lnTo>
                    <a:pt x="5209" y="507"/>
                  </a:lnTo>
                  <a:cubicBezTo>
                    <a:pt x="5416" y="1002"/>
                    <a:pt x="6826" y="4456"/>
                    <a:pt x="6826" y="6785"/>
                  </a:cubicBezTo>
                  <a:cubicBezTo>
                    <a:pt x="6826" y="9298"/>
                    <a:pt x="5121" y="15255"/>
                    <a:pt x="5102" y="15315"/>
                  </a:cubicBezTo>
                  <a:cubicBezTo>
                    <a:pt x="5102" y="15325"/>
                    <a:pt x="5102" y="15336"/>
                    <a:pt x="5102" y="15345"/>
                  </a:cubicBezTo>
                  <a:lnTo>
                    <a:pt x="5102" y="19666"/>
                  </a:lnTo>
                  <a:lnTo>
                    <a:pt x="2313" y="19666"/>
                  </a:lnTo>
                  <a:lnTo>
                    <a:pt x="2230" y="14514"/>
                  </a:lnTo>
                  <a:cubicBezTo>
                    <a:pt x="2231" y="14502"/>
                    <a:pt x="2231" y="14492"/>
                    <a:pt x="2230" y="14480"/>
                  </a:cubicBezTo>
                  <a:cubicBezTo>
                    <a:pt x="2213" y="14430"/>
                    <a:pt x="507" y="9419"/>
                    <a:pt x="360" y="5354"/>
                  </a:cubicBezTo>
                  <a:cubicBezTo>
                    <a:pt x="227" y="1733"/>
                    <a:pt x="1036" y="443"/>
                    <a:pt x="1202" y="216"/>
                  </a:cubicBezTo>
                  <a:close/>
                  <a:moveTo>
                    <a:pt x="1156" y="1"/>
                  </a:moveTo>
                  <a:cubicBezTo>
                    <a:pt x="1128" y="1"/>
                    <a:pt x="1099" y="14"/>
                    <a:pt x="1080" y="35"/>
                  </a:cubicBezTo>
                  <a:cubicBezTo>
                    <a:pt x="1036" y="85"/>
                    <a:pt x="1" y="1243"/>
                    <a:pt x="151" y="5367"/>
                  </a:cubicBezTo>
                  <a:cubicBezTo>
                    <a:pt x="296" y="9347"/>
                    <a:pt x="1918" y="14218"/>
                    <a:pt x="2027" y="14538"/>
                  </a:cubicBezTo>
                  <a:lnTo>
                    <a:pt x="2102" y="19774"/>
                  </a:lnTo>
                  <a:cubicBezTo>
                    <a:pt x="2103" y="19832"/>
                    <a:pt x="2151" y="19878"/>
                    <a:pt x="2209" y="19878"/>
                  </a:cubicBezTo>
                  <a:lnTo>
                    <a:pt x="5209" y="19878"/>
                  </a:lnTo>
                  <a:cubicBezTo>
                    <a:pt x="5266" y="19877"/>
                    <a:pt x="5310" y="19831"/>
                    <a:pt x="5312" y="19774"/>
                  </a:cubicBezTo>
                  <a:lnTo>
                    <a:pt x="5312" y="15361"/>
                  </a:lnTo>
                  <a:cubicBezTo>
                    <a:pt x="5426" y="14958"/>
                    <a:pt x="7039" y="9334"/>
                    <a:pt x="7039" y="6789"/>
                  </a:cubicBezTo>
                  <a:cubicBezTo>
                    <a:pt x="7039" y="4246"/>
                    <a:pt x="5394" y="408"/>
                    <a:pt x="5380" y="369"/>
                  </a:cubicBezTo>
                  <a:cubicBezTo>
                    <a:pt x="5362" y="332"/>
                    <a:pt x="5328" y="308"/>
                    <a:pt x="5288" y="305"/>
                  </a:cubicBezTo>
                  <a:lnTo>
                    <a:pt x="1165" y="1"/>
                  </a:lnTo>
                  <a:cubicBezTo>
                    <a:pt x="1162" y="1"/>
                    <a:pt x="1159" y="1"/>
                    <a:pt x="115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7"/>
            <p:cNvSpPr/>
            <p:nvPr/>
          </p:nvSpPr>
          <p:spPr>
            <a:xfrm>
              <a:off x="5324225" y="1643400"/>
              <a:ext cx="95675" cy="491575"/>
            </a:xfrm>
            <a:custGeom>
              <a:avLst/>
              <a:gdLst/>
              <a:ahLst/>
              <a:cxnLst/>
              <a:rect l="l" t="t" r="r" b="b"/>
              <a:pathLst>
                <a:path w="3827" h="19663" extrusionOk="0">
                  <a:moveTo>
                    <a:pt x="1049" y="1"/>
                  </a:moveTo>
                  <a:cubicBezTo>
                    <a:pt x="1049" y="1"/>
                    <a:pt x="1" y="1125"/>
                    <a:pt x="150" y="5252"/>
                  </a:cubicBezTo>
                  <a:cubicBezTo>
                    <a:pt x="299" y="9381"/>
                    <a:pt x="2026" y="14411"/>
                    <a:pt x="2026" y="14411"/>
                  </a:cubicBezTo>
                  <a:lnTo>
                    <a:pt x="2102" y="19662"/>
                  </a:lnTo>
                  <a:lnTo>
                    <a:pt x="3826" y="19662"/>
                  </a:lnTo>
                  <a:lnTo>
                    <a:pt x="3826" y="199"/>
                  </a:lnTo>
                  <a:lnTo>
                    <a:pt x="1049"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7"/>
            <p:cNvSpPr/>
            <p:nvPr/>
          </p:nvSpPr>
          <p:spPr>
            <a:xfrm>
              <a:off x="5321550" y="1640600"/>
              <a:ext cx="100900" cy="496975"/>
            </a:xfrm>
            <a:custGeom>
              <a:avLst/>
              <a:gdLst/>
              <a:ahLst/>
              <a:cxnLst/>
              <a:rect l="l" t="t" r="r" b="b"/>
              <a:pathLst>
                <a:path w="4036" h="19879" extrusionOk="0">
                  <a:moveTo>
                    <a:pt x="1207" y="219"/>
                  </a:moveTo>
                  <a:lnTo>
                    <a:pt x="3827" y="411"/>
                  </a:lnTo>
                  <a:lnTo>
                    <a:pt x="3827" y="19666"/>
                  </a:lnTo>
                  <a:lnTo>
                    <a:pt x="2313" y="19666"/>
                  </a:lnTo>
                  <a:lnTo>
                    <a:pt x="2234" y="14518"/>
                  </a:lnTo>
                  <a:cubicBezTo>
                    <a:pt x="2236" y="14506"/>
                    <a:pt x="2236" y="14494"/>
                    <a:pt x="2234" y="14484"/>
                  </a:cubicBezTo>
                  <a:cubicBezTo>
                    <a:pt x="2216" y="14435"/>
                    <a:pt x="511" y="9423"/>
                    <a:pt x="364" y="5358"/>
                  </a:cubicBezTo>
                  <a:cubicBezTo>
                    <a:pt x="232" y="1737"/>
                    <a:pt x="1040" y="448"/>
                    <a:pt x="1207" y="219"/>
                  </a:cubicBezTo>
                  <a:close/>
                  <a:moveTo>
                    <a:pt x="1156" y="1"/>
                  </a:moveTo>
                  <a:cubicBezTo>
                    <a:pt x="1128" y="1"/>
                    <a:pt x="1099" y="14"/>
                    <a:pt x="1080" y="35"/>
                  </a:cubicBezTo>
                  <a:cubicBezTo>
                    <a:pt x="1036" y="85"/>
                    <a:pt x="1" y="1243"/>
                    <a:pt x="150" y="5367"/>
                  </a:cubicBezTo>
                  <a:cubicBezTo>
                    <a:pt x="296" y="9347"/>
                    <a:pt x="1918" y="14218"/>
                    <a:pt x="2027" y="14538"/>
                  </a:cubicBezTo>
                  <a:lnTo>
                    <a:pt x="2102" y="19774"/>
                  </a:lnTo>
                  <a:cubicBezTo>
                    <a:pt x="2103" y="19832"/>
                    <a:pt x="2151" y="19878"/>
                    <a:pt x="2209" y="19878"/>
                  </a:cubicBezTo>
                  <a:lnTo>
                    <a:pt x="3933" y="19878"/>
                  </a:lnTo>
                  <a:cubicBezTo>
                    <a:pt x="3990" y="19877"/>
                    <a:pt x="4034" y="19831"/>
                    <a:pt x="4036" y="19774"/>
                  </a:cubicBezTo>
                  <a:lnTo>
                    <a:pt x="4036" y="309"/>
                  </a:lnTo>
                  <a:cubicBezTo>
                    <a:pt x="4036" y="253"/>
                    <a:pt x="3993" y="207"/>
                    <a:pt x="3937" y="202"/>
                  </a:cubicBezTo>
                  <a:lnTo>
                    <a:pt x="1165" y="1"/>
                  </a:lnTo>
                  <a:cubicBezTo>
                    <a:pt x="1162" y="1"/>
                    <a:pt x="1159" y="1"/>
                    <a:pt x="115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7"/>
            <p:cNvSpPr/>
            <p:nvPr/>
          </p:nvSpPr>
          <p:spPr>
            <a:xfrm>
              <a:off x="5251025" y="1401000"/>
              <a:ext cx="294975" cy="274750"/>
            </a:xfrm>
            <a:custGeom>
              <a:avLst/>
              <a:gdLst/>
              <a:ahLst/>
              <a:cxnLst/>
              <a:rect l="l" t="t" r="r" b="b"/>
              <a:pathLst>
                <a:path w="11799" h="10990" extrusionOk="0">
                  <a:moveTo>
                    <a:pt x="4837" y="0"/>
                  </a:moveTo>
                  <a:cubicBezTo>
                    <a:pt x="4449" y="0"/>
                    <a:pt x="4083" y="98"/>
                    <a:pt x="3754" y="314"/>
                  </a:cubicBezTo>
                  <a:cubicBezTo>
                    <a:pt x="1803" y="1588"/>
                    <a:pt x="0" y="4666"/>
                    <a:pt x="377" y="6692"/>
                  </a:cubicBezTo>
                  <a:cubicBezTo>
                    <a:pt x="752" y="8717"/>
                    <a:pt x="2628" y="9919"/>
                    <a:pt x="2628" y="9919"/>
                  </a:cubicBezTo>
                  <a:cubicBezTo>
                    <a:pt x="2628" y="9919"/>
                    <a:pt x="3348" y="10989"/>
                    <a:pt x="5110" y="10989"/>
                  </a:cubicBezTo>
                  <a:cubicBezTo>
                    <a:pt x="5487" y="10989"/>
                    <a:pt x="5912" y="10940"/>
                    <a:pt x="6388" y="10821"/>
                  </a:cubicBezTo>
                  <a:cubicBezTo>
                    <a:pt x="9086" y="10145"/>
                    <a:pt x="11799" y="7591"/>
                    <a:pt x="10365" y="4740"/>
                  </a:cubicBezTo>
                  <a:cubicBezTo>
                    <a:pt x="9174" y="2370"/>
                    <a:pt x="6744" y="0"/>
                    <a:pt x="483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7"/>
            <p:cNvSpPr/>
            <p:nvPr/>
          </p:nvSpPr>
          <p:spPr>
            <a:xfrm>
              <a:off x="5248150" y="1398150"/>
              <a:ext cx="277900" cy="280200"/>
            </a:xfrm>
            <a:custGeom>
              <a:avLst/>
              <a:gdLst/>
              <a:ahLst/>
              <a:cxnLst/>
              <a:rect l="l" t="t" r="r" b="b"/>
              <a:pathLst>
                <a:path w="11116" h="11208" extrusionOk="0">
                  <a:moveTo>
                    <a:pt x="4932" y="220"/>
                  </a:moveTo>
                  <a:cubicBezTo>
                    <a:pt x="4942" y="220"/>
                    <a:pt x="4952" y="220"/>
                    <a:pt x="4962" y="221"/>
                  </a:cubicBezTo>
                  <a:lnTo>
                    <a:pt x="4950" y="221"/>
                  </a:lnTo>
                  <a:cubicBezTo>
                    <a:pt x="5188" y="221"/>
                    <a:pt x="5423" y="252"/>
                    <a:pt x="5653" y="314"/>
                  </a:cubicBezTo>
                  <a:cubicBezTo>
                    <a:pt x="7289" y="755"/>
                    <a:pt x="9281" y="2683"/>
                    <a:pt x="10389" y="4897"/>
                  </a:cubicBezTo>
                  <a:cubicBezTo>
                    <a:pt x="10870" y="5809"/>
                    <a:pt x="10894" y="6893"/>
                    <a:pt x="10456" y="7825"/>
                  </a:cubicBezTo>
                  <a:cubicBezTo>
                    <a:pt x="9823" y="9203"/>
                    <a:pt x="8263" y="10380"/>
                    <a:pt x="6479" y="10826"/>
                  </a:cubicBezTo>
                  <a:cubicBezTo>
                    <a:pt x="6004" y="10946"/>
                    <a:pt x="5583" y="10995"/>
                    <a:pt x="5210" y="10995"/>
                  </a:cubicBezTo>
                  <a:cubicBezTo>
                    <a:pt x="3554" y="10995"/>
                    <a:pt x="2877" y="10023"/>
                    <a:pt x="2841" y="9973"/>
                  </a:cubicBezTo>
                  <a:cubicBezTo>
                    <a:pt x="2833" y="9961"/>
                    <a:pt x="2822" y="9952"/>
                    <a:pt x="2812" y="9943"/>
                  </a:cubicBezTo>
                  <a:cubicBezTo>
                    <a:pt x="2792" y="9933"/>
                    <a:pt x="968" y="8742"/>
                    <a:pt x="607" y="6787"/>
                  </a:cubicBezTo>
                  <a:cubicBezTo>
                    <a:pt x="227" y="4731"/>
                    <a:pt x="2084" y="1729"/>
                    <a:pt x="3937" y="517"/>
                  </a:cubicBezTo>
                  <a:cubicBezTo>
                    <a:pt x="4233" y="324"/>
                    <a:pt x="4579" y="220"/>
                    <a:pt x="4932" y="220"/>
                  </a:cubicBezTo>
                  <a:close/>
                  <a:moveTo>
                    <a:pt x="5008" y="0"/>
                  </a:moveTo>
                  <a:cubicBezTo>
                    <a:pt x="4593" y="0"/>
                    <a:pt x="4181" y="115"/>
                    <a:pt x="3820" y="338"/>
                  </a:cubicBezTo>
                  <a:cubicBezTo>
                    <a:pt x="1914" y="1586"/>
                    <a:pt x="1" y="4693"/>
                    <a:pt x="397" y="6826"/>
                  </a:cubicBezTo>
                  <a:cubicBezTo>
                    <a:pt x="760" y="8794"/>
                    <a:pt x="2466" y="9978"/>
                    <a:pt x="2679" y="10112"/>
                  </a:cubicBezTo>
                  <a:cubicBezTo>
                    <a:pt x="2789" y="10260"/>
                    <a:pt x="3564" y="11207"/>
                    <a:pt x="5239" y="11207"/>
                  </a:cubicBezTo>
                  <a:cubicBezTo>
                    <a:pt x="5675" y="11203"/>
                    <a:pt x="6108" y="11143"/>
                    <a:pt x="6531" y="11033"/>
                  </a:cubicBezTo>
                  <a:cubicBezTo>
                    <a:pt x="8374" y="10572"/>
                    <a:pt x="9991" y="9348"/>
                    <a:pt x="10651" y="7912"/>
                  </a:cubicBezTo>
                  <a:cubicBezTo>
                    <a:pt x="11115" y="6922"/>
                    <a:pt x="11089" y="5771"/>
                    <a:pt x="10578" y="4804"/>
                  </a:cubicBezTo>
                  <a:cubicBezTo>
                    <a:pt x="9607" y="2868"/>
                    <a:pt x="7627" y="630"/>
                    <a:pt x="5708" y="112"/>
                  </a:cubicBezTo>
                  <a:cubicBezTo>
                    <a:pt x="5479" y="37"/>
                    <a:pt x="5243" y="0"/>
                    <a:pt x="500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7"/>
            <p:cNvSpPr/>
            <p:nvPr/>
          </p:nvSpPr>
          <p:spPr>
            <a:xfrm>
              <a:off x="5367300" y="1422850"/>
              <a:ext cx="66650" cy="170600"/>
            </a:xfrm>
            <a:custGeom>
              <a:avLst/>
              <a:gdLst/>
              <a:ahLst/>
              <a:cxnLst/>
              <a:rect l="l" t="t" r="r" b="b"/>
              <a:pathLst>
                <a:path w="2666" h="6824" extrusionOk="0">
                  <a:moveTo>
                    <a:pt x="2555" y="0"/>
                  </a:moveTo>
                  <a:cubicBezTo>
                    <a:pt x="2502" y="0"/>
                    <a:pt x="2455" y="40"/>
                    <a:pt x="2448" y="95"/>
                  </a:cubicBezTo>
                  <a:lnTo>
                    <a:pt x="2191" y="2671"/>
                  </a:lnTo>
                  <a:lnTo>
                    <a:pt x="602" y="2001"/>
                  </a:lnTo>
                  <a:cubicBezTo>
                    <a:pt x="587" y="1992"/>
                    <a:pt x="571" y="1988"/>
                    <a:pt x="554" y="1988"/>
                  </a:cubicBezTo>
                  <a:cubicBezTo>
                    <a:pt x="538" y="1988"/>
                    <a:pt x="521" y="1992"/>
                    <a:pt x="505" y="2001"/>
                  </a:cubicBezTo>
                  <a:cubicBezTo>
                    <a:pt x="476" y="2017"/>
                    <a:pt x="458" y="2048"/>
                    <a:pt x="455" y="2082"/>
                  </a:cubicBezTo>
                  <a:cubicBezTo>
                    <a:pt x="453" y="2090"/>
                    <a:pt x="361" y="3003"/>
                    <a:pt x="184" y="4069"/>
                  </a:cubicBezTo>
                  <a:cubicBezTo>
                    <a:pt x="65" y="4946"/>
                    <a:pt x="4" y="5830"/>
                    <a:pt x="1" y="6716"/>
                  </a:cubicBezTo>
                  <a:cubicBezTo>
                    <a:pt x="1" y="6774"/>
                    <a:pt x="48" y="6822"/>
                    <a:pt x="108" y="6822"/>
                  </a:cubicBezTo>
                  <a:lnTo>
                    <a:pt x="108" y="6823"/>
                  </a:lnTo>
                  <a:cubicBezTo>
                    <a:pt x="163" y="6823"/>
                    <a:pt x="209" y="6780"/>
                    <a:pt x="214" y="6725"/>
                  </a:cubicBezTo>
                  <a:cubicBezTo>
                    <a:pt x="217" y="5851"/>
                    <a:pt x="276" y="4978"/>
                    <a:pt x="394" y="4112"/>
                  </a:cubicBezTo>
                  <a:cubicBezTo>
                    <a:pt x="532" y="3284"/>
                    <a:pt x="619" y="2553"/>
                    <a:pt x="651" y="2255"/>
                  </a:cubicBezTo>
                  <a:lnTo>
                    <a:pt x="2244" y="2909"/>
                  </a:lnTo>
                  <a:cubicBezTo>
                    <a:pt x="2259" y="2916"/>
                    <a:pt x="2276" y="2920"/>
                    <a:pt x="2292" y="2920"/>
                  </a:cubicBezTo>
                  <a:cubicBezTo>
                    <a:pt x="2308" y="2920"/>
                    <a:pt x="2325" y="2916"/>
                    <a:pt x="2340" y="2909"/>
                  </a:cubicBezTo>
                  <a:cubicBezTo>
                    <a:pt x="2368" y="2891"/>
                    <a:pt x="2387" y="2861"/>
                    <a:pt x="2392" y="2828"/>
                  </a:cubicBezTo>
                  <a:lnTo>
                    <a:pt x="2660" y="116"/>
                  </a:lnTo>
                  <a:lnTo>
                    <a:pt x="2660" y="114"/>
                  </a:lnTo>
                  <a:cubicBezTo>
                    <a:pt x="2666" y="57"/>
                    <a:pt x="2624" y="7"/>
                    <a:pt x="2566" y="1"/>
                  </a:cubicBezTo>
                  <a:cubicBezTo>
                    <a:pt x="2562" y="1"/>
                    <a:pt x="2559" y="0"/>
                    <a:pt x="255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7"/>
            <p:cNvSpPr/>
            <p:nvPr/>
          </p:nvSpPr>
          <p:spPr>
            <a:xfrm>
              <a:off x="5313000" y="1568300"/>
              <a:ext cx="151975" cy="151950"/>
            </a:xfrm>
            <a:custGeom>
              <a:avLst/>
              <a:gdLst/>
              <a:ahLst/>
              <a:cxnLst/>
              <a:rect l="l" t="t" r="r" b="b"/>
              <a:pathLst>
                <a:path w="6079" h="6078" extrusionOk="0">
                  <a:moveTo>
                    <a:pt x="3039" y="0"/>
                  </a:moveTo>
                  <a:cubicBezTo>
                    <a:pt x="1360" y="0"/>
                    <a:pt x="0" y="1361"/>
                    <a:pt x="0" y="3039"/>
                  </a:cubicBezTo>
                  <a:cubicBezTo>
                    <a:pt x="0" y="4717"/>
                    <a:pt x="1360" y="6078"/>
                    <a:pt x="3039" y="6078"/>
                  </a:cubicBezTo>
                  <a:cubicBezTo>
                    <a:pt x="4717" y="6078"/>
                    <a:pt x="6078" y="4717"/>
                    <a:pt x="6078" y="3039"/>
                  </a:cubicBezTo>
                  <a:cubicBezTo>
                    <a:pt x="6078" y="1361"/>
                    <a:pt x="4717" y="0"/>
                    <a:pt x="3039"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7"/>
            <p:cNvSpPr/>
            <p:nvPr/>
          </p:nvSpPr>
          <p:spPr>
            <a:xfrm>
              <a:off x="5310200" y="1565575"/>
              <a:ext cx="157400" cy="157400"/>
            </a:xfrm>
            <a:custGeom>
              <a:avLst/>
              <a:gdLst/>
              <a:ahLst/>
              <a:cxnLst/>
              <a:rect l="l" t="t" r="r" b="b"/>
              <a:pathLst>
                <a:path w="6296" h="6296" extrusionOk="0">
                  <a:moveTo>
                    <a:pt x="3151" y="215"/>
                  </a:moveTo>
                  <a:cubicBezTo>
                    <a:pt x="4773" y="218"/>
                    <a:pt x="6086" y="1534"/>
                    <a:pt x="6083" y="3157"/>
                  </a:cubicBezTo>
                  <a:cubicBezTo>
                    <a:pt x="6080" y="4775"/>
                    <a:pt x="4767" y="6084"/>
                    <a:pt x="3149" y="6084"/>
                  </a:cubicBezTo>
                  <a:cubicBezTo>
                    <a:pt x="3149" y="6084"/>
                    <a:pt x="3148" y="6084"/>
                    <a:pt x="3147" y="6084"/>
                  </a:cubicBezTo>
                  <a:cubicBezTo>
                    <a:pt x="1525" y="6083"/>
                    <a:pt x="214" y="4768"/>
                    <a:pt x="214" y="3148"/>
                  </a:cubicBezTo>
                  <a:cubicBezTo>
                    <a:pt x="215" y="1527"/>
                    <a:pt x="1530" y="215"/>
                    <a:pt x="3151" y="215"/>
                  </a:cubicBezTo>
                  <a:close/>
                  <a:moveTo>
                    <a:pt x="3149" y="0"/>
                  </a:moveTo>
                  <a:cubicBezTo>
                    <a:pt x="3149" y="0"/>
                    <a:pt x="3148" y="0"/>
                    <a:pt x="3147" y="0"/>
                  </a:cubicBezTo>
                  <a:cubicBezTo>
                    <a:pt x="1408" y="2"/>
                    <a:pt x="1" y="1412"/>
                    <a:pt x="1" y="3150"/>
                  </a:cubicBezTo>
                  <a:cubicBezTo>
                    <a:pt x="2" y="4888"/>
                    <a:pt x="1411" y="6296"/>
                    <a:pt x="3148" y="6296"/>
                  </a:cubicBezTo>
                  <a:cubicBezTo>
                    <a:pt x="3149" y="6296"/>
                    <a:pt x="3150" y="6296"/>
                    <a:pt x="3151" y="6296"/>
                  </a:cubicBezTo>
                  <a:cubicBezTo>
                    <a:pt x="4884" y="6291"/>
                    <a:pt x="6290" y="4890"/>
                    <a:pt x="6296" y="3157"/>
                  </a:cubicBezTo>
                  <a:lnTo>
                    <a:pt x="6296" y="3145"/>
                  </a:lnTo>
                  <a:cubicBezTo>
                    <a:pt x="6296" y="1408"/>
                    <a:pt x="4886" y="0"/>
                    <a:pt x="314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7"/>
            <p:cNvSpPr/>
            <p:nvPr/>
          </p:nvSpPr>
          <p:spPr>
            <a:xfrm>
              <a:off x="5333250" y="1568300"/>
              <a:ext cx="109150" cy="82425"/>
            </a:xfrm>
            <a:custGeom>
              <a:avLst/>
              <a:gdLst/>
              <a:ahLst/>
              <a:cxnLst/>
              <a:rect l="l" t="t" r="r" b="b"/>
              <a:pathLst>
                <a:path w="4366" h="3297" extrusionOk="0">
                  <a:moveTo>
                    <a:pt x="2240" y="0"/>
                  </a:moveTo>
                  <a:cubicBezTo>
                    <a:pt x="1455" y="0"/>
                    <a:pt x="671" y="303"/>
                    <a:pt x="78" y="907"/>
                  </a:cubicBezTo>
                  <a:cubicBezTo>
                    <a:pt x="55" y="929"/>
                    <a:pt x="33" y="953"/>
                    <a:pt x="11" y="977"/>
                  </a:cubicBezTo>
                  <a:lnTo>
                    <a:pt x="0" y="977"/>
                  </a:lnTo>
                  <a:lnTo>
                    <a:pt x="428" y="3297"/>
                  </a:lnTo>
                  <a:lnTo>
                    <a:pt x="3800" y="3297"/>
                  </a:lnTo>
                  <a:lnTo>
                    <a:pt x="4366" y="870"/>
                  </a:lnTo>
                  <a:cubicBezTo>
                    <a:pt x="3776" y="290"/>
                    <a:pt x="3008" y="0"/>
                    <a:pt x="224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7"/>
            <p:cNvSpPr/>
            <p:nvPr/>
          </p:nvSpPr>
          <p:spPr>
            <a:xfrm>
              <a:off x="5330525" y="1565875"/>
              <a:ext cx="114225" cy="87525"/>
            </a:xfrm>
            <a:custGeom>
              <a:avLst/>
              <a:gdLst/>
              <a:ahLst/>
              <a:cxnLst/>
              <a:rect l="l" t="t" r="r" b="b"/>
              <a:pathLst>
                <a:path w="4569" h="3501" extrusionOk="0">
                  <a:moveTo>
                    <a:pt x="2339" y="214"/>
                  </a:moveTo>
                  <a:cubicBezTo>
                    <a:pt x="3059" y="214"/>
                    <a:pt x="3781" y="479"/>
                    <a:pt x="4345" y="1011"/>
                  </a:cubicBezTo>
                  <a:lnTo>
                    <a:pt x="3814" y="3286"/>
                  </a:lnTo>
                  <a:lnTo>
                    <a:pt x="614" y="3286"/>
                  </a:lnTo>
                  <a:lnTo>
                    <a:pt x="224" y="1119"/>
                  </a:lnTo>
                  <a:cubicBezTo>
                    <a:pt x="798" y="517"/>
                    <a:pt x="1568" y="214"/>
                    <a:pt x="2339" y="214"/>
                  </a:cubicBezTo>
                  <a:close/>
                  <a:moveTo>
                    <a:pt x="2333" y="0"/>
                  </a:moveTo>
                  <a:cubicBezTo>
                    <a:pt x="1487" y="0"/>
                    <a:pt x="643" y="340"/>
                    <a:pt x="24" y="1011"/>
                  </a:cubicBezTo>
                  <a:cubicBezTo>
                    <a:pt x="7" y="1035"/>
                    <a:pt x="1" y="1065"/>
                    <a:pt x="5" y="1093"/>
                  </a:cubicBezTo>
                  <a:lnTo>
                    <a:pt x="420" y="3413"/>
                  </a:lnTo>
                  <a:cubicBezTo>
                    <a:pt x="429" y="3464"/>
                    <a:pt x="473" y="3501"/>
                    <a:pt x="525" y="3501"/>
                  </a:cubicBezTo>
                  <a:lnTo>
                    <a:pt x="3899" y="3501"/>
                  </a:lnTo>
                  <a:cubicBezTo>
                    <a:pt x="3943" y="3499"/>
                    <a:pt x="3982" y="3471"/>
                    <a:pt x="3997" y="3431"/>
                  </a:cubicBezTo>
                  <a:lnTo>
                    <a:pt x="4560" y="1001"/>
                  </a:lnTo>
                  <a:cubicBezTo>
                    <a:pt x="4569" y="965"/>
                    <a:pt x="4558" y="926"/>
                    <a:pt x="4531" y="901"/>
                  </a:cubicBezTo>
                  <a:cubicBezTo>
                    <a:pt x="4509" y="877"/>
                    <a:pt x="4484" y="855"/>
                    <a:pt x="4460" y="831"/>
                  </a:cubicBezTo>
                  <a:cubicBezTo>
                    <a:pt x="3857" y="275"/>
                    <a:pt x="3094" y="0"/>
                    <a:pt x="233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7"/>
            <p:cNvSpPr/>
            <p:nvPr/>
          </p:nvSpPr>
          <p:spPr>
            <a:xfrm>
              <a:off x="5365725" y="2134950"/>
              <a:ext cx="232450" cy="197100"/>
            </a:xfrm>
            <a:custGeom>
              <a:avLst/>
              <a:gdLst/>
              <a:ahLst/>
              <a:cxnLst/>
              <a:rect l="l" t="t" r="r" b="b"/>
              <a:pathLst>
                <a:path w="9298" h="7884" extrusionOk="0">
                  <a:moveTo>
                    <a:pt x="442" y="0"/>
                  </a:moveTo>
                  <a:cubicBezTo>
                    <a:pt x="442" y="0"/>
                    <a:pt x="141" y="4129"/>
                    <a:pt x="67" y="6081"/>
                  </a:cubicBezTo>
                  <a:cubicBezTo>
                    <a:pt x="1" y="7771"/>
                    <a:pt x="442" y="7884"/>
                    <a:pt x="562" y="7884"/>
                  </a:cubicBezTo>
                  <a:cubicBezTo>
                    <a:pt x="580" y="7884"/>
                    <a:pt x="591" y="7881"/>
                    <a:pt x="591" y="7881"/>
                  </a:cubicBezTo>
                  <a:lnTo>
                    <a:pt x="8020" y="7881"/>
                  </a:lnTo>
                  <a:cubicBezTo>
                    <a:pt x="8321" y="7881"/>
                    <a:pt x="9298" y="7497"/>
                    <a:pt x="8172" y="6754"/>
                  </a:cubicBezTo>
                  <a:cubicBezTo>
                    <a:pt x="7045" y="6013"/>
                    <a:pt x="5318" y="4055"/>
                    <a:pt x="4868" y="3453"/>
                  </a:cubicBezTo>
                  <a:cubicBezTo>
                    <a:pt x="4419" y="2852"/>
                    <a:pt x="3444" y="0"/>
                    <a:pt x="344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7"/>
            <p:cNvSpPr/>
            <p:nvPr/>
          </p:nvSpPr>
          <p:spPr>
            <a:xfrm>
              <a:off x="5363625" y="2132075"/>
              <a:ext cx="223725" cy="202550"/>
            </a:xfrm>
            <a:custGeom>
              <a:avLst/>
              <a:gdLst/>
              <a:ahLst/>
              <a:cxnLst/>
              <a:rect l="l" t="t" r="r" b="b"/>
              <a:pathLst>
                <a:path w="8949" h="8102" extrusionOk="0">
                  <a:moveTo>
                    <a:pt x="3452" y="206"/>
                  </a:moveTo>
                  <a:cubicBezTo>
                    <a:pt x="3609" y="666"/>
                    <a:pt x="4440" y="3057"/>
                    <a:pt x="4868" y="3617"/>
                  </a:cubicBezTo>
                  <a:cubicBezTo>
                    <a:pt x="5363" y="4281"/>
                    <a:pt x="7098" y="6211"/>
                    <a:pt x="8195" y="6945"/>
                  </a:cubicBezTo>
                  <a:cubicBezTo>
                    <a:pt x="8550" y="7180"/>
                    <a:pt x="8728" y="7368"/>
                    <a:pt x="8669" y="7560"/>
                  </a:cubicBezTo>
                  <a:cubicBezTo>
                    <a:pt x="8609" y="7752"/>
                    <a:pt x="8267" y="7874"/>
                    <a:pt x="8104" y="7874"/>
                  </a:cubicBezTo>
                  <a:lnTo>
                    <a:pt x="654" y="7874"/>
                  </a:lnTo>
                  <a:cubicBezTo>
                    <a:pt x="652" y="7874"/>
                    <a:pt x="650" y="7874"/>
                    <a:pt x="649" y="7874"/>
                  </a:cubicBezTo>
                  <a:cubicBezTo>
                    <a:pt x="606" y="7874"/>
                    <a:pt x="565" y="7856"/>
                    <a:pt x="536" y="7825"/>
                  </a:cubicBezTo>
                  <a:cubicBezTo>
                    <a:pt x="413" y="7713"/>
                    <a:pt x="212" y="7353"/>
                    <a:pt x="256" y="6183"/>
                  </a:cubicBezTo>
                  <a:cubicBezTo>
                    <a:pt x="325" y="4427"/>
                    <a:pt x="578" y="851"/>
                    <a:pt x="624" y="212"/>
                  </a:cubicBezTo>
                  <a:lnTo>
                    <a:pt x="623" y="212"/>
                  </a:lnTo>
                  <a:lnTo>
                    <a:pt x="3452" y="206"/>
                  </a:lnTo>
                  <a:close/>
                  <a:moveTo>
                    <a:pt x="521" y="1"/>
                  </a:moveTo>
                  <a:cubicBezTo>
                    <a:pt x="465" y="1"/>
                    <a:pt x="419" y="42"/>
                    <a:pt x="414" y="99"/>
                  </a:cubicBezTo>
                  <a:cubicBezTo>
                    <a:pt x="413" y="141"/>
                    <a:pt x="113" y="4250"/>
                    <a:pt x="39" y="6183"/>
                  </a:cubicBezTo>
                  <a:cubicBezTo>
                    <a:pt x="0" y="7164"/>
                    <a:pt x="124" y="7777"/>
                    <a:pt x="405" y="8007"/>
                  </a:cubicBezTo>
                  <a:cubicBezTo>
                    <a:pt x="472" y="8066"/>
                    <a:pt x="557" y="8099"/>
                    <a:pt x="646" y="8102"/>
                  </a:cubicBezTo>
                  <a:lnTo>
                    <a:pt x="636" y="8091"/>
                  </a:lnTo>
                  <a:lnTo>
                    <a:pt x="8100" y="8091"/>
                  </a:lnTo>
                  <a:cubicBezTo>
                    <a:pt x="8286" y="8091"/>
                    <a:pt x="8767" y="7957"/>
                    <a:pt x="8868" y="7627"/>
                  </a:cubicBezTo>
                  <a:cubicBezTo>
                    <a:pt x="8949" y="7362"/>
                    <a:pt x="8761" y="7075"/>
                    <a:pt x="8308" y="6774"/>
                  </a:cubicBezTo>
                  <a:cubicBezTo>
                    <a:pt x="7232" y="6055"/>
                    <a:pt x="5524" y="4150"/>
                    <a:pt x="5033" y="3495"/>
                  </a:cubicBezTo>
                  <a:cubicBezTo>
                    <a:pt x="4598" y="2916"/>
                    <a:pt x="3624" y="100"/>
                    <a:pt x="3624" y="74"/>
                  </a:cubicBezTo>
                  <a:cubicBezTo>
                    <a:pt x="3608" y="29"/>
                    <a:pt x="3568" y="1"/>
                    <a:pt x="352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7"/>
            <p:cNvSpPr/>
            <p:nvPr/>
          </p:nvSpPr>
          <p:spPr>
            <a:xfrm>
              <a:off x="5422700" y="2221325"/>
              <a:ext cx="159925" cy="95625"/>
            </a:xfrm>
            <a:custGeom>
              <a:avLst/>
              <a:gdLst/>
              <a:ahLst/>
              <a:cxnLst/>
              <a:rect l="l" t="t" r="r" b="b"/>
              <a:pathLst>
                <a:path w="6397" h="3825" extrusionOk="0">
                  <a:moveTo>
                    <a:pt x="2272" y="0"/>
                  </a:moveTo>
                  <a:cubicBezTo>
                    <a:pt x="1697" y="0"/>
                    <a:pt x="1155" y="306"/>
                    <a:pt x="864" y="821"/>
                  </a:cubicBezTo>
                  <a:cubicBezTo>
                    <a:pt x="288" y="1713"/>
                    <a:pt x="0" y="2762"/>
                    <a:pt x="39" y="3825"/>
                  </a:cubicBezTo>
                  <a:lnTo>
                    <a:pt x="6397" y="3825"/>
                  </a:lnTo>
                  <a:cubicBezTo>
                    <a:pt x="6286" y="3601"/>
                    <a:pt x="6111" y="3417"/>
                    <a:pt x="5893" y="3298"/>
                  </a:cubicBezTo>
                  <a:cubicBezTo>
                    <a:pt x="4790" y="2564"/>
                    <a:pt x="3114" y="679"/>
                    <a:pt x="2622" y="38"/>
                  </a:cubicBezTo>
                  <a:cubicBezTo>
                    <a:pt x="2505" y="13"/>
                    <a:pt x="2388" y="0"/>
                    <a:pt x="22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7"/>
            <p:cNvSpPr/>
            <p:nvPr/>
          </p:nvSpPr>
          <p:spPr>
            <a:xfrm>
              <a:off x="5419900" y="2218675"/>
              <a:ext cx="165475" cy="100925"/>
            </a:xfrm>
            <a:custGeom>
              <a:avLst/>
              <a:gdLst/>
              <a:ahLst/>
              <a:cxnLst/>
              <a:rect l="l" t="t" r="r" b="b"/>
              <a:pathLst>
                <a:path w="6619" h="4037" extrusionOk="0">
                  <a:moveTo>
                    <a:pt x="2380" y="213"/>
                  </a:moveTo>
                  <a:cubicBezTo>
                    <a:pt x="2478" y="213"/>
                    <a:pt x="2577" y="223"/>
                    <a:pt x="2676" y="243"/>
                  </a:cubicBezTo>
                  <a:cubicBezTo>
                    <a:pt x="3194" y="908"/>
                    <a:pt x="4847" y="2762"/>
                    <a:pt x="5946" y="3493"/>
                  </a:cubicBezTo>
                  <a:cubicBezTo>
                    <a:pt x="6089" y="3582"/>
                    <a:pt x="6218" y="3694"/>
                    <a:pt x="6327" y="3823"/>
                  </a:cubicBezTo>
                  <a:lnTo>
                    <a:pt x="251" y="3823"/>
                  </a:lnTo>
                  <a:cubicBezTo>
                    <a:pt x="245" y="2818"/>
                    <a:pt x="528" y="1831"/>
                    <a:pt x="1067" y="983"/>
                  </a:cubicBezTo>
                  <a:cubicBezTo>
                    <a:pt x="1336" y="502"/>
                    <a:pt x="1843" y="213"/>
                    <a:pt x="2380" y="213"/>
                  </a:cubicBezTo>
                  <a:close/>
                  <a:moveTo>
                    <a:pt x="2387" y="0"/>
                  </a:moveTo>
                  <a:cubicBezTo>
                    <a:pt x="1776" y="0"/>
                    <a:pt x="1197" y="325"/>
                    <a:pt x="885" y="872"/>
                  </a:cubicBezTo>
                  <a:cubicBezTo>
                    <a:pt x="294" y="1784"/>
                    <a:pt x="1" y="2856"/>
                    <a:pt x="44" y="3941"/>
                  </a:cubicBezTo>
                  <a:cubicBezTo>
                    <a:pt x="51" y="3995"/>
                    <a:pt x="96" y="4036"/>
                    <a:pt x="151" y="4036"/>
                  </a:cubicBezTo>
                  <a:lnTo>
                    <a:pt x="6509" y="4036"/>
                  </a:lnTo>
                  <a:cubicBezTo>
                    <a:pt x="6543" y="4036"/>
                    <a:pt x="6574" y="4020"/>
                    <a:pt x="6595" y="3992"/>
                  </a:cubicBezTo>
                  <a:cubicBezTo>
                    <a:pt x="6614" y="3963"/>
                    <a:pt x="6619" y="3926"/>
                    <a:pt x="6608" y="3893"/>
                  </a:cubicBezTo>
                  <a:cubicBezTo>
                    <a:pt x="6492" y="3648"/>
                    <a:pt x="6300" y="3447"/>
                    <a:pt x="6062" y="3316"/>
                  </a:cubicBezTo>
                  <a:cubicBezTo>
                    <a:pt x="4966" y="2585"/>
                    <a:pt x="3298" y="703"/>
                    <a:pt x="2819" y="79"/>
                  </a:cubicBezTo>
                  <a:cubicBezTo>
                    <a:pt x="2801" y="56"/>
                    <a:pt x="2777" y="43"/>
                    <a:pt x="2751" y="39"/>
                  </a:cubicBezTo>
                  <a:cubicBezTo>
                    <a:pt x="2629" y="13"/>
                    <a:pt x="2508" y="0"/>
                    <a:pt x="238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7"/>
            <p:cNvSpPr/>
            <p:nvPr/>
          </p:nvSpPr>
          <p:spPr>
            <a:xfrm>
              <a:off x="5366900" y="2238425"/>
              <a:ext cx="39875" cy="74725"/>
            </a:xfrm>
            <a:custGeom>
              <a:avLst/>
              <a:gdLst/>
              <a:ahLst/>
              <a:cxnLst/>
              <a:rect l="l" t="t" r="r" b="b"/>
              <a:pathLst>
                <a:path w="1595" h="2989" extrusionOk="0">
                  <a:moveTo>
                    <a:pt x="119" y="0"/>
                  </a:moveTo>
                  <a:cubicBezTo>
                    <a:pt x="76" y="724"/>
                    <a:pt x="37" y="1411"/>
                    <a:pt x="20" y="1939"/>
                  </a:cubicBezTo>
                  <a:cubicBezTo>
                    <a:pt x="0" y="2290"/>
                    <a:pt x="14" y="2642"/>
                    <a:pt x="61" y="2989"/>
                  </a:cubicBezTo>
                  <a:lnTo>
                    <a:pt x="1595" y="2987"/>
                  </a:lnTo>
                  <a:cubicBezTo>
                    <a:pt x="1595" y="1952"/>
                    <a:pt x="718" y="724"/>
                    <a:pt x="11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7"/>
            <p:cNvSpPr/>
            <p:nvPr/>
          </p:nvSpPr>
          <p:spPr>
            <a:xfrm>
              <a:off x="5364225" y="2235900"/>
              <a:ext cx="45025" cy="79925"/>
            </a:xfrm>
            <a:custGeom>
              <a:avLst/>
              <a:gdLst/>
              <a:ahLst/>
              <a:cxnLst/>
              <a:rect l="l" t="t" r="r" b="b"/>
              <a:pathLst>
                <a:path w="1801" h="3197" extrusionOk="0">
                  <a:moveTo>
                    <a:pt x="311" y="383"/>
                  </a:moveTo>
                  <a:cubicBezTo>
                    <a:pt x="838" y="1043"/>
                    <a:pt x="1540" y="2088"/>
                    <a:pt x="1592" y="2983"/>
                  </a:cubicBezTo>
                  <a:lnTo>
                    <a:pt x="261" y="2983"/>
                  </a:lnTo>
                  <a:cubicBezTo>
                    <a:pt x="225" y="2671"/>
                    <a:pt x="214" y="2357"/>
                    <a:pt x="228" y="2045"/>
                  </a:cubicBezTo>
                  <a:cubicBezTo>
                    <a:pt x="243" y="1622"/>
                    <a:pt x="273" y="1066"/>
                    <a:pt x="311" y="383"/>
                  </a:cubicBezTo>
                  <a:close/>
                  <a:moveTo>
                    <a:pt x="228" y="0"/>
                  </a:moveTo>
                  <a:cubicBezTo>
                    <a:pt x="171" y="0"/>
                    <a:pt x="124" y="42"/>
                    <a:pt x="119" y="100"/>
                  </a:cubicBezTo>
                  <a:cubicBezTo>
                    <a:pt x="70" y="910"/>
                    <a:pt x="37" y="1562"/>
                    <a:pt x="19" y="2040"/>
                  </a:cubicBezTo>
                  <a:cubicBezTo>
                    <a:pt x="0" y="2396"/>
                    <a:pt x="15" y="2753"/>
                    <a:pt x="64" y="3106"/>
                  </a:cubicBezTo>
                  <a:cubicBezTo>
                    <a:pt x="72" y="3158"/>
                    <a:pt x="116" y="3197"/>
                    <a:pt x="168" y="3197"/>
                  </a:cubicBezTo>
                  <a:lnTo>
                    <a:pt x="1702" y="3197"/>
                  </a:lnTo>
                  <a:lnTo>
                    <a:pt x="1702" y="3196"/>
                  </a:lnTo>
                  <a:cubicBezTo>
                    <a:pt x="1756" y="3193"/>
                    <a:pt x="1799" y="3148"/>
                    <a:pt x="1800" y="3094"/>
                  </a:cubicBezTo>
                  <a:cubicBezTo>
                    <a:pt x="1800" y="2059"/>
                    <a:pt x="992" y="861"/>
                    <a:pt x="307" y="37"/>
                  </a:cubicBezTo>
                  <a:cubicBezTo>
                    <a:pt x="289" y="17"/>
                    <a:pt x="262" y="2"/>
                    <a:pt x="234" y="0"/>
                  </a:cubicBezTo>
                  <a:cubicBezTo>
                    <a:pt x="232" y="0"/>
                    <a:pt x="230" y="0"/>
                    <a:pt x="22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7"/>
            <p:cNvSpPr/>
            <p:nvPr/>
          </p:nvSpPr>
          <p:spPr>
            <a:xfrm>
              <a:off x="5374225" y="2134900"/>
              <a:ext cx="90450" cy="35700"/>
            </a:xfrm>
            <a:custGeom>
              <a:avLst/>
              <a:gdLst/>
              <a:ahLst/>
              <a:cxnLst/>
              <a:rect l="l" t="t" r="r" b="b"/>
              <a:pathLst>
                <a:path w="3618" h="1428" extrusionOk="0">
                  <a:moveTo>
                    <a:pt x="102" y="1"/>
                  </a:moveTo>
                  <a:cubicBezTo>
                    <a:pt x="102" y="1"/>
                    <a:pt x="59" y="589"/>
                    <a:pt x="1" y="1427"/>
                  </a:cubicBezTo>
                  <a:lnTo>
                    <a:pt x="3617" y="1427"/>
                  </a:lnTo>
                  <a:cubicBezTo>
                    <a:pt x="3333" y="668"/>
                    <a:pt x="3104" y="1"/>
                    <a:pt x="310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7"/>
            <p:cNvSpPr/>
            <p:nvPr/>
          </p:nvSpPr>
          <p:spPr>
            <a:xfrm>
              <a:off x="5371350" y="2132225"/>
              <a:ext cx="96100" cy="41050"/>
            </a:xfrm>
            <a:custGeom>
              <a:avLst/>
              <a:gdLst/>
              <a:ahLst/>
              <a:cxnLst/>
              <a:rect l="l" t="t" r="r" b="b"/>
              <a:pathLst>
                <a:path w="3844" h="1642" extrusionOk="0">
                  <a:moveTo>
                    <a:pt x="3143" y="213"/>
                  </a:moveTo>
                  <a:cubicBezTo>
                    <a:pt x="3204" y="391"/>
                    <a:pt x="3366" y="878"/>
                    <a:pt x="3579" y="1427"/>
                  </a:cubicBezTo>
                  <a:lnTo>
                    <a:pt x="229" y="1427"/>
                  </a:lnTo>
                  <a:cubicBezTo>
                    <a:pt x="269" y="848"/>
                    <a:pt x="311" y="404"/>
                    <a:pt x="311" y="213"/>
                  </a:cubicBezTo>
                  <a:close/>
                  <a:moveTo>
                    <a:pt x="208" y="1"/>
                  </a:moveTo>
                  <a:cubicBezTo>
                    <a:pt x="153" y="1"/>
                    <a:pt x="105" y="44"/>
                    <a:pt x="101" y="99"/>
                  </a:cubicBezTo>
                  <a:cubicBezTo>
                    <a:pt x="101" y="99"/>
                    <a:pt x="59" y="687"/>
                    <a:pt x="1" y="1525"/>
                  </a:cubicBezTo>
                  <a:cubicBezTo>
                    <a:pt x="1" y="1528"/>
                    <a:pt x="1" y="1531"/>
                    <a:pt x="1" y="1534"/>
                  </a:cubicBezTo>
                  <a:cubicBezTo>
                    <a:pt x="1" y="1594"/>
                    <a:pt x="49" y="1641"/>
                    <a:pt x="108" y="1641"/>
                  </a:cubicBezTo>
                  <a:lnTo>
                    <a:pt x="3725" y="1641"/>
                  </a:lnTo>
                  <a:cubicBezTo>
                    <a:pt x="3735" y="1641"/>
                    <a:pt x="3747" y="1638"/>
                    <a:pt x="3758" y="1635"/>
                  </a:cubicBezTo>
                  <a:cubicBezTo>
                    <a:pt x="3814" y="1615"/>
                    <a:pt x="3844" y="1552"/>
                    <a:pt x="3825" y="1495"/>
                  </a:cubicBezTo>
                  <a:cubicBezTo>
                    <a:pt x="3540" y="749"/>
                    <a:pt x="3311" y="74"/>
                    <a:pt x="3311" y="74"/>
                  </a:cubicBezTo>
                  <a:cubicBezTo>
                    <a:pt x="3296" y="30"/>
                    <a:pt x="3254" y="1"/>
                    <a:pt x="32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7"/>
            <p:cNvSpPr/>
            <p:nvPr/>
          </p:nvSpPr>
          <p:spPr>
            <a:xfrm>
              <a:off x="5133175" y="691650"/>
              <a:ext cx="132375" cy="193125"/>
            </a:xfrm>
            <a:custGeom>
              <a:avLst/>
              <a:gdLst/>
              <a:ahLst/>
              <a:cxnLst/>
              <a:rect l="l" t="t" r="r" b="b"/>
              <a:pathLst>
                <a:path w="5295" h="7725" extrusionOk="0">
                  <a:moveTo>
                    <a:pt x="0" y="0"/>
                  </a:moveTo>
                  <a:lnTo>
                    <a:pt x="0" y="5077"/>
                  </a:lnTo>
                  <a:cubicBezTo>
                    <a:pt x="2" y="6540"/>
                    <a:pt x="1187" y="7725"/>
                    <a:pt x="2649" y="7725"/>
                  </a:cubicBezTo>
                  <a:cubicBezTo>
                    <a:pt x="4110" y="7725"/>
                    <a:pt x="5295" y="6540"/>
                    <a:pt x="5295" y="5077"/>
                  </a:cubicBezTo>
                  <a:lnTo>
                    <a:pt x="529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7"/>
            <p:cNvSpPr/>
            <p:nvPr/>
          </p:nvSpPr>
          <p:spPr>
            <a:xfrm>
              <a:off x="5130500" y="689000"/>
              <a:ext cx="137700" cy="198425"/>
            </a:xfrm>
            <a:custGeom>
              <a:avLst/>
              <a:gdLst/>
              <a:ahLst/>
              <a:cxnLst/>
              <a:rect l="l" t="t" r="r" b="b"/>
              <a:pathLst>
                <a:path w="5508" h="7937" extrusionOk="0">
                  <a:moveTo>
                    <a:pt x="5295" y="213"/>
                  </a:moveTo>
                  <a:lnTo>
                    <a:pt x="5295" y="5183"/>
                  </a:lnTo>
                  <a:cubicBezTo>
                    <a:pt x="5256" y="6529"/>
                    <a:pt x="4174" y="7612"/>
                    <a:pt x="2828" y="7651"/>
                  </a:cubicBezTo>
                  <a:cubicBezTo>
                    <a:pt x="2802" y="7651"/>
                    <a:pt x="2776" y="7652"/>
                    <a:pt x="2751" y="7652"/>
                  </a:cubicBezTo>
                  <a:cubicBezTo>
                    <a:pt x="1383" y="7652"/>
                    <a:pt x="254" y="6562"/>
                    <a:pt x="213" y="5183"/>
                  </a:cubicBezTo>
                  <a:lnTo>
                    <a:pt x="213" y="213"/>
                  </a:lnTo>
                  <a:close/>
                  <a:moveTo>
                    <a:pt x="107" y="0"/>
                  </a:moveTo>
                  <a:cubicBezTo>
                    <a:pt x="48" y="0"/>
                    <a:pt x="2" y="48"/>
                    <a:pt x="0" y="106"/>
                  </a:cubicBezTo>
                  <a:lnTo>
                    <a:pt x="0" y="5183"/>
                  </a:lnTo>
                  <a:cubicBezTo>
                    <a:pt x="3" y="6704"/>
                    <a:pt x="1234" y="7937"/>
                    <a:pt x="2755" y="7937"/>
                  </a:cubicBezTo>
                  <a:cubicBezTo>
                    <a:pt x="4275" y="7937"/>
                    <a:pt x="5508" y="6704"/>
                    <a:pt x="5508" y="5183"/>
                  </a:cubicBezTo>
                  <a:lnTo>
                    <a:pt x="5508" y="106"/>
                  </a:lnTo>
                  <a:cubicBezTo>
                    <a:pt x="5508" y="48"/>
                    <a:pt x="5460" y="0"/>
                    <a:pt x="540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7"/>
            <p:cNvSpPr/>
            <p:nvPr/>
          </p:nvSpPr>
          <p:spPr>
            <a:xfrm>
              <a:off x="5096200" y="459425"/>
              <a:ext cx="204525" cy="300650"/>
            </a:xfrm>
            <a:custGeom>
              <a:avLst/>
              <a:gdLst/>
              <a:ahLst/>
              <a:cxnLst/>
              <a:rect l="l" t="t" r="r" b="b"/>
              <a:pathLst>
                <a:path w="8181" h="12026" extrusionOk="0">
                  <a:moveTo>
                    <a:pt x="4263" y="0"/>
                  </a:moveTo>
                  <a:cubicBezTo>
                    <a:pt x="2612" y="0"/>
                    <a:pt x="933" y="1115"/>
                    <a:pt x="547" y="2555"/>
                  </a:cubicBezTo>
                  <a:cubicBezTo>
                    <a:pt x="1" y="4587"/>
                    <a:pt x="547" y="8804"/>
                    <a:pt x="547" y="8804"/>
                  </a:cubicBezTo>
                  <a:lnTo>
                    <a:pt x="2976" y="12026"/>
                  </a:lnTo>
                  <a:lnTo>
                    <a:pt x="5255" y="12026"/>
                  </a:lnTo>
                  <a:lnTo>
                    <a:pt x="7834" y="8752"/>
                  </a:lnTo>
                  <a:lnTo>
                    <a:pt x="7934" y="3995"/>
                  </a:lnTo>
                  <a:cubicBezTo>
                    <a:pt x="7934" y="3995"/>
                    <a:pt x="8181" y="2110"/>
                    <a:pt x="6198" y="624"/>
                  </a:cubicBezTo>
                  <a:cubicBezTo>
                    <a:pt x="5619" y="190"/>
                    <a:pt x="4943" y="0"/>
                    <a:pt x="42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7"/>
            <p:cNvSpPr/>
            <p:nvPr/>
          </p:nvSpPr>
          <p:spPr>
            <a:xfrm>
              <a:off x="5093650" y="456550"/>
              <a:ext cx="208425" cy="306175"/>
            </a:xfrm>
            <a:custGeom>
              <a:avLst/>
              <a:gdLst/>
              <a:ahLst/>
              <a:cxnLst/>
              <a:rect l="l" t="t" r="r" b="b"/>
              <a:pathLst>
                <a:path w="8337" h="12247" extrusionOk="0">
                  <a:moveTo>
                    <a:pt x="4364" y="223"/>
                  </a:moveTo>
                  <a:cubicBezTo>
                    <a:pt x="5055" y="223"/>
                    <a:pt x="5702" y="427"/>
                    <a:pt x="6236" y="826"/>
                  </a:cubicBezTo>
                  <a:cubicBezTo>
                    <a:pt x="8143" y="2256"/>
                    <a:pt x="7930" y="4081"/>
                    <a:pt x="7930" y="4099"/>
                  </a:cubicBezTo>
                  <a:lnTo>
                    <a:pt x="7930" y="4111"/>
                  </a:lnTo>
                  <a:lnTo>
                    <a:pt x="7832" y="8835"/>
                  </a:lnTo>
                  <a:lnTo>
                    <a:pt x="5307" y="12034"/>
                  </a:lnTo>
                  <a:lnTo>
                    <a:pt x="3131" y="12034"/>
                  </a:lnTo>
                  <a:lnTo>
                    <a:pt x="743" y="8886"/>
                  </a:lnTo>
                  <a:cubicBezTo>
                    <a:pt x="695" y="8511"/>
                    <a:pt x="234" y="4605"/>
                    <a:pt x="743" y="2701"/>
                  </a:cubicBezTo>
                  <a:cubicBezTo>
                    <a:pt x="1011" y="1724"/>
                    <a:pt x="1939" y="841"/>
                    <a:pt x="3088" y="445"/>
                  </a:cubicBezTo>
                  <a:cubicBezTo>
                    <a:pt x="3519" y="297"/>
                    <a:pt x="3949" y="223"/>
                    <a:pt x="4364" y="223"/>
                  </a:cubicBezTo>
                  <a:close/>
                  <a:moveTo>
                    <a:pt x="4384" y="1"/>
                  </a:moveTo>
                  <a:cubicBezTo>
                    <a:pt x="3945" y="1"/>
                    <a:pt x="3486" y="80"/>
                    <a:pt x="3018" y="241"/>
                  </a:cubicBezTo>
                  <a:cubicBezTo>
                    <a:pt x="1773" y="670"/>
                    <a:pt x="826" y="1590"/>
                    <a:pt x="542" y="2643"/>
                  </a:cubicBezTo>
                  <a:cubicBezTo>
                    <a:pt x="0" y="4666"/>
                    <a:pt x="521" y="8758"/>
                    <a:pt x="542" y="8931"/>
                  </a:cubicBezTo>
                  <a:cubicBezTo>
                    <a:pt x="545" y="8950"/>
                    <a:pt x="552" y="8968"/>
                    <a:pt x="564" y="8983"/>
                  </a:cubicBezTo>
                  <a:lnTo>
                    <a:pt x="2993" y="12205"/>
                  </a:lnTo>
                  <a:cubicBezTo>
                    <a:pt x="3014" y="12232"/>
                    <a:pt x="3045" y="12247"/>
                    <a:pt x="3078" y="12247"/>
                  </a:cubicBezTo>
                  <a:lnTo>
                    <a:pt x="5357" y="12247"/>
                  </a:lnTo>
                  <a:cubicBezTo>
                    <a:pt x="5359" y="12247"/>
                    <a:pt x="5360" y="12247"/>
                    <a:pt x="5362" y="12247"/>
                  </a:cubicBezTo>
                  <a:cubicBezTo>
                    <a:pt x="5395" y="12247"/>
                    <a:pt x="5427" y="12232"/>
                    <a:pt x="5447" y="12206"/>
                  </a:cubicBezTo>
                  <a:lnTo>
                    <a:pt x="8021" y="8934"/>
                  </a:lnTo>
                  <a:cubicBezTo>
                    <a:pt x="8034" y="8914"/>
                    <a:pt x="8042" y="8892"/>
                    <a:pt x="8042" y="8870"/>
                  </a:cubicBezTo>
                  <a:lnTo>
                    <a:pt x="8143" y="4116"/>
                  </a:lnTo>
                  <a:cubicBezTo>
                    <a:pt x="8159" y="3976"/>
                    <a:pt x="8337" y="2132"/>
                    <a:pt x="6364" y="652"/>
                  </a:cubicBezTo>
                  <a:cubicBezTo>
                    <a:pt x="5791" y="221"/>
                    <a:pt x="5115" y="1"/>
                    <a:pt x="438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7"/>
            <p:cNvSpPr/>
            <p:nvPr/>
          </p:nvSpPr>
          <p:spPr>
            <a:xfrm>
              <a:off x="5104950" y="459400"/>
              <a:ext cx="189825" cy="94950"/>
            </a:xfrm>
            <a:custGeom>
              <a:avLst/>
              <a:gdLst/>
              <a:ahLst/>
              <a:cxnLst/>
              <a:rect l="l" t="t" r="r" b="b"/>
              <a:pathLst>
                <a:path w="7593" h="3798" extrusionOk="0">
                  <a:moveTo>
                    <a:pt x="3914" y="0"/>
                  </a:moveTo>
                  <a:cubicBezTo>
                    <a:pt x="2262" y="0"/>
                    <a:pt x="583" y="1116"/>
                    <a:pt x="197" y="2556"/>
                  </a:cubicBezTo>
                  <a:cubicBezTo>
                    <a:pt x="96" y="2964"/>
                    <a:pt x="30" y="3379"/>
                    <a:pt x="1" y="3798"/>
                  </a:cubicBezTo>
                  <a:lnTo>
                    <a:pt x="7593" y="3798"/>
                  </a:lnTo>
                  <a:cubicBezTo>
                    <a:pt x="7593" y="3275"/>
                    <a:pt x="7445" y="1820"/>
                    <a:pt x="5848" y="623"/>
                  </a:cubicBezTo>
                  <a:cubicBezTo>
                    <a:pt x="5269" y="189"/>
                    <a:pt x="4594" y="0"/>
                    <a:pt x="3914"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7"/>
            <p:cNvSpPr/>
            <p:nvPr/>
          </p:nvSpPr>
          <p:spPr>
            <a:xfrm>
              <a:off x="5102225" y="456475"/>
              <a:ext cx="195275" cy="100400"/>
            </a:xfrm>
            <a:custGeom>
              <a:avLst/>
              <a:gdLst/>
              <a:ahLst/>
              <a:cxnLst/>
              <a:rect l="l" t="t" r="r" b="b"/>
              <a:pathLst>
                <a:path w="7811" h="4016" extrusionOk="0">
                  <a:moveTo>
                    <a:pt x="4018" y="213"/>
                  </a:moveTo>
                  <a:cubicBezTo>
                    <a:pt x="4709" y="213"/>
                    <a:pt x="5357" y="418"/>
                    <a:pt x="5890" y="818"/>
                  </a:cubicBezTo>
                  <a:cubicBezTo>
                    <a:pt x="7343" y="1909"/>
                    <a:pt x="7574" y="3200"/>
                    <a:pt x="7595" y="3803"/>
                  </a:cubicBezTo>
                  <a:lnTo>
                    <a:pt x="227" y="3803"/>
                  </a:lnTo>
                  <a:cubicBezTo>
                    <a:pt x="253" y="3429"/>
                    <a:pt x="309" y="3057"/>
                    <a:pt x="396" y="2692"/>
                  </a:cubicBezTo>
                  <a:cubicBezTo>
                    <a:pt x="664" y="1715"/>
                    <a:pt x="1591" y="832"/>
                    <a:pt x="2741" y="436"/>
                  </a:cubicBezTo>
                  <a:cubicBezTo>
                    <a:pt x="3172" y="287"/>
                    <a:pt x="3603" y="213"/>
                    <a:pt x="4018" y="213"/>
                  </a:cubicBezTo>
                  <a:close/>
                  <a:moveTo>
                    <a:pt x="4036" y="1"/>
                  </a:moveTo>
                  <a:cubicBezTo>
                    <a:pt x="3599" y="1"/>
                    <a:pt x="3143" y="80"/>
                    <a:pt x="2678" y="240"/>
                  </a:cubicBezTo>
                  <a:cubicBezTo>
                    <a:pt x="1432" y="669"/>
                    <a:pt x="485" y="1589"/>
                    <a:pt x="202" y="2641"/>
                  </a:cubicBezTo>
                  <a:cubicBezTo>
                    <a:pt x="101" y="3054"/>
                    <a:pt x="34" y="3477"/>
                    <a:pt x="5" y="3901"/>
                  </a:cubicBezTo>
                  <a:cubicBezTo>
                    <a:pt x="1" y="3931"/>
                    <a:pt x="11" y="3959"/>
                    <a:pt x="34" y="3980"/>
                  </a:cubicBezTo>
                  <a:cubicBezTo>
                    <a:pt x="51" y="4003"/>
                    <a:pt x="77" y="4016"/>
                    <a:pt x="105" y="4016"/>
                  </a:cubicBezTo>
                  <a:cubicBezTo>
                    <a:pt x="107" y="4016"/>
                    <a:pt x="108" y="4016"/>
                    <a:pt x="110" y="4016"/>
                  </a:cubicBezTo>
                  <a:lnTo>
                    <a:pt x="7702" y="4016"/>
                  </a:lnTo>
                  <a:cubicBezTo>
                    <a:pt x="7758" y="4016"/>
                    <a:pt x="7806" y="3971"/>
                    <a:pt x="7809" y="3915"/>
                  </a:cubicBezTo>
                  <a:cubicBezTo>
                    <a:pt x="7810" y="3338"/>
                    <a:pt x="7642" y="1869"/>
                    <a:pt x="6021" y="655"/>
                  </a:cubicBezTo>
                  <a:cubicBezTo>
                    <a:pt x="5446" y="223"/>
                    <a:pt x="4768" y="1"/>
                    <a:pt x="403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7"/>
            <p:cNvSpPr/>
            <p:nvPr/>
          </p:nvSpPr>
          <p:spPr>
            <a:xfrm>
              <a:off x="5144675" y="486050"/>
              <a:ext cx="15475" cy="69950"/>
            </a:xfrm>
            <a:custGeom>
              <a:avLst/>
              <a:gdLst/>
              <a:ahLst/>
              <a:cxnLst/>
              <a:rect l="l" t="t" r="r" b="b"/>
              <a:pathLst>
                <a:path w="619" h="2798" extrusionOk="0">
                  <a:moveTo>
                    <a:pt x="513" y="1"/>
                  </a:moveTo>
                  <a:cubicBezTo>
                    <a:pt x="453" y="2"/>
                    <a:pt x="407" y="50"/>
                    <a:pt x="405" y="108"/>
                  </a:cubicBezTo>
                  <a:lnTo>
                    <a:pt x="405" y="1387"/>
                  </a:lnTo>
                  <a:lnTo>
                    <a:pt x="32" y="1761"/>
                  </a:lnTo>
                  <a:cubicBezTo>
                    <a:pt x="12" y="1782"/>
                    <a:pt x="0" y="1808"/>
                    <a:pt x="0" y="1837"/>
                  </a:cubicBezTo>
                  <a:lnTo>
                    <a:pt x="0" y="2690"/>
                  </a:lnTo>
                  <a:cubicBezTo>
                    <a:pt x="0" y="2749"/>
                    <a:pt x="48" y="2797"/>
                    <a:pt x="108" y="2797"/>
                  </a:cubicBezTo>
                  <a:cubicBezTo>
                    <a:pt x="163" y="2794"/>
                    <a:pt x="207" y="2746"/>
                    <a:pt x="207" y="2691"/>
                  </a:cubicBezTo>
                  <a:lnTo>
                    <a:pt x="207" y="1875"/>
                  </a:lnTo>
                  <a:lnTo>
                    <a:pt x="588" y="1496"/>
                  </a:lnTo>
                  <a:cubicBezTo>
                    <a:pt x="608" y="1476"/>
                    <a:pt x="618" y="1450"/>
                    <a:pt x="618" y="1421"/>
                  </a:cubicBezTo>
                  <a:lnTo>
                    <a:pt x="618" y="108"/>
                  </a:lnTo>
                  <a:cubicBezTo>
                    <a:pt x="618" y="48"/>
                    <a:pt x="571" y="1"/>
                    <a:pt x="51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7"/>
            <p:cNvSpPr/>
            <p:nvPr/>
          </p:nvSpPr>
          <p:spPr>
            <a:xfrm>
              <a:off x="5187625" y="470750"/>
              <a:ext cx="20825" cy="62575"/>
            </a:xfrm>
            <a:custGeom>
              <a:avLst/>
              <a:gdLst/>
              <a:ahLst/>
              <a:cxnLst/>
              <a:rect l="l" t="t" r="r" b="b"/>
              <a:pathLst>
                <a:path w="833" h="2503" extrusionOk="0">
                  <a:moveTo>
                    <a:pt x="108" y="1"/>
                  </a:moveTo>
                  <a:cubicBezTo>
                    <a:pt x="50" y="1"/>
                    <a:pt x="1" y="49"/>
                    <a:pt x="1" y="108"/>
                  </a:cubicBezTo>
                  <a:lnTo>
                    <a:pt x="1" y="1205"/>
                  </a:lnTo>
                  <a:cubicBezTo>
                    <a:pt x="1" y="1265"/>
                    <a:pt x="50" y="1313"/>
                    <a:pt x="108" y="1313"/>
                  </a:cubicBezTo>
                  <a:lnTo>
                    <a:pt x="620" y="1313"/>
                  </a:lnTo>
                  <a:lnTo>
                    <a:pt x="620" y="2397"/>
                  </a:lnTo>
                  <a:cubicBezTo>
                    <a:pt x="620" y="2455"/>
                    <a:pt x="668" y="2502"/>
                    <a:pt x="726" y="2502"/>
                  </a:cubicBezTo>
                  <a:cubicBezTo>
                    <a:pt x="784" y="2502"/>
                    <a:pt x="831" y="2456"/>
                    <a:pt x="833" y="2398"/>
                  </a:cubicBezTo>
                  <a:lnTo>
                    <a:pt x="833" y="1205"/>
                  </a:lnTo>
                  <a:cubicBezTo>
                    <a:pt x="833" y="1147"/>
                    <a:pt x="785" y="1100"/>
                    <a:pt x="726" y="1100"/>
                  </a:cubicBezTo>
                  <a:lnTo>
                    <a:pt x="215" y="1100"/>
                  </a:lnTo>
                  <a:lnTo>
                    <a:pt x="215" y="108"/>
                  </a:lnTo>
                  <a:cubicBezTo>
                    <a:pt x="215" y="49"/>
                    <a:pt x="167" y="1"/>
                    <a:pt x="1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7"/>
            <p:cNvSpPr/>
            <p:nvPr/>
          </p:nvSpPr>
          <p:spPr>
            <a:xfrm>
              <a:off x="5231725" y="472325"/>
              <a:ext cx="22100" cy="83675"/>
            </a:xfrm>
            <a:custGeom>
              <a:avLst/>
              <a:gdLst/>
              <a:ahLst/>
              <a:cxnLst/>
              <a:rect l="l" t="t" r="r" b="b"/>
              <a:pathLst>
                <a:path w="884" h="3347" extrusionOk="0">
                  <a:moveTo>
                    <a:pt x="777" y="0"/>
                  </a:moveTo>
                  <a:cubicBezTo>
                    <a:pt x="719" y="0"/>
                    <a:pt x="671" y="48"/>
                    <a:pt x="671" y="106"/>
                  </a:cubicBezTo>
                  <a:lnTo>
                    <a:pt x="671" y="1655"/>
                  </a:lnTo>
                  <a:lnTo>
                    <a:pt x="108" y="1655"/>
                  </a:lnTo>
                  <a:cubicBezTo>
                    <a:pt x="49" y="1655"/>
                    <a:pt x="1" y="1702"/>
                    <a:pt x="1" y="1762"/>
                  </a:cubicBezTo>
                  <a:lnTo>
                    <a:pt x="1" y="3239"/>
                  </a:lnTo>
                  <a:cubicBezTo>
                    <a:pt x="1" y="3298"/>
                    <a:pt x="49" y="3346"/>
                    <a:pt x="108" y="3346"/>
                  </a:cubicBezTo>
                  <a:cubicBezTo>
                    <a:pt x="166" y="3346"/>
                    <a:pt x="214" y="3298"/>
                    <a:pt x="214" y="3239"/>
                  </a:cubicBezTo>
                  <a:lnTo>
                    <a:pt x="214" y="1868"/>
                  </a:lnTo>
                  <a:lnTo>
                    <a:pt x="777" y="1868"/>
                  </a:lnTo>
                  <a:cubicBezTo>
                    <a:pt x="836" y="1868"/>
                    <a:pt x="884" y="1820"/>
                    <a:pt x="884" y="1762"/>
                  </a:cubicBezTo>
                  <a:lnTo>
                    <a:pt x="884" y="106"/>
                  </a:lnTo>
                  <a:cubicBezTo>
                    <a:pt x="884" y="48"/>
                    <a:pt x="836" y="0"/>
                    <a:pt x="77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7"/>
            <p:cNvSpPr/>
            <p:nvPr/>
          </p:nvSpPr>
          <p:spPr>
            <a:xfrm>
              <a:off x="5216475" y="461225"/>
              <a:ext cx="5425" cy="31700"/>
            </a:xfrm>
            <a:custGeom>
              <a:avLst/>
              <a:gdLst/>
              <a:ahLst/>
              <a:cxnLst/>
              <a:rect l="l" t="t" r="r" b="b"/>
              <a:pathLst>
                <a:path w="217" h="1268" extrusionOk="0">
                  <a:moveTo>
                    <a:pt x="108" y="1"/>
                  </a:moveTo>
                  <a:cubicBezTo>
                    <a:pt x="48" y="1"/>
                    <a:pt x="1" y="48"/>
                    <a:pt x="1" y="108"/>
                  </a:cubicBezTo>
                  <a:lnTo>
                    <a:pt x="1" y="1161"/>
                  </a:lnTo>
                  <a:cubicBezTo>
                    <a:pt x="2" y="1219"/>
                    <a:pt x="50" y="1266"/>
                    <a:pt x="108" y="1268"/>
                  </a:cubicBezTo>
                  <a:lnTo>
                    <a:pt x="112" y="1268"/>
                  </a:lnTo>
                  <a:cubicBezTo>
                    <a:pt x="170" y="1265"/>
                    <a:pt x="216" y="1216"/>
                    <a:pt x="213" y="1156"/>
                  </a:cubicBezTo>
                  <a:lnTo>
                    <a:pt x="213" y="108"/>
                  </a:lnTo>
                  <a:cubicBezTo>
                    <a:pt x="213" y="48"/>
                    <a:pt x="166" y="1"/>
                    <a:pt x="1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7"/>
            <p:cNvSpPr/>
            <p:nvPr/>
          </p:nvSpPr>
          <p:spPr>
            <a:xfrm>
              <a:off x="5100750" y="555550"/>
              <a:ext cx="50025" cy="178175"/>
            </a:xfrm>
            <a:custGeom>
              <a:avLst/>
              <a:gdLst/>
              <a:ahLst/>
              <a:cxnLst/>
              <a:rect l="l" t="t" r="r" b="b"/>
              <a:pathLst>
                <a:path w="2001" h="7127" extrusionOk="0">
                  <a:moveTo>
                    <a:pt x="164" y="1"/>
                  </a:moveTo>
                  <a:cubicBezTo>
                    <a:pt x="0" y="2133"/>
                    <a:pt x="365" y="4959"/>
                    <a:pt x="365" y="4959"/>
                  </a:cubicBezTo>
                  <a:lnTo>
                    <a:pt x="2000" y="7127"/>
                  </a:lnTo>
                  <a:lnTo>
                    <a:pt x="2000" y="5157"/>
                  </a:lnTo>
                  <a:cubicBezTo>
                    <a:pt x="2000" y="4898"/>
                    <a:pt x="1918" y="4645"/>
                    <a:pt x="1766" y="4436"/>
                  </a:cubicBezTo>
                  <a:lnTo>
                    <a:pt x="1192" y="3644"/>
                  </a:lnTo>
                  <a:cubicBezTo>
                    <a:pt x="1041" y="3434"/>
                    <a:pt x="961" y="3183"/>
                    <a:pt x="959" y="2923"/>
                  </a:cubicBezTo>
                  <a:lnTo>
                    <a:pt x="959"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7"/>
            <p:cNvSpPr/>
            <p:nvPr/>
          </p:nvSpPr>
          <p:spPr>
            <a:xfrm>
              <a:off x="5098075" y="552875"/>
              <a:ext cx="55375" cy="183525"/>
            </a:xfrm>
            <a:custGeom>
              <a:avLst/>
              <a:gdLst/>
              <a:ahLst/>
              <a:cxnLst/>
              <a:rect l="l" t="t" r="r" b="b"/>
              <a:pathLst>
                <a:path w="2215" h="7341" extrusionOk="0">
                  <a:moveTo>
                    <a:pt x="965" y="213"/>
                  </a:moveTo>
                  <a:lnTo>
                    <a:pt x="965" y="3030"/>
                  </a:lnTo>
                  <a:cubicBezTo>
                    <a:pt x="964" y="3312"/>
                    <a:pt x="1053" y="3586"/>
                    <a:pt x="1218" y="3814"/>
                  </a:cubicBezTo>
                  <a:lnTo>
                    <a:pt x="1791" y="4607"/>
                  </a:lnTo>
                  <a:cubicBezTo>
                    <a:pt x="1930" y="4798"/>
                    <a:pt x="2006" y="5027"/>
                    <a:pt x="2006" y="5264"/>
                  </a:cubicBezTo>
                  <a:lnTo>
                    <a:pt x="2006" y="6917"/>
                  </a:lnTo>
                  <a:lnTo>
                    <a:pt x="579" y="5023"/>
                  </a:lnTo>
                  <a:lnTo>
                    <a:pt x="578" y="5023"/>
                  </a:lnTo>
                  <a:cubicBezTo>
                    <a:pt x="538" y="4731"/>
                    <a:pt x="235" y="2191"/>
                    <a:pt x="365" y="213"/>
                  </a:cubicBezTo>
                  <a:close/>
                  <a:moveTo>
                    <a:pt x="271" y="0"/>
                  </a:moveTo>
                  <a:cubicBezTo>
                    <a:pt x="216" y="0"/>
                    <a:pt x="170" y="44"/>
                    <a:pt x="167" y="99"/>
                  </a:cubicBezTo>
                  <a:cubicBezTo>
                    <a:pt x="0" y="2225"/>
                    <a:pt x="365" y="5051"/>
                    <a:pt x="365" y="5078"/>
                  </a:cubicBezTo>
                  <a:cubicBezTo>
                    <a:pt x="368" y="5097"/>
                    <a:pt x="375" y="5115"/>
                    <a:pt x="387" y="5130"/>
                  </a:cubicBezTo>
                  <a:lnTo>
                    <a:pt x="2022" y="7298"/>
                  </a:lnTo>
                  <a:cubicBezTo>
                    <a:pt x="2043" y="7325"/>
                    <a:pt x="2074" y="7341"/>
                    <a:pt x="2107" y="7341"/>
                  </a:cubicBezTo>
                  <a:cubicBezTo>
                    <a:pt x="2119" y="7341"/>
                    <a:pt x="2131" y="7339"/>
                    <a:pt x="2141" y="7336"/>
                  </a:cubicBezTo>
                  <a:cubicBezTo>
                    <a:pt x="2186" y="7322"/>
                    <a:pt x="2214" y="7280"/>
                    <a:pt x="2214" y="7234"/>
                  </a:cubicBezTo>
                  <a:lnTo>
                    <a:pt x="2214" y="5264"/>
                  </a:lnTo>
                  <a:cubicBezTo>
                    <a:pt x="2214" y="4982"/>
                    <a:pt x="2125" y="4708"/>
                    <a:pt x="1961" y="4481"/>
                  </a:cubicBezTo>
                  <a:lnTo>
                    <a:pt x="1386" y="3687"/>
                  </a:lnTo>
                  <a:cubicBezTo>
                    <a:pt x="1248" y="3496"/>
                    <a:pt x="1172" y="3267"/>
                    <a:pt x="1173" y="3030"/>
                  </a:cubicBezTo>
                  <a:lnTo>
                    <a:pt x="1173" y="108"/>
                  </a:lnTo>
                  <a:cubicBezTo>
                    <a:pt x="1173" y="48"/>
                    <a:pt x="1126" y="0"/>
                    <a:pt x="106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7"/>
            <p:cNvSpPr/>
            <p:nvPr/>
          </p:nvSpPr>
          <p:spPr>
            <a:xfrm>
              <a:off x="5247850" y="555550"/>
              <a:ext cx="46600" cy="178175"/>
            </a:xfrm>
            <a:custGeom>
              <a:avLst/>
              <a:gdLst/>
              <a:ahLst/>
              <a:cxnLst/>
              <a:rect l="l" t="t" r="r" b="b"/>
              <a:pathLst>
                <a:path w="1864" h="7127" extrusionOk="0">
                  <a:moveTo>
                    <a:pt x="1040" y="1"/>
                  </a:moveTo>
                  <a:lnTo>
                    <a:pt x="1040" y="2923"/>
                  </a:lnTo>
                  <a:cubicBezTo>
                    <a:pt x="1040" y="3183"/>
                    <a:pt x="958" y="3436"/>
                    <a:pt x="806" y="3644"/>
                  </a:cubicBezTo>
                  <a:lnTo>
                    <a:pt x="233" y="4436"/>
                  </a:lnTo>
                  <a:cubicBezTo>
                    <a:pt x="81" y="4646"/>
                    <a:pt x="1" y="4898"/>
                    <a:pt x="1" y="5157"/>
                  </a:cubicBezTo>
                  <a:lnTo>
                    <a:pt x="1" y="7127"/>
                  </a:lnTo>
                  <a:lnTo>
                    <a:pt x="105" y="7018"/>
                  </a:lnTo>
                  <a:lnTo>
                    <a:pt x="1768" y="4907"/>
                  </a:lnTo>
                  <a:lnTo>
                    <a:pt x="1863" y="376"/>
                  </a:lnTo>
                  <a:cubicBezTo>
                    <a:pt x="1853" y="249"/>
                    <a:pt x="1844" y="124"/>
                    <a:pt x="183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7"/>
            <p:cNvSpPr/>
            <p:nvPr/>
          </p:nvSpPr>
          <p:spPr>
            <a:xfrm>
              <a:off x="5245125" y="552875"/>
              <a:ext cx="52050" cy="183575"/>
            </a:xfrm>
            <a:custGeom>
              <a:avLst/>
              <a:gdLst/>
              <a:ahLst/>
              <a:cxnLst/>
              <a:rect l="l" t="t" r="r" b="b"/>
              <a:pathLst>
                <a:path w="2082" h="7343" extrusionOk="0">
                  <a:moveTo>
                    <a:pt x="1844" y="213"/>
                  </a:moveTo>
                  <a:lnTo>
                    <a:pt x="1867" y="486"/>
                  </a:lnTo>
                  <a:lnTo>
                    <a:pt x="1773" y="4978"/>
                  </a:lnTo>
                  <a:lnTo>
                    <a:pt x="215" y="6952"/>
                  </a:lnTo>
                  <a:lnTo>
                    <a:pt x="215" y="5264"/>
                  </a:lnTo>
                  <a:cubicBezTo>
                    <a:pt x="214" y="5027"/>
                    <a:pt x="290" y="4798"/>
                    <a:pt x="428" y="4607"/>
                  </a:cubicBezTo>
                  <a:lnTo>
                    <a:pt x="1002" y="3814"/>
                  </a:lnTo>
                  <a:cubicBezTo>
                    <a:pt x="1168" y="3586"/>
                    <a:pt x="1258" y="3312"/>
                    <a:pt x="1256" y="3030"/>
                  </a:cubicBezTo>
                  <a:lnTo>
                    <a:pt x="1256" y="213"/>
                  </a:lnTo>
                  <a:close/>
                  <a:moveTo>
                    <a:pt x="1149" y="0"/>
                  </a:moveTo>
                  <a:cubicBezTo>
                    <a:pt x="1091" y="0"/>
                    <a:pt x="1043" y="48"/>
                    <a:pt x="1043" y="108"/>
                  </a:cubicBezTo>
                  <a:lnTo>
                    <a:pt x="1043" y="3038"/>
                  </a:lnTo>
                  <a:cubicBezTo>
                    <a:pt x="1043" y="3273"/>
                    <a:pt x="969" y="3502"/>
                    <a:pt x="830" y="3695"/>
                  </a:cubicBezTo>
                  <a:lnTo>
                    <a:pt x="256" y="4487"/>
                  </a:lnTo>
                  <a:cubicBezTo>
                    <a:pt x="90" y="4714"/>
                    <a:pt x="2" y="4988"/>
                    <a:pt x="2" y="5270"/>
                  </a:cubicBezTo>
                  <a:lnTo>
                    <a:pt x="2" y="7240"/>
                  </a:lnTo>
                  <a:cubicBezTo>
                    <a:pt x="1" y="7284"/>
                    <a:pt x="28" y="7325"/>
                    <a:pt x="68" y="7341"/>
                  </a:cubicBezTo>
                  <a:cubicBezTo>
                    <a:pt x="75" y="7342"/>
                    <a:pt x="82" y="7342"/>
                    <a:pt x="89" y="7342"/>
                  </a:cubicBezTo>
                  <a:cubicBezTo>
                    <a:pt x="96" y="7342"/>
                    <a:pt x="102" y="7342"/>
                    <a:pt x="108" y="7341"/>
                  </a:cubicBezTo>
                  <a:cubicBezTo>
                    <a:pt x="139" y="7338"/>
                    <a:pt x="169" y="7323"/>
                    <a:pt x="187" y="7298"/>
                  </a:cubicBezTo>
                  <a:lnTo>
                    <a:pt x="300" y="7180"/>
                  </a:lnTo>
                  <a:lnTo>
                    <a:pt x="1963" y="5070"/>
                  </a:lnTo>
                  <a:cubicBezTo>
                    <a:pt x="1978" y="5051"/>
                    <a:pt x="1986" y="5029"/>
                    <a:pt x="1986" y="5006"/>
                  </a:cubicBezTo>
                  <a:lnTo>
                    <a:pt x="2081" y="475"/>
                  </a:lnTo>
                  <a:lnTo>
                    <a:pt x="2054" y="99"/>
                  </a:lnTo>
                  <a:cubicBezTo>
                    <a:pt x="2050" y="44"/>
                    <a:pt x="2002" y="0"/>
                    <a:pt x="194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7"/>
            <p:cNvSpPr/>
            <p:nvPr/>
          </p:nvSpPr>
          <p:spPr>
            <a:xfrm>
              <a:off x="5147550" y="611050"/>
              <a:ext cx="29075" cy="12375"/>
            </a:xfrm>
            <a:custGeom>
              <a:avLst/>
              <a:gdLst/>
              <a:ahLst/>
              <a:cxnLst/>
              <a:rect l="l" t="t" r="r" b="b"/>
              <a:pathLst>
                <a:path w="1163" h="495" extrusionOk="0">
                  <a:moveTo>
                    <a:pt x="118" y="1"/>
                  </a:moveTo>
                  <a:lnTo>
                    <a:pt x="0" y="495"/>
                  </a:lnTo>
                  <a:lnTo>
                    <a:pt x="1163" y="495"/>
                  </a:lnTo>
                  <a:lnTo>
                    <a:pt x="1048" y="1"/>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7"/>
            <p:cNvSpPr/>
            <p:nvPr/>
          </p:nvSpPr>
          <p:spPr>
            <a:xfrm>
              <a:off x="5144700" y="608475"/>
              <a:ext cx="34625" cy="17725"/>
            </a:xfrm>
            <a:custGeom>
              <a:avLst/>
              <a:gdLst/>
              <a:ahLst/>
              <a:cxnLst/>
              <a:rect l="l" t="t" r="r" b="b"/>
              <a:pathLst>
                <a:path w="1385" h="709" extrusionOk="0">
                  <a:moveTo>
                    <a:pt x="1071" y="214"/>
                  </a:moveTo>
                  <a:lnTo>
                    <a:pt x="1138" y="495"/>
                  </a:lnTo>
                  <a:lnTo>
                    <a:pt x="247" y="495"/>
                  </a:lnTo>
                  <a:lnTo>
                    <a:pt x="314" y="214"/>
                  </a:lnTo>
                  <a:close/>
                  <a:moveTo>
                    <a:pt x="227" y="1"/>
                  </a:moveTo>
                  <a:cubicBezTo>
                    <a:pt x="178" y="1"/>
                    <a:pt x="135" y="35"/>
                    <a:pt x="123" y="84"/>
                  </a:cubicBezTo>
                  <a:lnTo>
                    <a:pt x="8" y="577"/>
                  </a:lnTo>
                  <a:cubicBezTo>
                    <a:pt x="1" y="608"/>
                    <a:pt x="7" y="643"/>
                    <a:pt x="28" y="668"/>
                  </a:cubicBezTo>
                  <a:cubicBezTo>
                    <a:pt x="48" y="694"/>
                    <a:pt x="77" y="708"/>
                    <a:pt x="108" y="708"/>
                  </a:cubicBezTo>
                  <a:cubicBezTo>
                    <a:pt x="110" y="708"/>
                    <a:pt x="111" y="708"/>
                    <a:pt x="113" y="708"/>
                  </a:cubicBezTo>
                  <a:lnTo>
                    <a:pt x="1272" y="708"/>
                  </a:lnTo>
                  <a:cubicBezTo>
                    <a:pt x="1274" y="708"/>
                    <a:pt x="1275" y="708"/>
                    <a:pt x="1277" y="708"/>
                  </a:cubicBezTo>
                  <a:cubicBezTo>
                    <a:pt x="1308" y="708"/>
                    <a:pt x="1337" y="692"/>
                    <a:pt x="1356" y="668"/>
                  </a:cubicBezTo>
                  <a:cubicBezTo>
                    <a:pt x="1377" y="643"/>
                    <a:pt x="1384" y="608"/>
                    <a:pt x="1377" y="577"/>
                  </a:cubicBezTo>
                  <a:lnTo>
                    <a:pt x="1260" y="84"/>
                  </a:lnTo>
                  <a:cubicBezTo>
                    <a:pt x="1250" y="35"/>
                    <a:pt x="1207" y="1"/>
                    <a:pt x="115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7"/>
            <p:cNvSpPr/>
            <p:nvPr/>
          </p:nvSpPr>
          <p:spPr>
            <a:xfrm>
              <a:off x="5221600" y="611050"/>
              <a:ext cx="29075" cy="12375"/>
            </a:xfrm>
            <a:custGeom>
              <a:avLst/>
              <a:gdLst/>
              <a:ahLst/>
              <a:cxnLst/>
              <a:rect l="l" t="t" r="r" b="b"/>
              <a:pathLst>
                <a:path w="1163" h="495" extrusionOk="0">
                  <a:moveTo>
                    <a:pt x="119" y="1"/>
                  </a:moveTo>
                  <a:lnTo>
                    <a:pt x="1" y="495"/>
                  </a:lnTo>
                  <a:lnTo>
                    <a:pt x="1162" y="495"/>
                  </a:lnTo>
                  <a:lnTo>
                    <a:pt x="1048" y="1"/>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7"/>
            <p:cNvSpPr/>
            <p:nvPr/>
          </p:nvSpPr>
          <p:spPr>
            <a:xfrm>
              <a:off x="5218925" y="608475"/>
              <a:ext cx="34525" cy="17750"/>
            </a:xfrm>
            <a:custGeom>
              <a:avLst/>
              <a:gdLst/>
              <a:ahLst/>
              <a:cxnLst/>
              <a:rect l="l" t="t" r="r" b="b"/>
              <a:pathLst>
                <a:path w="1381" h="710" extrusionOk="0">
                  <a:moveTo>
                    <a:pt x="1070" y="214"/>
                  </a:moveTo>
                  <a:lnTo>
                    <a:pt x="1135" y="495"/>
                  </a:lnTo>
                  <a:lnTo>
                    <a:pt x="242" y="495"/>
                  </a:lnTo>
                  <a:lnTo>
                    <a:pt x="307" y="214"/>
                  </a:lnTo>
                  <a:close/>
                  <a:moveTo>
                    <a:pt x="226" y="1"/>
                  </a:moveTo>
                  <a:cubicBezTo>
                    <a:pt x="175" y="1"/>
                    <a:pt x="132" y="35"/>
                    <a:pt x="120" y="84"/>
                  </a:cubicBezTo>
                  <a:lnTo>
                    <a:pt x="5" y="577"/>
                  </a:lnTo>
                  <a:cubicBezTo>
                    <a:pt x="4" y="585"/>
                    <a:pt x="2" y="594"/>
                    <a:pt x="2" y="601"/>
                  </a:cubicBezTo>
                  <a:cubicBezTo>
                    <a:pt x="1" y="661"/>
                    <a:pt x="48" y="708"/>
                    <a:pt x="108" y="708"/>
                  </a:cubicBezTo>
                  <a:lnTo>
                    <a:pt x="1269" y="708"/>
                  </a:lnTo>
                  <a:lnTo>
                    <a:pt x="1269" y="710"/>
                  </a:lnTo>
                  <a:cubicBezTo>
                    <a:pt x="1302" y="710"/>
                    <a:pt x="1333" y="695"/>
                    <a:pt x="1353" y="668"/>
                  </a:cubicBezTo>
                  <a:cubicBezTo>
                    <a:pt x="1374" y="643"/>
                    <a:pt x="1381" y="608"/>
                    <a:pt x="1375" y="577"/>
                  </a:cubicBezTo>
                  <a:lnTo>
                    <a:pt x="1257" y="84"/>
                  </a:lnTo>
                  <a:cubicBezTo>
                    <a:pt x="1247" y="35"/>
                    <a:pt x="1204" y="1"/>
                    <a:pt x="115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7"/>
            <p:cNvSpPr/>
            <p:nvPr/>
          </p:nvSpPr>
          <p:spPr>
            <a:xfrm>
              <a:off x="5177575" y="696225"/>
              <a:ext cx="40900" cy="5375"/>
            </a:xfrm>
            <a:custGeom>
              <a:avLst/>
              <a:gdLst/>
              <a:ahLst/>
              <a:cxnLst/>
              <a:rect l="l" t="t" r="r" b="b"/>
              <a:pathLst>
                <a:path w="1636" h="215" extrusionOk="0">
                  <a:moveTo>
                    <a:pt x="106" y="0"/>
                  </a:moveTo>
                  <a:cubicBezTo>
                    <a:pt x="48" y="0"/>
                    <a:pt x="1" y="48"/>
                    <a:pt x="1" y="108"/>
                  </a:cubicBezTo>
                  <a:cubicBezTo>
                    <a:pt x="2" y="166"/>
                    <a:pt x="48" y="213"/>
                    <a:pt x="106" y="215"/>
                  </a:cubicBezTo>
                  <a:lnTo>
                    <a:pt x="1530" y="215"/>
                  </a:lnTo>
                  <a:cubicBezTo>
                    <a:pt x="1588" y="215"/>
                    <a:pt x="1635" y="166"/>
                    <a:pt x="1635" y="108"/>
                  </a:cubicBezTo>
                  <a:cubicBezTo>
                    <a:pt x="1635" y="48"/>
                    <a:pt x="1588" y="0"/>
                    <a:pt x="153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7"/>
            <p:cNvSpPr/>
            <p:nvPr/>
          </p:nvSpPr>
          <p:spPr>
            <a:xfrm>
              <a:off x="5644800" y="1131900"/>
              <a:ext cx="493225" cy="316075"/>
            </a:xfrm>
            <a:custGeom>
              <a:avLst/>
              <a:gdLst/>
              <a:ahLst/>
              <a:cxnLst/>
              <a:rect l="l" t="t" r="r" b="b"/>
              <a:pathLst>
                <a:path w="19729" h="12643" extrusionOk="0">
                  <a:moveTo>
                    <a:pt x="19410" y="284"/>
                  </a:moveTo>
                  <a:lnTo>
                    <a:pt x="16340" y="6801"/>
                  </a:lnTo>
                  <a:lnTo>
                    <a:pt x="318" y="12346"/>
                  </a:lnTo>
                  <a:lnTo>
                    <a:pt x="3389" y="5831"/>
                  </a:lnTo>
                  <a:lnTo>
                    <a:pt x="19410" y="284"/>
                  </a:lnTo>
                  <a:close/>
                  <a:moveTo>
                    <a:pt x="19616" y="1"/>
                  </a:moveTo>
                  <a:cubicBezTo>
                    <a:pt x="19604" y="1"/>
                    <a:pt x="19592" y="3"/>
                    <a:pt x="19580" y="7"/>
                  </a:cubicBezTo>
                  <a:lnTo>
                    <a:pt x="3276" y="5655"/>
                  </a:lnTo>
                  <a:cubicBezTo>
                    <a:pt x="3249" y="5664"/>
                    <a:pt x="3229" y="5685"/>
                    <a:pt x="3217" y="5710"/>
                  </a:cubicBezTo>
                  <a:lnTo>
                    <a:pt x="17" y="12495"/>
                  </a:lnTo>
                  <a:cubicBezTo>
                    <a:pt x="1" y="12535"/>
                    <a:pt x="8" y="12580"/>
                    <a:pt x="35" y="12613"/>
                  </a:cubicBezTo>
                  <a:cubicBezTo>
                    <a:pt x="54" y="12630"/>
                    <a:pt x="80" y="12639"/>
                    <a:pt x="105" y="12639"/>
                  </a:cubicBezTo>
                  <a:cubicBezTo>
                    <a:pt x="108" y="12639"/>
                    <a:pt x="112" y="12638"/>
                    <a:pt x="115" y="12638"/>
                  </a:cubicBezTo>
                  <a:lnTo>
                    <a:pt x="117" y="12638"/>
                  </a:lnTo>
                  <a:cubicBezTo>
                    <a:pt x="126" y="12641"/>
                    <a:pt x="138" y="12642"/>
                    <a:pt x="148" y="12642"/>
                  </a:cubicBezTo>
                  <a:lnTo>
                    <a:pt x="16452" y="6993"/>
                  </a:lnTo>
                  <a:cubicBezTo>
                    <a:pt x="16479" y="6984"/>
                    <a:pt x="16501" y="6964"/>
                    <a:pt x="16513" y="6938"/>
                  </a:cubicBezTo>
                  <a:lnTo>
                    <a:pt x="19713" y="152"/>
                  </a:lnTo>
                  <a:cubicBezTo>
                    <a:pt x="19729" y="113"/>
                    <a:pt x="19722" y="68"/>
                    <a:pt x="19695" y="37"/>
                  </a:cubicBezTo>
                  <a:cubicBezTo>
                    <a:pt x="19675" y="14"/>
                    <a:pt x="19645" y="1"/>
                    <a:pt x="196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7"/>
            <p:cNvSpPr/>
            <p:nvPr/>
          </p:nvSpPr>
          <p:spPr>
            <a:xfrm>
              <a:off x="5819875" y="1317125"/>
              <a:ext cx="90100" cy="57775"/>
            </a:xfrm>
            <a:custGeom>
              <a:avLst/>
              <a:gdLst/>
              <a:ahLst/>
              <a:cxnLst/>
              <a:rect l="l" t="t" r="r" b="b"/>
              <a:pathLst>
                <a:path w="3604" h="2311" extrusionOk="0">
                  <a:moveTo>
                    <a:pt x="3277" y="290"/>
                  </a:moveTo>
                  <a:lnTo>
                    <a:pt x="2880" y="1128"/>
                  </a:lnTo>
                  <a:lnTo>
                    <a:pt x="322" y="2020"/>
                  </a:lnTo>
                  <a:lnTo>
                    <a:pt x="322" y="2020"/>
                  </a:lnTo>
                  <a:lnTo>
                    <a:pt x="716" y="1179"/>
                  </a:lnTo>
                  <a:lnTo>
                    <a:pt x="3277" y="290"/>
                  </a:lnTo>
                  <a:close/>
                  <a:moveTo>
                    <a:pt x="3491" y="1"/>
                  </a:moveTo>
                  <a:cubicBezTo>
                    <a:pt x="3478" y="1"/>
                    <a:pt x="3466" y="3"/>
                    <a:pt x="3453" y="7"/>
                  </a:cubicBezTo>
                  <a:lnTo>
                    <a:pt x="602" y="991"/>
                  </a:lnTo>
                  <a:cubicBezTo>
                    <a:pt x="576" y="1002"/>
                    <a:pt x="554" y="1023"/>
                    <a:pt x="542" y="1048"/>
                  </a:cubicBezTo>
                  <a:lnTo>
                    <a:pt x="21" y="2156"/>
                  </a:lnTo>
                  <a:cubicBezTo>
                    <a:pt x="0" y="2195"/>
                    <a:pt x="8" y="2242"/>
                    <a:pt x="37" y="2273"/>
                  </a:cubicBezTo>
                  <a:cubicBezTo>
                    <a:pt x="57" y="2297"/>
                    <a:pt x="86" y="2311"/>
                    <a:pt x="116" y="2311"/>
                  </a:cubicBezTo>
                  <a:lnTo>
                    <a:pt x="116" y="2309"/>
                  </a:lnTo>
                  <a:cubicBezTo>
                    <a:pt x="128" y="2309"/>
                    <a:pt x="140" y="2308"/>
                    <a:pt x="150" y="2303"/>
                  </a:cubicBezTo>
                  <a:lnTo>
                    <a:pt x="3002" y="1316"/>
                  </a:lnTo>
                  <a:cubicBezTo>
                    <a:pt x="3029" y="1306"/>
                    <a:pt x="3051" y="1286"/>
                    <a:pt x="3063" y="1261"/>
                  </a:cubicBezTo>
                  <a:lnTo>
                    <a:pt x="3585" y="152"/>
                  </a:lnTo>
                  <a:cubicBezTo>
                    <a:pt x="3603" y="113"/>
                    <a:pt x="3596" y="67"/>
                    <a:pt x="3569" y="34"/>
                  </a:cubicBezTo>
                  <a:cubicBezTo>
                    <a:pt x="3548" y="12"/>
                    <a:pt x="3520" y="1"/>
                    <a:pt x="34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7"/>
            <p:cNvSpPr/>
            <p:nvPr/>
          </p:nvSpPr>
          <p:spPr>
            <a:xfrm>
              <a:off x="5685775" y="1166950"/>
              <a:ext cx="422150" cy="223150"/>
            </a:xfrm>
            <a:custGeom>
              <a:avLst/>
              <a:gdLst/>
              <a:ahLst/>
              <a:cxnLst/>
              <a:rect l="l" t="t" r="r" b="b"/>
              <a:pathLst>
                <a:path w="16886" h="8926" extrusionOk="0">
                  <a:moveTo>
                    <a:pt x="16561" y="283"/>
                  </a:moveTo>
                  <a:lnTo>
                    <a:pt x="15030" y="3534"/>
                  </a:lnTo>
                  <a:lnTo>
                    <a:pt x="315" y="8635"/>
                  </a:lnTo>
                  <a:lnTo>
                    <a:pt x="315" y="8635"/>
                  </a:lnTo>
                  <a:lnTo>
                    <a:pt x="1853" y="5384"/>
                  </a:lnTo>
                  <a:lnTo>
                    <a:pt x="16561" y="283"/>
                  </a:lnTo>
                  <a:close/>
                  <a:moveTo>
                    <a:pt x="16771" y="0"/>
                  </a:moveTo>
                  <a:cubicBezTo>
                    <a:pt x="16759" y="0"/>
                    <a:pt x="16747" y="2"/>
                    <a:pt x="16735" y="6"/>
                  </a:cubicBezTo>
                  <a:lnTo>
                    <a:pt x="1740" y="5197"/>
                  </a:lnTo>
                  <a:cubicBezTo>
                    <a:pt x="1713" y="5207"/>
                    <a:pt x="1691" y="5227"/>
                    <a:pt x="1677" y="5252"/>
                  </a:cubicBezTo>
                  <a:lnTo>
                    <a:pt x="20" y="8772"/>
                  </a:lnTo>
                  <a:cubicBezTo>
                    <a:pt x="1" y="8810"/>
                    <a:pt x="8" y="8857"/>
                    <a:pt x="38" y="8888"/>
                  </a:cubicBezTo>
                  <a:cubicBezTo>
                    <a:pt x="58" y="8912"/>
                    <a:pt x="87" y="8925"/>
                    <a:pt x="117" y="8925"/>
                  </a:cubicBezTo>
                  <a:cubicBezTo>
                    <a:pt x="120" y="8925"/>
                    <a:pt x="122" y="8926"/>
                    <a:pt x="125" y="8926"/>
                  </a:cubicBezTo>
                  <a:cubicBezTo>
                    <a:pt x="137" y="8926"/>
                    <a:pt x="149" y="8923"/>
                    <a:pt x="162" y="8918"/>
                  </a:cubicBezTo>
                  <a:lnTo>
                    <a:pt x="15146" y="3726"/>
                  </a:lnTo>
                  <a:cubicBezTo>
                    <a:pt x="15173" y="3717"/>
                    <a:pt x="15197" y="3697"/>
                    <a:pt x="15209" y="3672"/>
                  </a:cubicBezTo>
                  <a:lnTo>
                    <a:pt x="16866" y="151"/>
                  </a:lnTo>
                  <a:cubicBezTo>
                    <a:pt x="16885" y="114"/>
                    <a:pt x="16878" y="67"/>
                    <a:pt x="16848" y="36"/>
                  </a:cubicBezTo>
                  <a:cubicBezTo>
                    <a:pt x="16829" y="13"/>
                    <a:pt x="16800" y="0"/>
                    <a:pt x="1677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7"/>
            <p:cNvSpPr/>
            <p:nvPr/>
          </p:nvSpPr>
          <p:spPr>
            <a:xfrm>
              <a:off x="5723000" y="1182525"/>
              <a:ext cx="377300" cy="134025"/>
            </a:xfrm>
            <a:custGeom>
              <a:avLst/>
              <a:gdLst/>
              <a:ahLst/>
              <a:cxnLst/>
              <a:rect l="l" t="t" r="r" b="b"/>
              <a:pathLst>
                <a:path w="15092" h="5361" extrusionOk="0">
                  <a:moveTo>
                    <a:pt x="14965" y="1"/>
                  </a:moveTo>
                  <a:cubicBezTo>
                    <a:pt x="14954" y="1"/>
                    <a:pt x="14943" y="2"/>
                    <a:pt x="14932" y="6"/>
                  </a:cubicBezTo>
                  <a:lnTo>
                    <a:pt x="99" y="5146"/>
                  </a:lnTo>
                  <a:cubicBezTo>
                    <a:pt x="41" y="5156"/>
                    <a:pt x="1" y="5211"/>
                    <a:pt x="11" y="5271"/>
                  </a:cubicBezTo>
                  <a:cubicBezTo>
                    <a:pt x="19" y="5323"/>
                    <a:pt x="65" y="5360"/>
                    <a:pt x="116" y="5360"/>
                  </a:cubicBezTo>
                  <a:cubicBezTo>
                    <a:pt x="123" y="5360"/>
                    <a:pt x="129" y="5360"/>
                    <a:pt x="135" y="5359"/>
                  </a:cubicBezTo>
                  <a:lnTo>
                    <a:pt x="136" y="5359"/>
                  </a:lnTo>
                  <a:cubicBezTo>
                    <a:pt x="147" y="5359"/>
                    <a:pt x="159" y="5357"/>
                    <a:pt x="169" y="5353"/>
                  </a:cubicBezTo>
                  <a:lnTo>
                    <a:pt x="14999" y="220"/>
                  </a:lnTo>
                  <a:cubicBezTo>
                    <a:pt x="15058" y="201"/>
                    <a:pt x="15091" y="138"/>
                    <a:pt x="15072" y="79"/>
                  </a:cubicBezTo>
                  <a:cubicBezTo>
                    <a:pt x="15056" y="30"/>
                    <a:pt x="15012" y="1"/>
                    <a:pt x="149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7"/>
            <p:cNvSpPr/>
            <p:nvPr/>
          </p:nvSpPr>
          <p:spPr>
            <a:xfrm>
              <a:off x="5716575" y="1197250"/>
              <a:ext cx="376450" cy="133700"/>
            </a:xfrm>
            <a:custGeom>
              <a:avLst/>
              <a:gdLst/>
              <a:ahLst/>
              <a:cxnLst/>
              <a:rect l="l" t="t" r="r" b="b"/>
              <a:pathLst>
                <a:path w="15058" h="5348" extrusionOk="0">
                  <a:moveTo>
                    <a:pt x="14941" y="0"/>
                  </a:moveTo>
                  <a:cubicBezTo>
                    <a:pt x="14932" y="0"/>
                    <a:pt x="14924" y="1"/>
                    <a:pt x="14915" y="3"/>
                  </a:cubicBezTo>
                  <a:lnTo>
                    <a:pt x="85" y="5142"/>
                  </a:lnTo>
                  <a:lnTo>
                    <a:pt x="84" y="5142"/>
                  </a:lnTo>
                  <a:cubicBezTo>
                    <a:pt x="29" y="5161"/>
                    <a:pt x="0" y="5222"/>
                    <a:pt x="20" y="5277"/>
                  </a:cubicBezTo>
                  <a:cubicBezTo>
                    <a:pt x="35" y="5320"/>
                    <a:pt x="75" y="5347"/>
                    <a:pt x="119" y="5347"/>
                  </a:cubicBezTo>
                  <a:lnTo>
                    <a:pt x="149" y="5344"/>
                  </a:lnTo>
                  <a:lnTo>
                    <a:pt x="14985" y="204"/>
                  </a:lnTo>
                  <a:cubicBezTo>
                    <a:pt x="15033" y="184"/>
                    <a:pt x="15058" y="131"/>
                    <a:pt x="15044" y="81"/>
                  </a:cubicBezTo>
                  <a:cubicBezTo>
                    <a:pt x="15032" y="33"/>
                    <a:pt x="14988" y="0"/>
                    <a:pt x="14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7"/>
            <p:cNvSpPr/>
            <p:nvPr/>
          </p:nvSpPr>
          <p:spPr>
            <a:xfrm>
              <a:off x="5709375" y="1211625"/>
              <a:ext cx="377325" cy="133800"/>
            </a:xfrm>
            <a:custGeom>
              <a:avLst/>
              <a:gdLst/>
              <a:ahLst/>
              <a:cxnLst/>
              <a:rect l="l" t="t" r="r" b="b"/>
              <a:pathLst>
                <a:path w="15093" h="5352" extrusionOk="0">
                  <a:moveTo>
                    <a:pt x="14971" y="1"/>
                  </a:moveTo>
                  <a:cubicBezTo>
                    <a:pt x="14960" y="1"/>
                    <a:pt x="14949" y="3"/>
                    <a:pt x="14938" y="6"/>
                  </a:cubicBezTo>
                  <a:lnTo>
                    <a:pt x="101" y="5137"/>
                  </a:lnTo>
                  <a:cubicBezTo>
                    <a:pt x="41" y="5147"/>
                    <a:pt x="1" y="5203"/>
                    <a:pt x="11" y="5261"/>
                  </a:cubicBezTo>
                  <a:cubicBezTo>
                    <a:pt x="19" y="5314"/>
                    <a:pt x="64" y="5352"/>
                    <a:pt x="116" y="5352"/>
                  </a:cubicBezTo>
                  <a:cubicBezTo>
                    <a:pt x="122" y="5352"/>
                    <a:pt x="129" y="5351"/>
                    <a:pt x="135" y="5350"/>
                  </a:cubicBezTo>
                  <a:cubicBezTo>
                    <a:pt x="140" y="5351"/>
                    <a:pt x="145" y="5351"/>
                    <a:pt x="151" y="5351"/>
                  </a:cubicBezTo>
                  <a:cubicBezTo>
                    <a:pt x="160" y="5351"/>
                    <a:pt x="170" y="5350"/>
                    <a:pt x="180" y="5347"/>
                  </a:cubicBezTo>
                  <a:lnTo>
                    <a:pt x="15009" y="207"/>
                  </a:lnTo>
                  <a:cubicBezTo>
                    <a:pt x="15064" y="188"/>
                    <a:pt x="15093" y="128"/>
                    <a:pt x="15075" y="73"/>
                  </a:cubicBezTo>
                  <a:cubicBezTo>
                    <a:pt x="15059" y="29"/>
                    <a:pt x="15017" y="1"/>
                    <a:pt x="1497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7"/>
            <p:cNvSpPr/>
            <p:nvPr/>
          </p:nvSpPr>
          <p:spPr>
            <a:xfrm>
              <a:off x="5702575" y="1225975"/>
              <a:ext cx="377125" cy="133975"/>
            </a:xfrm>
            <a:custGeom>
              <a:avLst/>
              <a:gdLst/>
              <a:ahLst/>
              <a:cxnLst/>
              <a:rect l="l" t="t" r="r" b="b"/>
              <a:pathLst>
                <a:path w="15085" h="5359" extrusionOk="0">
                  <a:moveTo>
                    <a:pt x="14964" y="1"/>
                  </a:moveTo>
                  <a:cubicBezTo>
                    <a:pt x="14952" y="1"/>
                    <a:pt x="14940" y="3"/>
                    <a:pt x="14928" y="7"/>
                  </a:cubicBezTo>
                  <a:lnTo>
                    <a:pt x="100" y="5144"/>
                  </a:lnTo>
                  <a:cubicBezTo>
                    <a:pt x="41" y="5154"/>
                    <a:pt x="0" y="5209"/>
                    <a:pt x="11" y="5269"/>
                  </a:cubicBezTo>
                  <a:cubicBezTo>
                    <a:pt x="20" y="5321"/>
                    <a:pt x="65" y="5358"/>
                    <a:pt x="117" y="5358"/>
                  </a:cubicBezTo>
                  <a:cubicBezTo>
                    <a:pt x="123" y="5358"/>
                    <a:pt x="130" y="5358"/>
                    <a:pt x="136" y="5357"/>
                  </a:cubicBezTo>
                  <a:cubicBezTo>
                    <a:pt x="148" y="5355"/>
                    <a:pt x="160" y="5352"/>
                    <a:pt x="170" y="5346"/>
                  </a:cubicBezTo>
                  <a:lnTo>
                    <a:pt x="15000" y="209"/>
                  </a:lnTo>
                  <a:cubicBezTo>
                    <a:pt x="15055" y="190"/>
                    <a:pt x="15085" y="129"/>
                    <a:pt x="15065" y="72"/>
                  </a:cubicBezTo>
                  <a:cubicBezTo>
                    <a:pt x="15050" y="29"/>
                    <a:pt x="15009" y="1"/>
                    <a:pt x="149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7"/>
            <p:cNvSpPr/>
            <p:nvPr/>
          </p:nvSpPr>
          <p:spPr>
            <a:xfrm>
              <a:off x="5695950" y="1240550"/>
              <a:ext cx="376900" cy="133800"/>
            </a:xfrm>
            <a:custGeom>
              <a:avLst/>
              <a:gdLst/>
              <a:ahLst/>
              <a:cxnLst/>
              <a:rect l="l" t="t" r="r" b="b"/>
              <a:pathLst>
                <a:path w="15076" h="5352" extrusionOk="0">
                  <a:moveTo>
                    <a:pt x="14950" y="0"/>
                  </a:moveTo>
                  <a:cubicBezTo>
                    <a:pt x="14939" y="0"/>
                    <a:pt x="14927" y="2"/>
                    <a:pt x="14915" y="6"/>
                  </a:cubicBezTo>
                  <a:lnTo>
                    <a:pt x="85" y="5144"/>
                  </a:lnTo>
                  <a:cubicBezTo>
                    <a:pt x="30" y="5164"/>
                    <a:pt x="0" y="5223"/>
                    <a:pt x="20" y="5280"/>
                  </a:cubicBezTo>
                  <a:cubicBezTo>
                    <a:pt x="35" y="5323"/>
                    <a:pt x="75" y="5351"/>
                    <a:pt x="121" y="5351"/>
                  </a:cubicBezTo>
                  <a:cubicBezTo>
                    <a:pt x="123" y="5352"/>
                    <a:pt x="126" y="5352"/>
                    <a:pt x="128" y="5352"/>
                  </a:cubicBezTo>
                  <a:cubicBezTo>
                    <a:pt x="140" y="5352"/>
                    <a:pt x="151" y="5349"/>
                    <a:pt x="161" y="5345"/>
                  </a:cubicBezTo>
                  <a:lnTo>
                    <a:pt x="14985" y="219"/>
                  </a:lnTo>
                  <a:cubicBezTo>
                    <a:pt x="15045" y="200"/>
                    <a:pt x="15076" y="136"/>
                    <a:pt x="15056" y="77"/>
                  </a:cubicBezTo>
                  <a:cubicBezTo>
                    <a:pt x="15041" y="30"/>
                    <a:pt x="14997" y="0"/>
                    <a:pt x="149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7"/>
            <p:cNvSpPr/>
            <p:nvPr/>
          </p:nvSpPr>
          <p:spPr>
            <a:xfrm>
              <a:off x="6040675" y="1173775"/>
              <a:ext cx="47600" cy="93300"/>
            </a:xfrm>
            <a:custGeom>
              <a:avLst/>
              <a:gdLst/>
              <a:ahLst/>
              <a:cxnLst/>
              <a:rect l="l" t="t" r="r" b="b"/>
              <a:pathLst>
                <a:path w="1904" h="3732" extrusionOk="0">
                  <a:moveTo>
                    <a:pt x="1781" y="1"/>
                  </a:moveTo>
                  <a:cubicBezTo>
                    <a:pt x="1741" y="1"/>
                    <a:pt x="1704" y="23"/>
                    <a:pt x="1687" y="62"/>
                  </a:cubicBezTo>
                  <a:lnTo>
                    <a:pt x="26" y="3587"/>
                  </a:lnTo>
                  <a:cubicBezTo>
                    <a:pt x="0" y="3640"/>
                    <a:pt x="24" y="3704"/>
                    <a:pt x="76" y="3730"/>
                  </a:cubicBezTo>
                  <a:cubicBezTo>
                    <a:pt x="85" y="3731"/>
                    <a:pt x="92" y="3732"/>
                    <a:pt x="100" y="3732"/>
                  </a:cubicBezTo>
                  <a:cubicBezTo>
                    <a:pt x="108" y="3732"/>
                    <a:pt x="116" y="3731"/>
                    <a:pt x="124" y="3730"/>
                  </a:cubicBezTo>
                  <a:cubicBezTo>
                    <a:pt x="125" y="3730"/>
                    <a:pt x="127" y="3730"/>
                    <a:pt x="128" y="3730"/>
                  </a:cubicBezTo>
                  <a:cubicBezTo>
                    <a:pt x="167" y="3730"/>
                    <a:pt x="203" y="3708"/>
                    <a:pt x="221" y="3672"/>
                  </a:cubicBezTo>
                  <a:lnTo>
                    <a:pt x="1878" y="153"/>
                  </a:lnTo>
                  <a:cubicBezTo>
                    <a:pt x="1879" y="153"/>
                    <a:pt x="1879" y="153"/>
                    <a:pt x="1879" y="152"/>
                  </a:cubicBezTo>
                  <a:cubicBezTo>
                    <a:pt x="1903" y="100"/>
                    <a:pt x="1881" y="36"/>
                    <a:pt x="1827" y="10"/>
                  </a:cubicBezTo>
                  <a:lnTo>
                    <a:pt x="1824" y="10"/>
                  </a:lnTo>
                  <a:cubicBezTo>
                    <a:pt x="1810" y="4"/>
                    <a:pt x="1795" y="1"/>
                    <a:pt x="1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7"/>
            <p:cNvSpPr/>
            <p:nvPr/>
          </p:nvSpPr>
          <p:spPr>
            <a:xfrm>
              <a:off x="6017075" y="1181925"/>
              <a:ext cx="47525" cy="93325"/>
            </a:xfrm>
            <a:custGeom>
              <a:avLst/>
              <a:gdLst/>
              <a:ahLst/>
              <a:cxnLst/>
              <a:rect l="l" t="t" r="r" b="b"/>
              <a:pathLst>
                <a:path w="1901" h="3733" extrusionOk="0">
                  <a:moveTo>
                    <a:pt x="1778" y="0"/>
                  </a:moveTo>
                  <a:cubicBezTo>
                    <a:pt x="1738" y="0"/>
                    <a:pt x="1700" y="24"/>
                    <a:pt x="1681" y="63"/>
                  </a:cubicBezTo>
                  <a:lnTo>
                    <a:pt x="24" y="3581"/>
                  </a:lnTo>
                  <a:cubicBezTo>
                    <a:pt x="24" y="3582"/>
                    <a:pt x="24" y="3582"/>
                    <a:pt x="24" y="3584"/>
                  </a:cubicBezTo>
                  <a:cubicBezTo>
                    <a:pt x="0" y="3636"/>
                    <a:pt x="23" y="3699"/>
                    <a:pt x="76" y="3721"/>
                  </a:cubicBezTo>
                  <a:cubicBezTo>
                    <a:pt x="90" y="3728"/>
                    <a:pt x="105" y="3731"/>
                    <a:pt x="121" y="3733"/>
                  </a:cubicBezTo>
                  <a:cubicBezTo>
                    <a:pt x="163" y="3733"/>
                    <a:pt x="200" y="3709"/>
                    <a:pt x="216" y="3670"/>
                  </a:cubicBezTo>
                  <a:lnTo>
                    <a:pt x="1876" y="152"/>
                  </a:lnTo>
                  <a:cubicBezTo>
                    <a:pt x="1876" y="150"/>
                    <a:pt x="1876" y="150"/>
                    <a:pt x="1876" y="149"/>
                  </a:cubicBezTo>
                  <a:cubicBezTo>
                    <a:pt x="1900" y="97"/>
                    <a:pt x="1878" y="34"/>
                    <a:pt x="1824" y="10"/>
                  </a:cubicBezTo>
                  <a:lnTo>
                    <a:pt x="1823" y="10"/>
                  </a:lnTo>
                  <a:cubicBezTo>
                    <a:pt x="1808" y="4"/>
                    <a:pt x="1793" y="0"/>
                    <a:pt x="17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7"/>
            <p:cNvSpPr/>
            <p:nvPr/>
          </p:nvSpPr>
          <p:spPr>
            <a:xfrm>
              <a:off x="5993425" y="1190075"/>
              <a:ext cx="47575" cy="93375"/>
            </a:xfrm>
            <a:custGeom>
              <a:avLst/>
              <a:gdLst/>
              <a:ahLst/>
              <a:cxnLst/>
              <a:rect l="l" t="t" r="r" b="b"/>
              <a:pathLst>
                <a:path w="1903" h="3735" extrusionOk="0">
                  <a:moveTo>
                    <a:pt x="1780" y="0"/>
                  </a:moveTo>
                  <a:cubicBezTo>
                    <a:pt x="1739" y="0"/>
                    <a:pt x="1701" y="24"/>
                    <a:pt x="1683" y="63"/>
                  </a:cubicBezTo>
                  <a:lnTo>
                    <a:pt x="26" y="3581"/>
                  </a:lnTo>
                  <a:cubicBezTo>
                    <a:pt x="26" y="3581"/>
                    <a:pt x="25" y="3582"/>
                    <a:pt x="25" y="3582"/>
                  </a:cubicBezTo>
                  <a:cubicBezTo>
                    <a:pt x="1" y="3636"/>
                    <a:pt x="23" y="3699"/>
                    <a:pt x="77" y="3724"/>
                  </a:cubicBezTo>
                  <a:cubicBezTo>
                    <a:pt x="92" y="3731"/>
                    <a:pt x="107" y="3734"/>
                    <a:pt x="122" y="3734"/>
                  </a:cubicBezTo>
                  <a:cubicBezTo>
                    <a:pt x="123" y="3734"/>
                    <a:pt x="124" y="3734"/>
                    <a:pt x="125" y="3734"/>
                  </a:cubicBezTo>
                  <a:cubicBezTo>
                    <a:pt x="165" y="3734"/>
                    <a:pt x="201" y="3711"/>
                    <a:pt x="218" y="3675"/>
                  </a:cubicBezTo>
                  <a:lnTo>
                    <a:pt x="1877" y="153"/>
                  </a:lnTo>
                  <a:cubicBezTo>
                    <a:pt x="1902" y="100"/>
                    <a:pt x="1878" y="37"/>
                    <a:pt x="1826" y="10"/>
                  </a:cubicBezTo>
                  <a:lnTo>
                    <a:pt x="1825" y="10"/>
                  </a:lnTo>
                  <a:cubicBezTo>
                    <a:pt x="1810" y="4"/>
                    <a:pt x="1795" y="0"/>
                    <a:pt x="17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7"/>
            <p:cNvSpPr/>
            <p:nvPr/>
          </p:nvSpPr>
          <p:spPr>
            <a:xfrm>
              <a:off x="5969800" y="1198025"/>
              <a:ext cx="47600" cy="93575"/>
            </a:xfrm>
            <a:custGeom>
              <a:avLst/>
              <a:gdLst/>
              <a:ahLst/>
              <a:cxnLst/>
              <a:rect l="l" t="t" r="r" b="b"/>
              <a:pathLst>
                <a:path w="1904" h="3743" extrusionOk="0">
                  <a:moveTo>
                    <a:pt x="1785" y="0"/>
                  </a:moveTo>
                  <a:cubicBezTo>
                    <a:pt x="1740" y="0"/>
                    <a:pt x="1697" y="28"/>
                    <a:pt x="1683" y="74"/>
                  </a:cubicBezTo>
                  <a:lnTo>
                    <a:pt x="24" y="3592"/>
                  </a:lnTo>
                  <a:cubicBezTo>
                    <a:pt x="0" y="3644"/>
                    <a:pt x="23" y="3707"/>
                    <a:pt x="75" y="3732"/>
                  </a:cubicBezTo>
                  <a:cubicBezTo>
                    <a:pt x="88" y="3738"/>
                    <a:pt x="102" y="3743"/>
                    <a:pt x="116" y="3743"/>
                  </a:cubicBezTo>
                  <a:cubicBezTo>
                    <a:pt x="118" y="3743"/>
                    <a:pt x="120" y="3743"/>
                    <a:pt x="123" y="3742"/>
                  </a:cubicBezTo>
                  <a:cubicBezTo>
                    <a:pt x="163" y="3742"/>
                    <a:pt x="200" y="3719"/>
                    <a:pt x="218" y="3681"/>
                  </a:cubicBezTo>
                  <a:lnTo>
                    <a:pt x="1875" y="163"/>
                  </a:lnTo>
                  <a:cubicBezTo>
                    <a:pt x="1880" y="156"/>
                    <a:pt x="1882" y="148"/>
                    <a:pt x="1885" y="141"/>
                  </a:cubicBezTo>
                  <a:cubicBezTo>
                    <a:pt x="1903" y="84"/>
                    <a:pt x="1874" y="23"/>
                    <a:pt x="1818" y="5"/>
                  </a:cubicBezTo>
                  <a:cubicBezTo>
                    <a:pt x="1807" y="2"/>
                    <a:pt x="1796" y="0"/>
                    <a:pt x="17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7"/>
            <p:cNvSpPr/>
            <p:nvPr/>
          </p:nvSpPr>
          <p:spPr>
            <a:xfrm>
              <a:off x="5946125" y="1206750"/>
              <a:ext cx="47550" cy="93125"/>
            </a:xfrm>
            <a:custGeom>
              <a:avLst/>
              <a:gdLst/>
              <a:ahLst/>
              <a:cxnLst/>
              <a:rect l="l" t="t" r="r" b="b"/>
              <a:pathLst>
                <a:path w="1902" h="3725" extrusionOk="0">
                  <a:moveTo>
                    <a:pt x="1779" y="1"/>
                  </a:moveTo>
                  <a:cubicBezTo>
                    <a:pt x="1739" y="1"/>
                    <a:pt x="1702" y="23"/>
                    <a:pt x="1683" y="61"/>
                  </a:cubicBezTo>
                  <a:lnTo>
                    <a:pt x="26" y="3580"/>
                  </a:lnTo>
                  <a:cubicBezTo>
                    <a:pt x="26" y="3580"/>
                    <a:pt x="26" y="3581"/>
                    <a:pt x="26" y="3581"/>
                  </a:cubicBezTo>
                  <a:cubicBezTo>
                    <a:pt x="1" y="3635"/>
                    <a:pt x="24" y="3697"/>
                    <a:pt x="78" y="3722"/>
                  </a:cubicBezTo>
                  <a:cubicBezTo>
                    <a:pt x="85" y="3724"/>
                    <a:pt x="93" y="3725"/>
                    <a:pt x="100" y="3725"/>
                  </a:cubicBezTo>
                  <a:cubicBezTo>
                    <a:pt x="108" y="3725"/>
                    <a:pt x="115" y="3724"/>
                    <a:pt x="123" y="3722"/>
                  </a:cubicBezTo>
                  <a:cubicBezTo>
                    <a:pt x="124" y="3723"/>
                    <a:pt x="125" y="3723"/>
                    <a:pt x="127" y="3723"/>
                  </a:cubicBezTo>
                  <a:cubicBezTo>
                    <a:pt x="164" y="3723"/>
                    <a:pt x="199" y="3703"/>
                    <a:pt x="218" y="3670"/>
                  </a:cubicBezTo>
                  <a:lnTo>
                    <a:pt x="1878" y="152"/>
                  </a:lnTo>
                  <a:cubicBezTo>
                    <a:pt x="1878" y="152"/>
                    <a:pt x="1878" y="151"/>
                    <a:pt x="1878" y="149"/>
                  </a:cubicBezTo>
                  <a:cubicBezTo>
                    <a:pt x="1902" y="97"/>
                    <a:pt x="1880" y="36"/>
                    <a:pt x="1826" y="12"/>
                  </a:cubicBezTo>
                  <a:cubicBezTo>
                    <a:pt x="1811" y="4"/>
                    <a:pt x="1794" y="1"/>
                    <a:pt x="17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7"/>
            <p:cNvSpPr/>
            <p:nvPr/>
          </p:nvSpPr>
          <p:spPr>
            <a:xfrm>
              <a:off x="5922525" y="1214850"/>
              <a:ext cx="47550" cy="93175"/>
            </a:xfrm>
            <a:custGeom>
              <a:avLst/>
              <a:gdLst/>
              <a:ahLst/>
              <a:cxnLst/>
              <a:rect l="l" t="t" r="r" b="b"/>
              <a:pathLst>
                <a:path w="1902" h="3727" extrusionOk="0">
                  <a:moveTo>
                    <a:pt x="1779" y="1"/>
                  </a:moveTo>
                  <a:cubicBezTo>
                    <a:pt x="1739" y="1"/>
                    <a:pt x="1700" y="24"/>
                    <a:pt x="1683" y="63"/>
                  </a:cubicBezTo>
                  <a:lnTo>
                    <a:pt x="26" y="3582"/>
                  </a:lnTo>
                  <a:cubicBezTo>
                    <a:pt x="26" y="3582"/>
                    <a:pt x="26" y="3583"/>
                    <a:pt x="26" y="3583"/>
                  </a:cubicBezTo>
                  <a:cubicBezTo>
                    <a:pt x="1" y="3637"/>
                    <a:pt x="23" y="3699"/>
                    <a:pt x="76" y="3725"/>
                  </a:cubicBezTo>
                  <a:cubicBezTo>
                    <a:pt x="84" y="3726"/>
                    <a:pt x="91" y="3727"/>
                    <a:pt x="99" y="3727"/>
                  </a:cubicBezTo>
                  <a:cubicBezTo>
                    <a:pt x="106" y="3727"/>
                    <a:pt x="114" y="3726"/>
                    <a:pt x="121" y="3725"/>
                  </a:cubicBezTo>
                  <a:cubicBezTo>
                    <a:pt x="126" y="3725"/>
                    <a:pt x="131" y="3725"/>
                    <a:pt x="135" y="3725"/>
                  </a:cubicBezTo>
                  <a:cubicBezTo>
                    <a:pt x="176" y="3725"/>
                    <a:pt x="212" y="3702"/>
                    <a:pt x="228" y="3665"/>
                  </a:cubicBezTo>
                  <a:lnTo>
                    <a:pt x="1877" y="154"/>
                  </a:lnTo>
                  <a:cubicBezTo>
                    <a:pt x="1902" y="100"/>
                    <a:pt x="1878" y="38"/>
                    <a:pt x="1826" y="11"/>
                  </a:cubicBezTo>
                  <a:lnTo>
                    <a:pt x="1824" y="11"/>
                  </a:lnTo>
                  <a:cubicBezTo>
                    <a:pt x="1810" y="4"/>
                    <a:pt x="1795" y="1"/>
                    <a:pt x="17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7"/>
            <p:cNvSpPr/>
            <p:nvPr/>
          </p:nvSpPr>
          <p:spPr>
            <a:xfrm>
              <a:off x="5898900" y="1223425"/>
              <a:ext cx="47275" cy="92825"/>
            </a:xfrm>
            <a:custGeom>
              <a:avLst/>
              <a:gdLst/>
              <a:ahLst/>
              <a:cxnLst/>
              <a:rect l="l" t="t" r="r" b="b"/>
              <a:pathLst>
                <a:path w="1891" h="3713" extrusionOk="0">
                  <a:moveTo>
                    <a:pt x="1773" y="0"/>
                  </a:moveTo>
                  <a:cubicBezTo>
                    <a:pt x="1737" y="0"/>
                    <a:pt x="1703" y="18"/>
                    <a:pt x="1683" y="51"/>
                  </a:cubicBezTo>
                  <a:lnTo>
                    <a:pt x="24" y="3569"/>
                  </a:lnTo>
                  <a:cubicBezTo>
                    <a:pt x="0" y="3623"/>
                    <a:pt x="22" y="3685"/>
                    <a:pt x="75" y="3711"/>
                  </a:cubicBezTo>
                  <a:cubicBezTo>
                    <a:pt x="83" y="3712"/>
                    <a:pt x="91" y="3713"/>
                    <a:pt x="99" y="3713"/>
                  </a:cubicBezTo>
                  <a:cubicBezTo>
                    <a:pt x="107" y="3713"/>
                    <a:pt x="115" y="3712"/>
                    <a:pt x="122" y="3711"/>
                  </a:cubicBezTo>
                  <a:cubicBezTo>
                    <a:pt x="123" y="3711"/>
                    <a:pt x="125" y="3711"/>
                    <a:pt x="126" y="3711"/>
                  </a:cubicBezTo>
                  <a:cubicBezTo>
                    <a:pt x="163" y="3711"/>
                    <a:pt x="199" y="3690"/>
                    <a:pt x="217" y="3658"/>
                  </a:cubicBezTo>
                  <a:lnTo>
                    <a:pt x="1875" y="140"/>
                  </a:lnTo>
                  <a:cubicBezTo>
                    <a:pt x="1891" y="94"/>
                    <a:pt x="1872" y="42"/>
                    <a:pt x="1830" y="17"/>
                  </a:cubicBezTo>
                  <a:cubicBezTo>
                    <a:pt x="1812" y="6"/>
                    <a:pt x="1792" y="0"/>
                    <a:pt x="177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7"/>
            <p:cNvSpPr/>
            <p:nvPr/>
          </p:nvSpPr>
          <p:spPr>
            <a:xfrm>
              <a:off x="5875225" y="1231225"/>
              <a:ext cx="47575" cy="93400"/>
            </a:xfrm>
            <a:custGeom>
              <a:avLst/>
              <a:gdLst/>
              <a:ahLst/>
              <a:cxnLst/>
              <a:rect l="l" t="t" r="r" b="b"/>
              <a:pathLst>
                <a:path w="1903" h="3736" extrusionOk="0">
                  <a:moveTo>
                    <a:pt x="1779" y="1"/>
                  </a:moveTo>
                  <a:cubicBezTo>
                    <a:pt x="1739" y="1"/>
                    <a:pt x="1701" y="23"/>
                    <a:pt x="1683" y="62"/>
                  </a:cubicBezTo>
                  <a:lnTo>
                    <a:pt x="25" y="3582"/>
                  </a:lnTo>
                  <a:cubicBezTo>
                    <a:pt x="25" y="3582"/>
                    <a:pt x="25" y="3582"/>
                    <a:pt x="25" y="3583"/>
                  </a:cubicBezTo>
                  <a:cubicBezTo>
                    <a:pt x="0" y="3637"/>
                    <a:pt x="24" y="3699"/>
                    <a:pt x="78" y="3725"/>
                  </a:cubicBezTo>
                  <a:cubicBezTo>
                    <a:pt x="91" y="3731"/>
                    <a:pt x="107" y="3735"/>
                    <a:pt x="122" y="3735"/>
                  </a:cubicBezTo>
                  <a:cubicBezTo>
                    <a:pt x="164" y="3735"/>
                    <a:pt x="201" y="3711"/>
                    <a:pt x="217" y="3673"/>
                  </a:cubicBezTo>
                  <a:lnTo>
                    <a:pt x="1878" y="154"/>
                  </a:lnTo>
                  <a:cubicBezTo>
                    <a:pt x="1903" y="101"/>
                    <a:pt x="1879" y="37"/>
                    <a:pt x="1826" y="11"/>
                  </a:cubicBezTo>
                  <a:cubicBezTo>
                    <a:pt x="1811" y="4"/>
                    <a:pt x="1795" y="1"/>
                    <a:pt x="17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7"/>
            <p:cNvSpPr/>
            <p:nvPr/>
          </p:nvSpPr>
          <p:spPr>
            <a:xfrm>
              <a:off x="5851625" y="1239225"/>
              <a:ext cx="47550" cy="93325"/>
            </a:xfrm>
            <a:custGeom>
              <a:avLst/>
              <a:gdLst/>
              <a:ahLst/>
              <a:cxnLst/>
              <a:rect l="l" t="t" r="r" b="b"/>
              <a:pathLst>
                <a:path w="1902" h="3733" extrusionOk="0">
                  <a:moveTo>
                    <a:pt x="1781" y="1"/>
                  </a:moveTo>
                  <a:cubicBezTo>
                    <a:pt x="1740" y="1"/>
                    <a:pt x="1700" y="24"/>
                    <a:pt x="1683" y="63"/>
                  </a:cubicBezTo>
                  <a:lnTo>
                    <a:pt x="25" y="3582"/>
                  </a:lnTo>
                  <a:cubicBezTo>
                    <a:pt x="25" y="3582"/>
                    <a:pt x="24" y="3583"/>
                    <a:pt x="24" y="3585"/>
                  </a:cubicBezTo>
                  <a:cubicBezTo>
                    <a:pt x="0" y="3637"/>
                    <a:pt x="24" y="3698"/>
                    <a:pt x="76" y="3722"/>
                  </a:cubicBezTo>
                  <a:cubicBezTo>
                    <a:pt x="89" y="3728"/>
                    <a:pt x="102" y="3733"/>
                    <a:pt x="115" y="3733"/>
                  </a:cubicBezTo>
                  <a:cubicBezTo>
                    <a:pt x="117" y="3733"/>
                    <a:pt x="119" y="3732"/>
                    <a:pt x="121" y="3732"/>
                  </a:cubicBezTo>
                  <a:cubicBezTo>
                    <a:pt x="122" y="3732"/>
                    <a:pt x="123" y="3732"/>
                    <a:pt x="124" y="3732"/>
                  </a:cubicBezTo>
                  <a:cubicBezTo>
                    <a:pt x="165" y="3732"/>
                    <a:pt x="202" y="3707"/>
                    <a:pt x="218" y="3671"/>
                  </a:cubicBezTo>
                  <a:lnTo>
                    <a:pt x="1876" y="153"/>
                  </a:lnTo>
                  <a:cubicBezTo>
                    <a:pt x="1901" y="99"/>
                    <a:pt x="1878" y="35"/>
                    <a:pt x="1824" y="10"/>
                  </a:cubicBezTo>
                  <a:cubicBezTo>
                    <a:pt x="1810" y="4"/>
                    <a:pt x="1795" y="1"/>
                    <a:pt x="1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7"/>
            <p:cNvSpPr/>
            <p:nvPr/>
          </p:nvSpPr>
          <p:spPr>
            <a:xfrm>
              <a:off x="5827975" y="1247425"/>
              <a:ext cx="47375" cy="93200"/>
            </a:xfrm>
            <a:custGeom>
              <a:avLst/>
              <a:gdLst/>
              <a:ahLst/>
              <a:cxnLst/>
              <a:rect l="l" t="t" r="r" b="b"/>
              <a:pathLst>
                <a:path w="1895" h="3728" extrusionOk="0">
                  <a:moveTo>
                    <a:pt x="1777" y="1"/>
                  </a:moveTo>
                  <a:cubicBezTo>
                    <a:pt x="1740" y="1"/>
                    <a:pt x="1703" y="20"/>
                    <a:pt x="1683" y="54"/>
                  </a:cubicBezTo>
                  <a:lnTo>
                    <a:pt x="24" y="3574"/>
                  </a:lnTo>
                  <a:cubicBezTo>
                    <a:pt x="1" y="3626"/>
                    <a:pt x="23" y="3690"/>
                    <a:pt x="77" y="3715"/>
                  </a:cubicBezTo>
                  <a:cubicBezTo>
                    <a:pt x="90" y="3723"/>
                    <a:pt x="106" y="3726"/>
                    <a:pt x="123" y="3727"/>
                  </a:cubicBezTo>
                  <a:cubicBezTo>
                    <a:pt x="163" y="3726"/>
                    <a:pt x="200" y="3702"/>
                    <a:pt x="218" y="3665"/>
                  </a:cubicBezTo>
                  <a:lnTo>
                    <a:pt x="1875" y="146"/>
                  </a:lnTo>
                  <a:cubicBezTo>
                    <a:pt x="1895" y="97"/>
                    <a:pt x="1875" y="41"/>
                    <a:pt x="1829" y="14"/>
                  </a:cubicBezTo>
                  <a:cubicBezTo>
                    <a:pt x="1813" y="5"/>
                    <a:pt x="1795" y="1"/>
                    <a:pt x="17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7"/>
            <p:cNvSpPr/>
            <p:nvPr/>
          </p:nvSpPr>
          <p:spPr>
            <a:xfrm>
              <a:off x="5804300" y="1255825"/>
              <a:ext cx="47600" cy="93150"/>
            </a:xfrm>
            <a:custGeom>
              <a:avLst/>
              <a:gdLst/>
              <a:ahLst/>
              <a:cxnLst/>
              <a:rect l="l" t="t" r="r" b="b"/>
              <a:pathLst>
                <a:path w="1904" h="3726" extrusionOk="0">
                  <a:moveTo>
                    <a:pt x="1780" y="0"/>
                  </a:moveTo>
                  <a:cubicBezTo>
                    <a:pt x="1741" y="0"/>
                    <a:pt x="1704" y="23"/>
                    <a:pt x="1686" y="62"/>
                  </a:cubicBezTo>
                  <a:lnTo>
                    <a:pt x="27" y="3580"/>
                  </a:lnTo>
                  <a:cubicBezTo>
                    <a:pt x="26" y="3580"/>
                    <a:pt x="26" y="3582"/>
                    <a:pt x="26" y="3582"/>
                  </a:cubicBezTo>
                  <a:cubicBezTo>
                    <a:pt x="1" y="3636"/>
                    <a:pt x="25" y="3698"/>
                    <a:pt x="78" y="3723"/>
                  </a:cubicBezTo>
                  <a:cubicBezTo>
                    <a:pt x="86" y="3725"/>
                    <a:pt x="93" y="3726"/>
                    <a:pt x="100" y="3726"/>
                  </a:cubicBezTo>
                  <a:cubicBezTo>
                    <a:pt x="108" y="3726"/>
                    <a:pt x="115" y="3725"/>
                    <a:pt x="123" y="3723"/>
                  </a:cubicBezTo>
                  <a:cubicBezTo>
                    <a:pt x="124" y="3723"/>
                    <a:pt x="126" y="3723"/>
                    <a:pt x="127" y="3723"/>
                  </a:cubicBezTo>
                  <a:cubicBezTo>
                    <a:pt x="164" y="3723"/>
                    <a:pt x="201" y="3704"/>
                    <a:pt x="221" y="3673"/>
                  </a:cubicBezTo>
                  <a:lnTo>
                    <a:pt x="1878" y="153"/>
                  </a:lnTo>
                  <a:cubicBezTo>
                    <a:pt x="1904" y="99"/>
                    <a:pt x="1880" y="35"/>
                    <a:pt x="1826" y="10"/>
                  </a:cubicBezTo>
                  <a:lnTo>
                    <a:pt x="1823" y="10"/>
                  </a:lnTo>
                  <a:cubicBezTo>
                    <a:pt x="1809" y="4"/>
                    <a:pt x="1794" y="0"/>
                    <a:pt x="178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7"/>
            <p:cNvSpPr/>
            <p:nvPr/>
          </p:nvSpPr>
          <p:spPr>
            <a:xfrm>
              <a:off x="5780700" y="1263800"/>
              <a:ext cx="47575" cy="93350"/>
            </a:xfrm>
            <a:custGeom>
              <a:avLst/>
              <a:gdLst/>
              <a:ahLst/>
              <a:cxnLst/>
              <a:rect l="l" t="t" r="r" b="b"/>
              <a:pathLst>
                <a:path w="1903" h="3734" extrusionOk="0">
                  <a:moveTo>
                    <a:pt x="1780" y="1"/>
                  </a:moveTo>
                  <a:cubicBezTo>
                    <a:pt x="1740" y="1"/>
                    <a:pt x="1702" y="24"/>
                    <a:pt x="1683" y="63"/>
                  </a:cubicBezTo>
                  <a:lnTo>
                    <a:pt x="26" y="3582"/>
                  </a:lnTo>
                  <a:cubicBezTo>
                    <a:pt x="26" y="3583"/>
                    <a:pt x="26" y="3583"/>
                    <a:pt x="25" y="3585"/>
                  </a:cubicBezTo>
                  <a:cubicBezTo>
                    <a:pt x="1" y="3637"/>
                    <a:pt x="25" y="3699"/>
                    <a:pt x="77" y="3722"/>
                  </a:cubicBezTo>
                  <a:cubicBezTo>
                    <a:pt x="92" y="3729"/>
                    <a:pt x="106" y="3732"/>
                    <a:pt x="121" y="3733"/>
                  </a:cubicBezTo>
                  <a:cubicBezTo>
                    <a:pt x="163" y="3733"/>
                    <a:pt x="202" y="3710"/>
                    <a:pt x="218" y="3671"/>
                  </a:cubicBezTo>
                  <a:lnTo>
                    <a:pt x="1877" y="153"/>
                  </a:lnTo>
                  <a:cubicBezTo>
                    <a:pt x="1902" y="99"/>
                    <a:pt x="1878" y="36"/>
                    <a:pt x="1826" y="11"/>
                  </a:cubicBezTo>
                  <a:lnTo>
                    <a:pt x="1825" y="11"/>
                  </a:lnTo>
                  <a:cubicBezTo>
                    <a:pt x="1810" y="4"/>
                    <a:pt x="1795" y="1"/>
                    <a:pt x="17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7"/>
            <p:cNvSpPr/>
            <p:nvPr/>
          </p:nvSpPr>
          <p:spPr>
            <a:xfrm>
              <a:off x="5757075" y="1271975"/>
              <a:ext cx="47525" cy="93350"/>
            </a:xfrm>
            <a:custGeom>
              <a:avLst/>
              <a:gdLst/>
              <a:ahLst/>
              <a:cxnLst/>
              <a:rect l="l" t="t" r="r" b="b"/>
              <a:pathLst>
                <a:path w="1901" h="3734" extrusionOk="0">
                  <a:moveTo>
                    <a:pt x="1780" y="1"/>
                  </a:moveTo>
                  <a:cubicBezTo>
                    <a:pt x="1740" y="1"/>
                    <a:pt x="1701" y="23"/>
                    <a:pt x="1683" y="62"/>
                  </a:cubicBezTo>
                  <a:lnTo>
                    <a:pt x="24" y="3581"/>
                  </a:lnTo>
                  <a:cubicBezTo>
                    <a:pt x="0" y="3634"/>
                    <a:pt x="23" y="3698"/>
                    <a:pt x="75" y="3724"/>
                  </a:cubicBezTo>
                  <a:cubicBezTo>
                    <a:pt x="90" y="3730"/>
                    <a:pt x="106" y="3734"/>
                    <a:pt x="122" y="3734"/>
                  </a:cubicBezTo>
                  <a:cubicBezTo>
                    <a:pt x="163" y="3734"/>
                    <a:pt x="200" y="3710"/>
                    <a:pt x="218" y="3673"/>
                  </a:cubicBezTo>
                  <a:lnTo>
                    <a:pt x="1875" y="153"/>
                  </a:lnTo>
                  <a:lnTo>
                    <a:pt x="1876" y="153"/>
                  </a:lnTo>
                  <a:cubicBezTo>
                    <a:pt x="1900" y="99"/>
                    <a:pt x="1878" y="35"/>
                    <a:pt x="1824" y="10"/>
                  </a:cubicBezTo>
                  <a:cubicBezTo>
                    <a:pt x="1810" y="4"/>
                    <a:pt x="1795" y="1"/>
                    <a:pt x="17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7"/>
            <p:cNvSpPr/>
            <p:nvPr/>
          </p:nvSpPr>
          <p:spPr>
            <a:xfrm>
              <a:off x="5733275" y="1280450"/>
              <a:ext cx="47300" cy="93050"/>
            </a:xfrm>
            <a:custGeom>
              <a:avLst/>
              <a:gdLst/>
              <a:ahLst/>
              <a:cxnLst/>
              <a:rect l="l" t="t" r="r" b="b"/>
              <a:pathLst>
                <a:path w="1892" h="3722" extrusionOk="0">
                  <a:moveTo>
                    <a:pt x="1775" y="1"/>
                  </a:moveTo>
                  <a:cubicBezTo>
                    <a:pt x="1740" y="1"/>
                    <a:pt x="1704" y="19"/>
                    <a:pt x="1685" y="51"/>
                  </a:cubicBezTo>
                  <a:lnTo>
                    <a:pt x="25" y="3571"/>
                  </a:lnTo>
                  <a:cubicBezTo>
                    <a:pt x="25" y="3571"/>
                    <a:pt x="25" y="3572"/>
                    <a:pt x="25" y="3572"/>
                  </a:cubicBezTo>
                  <a:cubicBezTo>
                    <a:pt x="1" y="3626"/>
                    <a:pt x="23" y="3687"/>
                    <a:pt x="77" y="3711"/>
                  </a:cubicBezTo>
                  <a:cubicBezTo>
                    <a:pt x="88" y="3717"/>
                    <a:pt x="101" y="3721"/>
                    <a:pt x="115" y="3721"/>
                  </a:cubicBezTo>
                  <a:cubicBezTo>
                    <a:pt x="117" y="3721"/>
                    <a:pt x="119" y="3721"/>
                    <a:pt x="121" y="3721"/>
                  </a:cubicBezTo>
                  <a:cubicBezTo>
                    <a:pt x="123" y="3721"/>
                    <a:pt x="124" y="3721"/>
                    <a:pt x="125" y="3721"/>
                  </a:cubicBezTo>
                  <a:cubicBezTo>
                    <a:pt x="165" y="3721"/>
                    <a:pt x="202" y="3696"/>
                    <a:pt x="220" y="3660"/>
                  </a:cubicBezTo>
                  <a:lnTo>
                    <a:pt x="1877" y="140"/>
                  </a:lnTo>
                  <a:cubicBezTo>
                    <a:pt x="1892" y="94"/>
                    <a:pt x="1872" y="42"/>
                    <a:pt x="1831" y="17"/>
                  </a:cubicBezTo>
                  <a:cubicBezTo>
                    <a:pt x="1814" y="6"/>
                    <a:pt x="1794" y="1"/>
                    <a:pt x="17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7"/>
            <p:cNvSpPr/>
            <p:nvPr/>
          </p:nvSpPr>
          <p:spPr>
            <a:xfrm>
              <a:off x="5709800" y="1288600"/>
              <a:ext cx="47550" cy="93175"/>
            </a:xfrm>
            <a:custGeom>
              <a:avLst/>
              <a:gdLst/>
              <a:ahLst/>
              <a:cxnLst/>
              <a:rect l="l" t="t" r="r" b="b"/>
              <a:pathLst>
                <a:path w="1902" h="3727" extrusionOk="0">
                  <a:moveTo>
                    <a:pt x="1781" y="1"/>
                  </a:moveTo>
                  <a:cubicBezTo>
                    <a:pt x="1740" y="1"/>
                    <a:pt x="1701" y="24"/>
                    <a:pt x="1683" y="63"/>
                  </a:cubicBezTo>
                  <a:lnTo>
                    <a:pt x="26" y="3581"/>
                  </a:lnTo>
                  <a:cubicBezTo>
                    <a:pt x="26" y="3581"/>
                    <a:pt x="26" y="3583"/>
                    <a:pt x="26" y="3583"/>
                  </a:cubicBezTo>
                  <a:cubicBezTo>
                    <a:pt x="0" y="3636"/>
                    <a:pt x="24" y="3699"/>
                    <a:pt x="78" y="3724"/>
                  </a:cubicBezTo>
                  <a:cubicBezTo>
                    <a:pt x="84" y="3726"/>
                    <a:pt x="92" y="3726"/>
                    <a:pt x="100" y="3726"/>
                  </a:cubicBezTo>
                  <a:cubicBezTo>
                    <a:pt x="107" y="3726"/>
                    <a:pt x="115" y="3726"/>
                    <a:pt x="122" y="3724"/>
                  </a:cubicBezTo>
                  <a:cubicBezTo>
                    <a:pt x="124" y="3724"/>
                    <a:pt x="125" y="3724"/>
                    <a:pt x="127" y="3724"/>
                  </a:cubicBezTo>
                  <a:cubicBezTo>
                    <a:pt x="164" y="3724"/>
                    <a:pt x="199" y="3705"/>
                    <a:pt x="218" y="3672"/>
                  </a:cubicBezTo>
                  <a:lnTo>
                    <a:pt x="1876" y="154"/>
                  </a:lnTo>
                  <a:cubicBezTo>
                    <a:pt x="1902" y="100"/>
                    <a:pt x="1879" y="36"/>
                    <a:pt x="1826" y="11"/>
                  </a:cubicBezTo>
                  <a:cubicBezTo>
                    <a:pt x="1811" y="4"/>
                    <a:pt x="1796" y="1"/>
                    <a:pt x="1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7"/>
            <p:cNvSpPr/>
            <p:nvPr/>
          </p:nvSpPr>
          <p:spPr>
            <a:xfrm>
              <a:off x="4664375" y="656725"/>
              <a:ext cx="218350" cy="174750"/>
            </a:xfrm>
            <a:custGeom>
              <a:avLst/>
              <a:gdLst/>
              <a:ahLst/>
              <a:cxnLst/>
              <a:rect l="l" t="t" r="r" b="b"/>
              <a:pathLst>
                <a:path w="8734" h="6990" extrusionOk="0">
                  <a:moveTo>
                    <a:pt x="700" y="209"/>
                  </a:moveTo>
                  <a:lnTo>
                    <a:pt x="8047" y="214"/>
                  </a:lnTo>
                  <a:cubicBezTo>
                    <a:pt x="8313" y="214"/>
                    <a:pt x="8531" y="431"/>
                    <a:pt x="8531" y="697"/>
                  </a:cubicBezTo>
                  <a:lnTo>
                    <a:pt x="8531" y="6296"/>
                  </a:lnTo>
                  <a:cubicBezTo>
                    <a:pt x="8531" y="6564"/>
                    <a:pt x="8313" y="6780"/>
                    <a:pt x="8047" y="6780"/>
                  </a:cubicBezTo>
                  <a:lnTo>
                    <a:pt x="711" y="6780"/>
                  </a:lnTo>
                  <a:cubicBezTo>
                    <a:pt x="443" y="6780"/>
                    <a:pt x="227" y="6564"/>
                    <a:pt x="227" y="6296"/>
                  </a:cubicBezTo>
                  <a:lnTo>
                    <a:pt x="227" y="697"/>
                  </a:lnTo>
                  <a:cubicBezTo>
                    <a:pt x="224" y="434"/>
                    <a:pt x="435" y="215"/>
                    <a:pt x="700" y="209"/>
                  </a:cubicBezTo>
                  <a:close/>
                  <a:moveTo>
                    <a:pt x="696" y="1"/>
                  </a:moveTo>
                  <a:cubicBezTo>
                    <a:pt x="312" y="2"/>
                    <a:pt x="1" y="313"/>
                    <a:pt x="2" y="697"/>
                  </a:cubicBezTo>
                  <a:lnTo>
                    <a:pt x="2" y="6291"/>
                  </a:lnTo>
                  <a:cubicBezTo>
                    <a:pt x="2" y="6677"/>
                    <a:pt x="315" y="6990"/>
                    <a:pt x="700" y="6990"/>
                  </a:cubicBezTo>
                  <a:lnTo>
                    <a:pt x="8036" y="6990"/>
                  </a:lnTo>
                  <a:lnTo>
                    <a:pt x="8036" y="6988"/>
                  </a:lnTo>
                  <a:cubicBezTo>
                    <a:pt x="8419" y="6988"/>
                    <a:pt x="8730" y="6678"/>
                    <a:pt x="8733" y="6296"/>
                  </a:cubicBezTo>
                  <a:lnTo>
                    <a:pt x="8733" y="697"/>
                  </a:lnTo>
                  <a:cubicBezTo>
                    <a:pt x="8733" y="313"/>
                    <a:pt x="8421" y="1"/>
                    <a:pt x="803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7"/>
            <p:cNvSpPr/>
            <p:nvPr/>
          </p:nvSpPr>
          <p:spPr>
            <a:xfrm>
              <a:off x="4433975" y="743450"/>
              <a:ext cx="296550" cy="272700"/>
            </a:xfrm>
            <a:custGeom>
              <a:avLst/>
              <a:gdLst/>
              <a:ahLst/>
              <a:cxnLst/>
              <a:rect l="l" t="t" r="r" b="b"/>
              <a:pathLst>
                <a:path w="11862" h="10908" extrusionOk="0">
                  <a:moveTo>
                    <a:pt x="699" y="215"/>
                  </a:moveTo>
                  <a:lnTo>
                    <a:pt x="11164" y="217"/>
                  </a:lnTo>
                  <a:cubicBezTo>
                    <a:pt x="11431" y="217"/>
                    <a:pt x="11648" y="434"/>
                    <a:pt x="11648" y="701"/>
                  </a:cubicBezTo>
                  <a:lnTo>
                    <a:pt x="11648" y="10207"/>
                  </a:lnTo>
                  <a:cubicBezTo>
                    <a:pt x="11648" y="10475"/>
                    <a:pt x="11431" y="10691"/>
                    <a:pt x="11164" y="10691"/>
                  </a:cubicBezTo>
                  <a:lnTo>
                    <a:pt x="699" y="10691"/>
                  </a:lnTo>
                  <a:cubicBezTo>
                    <a:pt x="432" y="10691"/>
                    <a:pt x="215" y="10475"/>
                    <a:pt x="215" y="10207"/>
                  </a:cubicBezTo>
                  <a:lnTo>
                    <a:pt x="215" y="699"/>
                  </a:lnTo>
                  <a:cubicBezTo>
                    <a:pt x="215" y="431"/>
                    <a:pt x="432" y="215"/>
                    <a:pt x="699" y="215"/>
                  </a:cubicBezTo>
                  <a:close/>
                  <a:moveTo>
                    <a:pt x="697" y="1"/>
                  </a:moveTo>
                  <a:cubicBezTo>
                    <a:pt x="311" y="2"/>
                    <a:pt x="0" y="315"/>
                    <a:pt x="2" y="701"/>
                  </a:cubicBezTo>
                  <a:lnTo>
                    <a:pt x="2" y="10210"/>
                  </a:lnTo>
                  <a:cubicBezTo>
                    <a:pt x="2" y="10595"/>
                    <a:pt x="314" y="10907"/>
                    <a:pt x="699" y="10907"/>
                  </a:cubicBezTo>
                  <a:lnTo>
                    <a:pt x="11167" y="10907"/>
                  </a:lnTo>
                  <a:cubicBezTo>
                    <a:pt x="11551" y="10904"/>
                    <a:pt x="11861" y="10592"/>
                    <a:pt x="11861" y="10207"/>
                  </a:cubicBezTo>
                  <a:lnTo>
                    <a:pt x="11861" y="699"/>
                  </a:lnTo>
                  <a:cubicBezTo>
                    <a:pt x="11860" y="313"/>
                    <a:pt x="11548" y="2"/>
                    <a:pt x="1116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7"/>
            <p:cNvSpPr/>
            <p:nvPr/>
          </p:nvSpPr>
          <p:spPr>
            <a:xfrm>
              <a:off x="4371875" y="1254050"/>
              <a:ext cx="292750" cy="157625"/>
            </a:xfrm>
            <a:custGeom>
              <a:avLst/>
              <a:gdLst/>
              <a:ahLst/>
              <a:cxnLst/>
              <a:rect l="l" t="t" r="r" b="b"/>
              <a:pathLst>
                <a:path w="11710" h="6305" extrusionOk="0">
                  <a:moveTo>
                    <a:pt x="1" y="1"/>
                  </a:moveTo>
                  <a:lnTo>
                    <a:pt x="1" y="6305"/>
                  </a:lnTo>
                  <a:lnTo>
                    <a:pt x="11710" y="6305"/>
                  </a:lnTo>
                  <a:lnTo>
                    <a:pt x="11710"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7"/>
            <p:cNvSpPr/>
            <p:nvPr/>
          </p:nvSpPr>
          <p:spPr>
            <a:xfrm>
              <a:off x="4369225" y="1251375"/>
              <a:ext cx="298150" cy="162950"/>
            </a:xfrm>
            <a:custGeom>
              <a:avLst/>
              <a:gdLst/>
              <a:ahLst/>
              <a:cxnLst/>
              <a:rect l="l" t="t" r="r" b="b"/>
              <a:pathLst>
                <a:path w="11926" h="6518" extrusionOk="0">
                  <a:moveTo>
                    <a:pt x="11713" y="215"/>
                  </a:moveTo>
                  <a:lnTo>
                    <a:pt x="11713" y="6305"/>
                  </a:lnTo>
                  <a:lnTo>
                    <a:pt x="218" y="6305"/>
                  </a:lnTo>
                  <a:lnTo>
                    <a:pt x="214" y="215"/>
                  </a:lnTo>
                  <a:close/>
                  <a:moveTo>
                    <a:pt x="108" y="0"/>
                  </a:moveTo>
                  <a:cubicBezTo>
                    <a:pt x="49" y="0"/>
                    <a:pt x="1" y="49"/>
                    <a:pt x="1" y="108"/>
                  </a:cubicBezTo>
                  <a:lnTo>
                    <a:pt x="1" y="6412"/>
                  </a:lnTo>
                  <a:cubicBezTo>
                    <a:pt x="1" y="6470"/>
                    <a:pt x="49" y="6517"/>
                    <a:pt x="108" y="6517"/>
                  </a:cubicBezTo>
                  <a:lnTo>
                    <a:pt x="11820" y="6517"/>
                  </a:lnTo>
                  <a:cubicBezTo>
                    <a:pt x="11878" y="6517"/>
                    <a:pt x="11926" y="6470"/>
                    <a:pt x="11926" y="6412"/>
                  </a:cubicBezTo>
                  <a:lnTo>
                    <a:pt x="11926" y="108"/>
                  </a:lnTo>
                  <a:cubicBezTo>
                    <a:pt x="11926" y="49"/>
                    <a:pt x="11878" y="0"/>
                    <a:pt x="118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7"/>
            <p:cNvSpPr/>
            <p:nvPr/>
          </p:nvSpPr>
          <p:spPr>
            <a:xfrm>
              <a:off x="4371875" y="1383300"/>
              <a:ext cx="292750" cy="28375"/>
            </a:xfrm>
            <a:custGeom>
              <a:avLst/>
              <a:gdLst/>
              <a:ahLst/>
              <a:cxnLst/>
              <a:rect l="l" t="t" r="r" b="b"/>
              <a:pathLst>
                <a:path w="11710" h="1135" extrusionOk="0">
                  <a:moveTo>
                    <a:pt x="1" y="0"/>
                  </a:moveTo>
                  <a:lnTo>
                    <a:pt x="1" y="1135"/>
                  </a:lnTo>
                  <a:lnTo>
                    <a:pt x="11710" y="1135"/>
                  </a:lnTo>
                  <a:lnTo>
                    <a:pt x="117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7"/>
            <p:cNvSpPr/>
            <p:nvPr/>
          </p:nvSpPr>
          <p:spPr>
            <a:xfrm>
              <a:off x="4369225" y="1380575"/>
              <a:ext cx="298200" cy="33750"/>
            </a:xfrm>
            <a:custGeom>
              <a:avLst/>
              <a:gdLst/>
              <a:ahLst/>
              <a:cxnLst/>
              <a:rect l="l" t="t" r="r" b="b"/>
              <a:pathLst>
                <a:path w="11928" h="1350" extrusionOk="0">
                  <a:moveTo>
                    <a:pt x="11713" y="215"/>
                  </a:moveTo>
                  <a:lnTo>
                    <a:pt x="11713" y="1137"/>
                  </a:lnTo>
                  <a:lnTo>
                    <a:pt x="218" y="1137"/>
                  </a:lnTo>
                  <a:lnTo>
                    <a:pt x="214" y="215"/>
                  </a:lnTo>
                  <a:close/>
                  <a:moveTo>
                    <a:pt x="108" y="0"/>
                  </a:moveTo>
                  <a:cubicBezTo>
                    <a:pt x="49" y="0"/>
                    <a:pt x="1" y="48"/>
                    <a:pt x="1" y="106"/>
                  </a:cubicBezTo>
                  <a:lnTo>
                    <a:pt x="1" y="1244"/>
                  </a:lnTo>
                  <a:cubicBezTo>
                    <a:pt x="1" y="1302"/>
                    <a:pt x="49" y="1349"/>
                    <a:pt x="108" y="1349"/>
                  </a:cubicBezTo>
                  <a:lnTo>
                    <a:pt x="11822" y="1349"/>
                  </a:lnTo>
                  <a:cubicBezTo>
                    <a:pt x="11881" y="1349"/>
                    <a:pt x="11927" y="1300"/>
                    <a:pt x="11926" y="1241"/>
                  </a:cubicBezTo>
                  <a:lnTo>
                    <a:pt x="11926" y="106"/>
                  </a:lnTo>
                  <a:cubicBezTo>
                    <a:pt x="11926" y="48"/>
                    <a:pt x="11878" y="0"/>
                    <a:pt x="1182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7"/>
            <p:cNvSpPr/>
            <p:nvPr/>
          </p:nvSpPr>
          <p:spPr>
            <a:xfrm>
              <a:off x="4466350" y="1273375"/>
              <a:ext cx="103850" cy="94600"/>
            </a:xfrm>
            <a:custGeom>
              <a:avLst/>
              <a:gdLst/>
              <a:ahLst/>
              <a:cxnLst/>
              <a:rect l="l" t="t" r="r" b="b"/>
              <a:pathLst>
                <a:path w="4154" h="3784" extrusionOk="0">
                  <a:moveTo>
                    <a:pt x="2077" y="0"/>
                  </a:moveTo>
                  <a:cubicBezTo>
                    <a:pt x="1593" y="0"/>
                    <a:pt x="1108" y="185"/>
                    <a:pt x="739" y="554"/>
                  </a:cubicBezTo>
                  <a:cubicBezTo>
                    <a:pt x="1" y="1293"/>
                    <a:pt x="1" y="2490"/>
                    <a:pt x="739" y="3228"/>
                  </a:cubicBezTo>
                  <a:cubicBezTo>
                    <a:pt x="1108" y="3598"/>
                    <a:pt x="1593" y="3783"/>
                    <a:pt x="2077" y="3783"/>
                  </a:cubicBezTo>
                  <a:cubicBezTo>
                    <a:pt x="2561" y="3783"/>
                    <a:pt x="3045" y="3598"/>
                    <a:pt x="3415" y="3228"/>
                  </a:cubicBezTo>
                  <a:cubicBezTo>
                    <a:pt x="4153" y="2490"/>
                    <a:pt x="4153" y="1293"/>
                    <a:pt x="3415" y="554"/>
                  </a:cubicBezTo>
                  <a:cubicBezTo>
                    <a:pt x="3045" y="185"/>
                    <a:pt x="2561" y="0"/>
                    <a:pt x="20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7"/>
            <p:cNvSpPr/>
            <p:nvPr/>
          </p:nvSpPr>
          <p:spPr>
            <a:xfrm>
              <a:off x="4494825" y="1282925"/>
              <a:ext cx="62750" cy="72400"/>
            </a:xfrm>
            <a:custGeom>
              <a:avLst/>
              <a:gdLst/>
              <a:ahLst/>
              <a:cxnLst/>
              <a:rect l="l" t="t" r="r" b="b"/>
              <a:pathLst>
                <a:path w="2510" h="2896" extrusionOk="0">
                  <a:moveTo>
                    <a:pt x="1" y="1"/>
                  </a:moveTo>
                  <a:lnTo>
                    <a:pt x="1" y="2895"/>
                  </a:lnTo>
                  <a:lnTo>
                    <a:pt x="2509" y="1447"/>
                  </a:lnTo>
                  <a:lnTo>
                    <a:pt x="1"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7"/>
            <p:cNvSpPr/>
            <p:nvPr/>
          </p:nvSpPr>
          <p:spPr>
            <a:xfrm>
              <a:off x="5636975" y="715100"/>
              <a:ext cx="469450" cy="355425"/>
            </a:xfrm>
            <a:custGeom>
              <a:avLst/>
              <a:gdLst/>
              <a:ahLst/>
              <a:cxnLst/>
              <a:rect l="l" t="t" r="r" b="b"/>
              <a:pathLst>
                <a:path w="18778" h="14217" extrusionOk="0">
                  <a:moveTo>
                    <a:pt x="18178" y="222"/>
                  </a:moveTo>
                  <a:cubicBezTo>
                    <a:pt x="18392" y="224"/>
                    <a:pt x="18565" y="398"/>
                    <a:pt x="18563" y="612"/>
                  </a:cubicBezTo>
                  <a:lnTo>
                    <a:pt x="18563" y="13621"/>
                  </a:lnTo>
                  <a:lnTo>
                    <a:pt x="18563" y="13624"/>
                  </a:lnTo>
                  <a:cubicBezTo>
                    <a:pt x="18563" y="13838"/>
                    <a:pt x="18391" y="14011"/>
                    <a:pt x="18176" y="14011"/>
                  </a:cubicBezTo>
                  <a:lnTo>
                    <a:pt x="601" y="14011"/>
                  </a:lnTo>
                  <a:cubicBezTo>
                    <a:pt x="387" y="14011"/>
                    <a:pt x="214" y="13835"/>
                    <a:pt x="214" y="13621"/>
                  </a:cubicBezTo>
                  <a:lnTo>
                    <a:pt x="214" y="612"/>
                  </a:lnTo>
                  <a:cubicBezTo>
                    <a:pt x="214" y="398"/>
                    <a:pt x="387" y="224"/>
                    <a:pt x="601" y="222"/>
                  </a:cubicBezTo>
                  <a:close/>
                  <a:moveTo>
                    <a:pt x="601" y="0"/>
                  </a:moveTo>
                  <a:cubicBezTo>
                    <a:pt x="269" y="2"/>
                    <a:pt x="1" y="271"/>
                    <a:pt x="1" y="605"/>
                  </a:cubicBezTo>
                  <a:lnTo>
                    <a:pt x="1" y="13612"/>
                  </a:lnTo>
                  <a:cubicBezTo>
                    <a:pt x="1" y="13946"/>
                    <a:pt x="269" y="14215"/>
                    <a:pt x="601" y="14217"/>
                  </a:cubicBezTo>
                  <a:lnTo>
                    <a:pt x="18176" y="14217"/>
                  </a:lnTo>
                  <a:cubicBezTo>
                    <a:pt x="18508" y="14215"/>
                    <a:pt x="18778" y="13946"/>
                    <a:pt x="18778" y="13612"/>
                  </a:cubicBezTo>
                  <a:lnTo>
                    <a:pt x="18778" y="605"/>
                  </a:lnTo>
                  <a:cubicBezTo>
                    <a:pt x="18778" y="271"/>
                    <a:pt x="18508" y="2"/>
                    <a:pt x="1817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7"/>
            <p:cNvSpPr/>
            <p:nvPr/>
          </p:nvSpPr>
          <p:spPr>
            <a:xfrm>
              <a:off x="5661175" y="1033725"/>
              <a:ext cx="435775" cy="2675"/>
            </a:xfrm>
            <a:custGeom>
              <a:avLst/>
              <a:gdLst/>
              <a:ahLst/>
              <a:cxnLst/>
              <a:rect l="l" t="t" r="r" b="b"/>
              <a:pathLst>
                <a:path w="17431" h="107" extrusionOk="0">
                  <a:moveTo>
                    <a:pt x="1" y="1"/>
                  </a:moveTo>
                  <a:lnTo>
                    <a:pt x="1" y="106"/>
                  </a:lnTo>
                  <a:lnTo>
                    <a:pt x="17430" y="106"/>
                  </a:lnTo>
                  <a:lnTo>
                    <a:pt x="17430"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7"/>
            <p:cNvSpPr/>
            <p:nvPr/>
          </p:nvSpPr>
          <p:spPr>
            <a:xfrm>
              <a:off x="5659850" y="1035025"/>
              <a:ext cx="2700" cy="6500"/>
            </a:xfrm>
            <a:custGeom>
              <a:avLst/>
              <a:gdLst/>
              <a:ahLst/>
              <a:cxnLst/>
              <a:rect l="l" t="t" r="r" b="b"/>
              <a:pathLst>
                <a:path w="108" h="260" extrusionOk="0">
                  <a:moveTo>
                    <a:pt x="0" y="1"/>
                  </a:moveTo>
                  <a:lnTo>
                    <a:pt x="0" y="260"/>
                  </a:lnTo>
                  <a:lnTo>
                    <a:pt x="107" y="260"/>
                  </a:lnTo>
                  <a:lnTo>
                    <a:pt x="10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7"/>
            <p:cNvSpPr/>
            <p:nvPr/>
          </p:nvSpPr>
          <p:spPr>
            <a:xfrm>
              <a:off x="5688875" y="1035025"/>
              <a:ext cx="2700" cy="6500"/>
            </a:xfrm>
            <a:custGeom>
              <a:avLst/>
              <a:gdLst/>
              <a:ahLst/>
              <a:cxnLst/>
              <a:rect l="l" t="t" r="r" b="b"/>
              <a:pathLst>
                <a:path w="108" h="260" extrusionOk="0">
                  <a:moveTo>
                    <a:pt x="1" y="1"/>
                  </a:moveTo>
                  <a:lnTo>
                    <a:pt x="1"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7"/>
            <p:cNvSpPr/>
            <p:nvPr/>
          </p:nvSpPr>
          <p:spPr>
            <a:xfrm>
              <a:off x="5717900" y="1035025"/>
              <a:ext cx="2675" cy="6500"/>
            </a:xfrm>
            <a:custGeom>
              <a:avLst/>
              <a:gdLst/>
              <a:ahLst/>
              <a:cxnLst/>
              <a:rect l="l" t="t" r="r" b="b"/>
              <a:pathLst>
                <a:path w="107" h="260" extrusionOk="0">
                  <a:moveTo>
                    <a:pt x="1" y="1"/>
                  </a:moveTo>
                  <a:lnTo>
                    <a:pt x="1" y="260"/>
                  </a:lnTo>
                  <a:lnTo>
                    <a:pt x="107" y="260"/>
                  </a:lnTo>
                  <a:lnTo>
                    <a:pt x="10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7"/>
            <p:cNvSpPr/>
            <p:nvPr/>
          </p:nvSpPr>
          <p:spPr>
            <a:xfrm>
              <a:off x="5746950" y="1035025"/>
              <a:ext cx="2700" cy="6500"/>
            </a:xfrm>
            <a:custGeom>
              <a:avLst/>
              <a:gdLst/>
              <a:ahLst/>
              <a:cxnLst/>
              <a:rect l="l" t="t" r="r" b="b"/>
              <a:pathLst>
                <a:path w="108" h="260" extrusionOk="0">
                  <a:moveTo>
                    <a:pt x="0" y="1"/>
                  </a:moveTo>
                  <a:lnTo>
                    <a:pt x="0" y="260"/>
                  </a:lnTo>
                  <a:lnTo>
                    <a:pt x="107" y="260"/>
                  </a:lnTo>
                  <a:lnTo>
                    <a:pt x="10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7"/>
            <p:cNvSpPr/>
            <p:nvPr/>
          </p:nvSpPr>
          <p:spPr>
            <a:xfrm>
              <a:off x="5776025" y="1035025"/>
              <a:ext cx="2700" cy="6500"/>
            </a:xfrm>
            <a:custGeom>
              <a:avLst/>
              <a:gdLst/>
              <a:ahLst/>
              <a:cxnLst/>
              <a:rect l="l" t="t" r="r" b="b"/>
              <a:pathLst>
                <a:path w="108" h="260" extrusionOk="0">
                  <a:moveTo>
                    <a:pt x="0" y="1"/>
                  </a:moveTo>
                  <a:lnTo>
                    <a:pt x="0" y="260"/>
                  </a:lnTo>
                  <a:lnTo>
                    <a:pt x="107" y="260"/>
                  </a:lnTo>
                  <a:lnTo>
                    <a:pt x="10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7"/>
            <p:cNvSpPr/>
            <p:nvPr/>
          </p:nvSpPr>
          <p:spPr>
            <a:xfrm>
              <a:off x="5805050" y="1035025"/>
              <a:ext cx="2700" cy="6500"/>
            </a:xfrm>
            <a:custGeom>
              <a:avLst/>
              <a:gdLst/>
              <a:ahLst/>
              <a:cxnLst/>
              <a:rect l="l" t="t" r="r" b="b"/>
              <a:pathLst>
                <a:path w="108" h="260" extrusionOk="0">
                  <a:moveTo>
                    <a:pt x="0" y="1"/>
                  </a:moveTo>
                  <a:lnTo>
                    <a:pt x="0"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7"/>
            <p:cNvSpPr/>
            <p:nvPr/>
          </p:nvSpPr>
          <p:spPr>
            <a:xfrm>
              <a:off x="5834125" y="1035025"/>
              <a:ext cx="2700" cy="6500"/>
            </a:xfrm>
            <a:custGeom>
              <a:avLst/>
              <a:gdLst/>
              <a:ahLst/>
              <a:cxnLst/>
              <a:rect l="l" t="t" r="r" b="b"/>
              <a:pathLst>
                <a:path w="108" h="260" extrusionOk="0">
                  <a:moveTo>
                    <a:pt x="0" y="1"/>
                  </a:moveTo>
                  <a:lnTo>
                    <a:pt x="0"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7"/>
            <p:cNvSpPr/>
            <p:nvPr/>
          </p:nvSpPr>
          <p:spPr>
            <a:xfrm>
              <a:off x="5863200" y="1035025"/>
              <a:ext cx="2650" cy="6500"/>
            </a:xfrm>
            <a:custGeom>
              <a:avLst/>
              <a:gdLst/>
              <a:ahLst/>
              <a:cxnLst/>
              <a:rect l="l" t="t" r="r" b="b"/>
              <a:pathLst>
                <a:path w="106" h="260" extrusionOk="0">
                  <a:moveTo>
                    <a:pt x="0" y="1"/>
                  </a:moveTo>
                  <a:lnTo>
                    <a:pt x="0" y="260"/>
                  </a:lnTo>
                  <a:lnTo>
                    <a:pt x="106" y="260"/>
                  </a:lnTo>
                  <a:lnTo>
                    <a:pt x="106"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7"/>
            <p:cNvSpPr/>
            <p:nvPr/>
          </p:nvSpPr>
          <p:spPr>
            <a:xfrm>
              <a:off x="5892225" y="1035025"/>
              <a:ext cx="2700" cy="6500"/>
            </a:xfrm>
            <a:custGeom>
              <a:avLst/>
              <a:gdLst/>
              <a:ahLst/>
              <a:cxnLst/>
              <a:rect l="l" t="t" r="r" b="b"/>
              <a:pathLst>
                <a:path w="108" h="260" extrusionOk="0">
                  <a:moveTo>
                    <a:pt x="1" y="1"/>
                  </a:moveTo>
                  <a:lnTo>
                    <a:pt x="1"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7"/>
            <p:cNvSpPr/>
            <p:nvPr/>
          </p:nvSpPr>
          <p:spPr>
            <a:xfrm>
              <a:off x="5921300" y="1035025"/>
              <a:ext cx="2675" cy="6500"/>
            </a:xfrm>
            <a:custGeom>
              <a:avLst/>
              <a:gdLst/>
              <a:ahLst/>
              <a:cxnLst/>
              <a:rect l="l" t="t" r="r" b="b"/>
              <a:pathLst>
                <a:path w="107" h="260" extrusionOk="0">
                  <a:moveTo>
                    <a:pt x="0" y="1"/>
                  </a:moveTo>
                  <a:lnTo>
                    <a:pt x="0" y="260"/>
                  </a:lnTo>
                  <a:lnTo>
                    <a:pt x="106" y="260"/>
                  </a:lnTo>
                  <a:lnTo>
                    <a:pt x="106"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7"/>
            <p:cNvSpPr/>
            <p:nvPr/>
          </p:nvSpPr>
          <p:spPr>
            <a:xfrm>
              <a:off x="5950325" y="1035025"/>
              <a:ext cx="2700" cy="6500"/>
            </a:xfrm>
            <a:custGeom>
              <a:avLst/>
              <a:gdLst/>
              <a:ahLst/>
              <a:cxnLst/>
              <a:rect l="l" t="t" r="r" b="b"/>
              <a:pathLst>
                <a:path w="108" h="260" extrusionOk="0">
                  <a:moveTo>
                    <a:pt x="1" y="1"/>
                  </a:moveTo>
                  <a:lnTo>
                    <a:pt x="1"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7"/>
            <p:cNvSpPr/>
            <p:nvPr/>
          </p:nvSpPr>
          <p:spPr>
            <a:xfrm>
              <a:off x="5979400" y="1035025"/>
              <a:ext cx="2700" cy="6500"/>
            </a:xfrm>
            <a:custGeom>
              <a:avLst/>
              <a:gdLst/>
              <a:ahLst/>
              <a:cxnLst/>
              <a:rect l="l" t="t" r="r" b="b"/>
              <a:pathLst>
                <a:path w="108" h="260" extrusionOk="0">
                  <a:moveTo>
                    <a:pt x="1" y="1"/>
                  </a:moveTo>
                  <a:lnTo>
                    <a:pt x="1"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7"/>
            <p:cNvSpPr/>
            <p:nvPr/>
          </p:nvSpPr>
          <p:spPr>
            <a:xfrm>
              <a:off x="6008400" y="1035025"/>
              <a:ext cx="2700" cy="6500"/>
            </a:xfrm>
            <a:custGeom>
              <a:avLst/>
              <a:gdLst/>
              <a:ahLst/>
              <a:cxnLst/>
              <a:rect l="l" t="t" r="r" b="b"/>
              <a:pathLst>
                <a:path w="108" h="260" extrusionOk="0">
                  <a:moveTo>
                    <a:pt x="1" y="1"/>
                  </a:moveTo>
                  <a:lnTo>
                    <a:pt x="1"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7"/>
            <p:cNvSpPr/>
            <p:nvPr/>
          </p:nvSpPr>
          <p:spPr>
            <a:xfrm>
              <a:off x="6037475" y="1035025"/>
              <a:ext cx="2675" cy="6500"/>
            </a:xfrm>
            <a:custGeom>
              <a:avLst/>
              <a:gdLst/>
              <a:ahLst/>
              <a:cxnLst/>
              <a:rect l="l" t="t" r="r" b="b"/>
              <a:pathLst>
                <a:path w="107" h="260" extrusionOk="0">
                  <a:moveTo>
                    <a:pt x="0" y="1"/>
                  </a:moveTo>
                  <a:lnTo>
                    <a:pt x="0" y="260"/>
                  </a:lnTo>
                  <a:lnTo>
                    <a:pt x="106" y="260"/>
                  </a:lnTo>
                  <a:lnTo>
                    <a:pt x="106"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7"/>
            <p:cNvSpPr/>
            <p:nvPr/>
          </p:nvSpPr>
          <p:spPr>
            <a:xfrm>
              <a:off x="6066500" y="1035025"/>
              <a:ext cx="2700" cy="6500"/>
            </a:xfrm>
            <a:custGeom>
              <a:avLst/>
              <a:gdLst/>
              <a:ahLst/>
              <a:cxnLst/>
              <a:rect l="l" t="t" r="r" b="b"/>
              <a:pathLst>
                <a:path w="108" h="260" extrusionOk="0">
                  <a:moveTo>
                    <a:pt x="1" y="1"/>
                  </a:moveTo>
                  <a:lnTo>
                    <a:pt x="1" y="260"/>
                  </a:lnTo>
                  <a:lnTo>
                    <a:pt x="108" y="260"/>
                  </a:lnTo>
                  <a:lnTo>
                    <a:pt x="108"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7"/>
            <p:cNvSpPr/>
            <p:nvPr/>
          </p:nvSpPr>
          <p:spPr>
            <a:xfrm>
              <a:off x="6095575" y="1035025"/>
              <a:ext cx="2675" cy="6500"/>
            </a:xfrm>
            <a:custGeom>
              <a:avLst/>
              <a:gdLst/>
              <a:ahLst/>
              <a:cxnLst/>
              <a:rect l="l" t="t" r="r" b="b"/>
              <a:pathLst>
                <a:path w="107" h="260" extrusionOk="0">
                  <a:moveTo>
                    <a:pt x="1" y="1"/>
                  </a:moveTo>
                  <a:lnTo>
                    <a:pt x="1" y="260"/>
                  </a:lnTo>
                  <a:lnTo>
                    <a:pt x="106" y="260"/>
                  </a:lnTo>
                  <a:lnTo>
                    <a:pt x="106"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7"/>
            <p:cNvSpPr/>
            <p:nvPr/>
          </p:nvSpPr>
          <p:spPr>
            <a:xfrm>
              <a:off x="5675650" y="748625"/>
              <a:ext cx="406775" cy="281225"/>
            </a:xfrm>
            <a:custGeom>
              <a:avLst/>
              <a:gdLst/>
              <a:ahLst/>
              <a:cxnLst/>
              <a:rect l="l" t="t" r="r" b="b"/>
              <a:pathLst>
                <a:path w="16271" h="11249" extrusionOk="0">
                  <a:moveTo>
                    <a:pt x="13957" y="1"/>
                  </a:moveTo>
                  <a:cubicBezTo>
                    <a:pt x="13888" y="1"/>
                    <a:pt x="13833" y="56"/>
                    <a:pt x="13833" y="124"/>
                  </a:cubicBezTo>
                  <a:lnTo>
                    <a:pt x="12792" y="8181"/>
                  </a:lnTo>
                  <a:cubicBezTo>
                    <a:pt x="12786" y="8221"/>
                    <a:pt x="12767" y="8257"/>
                    <a:pt x="12737" y="8282"/>
                  </a:cubicBezTo>
                  <a:lnTo>
                    <a:pt x="11735" y="9058"/>
                  </a:lnTo>
                  <a:cubicBezTo>
                    <a:pt x="11714" y="9074"/>
                    <a:pt x="11689" y="9081"/>
                    <a:pt x="11664" y="9081"/>
                  </a:cubicBezTo>
                  <a:cubicBezTo>
                    <a:pt x="11629" y="9081"/>
                    <a:pt x="11594" y="9066"/>
                    <a:pt x="11570" y="9036"/>
                  </a:cubicBezTo>
                  <a:cubicBezTo>
                    <a:pt x="11564" y="9027"/>
                    <a:pt x="11560" y="9019"/>
                    <a:pt x="11555" y="9009"/>
                  </a:cubicBezTo>
                  <a:lnTo>
                    <a:pt x="10544" y="6924"/>
                  </a:lnTo>
                  <a:cubicBezTo>
                    <a:pt x="10528" y="6878"/>
                    <a:pt x="10483" y="6849"/>
                    <a:pt x="10436" y="6849"/>
                  </a:cubicBezTo>
                  <a:cubicBezTo>
                    <a:pt x="10423" y="6849"/>
                    <a:pt x="10410" y="6851"/>
                    <a:pt x="10397" y="6856"/>
                  </a:cubicBezTo>
                  <a:cubicBezTo>
                    <a:pt x="10374" y="6863"/>
                    <a:pt x="10355" y="6878"/>
                    <a:pt x="10342" y="6898"/>
                  </a:cubicBezTo>
                  <a:lnTo>
                    <a:pt x="9298" y="8247"/>
                  </a:lnTo>
                  <a:lnTo>
                    <a:pt x="8135" y="9738"/>
                  </a:lnTo>
                  <a:lnTo>
                    <a:pt x="6975" y="8247"/>
                  </a:lnTo>
                  <a:lnTo>
                    <a:pt x="5949" y="6926"/>
                  </a:lnTo>
                  <a:cubicBezTo>
                    <a:pt x="5927" y="6892"/>
                    <a:pt x="5889" y="6874"/>
                    <a:pt x="5851" y="6874"/>
                  </a:cubicBezTo>
                  <a:cubicBezTo>
                    <a:pt x="5829" y="6874"/>
                    <a:pt x="5807" y="6880"/>
                    <a:pt x="5787" y="6893"/>
                  </a:cubicBezTo>
                  <a:cubicBezTo>
                    <a:pt x="5760" y="6912"/>
                    <a:pt x="5741" y="6941"/>
                    <a:pt x="5736" y="6973"/>
                  </a:cubicBezTo>
                  <a:lnTo>
                    <a:pt x="4646" y="10344"/>
                  </a:lnTo>
                  <a:lnTo>
                    <a:pt x="3492" y="4337"/>
                  </a:lnTo>
                  <a:lnTo>
                    <a:pt x="2331" y="10947"/>
                  </a:lnTo>
                  <a:lnTo>
                    <a:pt x="1168" y="10048"/>
                  </a:lnTo>
                  <a:lnTo>
                    <a:pt x="250" y="7435"/>
                  </a:lnTo>
                  <a:cubicBezTo>
                    <a:pt x="230" y="7385"/>
                    <a:pt x="182" y="7354"/>
                    <a:pt x="131" y="7354"/>
                  </a:cubicBezTo>
                  <a:cubicBezTo>
                    <a:pt x="117" y="7354"/>
                    <a:pt x="102" y="7357"/>
                    <a:pt x="87" y="7362"/>
                  </a:cubicBezTo>
                  <a:cubicBezTo>
                    <a:pt x="34" y="7381"/>
                    <a:pt x="1" y="7435"/>
                    <a:pt x="5" y="7492"/>
                  </a:cubicBezTo>
                  <a:lnTo>
                    <a:pt x="2" y="11248"/>
                  </a:lnTo>
                  <a:lnTo>
                    <a:pt x="16271" y="11248"/>
                  </a:lnTo>
                  <a:lnTo>
                    <a:pt x="16271" y="9000"/>
                  </a:lnTo>
                  <a:lnTo>
                    <a:pt x="15120" y="6774"/>
                  </a:lnTo>
                  <a:cubicBezTo>
                    <a:pt x="15112" y="6759"/>
                    <a:pt x="15106" y="6743"/>
                    <a:pt x="15105" y="6725"/>
                  </a:cubicBezTo>
                  <a:lnTo>
                    <a:pt x="14080" y="124"/>
                  </a:lnTo>
                  <a:cubicBezTo>
                    <a:pt x="14080" y="56"/>
                    <a:pt x="14025" y="1"/>
                    <a:pt x="139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7"/>
            <p:cNvSpPr/>
            <p:nvPr/>
          </p:nvSpPr>
          <p:spPr>
            <a:xfrm>
              <a:off x="5672875" y="746175"/>
              <a:ext cx="412225" cy="286350"/>
            </a:xfrm>
            <a:custGeom>
              <a:avLst/>
              <a:gdLst/>
              <a:ahLst/>
              <a:cxnLst/>
              <a:rect l="l" t="t" r="r" b="b"/>
              <a:pathLst>
                <a:path w="16489" h="11454" extrusionOk="0">
                  <a:moveTo>
                    <a:pt x="239" y="7551"/>
                  </a:moveTo>
                  <a:cubicBezTo>
                    <a:pt x="253" y="7551"/>
                    <a:pt x="253" y="7570"/>
                    <a:pt x="253" y="7570"/>
                  </a:cubicBezTo>
                  <a:lnTo>
                    <a:pt x="1185" y="10212"/>
                  </a:lnTo>
                  <a:lnTo>
                    <a:pt x="2510" y="11239"/>
                  </a:lnTo>
                  <a:lnTo>
                    <a:pt x="219" y="11239"/>
                  </a:lnTo>
                  <a:lnTo>
                    <a:pt x="219" y="7590"/>
                  </a:lnTo>
                  <a:cubicBezTo>
                    <a:pt x="219" y="7563"/>
                    <a:pt x="224" y="7551"/>
                    <a:pt x="239" y="7551"/>
                  </a:cubicBezTo>
                  <a:close/>
                  <a:moveTo>
                    <a:pt x="14068" y="209"/>
                  </a:moveTo>
                  <a:cubicBezTo>
                    <a:pt x="14087" y="209"/>
                    <a:pt x="14087" y="222"/>
                    <a:pt x="14087" y="237"/>
                  </a:cubicBezTo>
                  <a:lnTo>
                    <a:pt x="15110" y="6850"/>
                  </a:lnTo>
                  <a:cubicBezTo>
                    <a:pt x="15114" y="6876"/>
                    <a:pt x="15123" y="6905"/>
                    <a:pt x="15137" y="6930"/>
                  </a:cubicBezTo>
                  <a:lnTo>
                    <a:pt x="16274" y="9125"/>
                  </a:lnTo>
                  <a:lnTo>
                    <a:pt x="16274" y="11239"/>
                  </a:lnTo>
                  <a:lnTo>
                    <a:pt x="2512" y="11239"/>
                  </a:lnTo>
                  <a:lnTo>
                    <a:pt x="3603" y="5024"/>
                  </a:lnTo>
                  <a:lnTo>
                    <a:pt x="4735" y="10876"/>
                  </a:lnTo>
                  <a:lnTo>
                    <a:pt x="5952" y="7107"/>
                  </a:lnTo>
                  <a:cubicBezTo>
                    <a:pt x="5957" y="7094"/>
                    <a:pt x="5963" y="7094"/>
                    <a:pt x="5977" y="7094"/>
                  </a:cubicBezTo>
                  <a:lnTo>
                    <a:pt x="8246" y="10023"/>
                  </a:lnTo>
                  <a:lnTo>
                    <a:pt x="10539" y="7064"/>
                  </a:lnTo>
                  <a:lnTo>
                    <a:pt x="10453" y="6999"/>
                  </a:lnTo>
                  <a:lnTo>
                    <a:pt x="10560" y="7071"/>
                  </a:lnTo>
                  <a:lnTo>
                    <a:pt x="11571" y="9157"/>
                  </a:lnTo>
                  <a:cubicBezTo>
                    <a:pt x="11601" y="9220"/>
                    <a:pt x="11657" y="9268"/>
                    <a:pt x="11726" y="9284"/>
                  </a:cubicBezTo>
                  <a:cubicBezTo>
                    <a:pt x="11743" y="9288"/>
                    <a:pt x="11761" y="9291"/>
                    <a:pt x="11778" y="9291"/>
                  </a:cubicBezTo>
                  <a:cubicBezTo>
                    <a:pt x="11827" y="9291"/>
                    <a:pt x="11874" y="9274"/>
                    <a:pt x="11912" y="9244"/>
                  </a:cubicBezTo>
                  <a:lnTo>
                    <a:pt x="12914" y="8468"/>
                  </a:lnTo>
                  <a:cubicBezTo>
                    <a:pt x="12966" y="8425"/>
                    <a:pt x="13000" y="8364"/>
                    <a:pt x="13009" y="8297"/>
                  </a:cubicBezTo>
                  <a:lnTo>
                    <a:pt x="14050" y="240"/>
                  </a:lnTo>
                  <a:cubicBezTo>
                    <a:pt x="14053" y="209"/>
                    <a:pt x="14048" y="209"/>
                    <a:pt x="14068" y="209"/>
                  </a:cubicBezTo>
                  <a:close/>
                  <a:moveTo>
                    <a:pt x="14068" y="1"/>
                  </a:moveTo>
                  <a:cubicBezTo>
                    <a:pt x="13949" y="5"/>
                    <a:pt x="13852" y="96"/>
                    <a:pt x="13840" y="215"/>
                  </a:cubicBezTo>
                  <a:lnTo>
                    <a:pt x="12813" y="8264"/>
                  </a:lnTo>
                  <a:cubicBezTo>
                    <a:pt x="12811" y="8275"/>
                    <a:pt x="12807" y="8285"/>
                    <a:pt x="12799" y="8292"/>
                  </a:cubicBezTo>
                  <a:lnTo>
                    <a:pt x="11794" y="9071"/>
                  </a:lnTo>
                  <a:lnTo>
                    <a:pt x="11861" y="9154"/>
                  </a:lnTo>
                  <a:lnTo>
                    <a:pt x="11861" y="9154"/>
                  </a:lnTo>
                  <a:lnTo>
                    <a:pt x="11778" y="9058"/>
                  </a:lnTo>
                  <a:lnTo>
                    <a:pt x="10767" y="6972"/>
                  </a:lnTo>
                  <a:cubicBezTo>
                    <a:pt x="10732" y="6900"/>
                    <a:pt x="10664" y="6850"/>
                    <a:pt x="10585" y="6841"/>
                  </a:cubicBezTo>
                  <a:cubicBezTo>
                    <a:pt x="10578" y="6840"/>
                    <a:pt x="10571" y="6840"/>
                    <a:pt x="10563" y="6840"/>
                  </a:cubicBezTo>
                  <a:cubicBezTo>
                    <a:pt x="10494" y="6840"/>
                    <a:pt x="10427" y="6872"/>
                    <a:pt x="10386" y="6927"/>
                  </a:cubicBezTo>
                  <a:lnTo>
                    <a:pt x="8252" y="9668"/>
                  </a:lnTo>
                  <a:lnTo>
                    <a:pt x="6153" y="6955"/>
                  </a:lnTo>
                  <a:cubicBezTo>
                    <a:pt x="6112" y="6899"/>
                    <a:pt x="6047" y="6866"/>
                    <a:pt x="5979" y="6866"/>
                  </a:cubicBezTo>
                  <a:cubicBezTo>
                    <a:pt x="5965" y="6866"/>
                    <a:pt x="5952" y="6868"/>
                    <a:pt x="5938" y="6870"/>
                  </a:cubicBezTo>
                  <a:cubicBezTo>
                    <a:pt x="5853" y="6887"/>
                    <a:pt x="5783" y="6951"/>
                    <a:pt x="5758" y="7034"/>
                  </a:cubicBezTo>
                  <a:lnTo>
                    <a:pt x="4796" y="10020"/>
                  </a:lnTo>
                  <a:lnTo>
                    <a:pt x="3603" y="3848"/>
                  </a:lnTo>
                  <a:lnTo>
                    <a:pt x="2362" y="10853"/>
                  </a:lnTo>
                  <a:lnTo>
                    <a:pt x="1364" y="10082"/>
                  </a:lnTo>
                  <a:lnTo>
                    <a:pt x="456" y="7499"/>
                  </a:lnTo>
                  <a:cubicBezTo>
                    <a:pt x="427" y="7402"/>
                    <a:pt x="337" y="7338"/>
                    <a:pt x="239" y="7338"/>
                  </a:cubicBezTo>
                  <a:cubicBezTo>
                    <a:pt x="227" y="7338"/>
                    <a:pt x="215" y="7339"/>
                    <a:pt x="203" y="7341"/>
                  </a:cubicBezTo>
                  <a:cubicBezTo>
                    <a:pt x="84" y="7365"/>
                    <a:pt x="0" y="7470"/>
                    <a:pt x="6" y="7591"/>
                  </a:cubicBezTo>
                  <a:lnTo>
                    <a:pt x="6" y="11453"/>
                  </a:lnTo>
                  <a:lnTo>
                    <a:pt x="16489" y="11453"/>
                  </a:lnTo>
                  <a:lnTo>
                    <a:pt x="16489" y="9082"/>
                  </a:lnTo>
                  <a:lnTo>
                    <a:pt x="15320" y="6815"/>
                  </a:lnTo>
                  <a:lnTo>
                    <a:pt x="14298" y="215"/>
                  </a:lnTo>
                  <a:cubicBezTo>
                    <a:pt x="14288" y="94"/>
                    <a:pt x="14188" y="2"/>
                    <a:pt x="1406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7"/>
            <p:cNvSpPr/>
            <p:nvPr/>
          </p:nvSpPr>
          <p:spPr>
            <a:xfrm>
              <a:off x="5675650" y="788050"/>
              <a:ext cx="406850" cy="241900"/>
            </a:xfrm>
            <a:custGeom>
              <a:avLst/>
              <a:gdLst/>
              <a:ahLst/>
              <a:cxnLst/>
              <a:rect l="l" t="t" r="r" b="b"/>
              <a:pathLst>
                <a:path w="16274" h="9676" extrusionOk="0">
                  <a:moveTo>
                    <a:pt x="2316" y="0"/>
                  </a:moveTo>
                  <a:cubicBezTo>
                    <a:pt x="2256" y="0"/>
                    <a:pt x="2203" y="42"/>
                    <a:pt x="2191" y="103"/>
                  </a:cubicBezTo>
                  <a:lnTo>
                    <a:pt x="1168" y="5779"/>
                  </a:lnTo>
                  <a:cubicBezTo>
                    <a:pt x="1165" y="5794"/>
                    <a:pt x="1159" y="5809"/>
                    <a:pt x="1150" y="5822"/>
                  </a:cubicBezTo>
                  <a:lnTo>
                    <a:pt x="1" y="7742"/>
                  </a:lnTo>
                  <a:lnTo>
                    <a:pt x="1" y="9676"/>
                  </a:lnTo>
                  <a:lnTo>
                    <a:pt x="16271" y="9676"/>
                  </a:lnTo>
                  <a:lnTo>
                    <a:pt x="16273" y="6434"/>
                  </a:lnTo>
                  <a:cubicBezTo>
                    <a:pt x="16273" y="6382"/>
                    <a:pt x="16242" y="6334"/>
                    <a:pt x="16193" y="6315"/>
                  </a:cubicBezTo>
                  <a:cubicBezTo>
                    <a:pt x="16178" y="6309"/>
                    <a:pt x="16163" y="6307"/>
                    <a:pt x="16147" y="6307"/>
                  </a:cubicBezTo>
                  <a:cubicBezTo>
                    <a:pt x="16097" y="6307"/>
                    <a:pt x="16049" y="6337"/>
                    <a:pt x="16029" y="6387"/>
                  </a:cubicBezTo>
                  <a:lnTo>
                    <a:pt x="15111" y="8633"/>
                  </a:lnTo>
                  <a:lnTo>
                    <a:pt x="13949" y="9406"/>
                  </a:lnTo>
                  <a:lnTo>
                    <a:pt x="12786" y="8891"/>
                  </a:lnTo>
                  <a:lnTo>
                    <a:pt x="11624" y="8891"/>
                  </a:lnTo>
                  <a:lnTo>
                    <a:pt x="10534" y="5991"/>
                  </a:lnTo>
                  <a:cubicBezTo>
                    <a:pt x="10528" y="5970"/>
                    <a:pt x="10514" y="5952"/>
                    <a:pt x="10498" y="5938"/>
                  </a:cubicBezTo>
                  <a:cubicBezTo>
                    <a:pt x="10474" y="5917"/>
                    <a:pt x="10445" y="5907"/>
                    <a:pt x="10416" y="5907"/>
                  </a:cubicBezTo>
                  <a:cubicBezTo>
                    <a:pt x="10381" y="5907"/>
                    <a:pt x="10346" y="5922"/>
                    <a:pt x="10321" y="5950"/>
                  </a:cubicBezTo>
                  <a:lnTo>
                    <a:pt x="9298" y="7086"/>
                  </a:lnTo>
                  <a:lnTo>
                    <a:pt x="8135" y="8365"/>
                  </a:lnTo>
                  <a:lnTo>
                    <a:pt x="6975" y="7086"/>
                  </a:lnTo>
                  <a:lnTo>
                    <a:pt x="5928" y="5927"/>
                  </a:lnTo>
                  <a:cubicBezTo>
                    <a:pt x="5919" y="5916"/>
                    <a:pt x="5909" y="5909"/>
                    <a:pt x="5897" y="5901"/>
                  </a:cubicBezTo>
                  <a:cubicBezTo>
                    <a:pt x="5878" y="5890"/>
                    <a:pt x="5857" y="5885"/>
                    <a:pt x="5836" y="5885"/>
                  </a:cubicBezTo>
                  <a:cubicBezTo>
                    <a:pt x="5791" y="5885"/>
                    <a:pt x="5748" y="5909"/>
                    <a:pt x="5726" y="5950"/>
                  </a:cubicBezTo>
                  <a:lnTo>
                    <a:pt x="4716" y="7742"/>
                  </a:lnTo>
                  <a:cubicBezTo>
                    <a:pt x="4715" y="7745"/>
                    <a:pt x="4713" y="7746"/>
                    <a:pt x="4712" y="7749"/>
                  </a:cubicBezTo>
                  <a:cubicBezTo>
                    <a:pt x="4687" y="7786"/>
                    <a:pt x="4648" y="7805"/>
                    <a:pt x="4607" y="7805"/>
                  </a:cubicBezTo>
                  <a:cubicBezTo>
                    <a:pt x="4583" y="7805"/>
                    <a:pt x="4559" y="7798"/>
                    <a:pt x="4538" y="7785"/>
                  </a:cubicBezTo>
                  <a:lnTo>
                    <a:pt x="3536" y="7116"/>
                  </a:lnTo>
                  <a:cubicBezTo>
                    <a:pt x="3504" y="7098"/>
                    <a:pt x="3485" y="7067"/>
                    <a:pt x="3481" y="7031"/>
                  </a:cubicBezTo>
                  <a:lnTo>
                    <a:pt x="2440" y="103"/>
                  </a:lnTo>
                  <a:cubicBezTo>
                    <a:pt x="2429" y="51"/>
                    <a:pt x="2389" y="11"/>
                    <a:pt x="2339" y="2"/>
                  </a:cubicBezTo>
                  <a:cubicBezTo>
                    <a:pt x="2331" y="1"/>
                    <a:pt x="2324" y="0"/>
                    <a:pt x="231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7"/>
            <p:cNvSpPr/>
            <p:nvPr/>
          </p:nvSpPr>
          <p:spPr>
            <a:xfrm>
              <a:off x="5893225" y="762025"/>
              <a:ext cx="95425" cy="5350"/>
            </a:xfrm>
            <a:custGeom>
              <a:avLst/>
              <a:gdLst/>
              <a:ahLst/>
              <a:cxnLst/>
              <a:rect l="l" t="t" r="r" b="b"/>
              <a:pathLst>
                <a:path w="3817" h="214" extrusionOk="0">
                  <a:moveTo>
                    <a:pt x="108" y="1"/>
                  </a:moveTo>
                  <a:cubicBezTo>
                    <a:pt x="48" y="1"/>
                    <a:pt x="1" y="48"/>
                    <a:pt x="1" y="107"/>
                  </a:cubicBezTo>
                  <a:cubicBezTo>
                    <a:pt x="2" y="166"/>
                    <a:pt x="50" y="212"/>
                    <a:pt x="108" y="214"/>
                  </a:cubicBezTo>
                  <a:lnTo>
                    <a:pt x="3710" y="214"/>
                  </a:lnTo>
                  <a:cubicBezTo>
                    <a:pt x="3768" y="212"/>
                    <a:pt x="3815" y="166"/>
                    <a:pt x="3817" y="107"/>
                  </a:cubicBezTo>
                  <a:cubicBezTo>
                    <a:pt x="3817" y="48"/>
                    <a:pt x="3769" y="1"/>
                    <a:pt x="371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7"/>
            <p:cNvSpPr/>
            <p:nvPr/>
          </p:nvSpPr>
          <p:spPr>
            <a:xfrm>
              <a:off x="5893225" y="783100"/>
              <a:ext cx="95425" cy="5350"/>
            </a:xfrm>
            <a:custGeom>
              <a:avLst/>
              <a:gdLst/>
              <a:ahLst/>
              <a:cxnLst/>
              <a:rect l="l" t="t" r="r" b="b"/>
              <a:pathLst>
                <a:path w="3817" h="214" extrusionOk="0">
                  <a:moveTo>
                    <a:pt x="108" y="1"/>
                  </a:moveTo>
                  <a:cubicBezTo>
                    <a:pt x="48" y="1"/>
                    <a:pt x="1" y="48"/>
                    <a:pt x="1" y="106"/>
                  </a:cubicBezTo>
                  <a:cubicBezTo>
                    <a:pt x="2" y="164"/>
                    <a:pt x="50" y="212"/>
                    <a:pt x="108" y="213"/>
                  </a:cubicBezTo>
                  <a:lnTo>
                    <a:pt x="3710" y="213"/>
                  </a:lnTo>
                  <a:cubicBezTo>
                    <a:pt x="3768" y="212"/>
                    <a:pt x="3815" y="164"/>
                    <a:pt x="3817" y="106"/>
                  </a:cubicBezTo>
                  <a:cubicBezTo>
                    <a:pt x="3817" y="48"/>
                    <a:pt x="3769" y="1"/>
                    <a:pt x="371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7"/>
            <p:cNvSpPr/>
            <p:nvPr/>
          </p:nvSpPr>
          <p:spPr>
            <a:xfrm>
              <a:off x="5893225" y="804125"/>
              <a:ext cx="95425" cy="5400"/>
            </a:xfrm>
            <a:custGeom>
              <a:avLst/>
              <a:gdLst/>
              <a:ahLst/>
              <a:cxnLst/>
              <a:rect l="l" t="t" r="r" b="b"/>
              <a:pathLst>
                <a:path w="3817" h="216" extrusionOk="0">
                  <a:moveTo>
                    <a:pt x="108" y="1"/>
                  </a:moveTo>
                  <a:cubicBezTo>
                    <a:pt x="48" y="1"/>
                    <a:pt x="1" y="48"/>
                    <a:pt x="1" y="108"/>
                  </a:cubicBezTo>
                  <a:cubicBezTo>
                    <a:pt x="1" y="166"/>
                    <a:pt x="50" y="215"/>
                    <a:pt x="108" y="215"/>
                  </a:cubicBezTo>
                  <a:lnTo>
                    <a:pt x="3710" y="215"/>
                  </a:lnTo>
                  <a:cubicBezTo>
                    <a:pt x="3769" y="215"/>
                    <a:pt x="3817" y="166"/>
                    <a:pt x="3817" y="108"/>
                  </a:cubicBezTo>
                  <a:cubicBezTo>
                    <a:pt x="3817" y="48"/>
                    <a:pt x="3769" y="1"/>
                    <a:pt x="371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7"/>
            <p:cNvSpPr/>
            <p:nvPr/>
          </p:nvSpPr>
          <p:spPr>
            <a:xfrm>
              <a:off x="5893225" y="825200"/>
              <a:ext cx="95425" cy="5350"/>
            </a:xfrm>
            <a:custGeom>
              <a:avLst/>
              <a:gdLst/>
              <a:ahLst/>
              <a:cxnLst/>
              <a:rect l="l" t="t" r="r" b="b"/>
              <a:pathLst>
                <a:path w="3817" h="214" extrusionOk="0">
                  <a:moveTo>
                    <a:pt x="108" y="1"/>
                  </a:moveTo>
                  <a:cubicBezTo>
                    <a:pt x="50" y="2"/>
                    <a:pt x="2" y="48"/>
                    <a:pt x="1" y="108"/>
                  </a:cubicBezTo>
                  <a:cubicBezTo>
                    <a:pt x="1" y="166"/>
                    <a:pt x="50" y="213"/>
                    <a:pt x="108" y="213"/>
                  </a:cubicBezTo>
                  <a:lnTo>
                    <a:pt x="3710" y="213"/>
                  </a:lnTo>
                  <a:cubicBezTo>
                    <a:pt x="3769" y="213"/>
                    <a:pt x="3817" y="166"/>
                    <a:pt x="3817" y="108"/>
                  </a:cubicBezTo>
                  <a:cubicBezTo>
                    <a:pt x="3815" y="48"/>
                    <a:pt x="3768" y="2"/>
                    <a:pt x="371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7"/>
            <p:cNvSpPr/>
            <p:nvPr/>
          </p:nvSpPr>
          <p:spPr>
            <a:xfrm>
              <a:off x="5893225" y="846300"/>
              <a:ext cx="95425" cy="5350"/>
            </a:xfrm>
            <a:custGeom>
              <a:avLst/>
              <a:gdLst/>
              <a:ahLst/>
              <a:cxnLst/>
              <a:rect l="l" t="t" r="r" b="b"/>
              <a:pathLst>
                <a:path w="3817" h="214" extrusionOk="0">
                  <a:moveTo>
                    <a:pt x="108" y="1"/>
                  </a:moveTo>
                  <a:cubicBezTo>
                    <a:pt x="48" y="1"/>
                    <a:pt x="1" y="48"/>
                    <a:pt x="1" y="108"/>
                  </a:cubicBezTo>
                  <a:cubicBezTo>
                    <a:pt x="2" y="166"/>
                    <a:pt x="50" y="214"/>
                    <a:pt x="108" y="214"/>
                  </a:cubicBezTo>
                  <a:lnTo>
                    <a:pt x="3710" y="214"/>
                  </a:lnTo>
                  <a:cubicBezTo>
                    <a:pt x="3768" y="214"/>
                    <a:pt x="3815" y="166"/>
                    <a:pt x="3817" y="108"/>
                  </a:cubicBezTo>
                  <a:cubicBezTo>
                    <a:pt x="3817" y="48"/>
                    <a:pt x="3769" y="1"/>
                    <a:pt x="371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7"/>
            <p:cNvSpPr/>
            <p:nvPr/>
          </p:nvSpPr>
          <p:spPr>
            <a:xfrm>
              <a:off x="5893225" y="867375"/>
              <a:ext cx="95425" cy="5350"/>
            </a:xfrm>
            <a:custGeom>
              <a:avLst/>
              <a:gdLst/>
              <a:ahLst/>
              <a:cxnLst/>
              <a:rect l="l" t="t" r="r" b="b"/>
              <a:pathLst>
                <a:path w="3817" h="214" extrusionOk="0">
                  <a:moveTo>
                    <a:pt x="108" y="0"/>
                  </a:moveTo>
                  <a:cubicBezTo>
                    <a:pt x="48" y="0"/>
                    <a:pt x="1" y="48"/>
                    <a:pt x="1" y="108"/>
                  </a:cubicBezTo>
                  <a:cubicBezTo>
                    <a:pt x="1" y="166"/>
                    <a:pt x="50" y="213"/>
                    <a:pt x="108" y="213"/>
                  </a:cubicBezTo>
                  <a:lnTo>
                    <a:pt x="3710" y="213"/>
                  </a:lnTo>
                  <a:cubicBezTo>
                    <a:pt x="3769" y="213"/>
                    <a:pt x="3817" y="166"/>
                    <a:pt x="3817" y="108"/>
                  </a:cubicBezTo>
                  <a:cubicBezTo>
                    <a:pt x="3817" y="48"/>
                    <a:pt x="3769" y="0"/>
                    <a:pt x="371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7"/>
            <p:cNvSpPr/>
            <p:nvPr/>
          </p:nvSpPr>
          <p:spPr>
            <a:xfrm>
              <a:off x="5872825" y="762025"/>
              <a:ext cx="16600" cy="5350"/>
            </a:xfrm>
            <a:custGeom>
              <a:avLst/>
              <a:gdLst/>
              <a:ahLst/>
              <a:cxnLst/>
              <a:rect l="l" t="t" r="r" b="b"/>
              <a:pathLst>
                <a:path w="664" h="214" extrusionOk="0">
                  <a:moveTo>
                    <a:pt x="107" y="1"/>
                  </a:moveTo>
                  <a:cubicBezTo>
                    <a:pt x="48" y="1"/>
                    <a:pt x="1" y="48"/>
                    <a:pt x="1" y="107"/>
                  </a:cubicBezTo>
                  <a:cubicBezTo>
                    <a:pt x="1" y="166"/>
                    <a:pt x="48" y="214"/>
                    <a:pt x="107" y="214"/>
                  </a:cubicBezTo>
                  <a:lnTo>
                    <a:pt x="558" y="214"/>
                  </a:lnTo>
                  <a:cubicBezTo>
                    <a:pt x="616" y="212"/>
                    <a:pt x="663" y="166"/>
                    <a:pt x="663" y="107"/>
                  </a:cubicBezTo>
                  <a:cubicBezTo>
                    <a:pt x="663" y="48"/>
                    <a:pt x="616" y="1"/>
                    <a:pt x="55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7"/>
            <p:cNvSpPr/>
            <p:nvPr/>
          </p:nvSpPr>
          <p:spPr>
            <a:xfrm>
              <a:off x="5872825" y="783100"/>
              <a:ext cx="16600" cy="5350"/>
            </a:xfrm>
            <a:custGeom>
              <a:avLst/>
              <a:gdLst/>
              <a:ahLst/>
              <a:cxnLst/>
              <a:rect l="l" t="t" r="r" b="b"/>
              <a:pathLst>
                <a:path w="664" h="214" extrusionOk="0">
                  <a:moveTo>
                    <a:pt x="107" y="1"/>
                  </a:moveTo>
                  <a:cubicBezTo>
                    <a:pt x="48" y="1"/>
                    <a:pt x="1" y="48"/>
                    <a:pt x="1" y="106"/>
                  </a:cubicBezTo>
                  <a:cubicBezTo>
                    <a:pt x="1" y="166"/>
                    <a:pt x="48" y="213"/>
                    <a:pt x="107" y="213"/>
                  </a:cubicBezTo>
                  <a:lnTo>
                    <a:pt x="558" y="213"/>
                  </a:lnTo>
                  <a:cubicBezTo>
                    <a:pt x="616" y="212"/>
                    <a:pt x="663" y="164"/>
                    <a:pt x="663" y="106"/>
                  </a:cubicBezTo>
                  <a:cubicBezTo>
                    <a:pt x="663" y="48"/>
                    <a:pt x="616" y="1"/>
                    <a:pt x="55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7"/>
            <p:cNvSpPr/>
            <p:nvPr/>
          </p:nvSpPr>
          <p:spPr>
            <a:xfrm>
              <a:off x="5872825" y="804125"/>
              <a:ext cx="16600" cy="5400"/>
            </a:xfrm>
            <a:custGeom>
              <a:avLst/>
              <a:gdLst/>
              <a:ahLst/>
              <a:cxnLst/>
              <a:rect l="l" t="t" r="r" b="b"/>
              <a:pathLst>
                <a:path w="664" h="216" extrusionOk="0">
                  <a:moveTo>
                    <a:pt x="107" y="1"/>
                  </a:moveTo>
                  <a:cubicBezTo>
                    <a:pt x="48" y="1"/>
                    <a:pt x="1" y="48"/>
                    <a:pt x="1" y="108"/>
                  </a:cubicBezTo>
                  <a:cubicBezTo>
                    <a:pt x="1" y="166"/>
                    <a:pt x="48" y="215"/>
                    <a:pt x="107" y="215"/>
                  </a:cubicBezTo>
                  <a:lnTo>
                    <a:pt x="558" y="215"/>
                  </a:lnTo>
                  <a:cubicBezTo>
                    <a:pt x="616" y="215"/>
                    <a:pt x="663" y="166"/>
                    <a:pt x="663" y="108"/>
                  </a:cubicBezTo>
                  <a:cubicBezTo>
                    <a:pt x="663" y="48"/>
                    <a:pt x="616" y="1"/>
                    <a:pt x="55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7"/>
            <p:cNvSpPr/>
            <p:nvPr/>
          </p:nvSpPr>
          <p:spPr>
            <a:xfrm>
              <a:off x="5872825" y="825200"/>
              <a:ext cx="16600" cy="5350"/>
            </a:xfrm>
            <a:custGeom>
              <a:avLst/>
              <a:gdLst/>
              <a:ahLst/>
              <a:cxnLst/>
              <a:rect l="l" t="t" r="r" b="b"/>
              <a:pathLst>
                <a:path w="664" h="214" extrusionOk="0">
                  <a:moveTo>
                    <a:pt x="107" y="1"/>
                  </a:moveTo>
                  <a:cubicBezTo>
                    <a:pt x="48" y="1"/>
                    <a:pt x="1" y="48"/>
                    <a:pt x="1" y="108"/>
                  </a:cubicBezTo>
                  <a:cubicBezTo>
                    <a:pt x="1" y="166"/>
                    <a:pt x="48" y="213"/>
                    <a:pt x="107" y="213"/>
                  </a:cubicBezTo>
                  <a:lnTo>
                    <a:pt x="558" y="213"/>
                  </a:lnTo>
                  <a:cubicBezTo>
                    <a:pt x="616" y="213"/>
                    <a:pt x="663" y="166"/>
                    <a:pt x="663" y="108"/>
                  </a:cubicBezTo>
                  <a:cubicBezTo>
                    <a:pt x="663" y="48"/>
                    <a:pt x="616" y="2"/>
                    <a:pt x="55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7"/>
            <p:cNvSpPr/>
            <p:nvPr/>
          </p:nvSpPr>
          <p:spPr>
            <a:xfrm>
              <a:off x="5872825" y="846300"/>
              <a:ext cx="16600" cy="5350"/>
            </a:xfrm>
            <a:custGeom>
              <a:avLst/>
              <a:gdLst/>
              <a:ahLst/>
              <a:cxnLst/>
              <a:rect l="l" t="t" r="r" b="b"/>
              <a:pathLst>
                <a:path w="664" h="214" extrusionOk="0">
                  <a:moveTo>
                    <a:pt x="107" y="1"/>
                  </a:moveTo>
                  <a:cubicBezTo>
                    <a:pt x="48" y="1"/>
                    <a:pt x="1" y="48"/>
                    <a:pt x="1" y="108"/>
                  </a:cubicBezTo>
                  <a:cubicBezTo>
                    <a:pt x="1" y="166"/>
                    <a:pt x="48" y="214"/>
                    <a:pt x="107" y="214"/>
                  </a:cubicBezTo>
                  <a:lnTo>
                    <a:pt x="558" y="214"/>
                  </a:lnTo>
                  <a:cubicBezTo>
                    <a:pt x="616" y="214"/>
                    <a:pt x="663" y="166"/>
                    <a:pt x="663" y="108"/>
                  </a:cubicBezTo>
                  <a:cubicBezTo>
                    <a:pt x="663" y="48"/>
                    <a:pt x="616" y="1"/>
                    <a:pt x="55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7"/>
            <p:cNvSpPr/>
            <p:nvPr/>
          </p:nvSpPr>
          <p:spPr>
            <a:xfrm>
              <a:off x="5872825" y="867375"/>
              <a:ext cx="16600" cy="5350"/>
            </a:xfrm>
            <a:custGeom>
              <a:avLst/>
              <a:gdLst/>
              <a:ahLst/>
              <a:cxnLst/>
              <a:rect l="l" t="t" r="r" b="b"/>
              <a:pathLst>
                <a:path w="664" h="214" extrusionOk="0">
                  <a:moveTo>
                    <a:pt x="107" y="0"/>
                  </a:moveTo>
                  <a:cubicBezTo>
                    <a:pt x="48" y="0"/>
                    <a:pt x="1" y="48"/>
                    <a:pt x="1" y="108"/>
                  </a:cubicBezTo>
                  <a:cubicBezTo>
                    <a:pt x="1" y="166"/>
                    <a:pt x="48" y="213"/>
                    <a:pt x="107" y="213"/>
                  </a:cubicBezTo>
                  <a:lnTo>
                    <a:pt x="558" y="213"/>
                  </a:lnTo>
                  <a:cubicBezTo>
                    <a:pt x="616" y="213"/>
                    <a:pt x="663" y="166"/>
                    <a:pt x="663" y="108"/>
                  </a:cubicBezTo>
                  <a:cubicBezTo>
                    <a:pt x="663" y="48"/>
                    <a:pt x="616" y="0"/>
                    <a:pt x="55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7"/>
            <p:cNvSpPr/>
            <p:nvPr/>
          </p:nvSpPr>
          <p:spPr>
            <a:xfrm>
              <a:off x="4447300" y="1644425"/>
              <a:ext cx="157625" cy="211150"/>
            </a:xfrm>
            <a:custGeom>
              <a:avLst/>
              <a:gdLst/>
              <a:ahLst/>
              <a:cxnLst/>
              <a:rect l="l" t="t" r="r" b="b"/>
              <a:pathLst>
                <a:path w="6305" h="8446" extrusionOk="0">
                  <a:moveTo>
                    <a:pt x="0" y="0"/>
                  </a:moveTo>
                  <a:lnTo>
                    <a:pt x="0" y="8445"/>
                  </a:lnTo>
                  <a:lnTo>
                    <a:pt x="6304" y="8445"/>
                  </a:lnTo>
                  <a:lnTo>
                    <a:pt x="6304" y="1721"/>
                  </a:lnTo>
                  <a:lnTo>
                    <a:pt x="4427"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7"/>
            <p:cNvSpPr/>
            <p:nvPr/>
          </p:nvSpPr>
          <p:spPr>
            <a:xfrm>
              <a:off x="4456525" y="1637275"/>
              <a:ext cx="157600" cy="211150"/>
            </a:xfrm>
            <a:custGeom>
              <a:avLst/>
              <a:gdLst/>
              <a:ahLst/>
              <a:cxnLst/>
              <a:rect l="l" t="t" r="r" b="b"/>
              <a:pathLst>
                <a:path w="6304" h="8446" extrusionOk="0">
                  <a:moveTo>
                    <a:pt x="0" y="0"/>
                  </a:moveTo>
                  <a:lnTo>
                    <a:pt x="0" y="8445"/>
                  </a:lnTo>
                  <a:lnTo>
                    <a:pt x="6303" y="8445"/>
                  </a:lnTo>
                  <a:lnTo>
                    <a:pt x="6303" y="1721"/>
                  </a:lnTo>
                  <a:lnTo>
                    <a:pt x="44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7"/>
            <p:cNvSpPr/>
            <p:nvPr/>
          </p:nvSpPr>
          <p:spPr>
            <a:xfrm>
              <a:off x="4454100" y="1634625"/>
              <a:ext cx="162950" cy="216475"/>
            </a:xfrm>
            <a:custGeom>
              <a:avLst/>
              <a:gdLst/>
              <a:ahLst/>
              <a:cxnLst/>
              <a:rect l="l" t="t" r="r" b="b"/>
              <a:pathLst>
                <a:path w="6518" h="8659" extrusionOk="0">
                  <a:moveTo>
                    <a:pt x="4481" y="213"/>
                  </a:moveTo>
                  <a:lnTo>
                    <a:pt x="6291" y="1875"/>
                  </a:lnTo>
                  <a:lnTo>
                    <a:pt x="6291" y="8444"/>
                  </a:lnTo>
                  <a:lnTo>
                    <a:pt x="203" y="8444"/>
                  </a:lnTo>
                  <a:lnTo>
                    <a:pt x="203" y="213"/>
                  </a:lnTo>
                  <a:close/>
                  <a:moveTo>
                    <a:pt x="108" y="0"/>
                  </a:moveTo>
                  <a:cubicBezTo>
                    <a:pt x="48" y="0"/>
                    <a:pt x="1" y="48"/>
                    <a:pt x="1" y="106"/>
                  </a:cubicBezTo>
                  <a:lnTo>
                    <a:pt x="1" y="8551"/>
                  </a:lnTo>
                  <a:cubicBezTo>
                    <a:pt x="1" y="8611"/>
                    <a:pt x="48" y="8659"/>
                    <a:pt x="108" y="8659"/>
                  </a:cubicBezTo>
                  <a:lnTo>
                    <a:pt x="6400" y="8659"/>
                  </a:lnTo>
                  <a:lnTo>
                    <a:pt x="6400" y="8657"/>
                  </a:lnTo>
                  <a:cubicBezTo>
                    <a:pt x="6405" y="8659"/>
                    <a:pt x="6408" y="8659"/>
                    <a:pt x="6412" y="8659"/>
                  </a:cubicBezTo>
                  <a:cubicBezTo>
                    <a:pt x="6470" y="8657"/>
                    <a:pt x="6518" y="8609"/>
                    <a:pt x="6518" y="8551"/>
                  </a:cubicBezTo>
                  <a:lnTo>
                    <a:pt x="6518" y="1827"/>
                  </a:lnTo>
                  <a:cubicBezTo>
                    <a:pt x="6518" y="1798"/>
                    <a:pt x="6506" y="1769"/>
                    <a:pt x="6484" y="1748"/>
                  </a:cubicBezTo>
                  <a:lnTo>
                    <a:pt x="4607" y="30"/>
                  </a:lnTo>
                  <a:cubicBezTo>
                    <a:pt x="4588" y="11"/>
                    <a:pt x="4561" y="0"/>
                    <a:pt x="453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7"/>
            <p:cNvSpPr/>
            <p:nvPr/>
          </p:nvSpPr>
          <p:spPr>
            <a:xfrm>
              <a:off x="4555700" y="1637275"/>
              <a:ext cx="58425" cy="50575"/>
            </a:xfrm>
            <a:custGeom>
              <a:avLst/>
              <a:gdLst/>
              <a:ahLst/>
              <a:cxnLst/>
              <a:rect l="l" t="t" r="r" b="b"/>
              <a:pathLst>
                <a:path w="2337" h="2023" extrusionOk="0">
                  <a:moveTo>
                    <a:pt x="460" y="0"/>
                  </a:moveTo>
                  <a:lnTo>
                    <a:pt x="0" y="2022"/>
                  </a:lnTo>
                  <a:lnTo>
                    <a:pt x="0" y="2022"/>
                  </a:lnTo>
                  <a:lnTo>
                    <a:pt x="2336" y="1721"/>
                  </a:lnTo>
                  <a:lnTo>
                    <a:pt x="46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7"/>
            <p:cNvSpPr/>
            <p:nvPr/>
          </p:nvSpPr>
          <p:spPr>
            <a:xfrm>
              <a:off x="4552900" y="1634625"/>
              <a:ext cx="64225" cy="55900"/>
            </a:xfrm>
            <a:custGeom>
              <a:avLst/>
              <a:gdLst/>
              <a:ahLst/>
              <a:cxnLst/>
              <a:rect l="l" t="t" r="r" b="b"/>
              <a:pathLst>
                <a:path w="2569" h="2236" extrusionOk="0">
                  <a:moveTo>
                    <a:pt x="636" y="316"/>
                  </a:moveTo>
                  <a:lnTo>
                    <a:pt x="2207" y="1757"/>
                  </a:lnTo>
                  <a:lnTo>
                    <a:pt x="250" y="2009"/>
                  </a:lnTo>
                  <a:lnTo>
                    <a:pt x="250" y="2009"/>
                  </a:lnTo>
                  <a:lnTo>
                    <a:pt x="636" y="316"/>
                  </a:lnTo>
                  <a:close/>
                  <a:moveTo>
                    <a:pt x="571" y="1"/>
                  </a:moveTo>
                  <a:cubicBezTo>
                    <a:pt x="523" y="1"/>
                    <a:pt x="479" y="34"/>
                    <a:pt x="468" y="82"/>
                  </a:cubicBezTo>
                  <a:lnTo>
                    <a:pt x="6" y="2103"/>
                  </a:lnTo>
                  <a:cubicBezTo>
                    <a:pt x="0" y="2137"/>
                    <a:pt x="9" y="2173"/>
                    <a:pt x="33" y="2198"/>
                  </a:cubicBezTo>
                  <a:cubicBezTo>
                    <a:pt x="52" y="2220"/>
                    <a:pt x="81" y="2234"/>
                    <a:pt x="112" y="2235"/>
                  </a:cubicBezTo>
                  <a:lnTo>
                    <a:pt x="112" y="2234"/>
                  </a:lnTo>
                  <a:lnTo>
                    <a:pt x="115" y="2232"/>
                  </a:lnTo>
                  <a:lnTo>
                    <a:pt x="2462" y="1933"/>
                  </a:lnTo>
                  <a:cubicBezTo>
                    <a:pt x="2488" y="1932"/>
                    <a:pt x="2512" y="1918"/>
                    <a:pt x="2530" y="1899"/>
                  </a:cubicBezTo>
                  <a:cubicBezTo>
                    <a:pt x="2569" y="1854"/>
                    <a:pt x="2566" y="1787"/>
                    <a:pt x="2521" y="1748"/>
                  </a:cubicBezTo>
                  <a:lnTo>
                    <a:pt x="645" y="29"/>
                  </a:lnTo>
                  <a:cubicBezTo>
                    <a:pt x="630" y="17"/>
                    <a:pt x="614" y="8"/>
                    <a:pt x="596" y="3"/>
                  </a:cubicBezTo>
                  <a:cubicBezTo>
                    <a:pt x="588" y="2"/>
                    <a:pt x="579" y="1"/>
                    <a:pt x="57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p:nvPr/>
          </p:nvSpPr>
          <p:spPr>
            <a:xfrm>
              <a:off x="4567200" y="1637275"/>
              <a:ext cx="46925" cy="43050"/>
            </a:xfrm>
            <a:custGeom>
              <a:avLst/>
              <a:gdLst/>
              <a:ahLst/>
              <a:cxnLst/>
              <a:rect l="l" t="t" r="r" b="b"/>
              <a:pathLst>
                <a:path w="1877" h="1722" extrusionOk="0">
                  <a:moveTo>
                    <a:pt x="0" y="0"/>
                  </a:moveTo>
                  <a:lnTo>
                    <a:pt x="0" y="1721"/>
                  </a:lnTo>
                  <a:lnTo>
                    <a:pt x="1876" y="1721"/>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7"/>
            <p:cNvSpPr/>
            <p:nvPr/>
          </p:nvSpPr>
          <p:spPr>
            <a:xfrm>
              <a:off x="4564500" y="1634650"/>
              <a:ext cx="52600" cy="48350"/>
            </a:xfrm>
            <a:custGeom>
              <a:avLst/>
              <a:gdLst/>
              <a:ahLst/>
              <a:cxnLst/>
              <a:rect l="l" t="t" r="r" b="b"/>
              <a:pathLst>
                <a:path w="2104" h="1934" extrusionOk="0">
                  <a:moveTo>
                    <a:pt x="214" y="348"/>
                  </a:moveTo>
                  <a:lnTo>
                    <a:pt x="1707" y="1719"/>
                  </a:lnTo>
                  <a:lnTo>
                    <a:pt x="214" y="1719"/>
                  </a:lnTo>
                  <a:lnTo>
                    <a:pt x="214" y="348"/>
                  </a:lnTo>
                  <a:close/>
                  <a:moveTo>
                    <a:pt x="109" y="0"/>
                  </a:moveTo>
                  <a:cubicBezTo>
                    <a:pt x="94" y="0"/>
                    <a:pt x="79" y="3"/>
                    <a:pt x="65" y="10"/>
                  </a:cubicBezTo>
                  <a:cubicBezTo>
                    <a:pt x="28" y="26"/>
                    <a:pt x="2" y="63"/>
                    <a:pt x="1" y="105"/>
                  </a:cubicBezTo>
                  <a:lnTo>
                    <a:pt x="1" y="1826"/>
                  </a:lnTo>
                  <a:cubicBezTo>
                    <a:pt x="1" y="1886"/>
                    <a:pt x="49" y="1934"/>
                    <a:pt x="108" y="1934"/>
                  </a:cubicBezTo>
                  <a:lnTo>
                    <a:pt x="1984" y="1934"/>
                  </a:lnTo>
                  <a:lnTo>
                    <a:pt x="1984" y="1932"/>
                  </a:lnTo>
                  <a:cubicBezTo>
                    <a:pt x="1986" y="1932"/>
                    <a:pt x="1987" y="1932"/>
                    <a:pt x="1989" y="1932"/>
                  </a:cubicBezTo>
                  <a:cubicBezTo>
                    <a:pt x="2018" y="1932"/>
                    <a:pt x="2045" y="1919"/>
                    <a:pt x="2065" y="1898"/>
                  </a:cubicBezTo>
                  <a:cubicBezTo>
                    <a:pt x="2103" y="1855"/>
                    <a:pt x="2100" y="1786"/>
                    <a:pt x="2057" y="1747"/>
                  </a:cubicBezTo>
                  <a:lnTo>
                    <a:pt x="181" y="28"/>
                  </a:lnTo>
                  <a:cubicBezTo>
                    <a:pt x="161" y="10"/>
                    <a:pt x="135" y="0"/>
                    <a:pt x="10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p:nvPr/>
          </p:nvSpPr>
          <p:spPr>
            <a:xfrm>
              <a:off x="4484025" y="1708450"/>
              <a:ext cx="95175" cy="5325"/>
            </a:xfrm>
            <a:custGeom>
              <a:avLst/>
              <a:gdLst/>
              <a:ahLst/>
              <a:cxnLst/>
              <a:rect l="l" t="t" r="r" b="b"/>
              <a:pathLst>
                <a:path w="3807" h="213" extrusionOk="0">
                  <a:moveTo>
                    <a:pt x="107" y="0"/>
                  </a:moveTo>
                  <a:cubicBezTo>
                    <a:pt x="48" y="0"/>
                    <a:pt x="1" y="48"/>
                    <a:pt x="1" y="107"/>
                  </a:cubicBezTo>
                  <a:cubicBezTo>
                    <a:pt x="1" y="165"/>
                    <a:pt x="48" y="213"/>
                    <a:pt x="107" y="213"/>
                  </a:cubicBezTo>
                  <a:lnTo>
                    <a:pt x="3701" y="213"/>
                  </a:lnTo>
                  <a:cubicBezTo>
                    <a:pt x="3759" y="213"/>
                    <a:pt x="3807" y="165"/>
                    <a:pt x="3807" y="107"/>
                  </a:cubicBezTo>
                  <a:cubicBezTo>
                    <a:pt x="3805" y="49"/>
                    <a:pt x="3759" y="1"/>
                    <a:pt x="370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7"/>
            <p:cNvSpPr/>
            <p:nvPr/>
          </p:nvSpPr>
          <p:spPr>
            <a:xfrm>
              <a:off x="4484025" y="1730650"/>
              <a:ext cx="95175" cy="5400"/>
            </a:xfrm>
            <a:custGeom>
              <a:avLst/>
              <a:gdLst/>
              <a:ahLst/>
              <a:cxnLst/>
              <a:rect l="l" t="t" r="r" b="b"/>
              <a:pathLst>
                <a:path w="3807" h="216" extrusionOk="0">
                  <a:moveTo>
                    <a:pt x="107" y="1"/>
                  </a:moveTo>
                  <a:cubicBezTo>
                    <a:pt x="48" y="1"/>
                    <a:pt x="1" y="49"/>
                    <a:pt x="1" y="108"/>
                  </a:cubicBezTo>
                  <a:cubicBezTo>
                    <a:pt x="1" y="168"/>
                    <a:pt x="48" y="215"/>
                    <a:pt x="107" y="215"/>
                  </a:cubicBezTo>
                  <a:lnTo>
                    <a:pt x="3701" y="215"/>
                  </a:lnTo>
                  <a:cubicBezTo>
                    <a:pt x="3759" y="215"/>
                    <a:pt x="3807" y="168"/>
                    <a:pt x="3807" y="108"/>
                  </a:cubicBezTo>
                  <a:cubicBezTo>
                    <a:pt x="3805" y="50"/>
                    <a:pt x="3759" y="2"/>
                    <a:pt x="370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7"/>
            <p:cNvSpPr/>
            <p:nvPr/>
          </p:nvSpPr>
          <p:spPr>
            <a:xfrm>
              <a:off x="4484025" y="1752700"/>
              <a:ext cx="95175" cy="5350"/>
            </a:xfrm>
            <a:custGeom>
              <a:avLst/>
              <a:gdLst/>
              <a:ahLst/>
              <a:cxnLst/>
              <a:rect l="l" t="t" r="r" b="b"/>
              <a:pathLst>
                <a:path w="3807" h="214" extrusionOk="0">
                  <a:moveTo>
                    <a:pt x="107" y="0"/>
                  </a:moveTo>
                  <a:cubicBezTo>
                    <a:pt x="48" y="0"/>
                    <a:pt x="1" y="48"/>
                    <a:pt x="1" y="108"/>
                  </a:cubicBezTo>
                  <a:cubicBezTo>
                    <a:pt x="1" y="166"/>
                    <a:pt x="48" y="213"/>
                    <a:pt x="107" y="213"/>
                  </a:cubicBezTo>
                  <a:lnTo>
                    <a:pt x="3701" y="213"/>
                  </a:lnTo>
                  <a:cubicBezTo>
                    <a:pt x="3759" y="213"/>
                    <a:pt x="3807" y="166"/>
                    <a:pt x="3807" y="108"/>
                  </a:cubicBezTo>
                  <a:cubicBezTo>
                    <a:pt x="3807" y="48"/>
                    <a:pt x="3759" y="0"/>
                    <a:pt x="370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7"/>
            <p:cNvSpPr/>
            <p:nvPr/>
          </p:nvSpPr>
          <p:spPr>
            <a:xfrm>
              <a:off x="4484025" y="1774700"/>
              <a:ext cx="95175" cy="5375"/>
            </a:xfrm>
            <a:custGeom>
              <a:avLst/>
              <a:gdLst/>
              <a:ahLst/>
              <a:cxnLst/>
              <a:rect l="l" t="t" r="r" b="b"/>
              <a:pathLst>
                <a:path w="3807" h="215" extrusionOk="0">
                  <a:moveTo>
                    <a:pt x="107" y="0"/>
                  </a:moveTo>
                  <a:cubicBezTo>
                    <a:pt x="48" y="0"/>
                    <a:pt x="1" y="48"/>
                    <a:pt x="1" y="108"/>
                  </a:cubicBezTo>
                  <a:cubicBezTo>
                    <a:pt x="1" y="167"/>
                    <a:pt x="48" y="215"/>
                    <a:pt x="107" y="215"/>
                  </a:cubicBezTo>
                  <a:lnTo>
                    <a:pt x="3701" y="215"/>
                  </a:lnTo>
                  <a:cubicBezTo>
                    <a:pt x="3759" y="215"/>
                    <a:pt x="3807" y="167"/>
                    <a:pt x="3807" y="108"/>
                  </a:cubicBezTo>
                  <a:cubicBezTo>
                    <a:pt x="3807" y="48"/>
                    <a:pt x="3759" y="0"/>
                    <a:pt x="370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7"/>
            <p:cNvSpPr/>
            <p:nvPr/>
          </p:nvSpPr>
          <p:spPr>
            <a:xfrm>
              <a:off x="4484025" y="1796725"/>
              <a:ext cx="95175" cy="5350"/>
            </a:xfrm>
            <a:custGeom>
              <a:avLst/>
              <a:gdLst/>
              <a:ahLst/>
              <a:cxnLst/>
              <a:rect l="l" t="t" r="r" b="b"/>
              <a:pathLst>
                <a:path w="3807" h="214" extrusionOk="0">
                  <a:moveTo>
                    <a:pt x="107" y="1"/>
                  </a:moveTo>
                  <a:cubicBezTo>
                    <a:pt x="48" y="1"/>
                    <a:pt x="1" y="48"/>
                    <a:pt x="1" y="108"/>
                  </a:cubicBezTo>
                  <a:cubicBezTo>
                    <a:pt x="1" y="166"/>
                    <a:pt x="48" y="214"/>
                    <a:pt x="107" y="214"/>
                  </a:cubicBezTo>
                  <a:lnTo>
                    <a:pt x="3701" y="214"/>
                  </a:lnTo>
                  <a:cubicBezTo>
                    <a:pt x="3759" y="214"/>
                    <a:pt x="3805" y="166"/>
                    <a:pt x="3807" y="108"/>
                  </a:cubicBezTo>
                  <a:cubicBezTo>
                    <a:pt x="3807" y="48"/>
                    <a:pt x="3759" y="1"/>
                    <a:pt x="370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7"/>
            <p:cNvSpPr/>
            <p:nvPr/>
          </p:nvSpPr>
          <p:spPr>
            <a:xfrm>
              <a:off x="4556100" y="1715700"/>
              <a:ext cx="157650" cy="211150"/>
            </a:xfrm>
            <a:custGeom>
              <a:avLst/>
              <a:gdLst/>
              <a:ahLst/>
              <a:cxnLst/>
              <a:rect l="l" t="t" r="r" b="b"/>
              <a:pathLst>
                <a:path w="6306" h="8446" extrusionOk="0">
                  <a:moveTo>
                    <a:pt x="0" y="0"/>
                  </a:moveTo>
                  <a:lnTo>
                    <a:pt x="0" y="8446"/>
                  </a:lnTo>
                  <a:lnTo>
                    <a:pt x="6306" y="8446"/>
                  </a:lnTo>
                  <a:lnTo>
                    <a:pt x="6306" y="1722"/>
                  </a:lnTo>
                  <a:lnTo>
                    <a:pt x="443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7"/>
            <p:cNvSpPr/>
            <p:nvPr/>
          </p:nvSpPr>
          <p:spPr>
            <a:xfrm>
              <a:off x="4565325" y="1708625"/>
              <a:ext cx="157625" cy="211125"/>
            </a:xfrm>
            <a:custGeom>
              <a:avLst/>
              <a:gdLst/>
              <a:ahLst/>
              <a:cxnLst/>
              <a:rect l="l" t="t" r="r" b="b"/>
              <a:pathLst>
                <a:path w="6305" h="8445" extrusionOk="0">
                  <a:moveTo>
                    <a:pt x="1" y="0"/>
                  </a:moveTo>
                  <a:lnTo>
                    <a:pt x="1" y="8444"/>
                  </a:lnTo>
                  <a:lnTo>
                    <a:pt x="6305" y="8444"/>
                  </a:lnTo>
                  <a:lnTo>
                    <a:pt x="6305" y="1719"/>
                  </a:lnTo>
                  <a:lnTo>
                    <a:pt x="442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7"/>
            <p:cNvSpPr/>
            <p:nvPr/>
          </p:nvSpPr>
          <p:spPr>
            <a:xfrm>
              <a:off x="4562650" y="1705800"/>
              <a:ext cx="163025" cy="216625"/>
            </a:xfrm>
            <a:custGeom>
              <a:avLst/>
              <a:gdLst/>
              <a:ahLst/>
              <a:cxnLst/>
              <a:rect l="l" t="t" r="r" b="b"/>
              <a:pathLst>
                <a:path w="6521" h="8665" extrusionOk="0">
                  <a:moveTo>
                    <a:pt x="4494" y="219"/>
                  </a:moveTo>
                  <a:lnTo>
                    <a:pt x="6305" y="1878"/>
                  </a:lnTo>
                  <a:lnTo>
                    <a:pt x="6305" y="8452"/>
                  </a:lnTo>
                  <a:lnTo>
                    <a:pt x="213" y="8452"/>
                  </a:lnTo>
                  <a:lnTo>
                    <a:pt x="213" y="219"/>
                  </a:lnTo>
                  <a:close/>
                  <a:moveTo>
                    <a:pt x="4539" y="0"/>
                  </a:moveTo>
                  <a:cubicBezTo>
                    <a:pt x="4538" y="0"/>
                    <a:pt x="4536" y="0"/>
                    <a:pt x="4534" y="0"/>
                  </a:cubicBezTo>
                  <a:lnTo>
                    <a:pt x="108" y="0"/>
                  </a:lnTo>
                  <a:cubicBezTo>
                    <a:pt x="48" y="0"/>
                    <a:pt x="0" y="48"/>
                    <a:pt x="0" y="106"/>
                  </a:cubicBezTo>
                  <a:lnTo>
                    <a:pt x="0" y="8557"/>
                  </a:lnTo>
                  <a:cubicBezTo>
                    <a:pt x="0" y="8617"/>
                    <a:pt x="48" y="8664"/>
                    <a:pt x="108" y="8664"/>
                  </a:cubicBezTo>
                  <a:lnTo>
                    <a:pt x="6418" y="8664"/>
                  </a:lnTo>
                  <a:cubicBezTo>
                    <a:pt x="6476" y="8660"/>
                    <a:pt x="6520" y="8609"/>
                    <a:pt x="6517" y="8551"/>
                  </a:cubicBezTo>
                  <a:lnTo>
                    <a:pt x="6517" y="1826"/>
                  </a:lnTo>
                  <a:cubicBezTo>
                    <a:pt x="6517" y="1796"/>
                    <a:pt x="6506" y="1768"/>
                    <a:pt x="6483" y="1747"/>
                  </a:cubicBezTo>
                  <a:lnTo>
                    <a:pt x="4607" y="27"/>
                  </a:lnTo>
                  <a:cubicBezTo>
                    <a:pt x="4589" y="10"/>
                    <a:pt x="4564" y="0"/>
                    <a:pt x="453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7"/>
            <p:cNvSpPr/>
            <p:nvPr/>
          </p:nvSpPr>
          <p:spPr>
            <a:xfrm>
              <a:off x="4664500" y="1708625"/>
              <a:ext cx="58450" cy="50500"/>
            </a:xfrm>
            <a:custGeom>
              <a:avLst/>
              <a:gdLst/>
              <a:ahLst/>
              <a:cxnLst/>
              <a:rect l="l" t="t" r="r" b="b"/>
              <a:pathLst>
                <a:path w="2338" h="2020" extrusionOk="0">
                  <a:moveTo>
                    <a:pt x="460" y="0"/>
                  </a:moveTo>
                  <a:lnTo>
                    <a:pt x="0" y="2019"/>
                  </a:lnTo>
                  <a:lnTo>
                    <a:pt x="0" y="2019"/>
                  </a:lnTo>
                  <a:lnTo>
                    <a:pt x="2338" y="1719"/>
                  </a:lnTo>
                  <a:lnTo>
                    <a:pt x="46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7"/>
            <p:cNvSpPr/>
            <p:nvPr/>
          </p:nvSpPr>
          <p:spPr>
            <a:xfrm>
              <a:off x="4661925" y="1705925"/>
              <a:ext cx="64225" cy="55850"/>
            </a:xfrm>
            <a:custGeom>
              <a:avLst/>
              <a:gdLst/>
              <a:ahLst/>
              <a:cxnLst/>
              <a:rect l="l" t="t" r="r" b="b"/>
              <a:pathLst>
                <a:path w="2569" h="2234" extrusionOk="0">
                  <a:moveTo>
                    <a:pt x="636" y="314"/>
                  </a:moveTo>
                  <a:lnTo>
                    <a:pt x="2208" y="1754"/>
                  </a:lnTo>
                  <a:lnTo>
                    <a:pt x="251" y="2005"/>
                  </a:lnTo>
                  <a:lnTo>
                    <a:pt x="636" y="314"/>
                  </a:lnTo>
                  <a:close/>
                  <a:moveTo>
                    <a:pt x="573" y="1"/>
                  </a:moveTo>
                  <a:cubicBezTo>
                    <a:pt x="562" y="1"/>
                    <a:pt x="551" y="2"/>
                    <a:pt x="541" y="6"/>
                  </a:cubicBezTo>
                  <a:cubicBezTo>
                    <a:pt x="504" y="16"/>
                    <a:pt x="475" y="46"/>
                    <a:pt x="468" y="85"/>
                  </a:cubicBezTo>
                  <a:lnTo>
                    <a:pt x="6" y="2104"/>
                  </a:lnTo>
                  <a:cubicBezTo>
                    <a:pt x="0" y="2138"/>
                    <a:pt x="9" y="2172"/>
                    <a:pt x="33" y="2197"/>
                  </a:cubicBezTo>
                  <a:cubicBezTo>
                    <a:pt x="53" y="2220"/>
                    <a:pt x="81" y="2233"/>
                    <a:pt x="112" y="2233"/>
                  </a:cubicBezTo>
                  <a:lnTo>
                    <a:pt x="2463" y="1932"/>
                  </a:lnTo>
                  <a:cubicBezTo>
                    <a:pt x="2490" y="1929"/>
                    <a:pt x="2512" y="1918"/>
                    <a:pt x="2530" y="1898"/>
                  </a:cubicBezTo>
                  <a:cubicBezTo>
                    <a:pt x="2569" y="1853"/>
                    <a:pt x="2566" y="1786"/>
                    <a:pt x="2521" y="1748"/>
                  </a:cubicBezTo>
                  <a:lnTo>
                    <a:pt x="645" y="28"/>
                  </a:lnTo>
                  <a:cubicBezTo>
                    <a:pt x="625" y="10"/>
                    <a:pt x="599" y="1"/>
                    <a:pt x="57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7"/>
            <p:cNvSpPr/>
            <p:nvPr/>
          </p:nvSpPr>
          <p:spPr>
            <a:xfrm>
              <a:off x="4676000" y="1708625"/>
              <a:ext cx="46950" cy="42975"/>
            </a:xfrm>
            <a:custGeom>
              <a:avLst/>
              <a:gdLst/>
              <a:ahLst/>
              <a:cxnLst/>
              <a:rect l="l" t="t" r="r" b="b"/>
              <a:pathLst>
                <a:path w="1878" h="1719" extrusionOk="0">
                  <a:moveTo>
                    <a:pt x="0" y="0"/>
                  </a:moveTo>
                  <a:lnTo>
                    <a:pt x="0" y="1719"/>
                  </a:lnTo>
                  <a:lnTo>
                    <a:pt x="1878" y="1719"/>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7"/>
            <p:cNvSpPr/>
            <p:nvPr/>
          </p:nvSpPr>
          <p:spPr>
            <a:xfrm>
              <a:off x="4673350" y="1705750"/>
              <a:ext cx="52475" cy="48525"/>
            </a:xfrm>
            <a:custGeom>
              <a:avLst/>
              <a:gdLst/>
              <a:ahLst/>
              <a:cxnLst/>
              <a:rect l="l" t="t" r="r" b="b"/>
              <a:pathLst>
                <a:path w="2099" h="1941" extrusionOk="0">
                  <a:moveTo>
                    <a:pt x="213" y="355"/>
                  </a:moveTo>
                  <a:lnTo>
                    <a:pt x="1705" y="1726"/>
                  </a:lnTo>
                  <a:lnTo>
                    <a:pt x="213" y="1726"/>
                  </a:lnTo>
                  <a:lnTo>
                    <a:pt x="213" y="355"/>
                  </a:lnTo>
                  <a:close/>
                  <a:moveTo>
                    <a:pt x="107" y="1"/>
                  </a:moveTo>
                  <a:cubicBezTo>
                    <a:pt x="92" y="1"/>
                    <a:pt x="78" y="3"/>
                    <a:pt x="65" y="10"/>
                  </a:cubicBezTo>
                  <a:cubicBezTo>
                    <a:pt x="26" y="28"/>
                    <a:pt x="1" y="66"/>
                    <a:pt x="1" y="108"/>
                  </a:cubicBezTo>
                  <a:lnTo>
                    <a:pt x="1" y="1834"/>
                  </a:lnTo>
                  <a:cubicBezTo>
                    <a:pt x="1" y="1893"/>
                    <a:pt x="48" y="1941"/>
                    <a:pt x="106" y="1941"/>
                  </a:cubicBezTo>
                  <a:lnTo>
                    <a:pt x="1984" y="1941"/>
                  </a:lnTo>
                  <a:lnTo>
                    <a:pt x="1982" y="1939"/>
                  </a:lnTo>
                  <a:cubicBezTo>
                    <a:pt x="2030" y="1939"/>
                    <a:pt x="2070" y="1910"/>
                    <a:pt x="2084" y="1865"/>
                  </a:cubicBezTo>
                  <a:cubicBezTo>
                    <a:pt x="2098" y="1825"/>
                    <a:pt x="2088" y="1779"/>
                    <a:pt x="2055" y="1749"/>
                  </a:cubicBezTo>
                  <a:lnTo>
                    <a:pt x="179" y="29"/>
                  </a:lnTo>
                  <a:cubicBezTo>
                    <a:pt x="159" y="11"/>
                    <a:pt x="133" y="1"/>
                    <a:pt x="1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7"/>
            <p:cNvSpPr/>
            <p:nvPr/>
          </p:nvSpPr>
          <p:spPr>
            <a:xfrm>
              <a:off x="4592725" y="1779975"/>
              <a:ext cx="95200" cy="5400"/>
            </a:xfrm>
            <a:custGeom>
              <a:avLst/>
              <a:gdLst/>
              <a:ahLst/>
              <a:cxnLst/>
              <a:rect l="l" t="t" r="r" b="b"/>
              <a:pathLst>
                <a:path w="3808" h="216" extrusionOk="0">
                  <a:moveTo>
                    <a:pt x="108" y="1"/>
                  </a:moveTo>
                  <a:cubicBezTo>
                    <a:pt x="48" y="1"/>
                    <a:pt x="0" y="48"/>
                    <a:pt x="0" y="108"/>
                  </a:cubicBezTo>
                  <a:cubicBezTo>
                    <a:pt x="0" y="168"/>
                    <a:pt x="48" y="215"/>
                    <a:pt x="108" y="215"/>
                  </a:cubicBezTo>
                  <a:lnTo>
                    <a:pt x="3705" y="215"/>
                  </a:lnTo>
                  <a:cubicBezTo>
                    <a:pt x="3762" y="212"/>
                    <a:pt x="3808" y="165"/>
                    <a:pt x="3808" y="108"/>
                  </a:cubicBezTo>
                  <a:cubicBezTo>
                    <a:pt x="3808" y="48"/>
                    <a:pt x="3759" y="1"/>
                    <a:pt x="37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7"/>
            <p:cNvSpPr/>
            <p:nvPr/>
          </p:nvSpPr>
          <p:spPr>
            <a:xfrm>
              <a:off x="4592725" y="1801950"/>
              <a:ext cx="95200" cy="5375"/>
            </a:xfrm>
            <a:custGeom>
              <a:avLst/>
              <a:gdLst/>
              <a:ahLst/>
              <a:cxnLst/>
              <a:rect l="l" t="t" r="r" b="b"/>
              <a:pathLst>
                <a:path w="3808" h="215" extrusionOk="0">
                  <a:moveTo>
                    <a:pt x="108" y="0"/>
                  </a:moveTo>
                  <a:cubicBezTo>
                    <a:pt x="48" y="0"/>
                    <a:pt x="0" y="48"/>
                    <a:pt x="0" y="107"/>
                  </a:cubicBezTo>
                  <a:cubicBezTo>
                    <a:pt x="0" y="167"/>
                    <a:pt x="48" y="215"/>
                    <a:pt x="108" y="215"/>
                  </a:cubicBezTo>
                  <a:lnTo>
                    <a:pt x="3705" y="215"/>
                  </a:lnTo>
                  <a:cubicBezTo>
                    <a:pt x="3762" y="212"/>
                    <a:pt x="3808" y="165"/>
                    <a:pt x="3808" y="107"/>
                  </a:cubicBezTo>
                  <a:cubicBezTo>
                    <a:pt x="3808" y="48"/>
                    <a:pt x="3759" y="0"/>
                    <a:pt x="370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7"/>
            <p:cNvSpPr/>
            <p:nvPr/>
          </p:nvSpPr>
          <p:spPr>
            <a:xfrm>
              <a:off x="4592725" y="1823975"/>
              <a:ext cx="95200" cy="5350"/>
            </a:xfrm>
            <a:custGeom>
              <a:avLst/>
              <a:gdLst/>
              <a:ahLst/>
              <a:cxnLst/>
              <a:rect l="l" t="t" r="r" b="b"/>
              <a:pathLst>
                <a:path w="3808" h="214" extrusionOk="0">
                  <a:moveTo>
                    <a:pt x="108" y="1"/>
                  </a:moveTo>
                  <a:cubicBezTo>
                    <a:pt x="48" y="1"/>
                    <a:pt x="0" y="48"/>
                    <a:pt x="0" y="108"/>
                  </a:cubicBezTo>
                  <a:cubicBezTo>
                    <a:pt x="0" y="166"/>
                    <a:pt x="48" y="214"/>
                    <a:pt x="108" y="214"/>
                  </a:cubicBezTo>
                  <a:lnTo>
                    <a:pt x="3705" y="214"/>
                  </a:lnTo>
                  <a:cubicBezTo>
                    <a:pt x="3762" y="212"/>
                    <a:pt x="3808" y="164"/>
                    <a:pt x="3808" y="108"/>
                  </a:cubicBezTo>
                  <a:cubicBezTo>
                    <a:pt x="3808" y="48"/>
                    <a:pt x="3759" y="1"/>
                    <a:pt x="37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7"/>
            <p:cNvSpPr/>
            <p:nvPr/>
          </p:nvSpPr>
          <p:spPr>
            <a:xfrm>
              <a:off x="4592725" y="1845975"/>
              <a:ext cx="95200" cy="5400"/>
            </a:xfrm>
            <a:custGeom>
              <a:avLst/>
              <a:gdLst/>
              <a:ahLst/>
              <a:cxnLst/>
              <a:rect l="l" t="t" r="r" b="b"/>
              <a:pathLst>
                <a:path w="3808" h="216" extrusionOk="0">
                  <a:moveTo>
                    <a:pt x="108" y="1"/>
                  </a:moveTo>
                  <a:cubicBezTo>
                    <a:pt x="48" y="1"/>
                    <a:pt x="0" y="48"/>
                    <a:pt x="0" y="108"/>
                  </a:cubicBezTo>
                  <a:cubicBezTo>
                    <a:pt x="0" y="167"/>
                    <a:pt x="48" y="215"/>
                    <a:pt x="108" y="215"/>
                  </a:cubicBezTo>
                  <a:lnTo>
                    <a:pt x="3705" y="215"/>
                  </a:lnTo>
                  <a:cubicBezTo>
                    <a:pt x="3762" y="212"/>
                    <a:pt x="3808" y="166"/>
                    <a:pt x="3808" y="108"/>
                  </a:cubicBezTo>
                  <a:cubicBezTo>
                    <a:pt x="3808" y="48"/>
                    <a:pt x="3759" y="1"/>
                    <a:pt x="37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7"/>
            <p:cNvSpPr/>
            <p:nvPr/>
          </p:nvSpPr>
          <p:spPr>
            <a:xfrm>
              <a:off x="4592725" y="1868025"/>
              <a:ext cx="95200" cy="5325"/>
            </a:xfrm>
            <a:custGeom>
              <a:avLst/>
              <a:gdLst/>
              <a:ahLst/>
              <a:cxnLst/>
              <a:rect l="l" t="t" r="r" b="b"/>
              <a:pathLst>
                <a:path w="3808" h="213" extrusionOk="0">
                  <a:moveTo>
                    <a:pt x="108" y="0"/>
                  </a:moveTo>
                  <a:cubicBezTo>
                    <a:pt x="48" y="0"/>
                    <a:pt x="0" y="48"/>
                    <a:pt x="0" y="107"/>
                  </a:cubicBezTo>
                  <a:cubicBezTo>
                    <a:pt x="0" y="165"/>
                    <a:pt x="48" y="213"/>
                    <a:pt x="108" y="213"/>
                  </a:cubicBezTo>
                  <a:lnTo>
                    <a:pt x="3705" y="213"/>
                  </a:lnTo>
                  <a:cubicBezTo>
                    <a:pt x="3762" y="212"/>
                    <a:pt x="3808" y="164"/>
                    <a:pt x="3808" y="107"/>
                  </a:cubicBezTo>
                  <a:cubicBezTo>
                    <a:pt x="3808" y="48"/>
                    <a:pt x="3759" y="0"/>
                    <a:pt x="370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7"/>
            <p:cNvSpPr/>
            <p:nvPr/>
          </p:nvSpPr>
          <p:spPr>
            <a:xfrm>
              <a:off x="5802925" y="1484825"/>
              <a:ext cx="87550" cy="582625"/>
            </a:xfrm>
            <a:custGeom>
              <a:avLst/>
              <a:gdLst/>
              <a:ahLst/>
              <a:cxnLst/>
              <a:rect l="l" t="t" r="r" b="b"/>
              <a:pathLst>
                <a:path w="3502" h="23305" extrusionOk="0">
                  <a:moveTo>
                    <a:pt x="3394" y="1"/>
                  </a:moveTo>
                  <a:cubicBezTo>
                    <a:pt x="3334" y="1"/>
                    <a:pt x="3287" y="49"/>
                    <a:pt x="3287" y="108"/>
                  </a:cubicBezTo>
                  <a:lnTo>
                    <a:pt x="3287" y="5202"/>
                  </a:lnTo>
                  <a:lnTo>
                    <a:pt x="33" y="8458"/>
                  </a:lnTo>
                  <a:cubicBezTo>
                    <a:pt x="13" y="8477"/>
                    <a:pt x="1" y="8506"/>
                    <a:pt x="1" y="8534"/>
                  </a:cubicBezTo>
                  <a:lnTo>
                    <a:pt x="1" y="23197"/>
                  </a:lnTo>
                  <a:cubicBezTo>
                    <a:pt x="1" y="23257"/>
                    <a:pt x="48" y="23304"/>
                    <a:pt x="108" y="23304"/>
                  </a:cubicBezTo>
                  <a:cubicBezTo>
                    <a:pt x="166" y="23304"/>
                    <a:pt x="214" y="23255"/>
                    <a:pt x="214" y="23197"/>
                  </a:cubicBezTo>
                  <a:lnTo>
                    <a:pt x="214" y="8579"/>
                  </a:lnTo>
                  <a:lnTo>
                    <a:pt x="3468" y="5322"/>
                  </a:lnTo>
                  <a:cubicBezTo>
                    <a:pt x="3489" y="5303"/>
                    <a:pt x="3501" y="5276"/>
                    <a:pt x="3501" y="5248"/>
                  </a:cubicBezTo>
                  <a:lnTo>
                    <a:pt x="3501" y="108"/>
                  </a:lnTo>
                  <a:cubicBezTo>
                    <a:pt x="3501" y="49"/>
                    <a:pt x="3453" y="1"/>
                    <a:pt x="33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7"/>
            <p:cNvSpPr/>
            <p:nvPr/>
          </p:nvSpPr>
          <p:spPr>
            <a:xfrm>
              <a:off x="5857450" y="1699700"/>
              <a:ext cx="66475" cy="350875"/>
            </a:xfrm>
            <a:custGeom>
              <a:avLst/>
              <a:gdLst/>
              <a:ahLst/>
              <a:cxnLst/>
              <a:rect l="l" t="t" r="r" b="b"/>
              <a:pathLst>
                <a:path w="2659" h="14035" extrusionOk="0">
                  <a:moveTo>
                    <a:pt x="2551" y="0"/>
                  </a:moveTo>
                  <a:cubicBezTo>
                    <a:pt x="2493" y="2"/>
                    <a:pt x="2447" y="49"/>
                    <a:pt x="2446" y="107"/>
                  </a:cubicBezTo>
                  <a:lnTo>
                    <a:pt x="2446" y="2509"/>
                  </a:lnTo>
                  <a:lnTo>
                    <a:pt x="34" y="4921"/>
                  </a:lnTo>
                  <a:cubicBezTo>
                    <a:pt x="14" y="4940"/>
                    <a:pt x="2" y="4967"/>
                    <a:pt x="1" y="4995"/>
                  </a:cubicBezTo>
                  <a:lnTo>
                    <a:pt x="1" y="13928"/>
                  </a:lnTo>
                  <a:cubicBezTo>
                    <a:pt x="1" y="13987"/>
                    <a:pt x="50" y="14035"/>
                    <a:pt x="108" y="14035"/>
                  </a:cubicBezTo>
                  <a:cubicBezTo>
                    <a:pt x="166" y="14035"/>
                    <a:pt x="214" y="13989"/>
                    <a:pt x="215" y="13931"/>
                  </a:cubicBezTo>
                  <a:lnTo>
                    <a:pt x="215" y="5042"/>
                  </a:lnTo>
                  <a:lnTo>
                    <a:pt x="2629" y="2628"/>
                  </a:lnTo>
                  <a:cubicBezTo>
                    <a:pt x="2648" y="2607"/>
                    <a:pt x="2659" y="2579"/>
                    <a:pt x="2659" y="2551"/>
                  </a:cubicBezTo>
                  <a:lnTo>
                    <a:pt x="2659" y="107"/>
                  </a:lnTo>
                  <a:cubicBezTo>
                    <a:pt x="2659" y="48"/>
                    <a:pt x="2611" y="0"/>
                    <a:pt x="25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7"/>
            <p:cNvSpPr/>
            <p:nvPr/>
          </p:nvSpPr>
          <p:spPr>
            <a:xfrm>
              <a:off x="5735300" y="1505900"/>
              <a:ext cx="5350" cy="578375"/>
            </a:xfrm>
            <a:custGeom>
              <a:avLst/>
              <a:gdLst/>
              <a:ahLst/>
              <a:cxnLst/>
              <a:rect l="l" t="t" r="r" b="b"/>
              <a:pathLst>
                <a:path w="214" h="23135" extrusionOk="0">
                  <a:moveTo>
                    <a:pt x="106" y="1"/>
                  </a:moveTo>
                  <a:cubicBezTo>
                    <a:pt x="48" y="1"/>
                    <a:pt x="0" y="48"/>
                    <a:pt x="0" y="108"/>
                  </a:cubicBezTo>
                  <a:lnTo>
                    <a:pt x="0" y="23029"/>
                  </a:lnTo>
                  <a:cubicBezTo>
                    <a:pt x="0" y="23087"/>
                    <a:pt x="48" y="23134"/>
                    <a:pt x="106" y="23134"/>
                  </a:cubicBezTo>
                  <a:cubicBezTo>
                    <a:pt x="164" y="23134"/>
                    <a:pt x="212" y="23088"/>
                    <a:pt x="213" y="23030"/>
                  </a:cubicBezTo>
                  <a:lnTo>
                    <a:pt x="213" y="108"/>
                  </a:lnTo>
                  <a:cubicBezTo>
                    <a:pt x="213" y="48"/>
                    <a:pt x="165" y="1"/>
                    <a:pt x="10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7"/>
            <p:cNvSpPr/>
            <p:nvPr/>
          </p:nvSpPr>
          <p:spPr>
            <a:xfrm>
              <a:off x="5725100" y="1498650"/>
              <a:ext cx="26675" cy="26675"/>
            </a:xfrm>
            <a:custGeom>
              <a:avLst/>
              <a:gdLst/>
              <a:ahLst/>
              <a:cxnLst/>
              <a:rect l="l" t="t" r="r" b="b"/>
              <a:pathLst>
                <a:path w="1067" h="1067" extrusionOk="0">
                  <a:moveTo>
                    <a:pt x="533" y="0"/>
                  </a:moveTo>
                  <a:cubicBezTo>
                    <a:pt x="238" y="0"/>
                    <a:pt x="0" y="239"/>
                    <a:pt x="0" y="533"/>
                  </a:cubicBezTo>
                  <a:cubicBezTo>
                    <a:pt x="0" y="828"/>
                    <a:pt x="238" y="1066"/>
                    <a:pt x="533" y="1066"/>
                  </a:cubicBezTo>
                  <a:cubicBezTo>
                    <a:pt x="534" y="1066"/>
                    <a:pt x="535" y="1066"/>
                    <a:pt x="536" y="1066"/>
                  </a:cubicBezTo>
                  <a:cubicBezTo>
                    <a:pt x="828" y="1066"/>
                    <a:pt x="1065" y="830"/>
                    <a:pt x="1066" y="538"/>
                  </a:cubicBezTo>
                  <a:lnTo>
                    <a:pt x="1066" y="533"/>
                  </a:lnTo>
                  <a:cubicBezTo>
                    <a:pt x="1066" y="240"/>
                    <a:pt x="828" y="0"/>
                    <a:pt x="5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7"/>
            <p:cNvSpPr/>
            <p:nvPr/>
          </p:nvSpPr>
          <p:spPr>
            <a:xfrm>
              <a:off x="5873700" y="1474675"/>
              <a:ext cx="26750" cy="26675"/>
            </a:xfrm>
            <a:custGeom>
              <a:avLst/>
              <a:gdLst/>
              <a:ahLst/>
              <a:cxnLst/>
              <a:rect l="l" t="t" r="r" b="b"/>
              <a:pathLst>
                <a:path w="1070" h="1067" extrusionOk="0">
                  <a:moveTo>
                    <a:pt x="535" y="0"/>
                  </a:moveTo>
                  <a:cubicBezTo>
                    <a:pt x="241" y="0"/>
                    <a:pt x="3" y="238"/>
                    <a:pt x="2" y="531"/>
                  </a:cubicBezTo>
                  <a:cubicBezTo>
                    <a:pt x="0" y="825"/>
                    <a:pt x="238" y="1065"/>
                    <a:pt x="533" y="1067"/>
                  </a:cubicBezTo>
                  <a:lnTo>
                    <a:pt x="535" y="1067"/>
                  </a:lnTo>
                  <a:cubicBezTo>
                    <a:pt x="828" y="1067"/>
                    <a:pt x="1066" y="830"/>
                    <a:pt x="1068" y="535"/>
                  </a:cubicBezTo>
                  <a:cubicBezTo>
                    <a:pt x="1069" y="242"/>
                    <a:pt x="831" y="2"/>
                    <a:pt x="538" y="0"/>
                  </a:cubicBezTo>
                  <a:cubicBezTo>
                    <a:pt x="537" y="0"/>
                    <a:pt x="536" y="0"/>
                    <a:pt x="53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7"/>
            <p:cNvSpPr/>
            <p:nvPr/>
          </p:nvSpPr>
          <p:spPr>
            <a:xfrm>
              <a:off x="5907975" y="1683350"/>
              <a:ext cx="26675" cy="26675"/>
            </a:xfrm>
            <a:custGeom>
              <a:avLst/>
              <a:gdLst/>
              <a:ahLst/>
              <a:cxnLst/>
              <a:rect l="l" t="t" r="r" b="b"/>
              <a:pathLst>
                <a:path w="1067" h="1067" extrusionOk="0">
                  <a:moveTo>
                    <a:pt x="533" y="0"/>
                  </a:moveTo>
                  <a:cubicBezTo>
                    <a:pt x="239" y="0"/>
                    <a:pt x="0" y="239"/>
                    <a:pt x="0" y="534"/>
                  </a:cubicBezTo>
                  <a:cubicBezTo>
                    <a:pt x="0" y="828"/>
                    <a:pt x="239" y="1067"/>
                    <a:pt x="533" y="1067"/>
                  </a:cubicBezTo>
                  <a:cubicBezTo>
                    <a:pt x="828" y="1067"/>
                    <a:pt x="1066" y="828"/>
                    <a:pt x="1066" y="534"/>
                  </a:cubicBezTo>
                  <a:cubicBezTo>
                    <a:pt x="1066" y="239"/>
                    <a:pt x="828" y="0"/>
                    <a:pt x="5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7"/>
            <p:cNvSpPr/>
            <p:nvPr/>
          </p:nvSpPr>
          <p:spPr>
            <a:xfrm>
              <a:off x="4235525" y="2329325"/>
              <a:ext cx="1972600" cy="5375"/>
            </a:xfrm>
            <a:custGeom>
              <a:avLst/>
              <a:gdLst/>
              <a:ahLst/>
              <a:cxnLst/>
              <a:rect l="l" t="t" r="r" b="b"/>
              <a:pathLst>
                <a:path w="78904" h="215" extrusionOk="0">
                  <a:moveTo>
                    <a:pt x="106" y="0"/>
                  </a:moveTo>
                  <a:cubicBezTo>
                    <a:pt x="48" y="0"/>
                    <a:pt x="1" y="48"/>
                    <a:pt x="1" y="108"/>
                  </a:cubicBezTo>
                  <a:cubicBezTo>
                    <a:pt x="1" y="167"/>
                    <a:pt x="48" y="215"/>
                    <a:pt x="106" y="215"/>
                  </a:cubicBezTo>
                  <a:lnTo>
                    <a:pt x="78798" y="215"/>
                  </a:lnTo>
                  <a:cubicBezTo>
                    <a:pt x="78856" y="215"/>
                    <a:pt x="78904" y="167"/>
                    <a:pt x="78904" y="108"/>
                  </a:cubicBezTo>
                  <a:cubicBezTo>
                    <a:pt x="78904" y="48"/>
                    <a:pt x="78856" y="0"/>
                    <a:pt x="7879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Resim 4" descr="logo, amblem, simge, sembol, ticari marka içeren bir resim&#10;&#10;Açıklama otomatik olarak oluşturuldu">
            <a:extLst>
              <a:ext uri="{FF2B5EF4-FFF2-40B4-BE49-F238E27FC236}">
                <a16:creationId xmlns:a16="http://schemas.microsoft.com/office/drawing/2014/main" id="{2AD13902-691E-D319-0E8B-C77254C885E8}"/>
              </a:ext>
            </a:extLst>
          </p:cNvPr>
          <p:cNvPicPr>
            <a:picLocks noChangeAspect="1"/>
          </p:cNvPicPr>
          <p:nvPr/>
        </p:nvPicPr>
        <p:blipFill>
          <a:blip r:embed="rId3"/>
          <a:stretch>
            <a:fillRect/>
          </a:stretch>
        </p:blipFill>
        <p:spPr>
          <a:xfrm>
            <a:off x="8133994" y="-28411"/>
            <a:ext cx="1031509" cy="729231"/>
          </a:xfrm>
          <a:prstGeom prst="rect">
            <a:avLst/>
          </a:prstGeom>
        </p:spPr>
      </p:pic>
      <p:sp>
        <p:nvSpPr>
          <p:cNvPr id="6" name="Google Shape;670;p39">
            <a:extLst>
              <a:ext uri="{FF2B5EF4-FFF2-40B4-BE49-F238E27FC236}">
                <a16:creationId xmlns:a16="http://schemas.microsoft.com/office/drawing/2014/main" id="{E495CE4A-0778-6C0D-EE80-0A4663B88053}"/>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dirty="0"/>
              <a:t>Ders Akışı</a:t>
            </a:r>
            <a:endParaRPr dirty="0"/>
          </a:p>
        </p:txBody>
      </p:sp>
      <p:sp>
        <p:nvSpPr>
          <p:cNvPr id="663" name="Google Shape;663;p39"/>
          <p:cNvSpPr txBox="1">
            <a:spLocks noGrp="1"/>
          </p:cNvSpPr>
          <p:nvPr>
            <p:ph type="subTitle" idx="1"/>
          </p:nvPr>
        </p:nvSpPr>
        <p:spPr>
          <a:xfrm>
            <a:off x="1835164" y="1665613"/>
            <a:ext cx="2681417" cy="30959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sz="1050" dirty="0"/>
              <a:t>DT Tanımı, Matematiksel Mantığı</a:t>
            </a:r>
            <a:endParaRPr sz="1050" dirty="0"/>
          </a:p>
        </p:txBody>
      </p:sp>
      <p:sp>
        <p:nvSpPr>
          <p:cNvPr id="666" name="Google Shape;666;p39"/>
          <p:cNvSpPr txBox="1">
            <a:spLocks noGrp="1"/>
          </p:cNvSpPr>
          <p:nvPr>
            <p:ph type="title" idx="5"/>
          </p:nvPr>
        </p:nvSpPr>
        <p:spPr>
          <a:xfrm>
            <a:off x="1087346" y="1241919"/>
            <a:ext cx="734700" cy="63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670" name="Google Shape;670;p39"/>
          <p:cNvSpPr txBox="1">
            <a:spLocks noGrp="1"/>
          </p:cNvSpPr>
          <p:nvPr>
            <p:ph type="subTitle" idx="9"/>
          </p:nvPr>
        </p:nvSpPr>
        <p:spPr>
          <a:xfrm>
            <a:off x="1822046" y="1321307"/>
            <a:ext cx="5486790" cy="47332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tr-TR" sz="2000" dirty="0">
                <a:latin typeface="Maven Pro" panose="020B0604020202020204" charset="-94"/>
              </a:rPr>
              <a:t>Makine Öğreniminde Terminolojik İfadeler</a:t>
            </a:r>
            <a:endParaRPr sz="2000" dirty="0">
              <a:latin typeface="Maven Pro" panose="020B0604020202020204" charset="-94"/>
            </a:endParaRPr>
          </a:p>
        </p:txBody>
      </p:sp>
      <p:sp>
        <p:nvSpPr>
          <p:cNvPr id="690" name="Google Shape;666;p39">
            <a:extLst>
              <a:ext uri="{FF2B5EF4-FFF2-40B4-BE49-F238E27FC236}">
                <a16:creationId xmlns:a16="http://schemas.microsoft.com/office/drawing/2014/main" id="{F5F02D75-1C57-2A9B-1DF8-116B5DF949C4}"/>
              </a:ext>
            </a:extLst>
          </p:cNvPr>
          <p:cNvSpPr txBox="1">
            <a:spLocks/>
          </p:cNvSpPr>
          <p:nvPr/>
        </p:nvSpPr>
        <p:spPr>
          <a:xfrm>
            <a:off x="1087346" y="2018825"/>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useoModerno Medium"/>
              <a:buNone/>
              <a:defRPr sz="3000" b="0" i="0" u="none" strike="noStrike" cap="none">
                <a:solidFill>
                  <a:schemeClr val="accent1"/>
                </a:solidFill>
                <a:latin typeface="MuseoModerno Medium"/>
                <a:ea typeface="MuseoModerno Medium"/>
                <a:cs typeface="MuseoModerno Medium"/>
                <a:sym typeface="MuseoModerno Medium"/>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a:t>
            </a:r>
            <a:r>
              <a:rPr lang="tr-TR" dirty="0"/>
              <a:t>2</a:t>
            </a:r>
            <a:endParaRPr lang="en" dirty="0"/>
          </a:p>
        </p:txBody>
      </p:sp>
      <p:sp>
        <p:nvSpPr>
          <p:cNvPr id="691" name="Google Shape;670;p39">
            <a:extLst>
              <a:ext uri="{FF2B5EF4-FFF2-40B4-BE49-F238E27FC236}">
                <a16:creationId xmlns:a16="http://schemas.microsoft.com/office/drawing/2014/main" id="{5D0E5306-630E-C27F-9BD4-DA67B4F4CEA0}"/>
              </a:ext>
            </a:extLst>
          </p:cNvPr>
          <p:cNvSpPr txBox="1">
            <a:spLocks/>
          </p:cNvSpPr>
          <p:nvPr/>
        </p:nvSpPr>
        <p:spPr>
          <a:xfrm>
            <a:off x="1822046" y="2098213"/>
            <a:ext cx="3359639" cy="47332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2000" dirty="0" err="1">
                <a:latin typeface="Maven Pro" panose="020B0604020202020204" charset="-94"/>
              </a:rPr>
              <a:t>Decision</a:t>
            </a:r>
            <a:r>
              <a:rPr lang="tr-TR" sz="2000" dirty="0">
                <a:latin typeface="Maven Pro" panose="020B0604020202020204" charset="-94"/>
              </a:rPr>
              <a:t> </a:t>
            </a:r>
            <a:r>
              <a:rPr lang="tr-TR" sz="2000" dirty="0" err="1">
                <a:latin typeface="Maven Pro" panose="020B0604020202020204" charset="-94"/>
              </a:rPr>
              <a:t>Tree</a:t>
            </a:r>
            <a:endParaRPr lang="tr-TR" sz="2000" dirty="0">
              <a:latin typeface="Maven Pro" panose="020B0604020202020204" charset="-94"/>
            </a:endParaRPr>
          </a:p>
        </p:txBody>
      </p:sp>
      <p:sp>
        <p:nvSpPr>
          <p:cNvPr id="692" name="Google Shape;663;p39">
            <a:extLst>
              <a:ext uri="{FF2B5EF4-FFF2-40B4-BE49-F238E27FC236}">
                <a16:creationId xmlns:a16="http://schemas.microsoft.com/office/drawing/2014/main" id="{6A7845D6-96CE-F2C9-12DE-10389437AC96}"/>
              </a:ext>
            </a:extLst>
          </p:cNvPr>
          <p:cNvSpPr txBox="1">
            <a:spLocks/>
          </p:cNvSpPr>
          <p:nvPr/>
        </p:nvSpPr>
        <p:spPr>
          <a:xfrm>
            <a:off x="1835165" y="2423217"/>
            <a:ext cx="4448125" cy="309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lvl="0" indent="0" algn="l" rtl="0">
              <a:spcBef>
                <a:spcPts val="0"/>
              </a:spcBef>
              <a:spcAft>
                <a:spcPts val="0"/>
              </a:spcAft>
              <a:buNone/>
            </a:pPr>
            <a:r>
              <a:rPr lang="tr-TR" sz="1050" dirty="0"/>
              <a:t>RF Tanımı, Matematiksel Mantığı</a:t>
            </a:r>
          </a:p>
        </p:txBody>
      </p:sp>
      <p:sp>
        <p:nvSpPr>
          <p:cNvPr id="693" name="Google Shape;666;p39">
            <a:extLst>
              <a:ext uri="{FF2B5EF4-FFF2-40B4-BE49-F238E27FC236}">
                <a16:creationId xmlns:a16="http://schemas.microsoft.com/office/drawing/2014/main" id="{2C26BBC7-E834-4A64-CADE-EE7D41CFE0D1}"/>
              </a:ext>
            </a:extLst>
          </p:cNvPr>
          <p:cNvSpPr txBox="1">
            <a:spLocks/>
          </p:cNvSpPr>
          <p:nvPr/>
        </p:nvSpPr>
        <p:spPr>
          <a:xfrm>
            <a:off x="1074227" y="2766027"/>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useoModerno Medium"/>
              <a:buNone/>
              <a:defRPr sz="3000" b="0" i="0" u="none" strike="noStrike" cap="none">
                <a:solidFill>
                  <a:schemeClr val="accent1"/>
                </a:solidFill>
                <a:latin typeface="MuseoModerno Medium"/>
                <a:ea typeface="MuseoModerno Medium"/>
                <a:cs typeface="MuseoModerno Medium"/>
                <a:sym typeface="MuseoModerno Medium"/>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a:t>
            </a:r>
            <a:r>
              <a:rPr lang="tr-TR" dirty="0"/>
              <a:t>3</a:t>
            </a:r>
            <a:endParaRPr lang="en" dirty="0"/>
          </a:p>
        </p:txBody>
      </p:sp>
      <p:sp>
        <p:nvSpPr>
          <p:cNvPr id="694" name="Google Shape;670;p39">
            <a:extLst>
              <a:ext uri="{FF2B5EF4-FFF2-40B4-BE49-F238E27FC236}">
                <a16:creationId xmlns:a16="http://schemas.microsoft.com/office/drawing/2014/main" id="{A8F8692A-73B2-5564-970A-EAE6A8B1E1E9}"/>
              </a:ext>
            </a:extLst>
          </p:cNvPr>
          <p:cNvSpPr txBox="1">
            <a:spLocks/>
          </p:cNvSpPr>
          <p:nvPr/>
        </p:nvSpPr>
        <p:spPr>
          <a:xfrm>
            <a:off x="1808927" y="2845415"/>
            <a:ext cx="3359639" cy="47332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2000" dirty="0" err="1">
                <a:latin typeface="Maven Pro" panose="020B0604020202020204" charset="-94"/>
              </a:rPr>
              <a:t>Random</a:t>
            </a:r>
            <a:r>
              <a:rPr lang="tr-TR" sz="2000" dirty="0">
                <a:latin typeface="Maven Pro" panose="020B0604020202020204" charset="-94"/>
              </a:rPr>
              <a:t> </a:t>
            </a:r>
            <a:r>
              <a:rPr lang="tr-TR" sz="2000" dirty="0" err="1">
                <a:latin typeface="Maven Pro" panose="020B0604020202020204" charset="-94"/>
              </a:rPr>
              <a:t>Forest</a:t>
            </a:r>
            <a:endParaRPr lang="tr-TR" sz="2000" dirty="0">
              <a:latin typeface="Maven Pro" panose="020B0604020202020204" charset="-94"/>
            </a:endParaRPr>
          </a:p>
        </p:txBody>
      </p:sp>
      <p:sp>
        <p:nvSpPr>
          <p:cNvPr id="695" name="Google Shape;663;p39">
            <a:extLst>
              <a:ext uri="{FF2B5EF4-FFF2-40B4-BE49-F238E27FC236}">
                <a16:creationId xmlns:a16="http://schemas.microsoft.com/office/drawing/2014/main" id="{5A8CF811-1E8F-C161-D17C-AF4B92AED1D2}"/>
              </a:ext>
            </a:extLst>
          </p:cNvPr>
          <p:cNvSpPr txBox="1">
            <a:spLocks/>
          </p:cNvSpPr>
          <p:nvPr/>
        </p:nvSpPr>
        <p:spPr>
          <a:xfrm>
            <a:off x="1822046" y="3160644"/>
            <a:ext cx="4448125" cy="309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lvl="0" indent="0" algn="l" rtl="0">
              <a:spcBef>
                <a:spcPts val="0"/>
              </a:spcBef>
              <a:spcAft>
                <a:spcPts val="0"/>
              </a:spcAft>
              <a:buNone/>
            </a:pPr>
            <a:r>
              <a:rPr lang="tr-TR" sz="1050" dirty="0"/>
              <a:t>SVM Tanımı, Matematiksel Mantığı</a:t>
            </a:r>
          </a:p>
        </p:txBody>
      </p:sp>
      <p:pic>
        <p:nvPicPr>
          <p:cNvPr id="697" name="Resim 696" descr="logo, amblem, simge, sembol, ticari marka içeren bir resim&#10;&#10;Açıklama otomatik olarak oluşturuldu">
            <a:extLst>
              <a:ext uri="{FF2B5EF4-FFF2-40B4-BE49-F238E27FC236}">
                <a16:creationId xmlns:a16="http://schemas.microsoft.com/office/drawing/2014/main" id="{8DABD8C4-5EB3-9487-D9DF-ECDC0CC047B9}"/>
              </a:ext>
            </a:extLst>
          </p:cNvPr>
          <p:cNvPicPr>
            <a:picLocks noChangeAspect="1"/>
          </p:cNvPicPr>
          <p:nvPr/>
        </p:nvPicPr>
        <p:blipFill>
          <a:blip r:embed="rId3"/>
          <a:stretch>
            <a:fillRect/>
          </a:stretch>
        </p:blipFill>
        <p:spPr>
          <a:xfrm>
            <a:off x="8133994" y="-28411"/>
            <a:ext cx="1031509" cy="729231"/>
          </a:xfrm>
          <a:prstGeom prst="rect">
            <a:avLst/>
          </a:prstGeom>
        </p:spPr>
      </p:pic>
      <p:sp>
        <p:nvSpPr>
          <p:cNvPr id="698" name="Google Shape;670;p39">
            <a:extLst>
              <a:ext uri="{FF2B5EF4-FFF2-40B4-BE49-F238E27FC236}">
                <a16:creationId xmlns:a16="http://schemas.microsoft.com/office/drawing/2014/main" id="{2B26F8C9-D67C-A1F6-4309-BACBE9EF4BB6}"/>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2" name="Google Shape;666;p39">
            <a:extLst>
              <a:ext uri="{FF2B5EF4-FFF2-40B4-BE49-F238E27FC236}">
                <a16:creationId xmlns:a16="http://schemas.microsoft.com/office/drawing/2014/main" id="{9568AF25-A5FF-A202-5EDC-497FCCC5634D}"/>
              </a:ext>
            </a:extLst>
          </p:cNvPr>
          <p:cNvSpPr txBox="1">
            <a:spLocks/>
          </p:cNvSpPr>
          <p:nvPr/>
        </p:nvSpPr>
        <p:spPr>
          <a:xfrm>
            <a:off x="1087346" y="3469770"/>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useoModerno Medium"/>
              <a:buNone/>
              <a:defRPr sz="3000" b="0" i="0" u="none" strike="noStrike" cap="none">
                <a:solidFill>
                  <a:schemeClr val="accent1"/>
                </a:solidFill>
                <a:latin typeface="MuseoModerno Medium"/>
                <a:ea typeface="MuseoModerno Medium"/>
                <a:cs typeface="MuseoModerno Medium"/>
                <a:sym typeface="MuseoModerno Medium"/>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a:t>
            </a:r>
            <a:r>
              <a:rPr lang="tr-TR" dirty="0"/>
              <a:t>4</a:t>
            </a:r>
            <a:endParaRPr lang="en" dirty="0"/>
          </a:p>
        </p:txBody>
      </p:sp>
      <p:sp>
        <p:nvSpPr>
          <p:cNvPr id="3" name="Google Shape;670;p39">
            <a:extLst>
              <a:ext uri="{FF2B5EF4-FFF2-40B4-BE49-F238E27FC236}">
                <a16:creationId xmlns:a16="http://schemas.microsoft.com/office/drawing/2014/main" id="{C785F6B7-6BA1-48C5-4B99-CCB6091D9E58}"/>
              </a:ext>
            </a:extLst>
          </p:cNvPr>
          <p:cNvSpPr txBox="1">
            <a:spLocks/>
          </p:cNvSpPr>
          <p:nvPr/>
        </p:nvSpPr>
        <p:spPr>
          <a:xfrm>
            <a:off x="1822046" y="3549158"/>
            <a:ext cx="3359639" cy="47332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2000" dirty="0" err="1">
                <a:latin typeface="Maven Pro" panose="020B0604020202020204" charset="-94"/>
              </a:rPr>
              <a:t>Support</a:t>
            </a:r>
            <a:r>
              <a:rPr lang="tr-TR" sz="2000" dirty="0">
                <a:latin typeface="Maven Pro" panose="020B0604020202020204" charset="-94"/>
              </a:rPr>
              <a:t> </a:t>
            </a:r>
            <a:r>
              <a:rPr lang="tr-TR" sz="2000" dirty="0" err="1">
                <a:latin typeface="Maven Pro" panose="020B0604020202020204" charset="-94"/>
              </a:rPr>
              <a:t>Vector</a:t>
            </a:r>
            <a:r>
              <a:rPr lang="tr-TR" sz="2000" dirty="0">
                <a:latin typeface="Maven Pro" panose="020B0604020202020204" charset="-94"/>
              </a:rPr>
              <a:t> Machine</a:t>
            </a:r>
          </a:p>
        </p:txBody>
      </p:sp>
      <p:sp>
        <p:nvSpPr>
          <p:cNvPr id="4" name="Google Shape;663;p39">
            <a:extLst>
              <a:ext uri="{FF2B5EF4-FFF2-40B4-BE49-F238E27FC236}">
                <a16:creationId xmlns:a16="http://schemas.microsoft.com/office/drawing/2014/main" id="{269E199C-8BA6-DCFA-5040-4393AC203C21}"/>
              </a:ext>
            </a:extLst>
          </p:cNvPr>
          <p:cNvSpPr txBox="1">
            <a:spLocks/>
          </p:cNvSpPr>
          <p:nvPr/>
        </p:nvSpPr>
        <p:spPr>
          <a:xfrm>
            <a:off x="1835165" y="3864387"/>
            <a:ext cx="4448125" cy="309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lvl="0" indent="0" algn="l" rtl="0">
              <a:spcBef>
                <a:spcPts val="0"/>
              </a:spcBef>
              <a:spcAft>
                <a:spcPts val="0"/>
              </a:spcAft>
              <a:buNone/>
            </a:pPr>
            <a:r>
              <a:rPr lang="tr-TR" sz="1050" dirty="0"/>
              <a:t>KNN Tanımı, Matematiksel Mantığı</a:t>
            </a:r>
          </a:p>
        </p:txBody>
      </p:sp>
      <p:sp>
        <p:nvSpPr>
          <p:cNvPr id="5" name="Google Shape;663;p39">
            <a:extLst>
              <a:ext uri="{FF2B5EF4-FFF2-40B4-BE49-F238E27FC236}">
                <a16:creationId xmlns:a16="http://schemas.microsoft.com/office/drawing/2014/main" id="{D1F943E6-BCA8-6E22-A57B-1F4D82C316E3}"/>
              </a:ext>
            </a:extLst>
          </p:cNvPr>
          <p:cNvSpPr txBox="1">
            <a:spLocks/>
          </p:cNvSpPr>
          <p:nvPr/>
        </p:nvSpPr>
        <p:spPr>
          <a:xfrm>
            <a:off x="1822046" y="4647769"/>
            <a:ext cx="2618336" cy="3095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lvl="0" indent="0" algn="l" rtl="0">
              <a:spcBef>
                <a:spcPts val="0"/>
              </a:spcBef>
              <a:spcAft>
                <a:spcPts val="0"/>
              </a:spcAft>
              <a:buNone/>
            </a:pPr>
            <a:r>
              <a:rPr lang="tr-TR" sz="1050" dirty="0"/>
              <a:t>NB Tanımı, Matematiksel Mantığı</a:t>
            </a:r>
          </a:p>
        </p:txBody>
      </p:sp>
      <p:sp>
        <p:nvSpPr>
          <p:cNvPr id="6" name="Google Shape;666;p39">
            <a:extLst>
              <a:ext uri="{FF2B5EF4-FFF2-40B4-BE49-F238E27FC236}">
                <a16:creationId xmlns:a16="http://schemas.microsoft.com/office/drawing/2014/main" id="{FD3D229C-E8ED-86AB-A1C4-D4BE61127EB3}"/>
              </a:ext>
            </a:extLst>
          </p:cNvPr>
          <p:cNvSpPr txBox="1">
            <a:spLocks/>
          </p:cNvSpPr>
          <p:nvPr/>
        </p:nvSpPr>
        <p:spPr>
          <a:xfrm>
            <a:off x="1074227" y="4224075"/>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useoModerno Medium"/>
              <a:buNone/>
              <a:defRPr sz="3000" b="0" i="0" u="none" strike="noStrike" cap="none">
                <a:solidFill>
                  <a:schemeClr val="accent1"/>
                </a:solidFill>
                <a:latin typeface="MuseoModerno Medium"/>
                <a:ea typeface="MuseoModerno Medium"/>
                <a:cs typeface="MuseoModerno Medium"/>
                <a:sym typeface="MuseoModerno Medium"/>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05</a:t>
            </a:r>
          </a:p>
        </p:txBody>
      </p:sp>
      <p:sp>
        <p:nvSpPr>
          <p:cNvPr id="7" name="Google Shape;670;p39">
            <a:extLst>
              <a:ext uri="{FF2B5EF4-FFF2-40B4-BE49-F238E27FC236}">
                <a16:creationId xmlns:a16="http://schemas.microsoft.com/office/drawing/2014/main" id="{69704C87-24E7-B94A-EA27-9C88B82923A3}"/>
              </a:ext>
            </a:extLst>
          </p:cNvPr>
          <p:cNvSpPr txBox="1">
            <a:spLocks/>
          </p:cNvSpPr>
          <p:nvPr/>
        </p:nvSpPr>
        <p:spPr>
          <a:xfrm>
            <a:off x="1808927" y="4303463"/>
            <a:ext cx="3359639" cy="47332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2000" dirty="0">
                <a:latin typeface="Maven Pro" panose="020B0604020202020204" charset="-94"/>
              </a:rPr>
              <a:t>K-</a:t>
            </a:r>
            <a:r>
              <a:rPr lang="tr-TR" sz="2000" dirty="0" err="1">
                <a:latin typeface="Maven Pro" panose="020B0604020202020204" charset="-94"/>
              </a:rPr>
              <a:t>Nearest</a:t>
            </a:r>
            <a:r>
              <a:rPr lang="tr-TR" sz="2000" dirty="0">
                <a:latin typeface="Maven Pro" panose="020B0604020202020204" charset="-94"/>
              </a:rPr>
              <a:t> </a:t>
            </a:r>
            <a:r>
              <a:rPr lang="tr-TR" sz="2000" dirty="0" err="1">
                <a:latin typeface="Maven Pro" panose="020B0604020202020204" charset="-94"/>
              </a:rPr>
              <a:t>Neighbor</a:t>
            </a:r>
            <a:endParaRPr lang="tr-TR" sz="2000" dirty="0">
              <a:latin typeface="Maven Pro" panose="020B0604020202020204" charset="-9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66"/>
                                        </p:tgtEl>
                                        <p:attrNameLst>
                                          <p:attrName>style.visibility</p:attrName>
                                        </p:attrNameLst>
                                      </p:cBhvr>
                                      <p:to>
                                        <p:strVal val="visible"/>
                                      </p:to>
                                    </p:set>
                                    <p:animEffect transition="in" filter="fade">
                                      <p:cBhvr>
                                        <p:cTn id="7" dur="1000"/>
                                        <p:tgtEl>
                                          <p:spTgt spid="666"/>
                                        </p:tgtEl>
                                      </p:cBhvr>
                                    </p:animEffect>
                                    <p:anim calcmode="lin" valueType="num">
                                      <p:cBhvr>
                                        <p:cTn id="8" dur="1000" fill="hold"/>
                                        <p:tgtEl>
                                          <p:spTgt spid="666"/>
                                        </p:tgtEl>
                                        <p:attrNameLst>
                                          <p:attrName>ppt_x</p:attrName>
                                        </p:attrNameLst>
                                      </p:cBhvr>
                                      <p:tavLst>
                                        <p:tav tm="0">
                                          <p:val>
                                            <p:strVal val="#ppt_x"/>
                                          </p:val>
                                        </p:tav>
                                        <p:tav tm="100000">
                                          <p:val>
                                            <p:strVal val="#ppt_x"/>
                                          </p:val>
                                        </p:tav>
                                      </p:tavLst>
                                    </p:anim>
                                    <p:anim calcmode="lin" valueType="num">
                                      <p:cBhvr>
                                        <p:cTn id="9" dur="1000" fill="hold"/>
                                        <p:tgtEl>
                                          <p:spTgt spid="66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70">
                                            <p:txEl>
                                              <p:pRg st="0" end="0"/>
                                            </p:txEl>
                                          </p:spTgt>
                                        </p:tgtEl>
                                        <p:attrNameLst>
                                          <p:attrName>style.visibility</p:attrName>
                                        </p:attrNameLst>
                                      </p:cBhvr>
                                      <p:to>
                                        <p:strVal val="visible"/>
                                      </p:to>
                                    </p:set>
                                    <p:animEffect transition="in" filter="fade">
                                      <p:cBhvr>
                                        <p:cTn id="12" dur="1000"/>
                                        <p:tgtEl>
                                          <p:spTgt spid="670">
                                            <p:txEl>
                                              <p:pRg st="0" end="0"/>
                                            </p:txEl>
                                          </p:spTgt>
                                        </p:tgtEl>
                                      </p:cBhvr>
                                    </p:animEffect>
                                    <p:anim calcmode="lin" valueType="num">
                                      <p:cBhvr>
                                        <p:cTn id="13" dur="1000" fill="hold"/>
                                        <p:tgtEl>
                                          <p:spTgt spid="67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70">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63">
                                            <p:txEl>
                                              <p:pRg st="0" end="0"/>
                                            </p:txEl>
                                          </p:spTgt>
                                        </p:tgtEl>
                                        <p:attrNameLst>
                                          <p:attrName>style.visibility</p:attrName>
                                        </p:attrNameLst>
                                      </p:cBhvr>
                                      <p:to>
                                        <p:strVal val="visible"/>
                                      </p:to>
                                    </p:set>
                                    <p:animEffect transition="in" filter="fade">
                                      <p:cBhvr>
                                        <p:cTn id="17" dur="1000"/>
                                        <p:tgtEl>
                                          <p:spTgt spid="663">
                                            <p:txEl>
                                              <p:pRg st="0" end="0"/>
                                            </p:txEl>
                                          </p:spTgt>
                                        </p:tgtEl>
                                      </p:cBhvr>
                                    </p:animEffect>
                                    <p:anim calcmode="lin" valueType="num">
                                      <p:cBhvr>
                                        <p:cTn id="18" dur="1000" fill="hold"/>
                                        <p:tgtEl>
                                          <p:spTgt spid="66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6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90"/>
                                        </p:tgtEl>
                                        <p:attrNameLst>
                                          <p:attrName>style.visibility</p:attrName>
                                        </p:attrNameLst>
                                      </p:cBhvr>
                                      <p:to>
                                        <p:strVal val="visible"/>
                                      </p:to>
                                    </p:set>
                                    <p:animEffect transition="in" filter="fade">
                                      <p:cBhvr>
                                        <p:cTn id="24" dur="1000"/>
                                        <p:tgtEl>
                                          <p:spTgt spid="690"/>
                                        </p:tgtEl>
                                      </p:cBhvr>
                                    </p:animEffect>
                                    <p:anim calcmode="lin" valueType="num">
                                      <p:cBhvr>
                                        <p:cTn id="25" dur="1000" fill="hold"/>
                                        <p:tgtEl>
                                          <p:spTgt spid="690"/>
                                        </p:tgtEl>
                                        <p:attrNameLst>
                                          <p:attrName>ppt_x</p:attrName>
                                        </p:attrNameLst>
                                      </p:cBhvr>
                                      <p:tavLst>
                                        <p:tav tm="0">
                                          <p:val>
                                            <p:strVal val="#ppt_x"/>
                                          </p:val>
                                        </p:tav>
                                        <p:tav tm="100000">
                                          <p:val>
                                            <p:strVal val="#ppt_x"/>
                                          </p:val>
                                        </p:tav>
                                      </p:tavLst>
                                    </p:anim>
                                    <p:anim calcmode="lin" valueType="num">
                                      <p:cBhvr>
                                        <p:cTn id="26" dur="1000" fill="hold"/>
                                        <p:tgtEl>
                                          <p:spTgt spid="69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91"/>
                                        </p:tgtEl>
                                        <p:attrNameLst>
                                          <p:attrName>style.visibility</p:attrName>
                                        </p:attrNameLst>
                                      </p:cBhvr>
                                      <p:to>
                                        <p:strVal val="visible"/>
                                      </p:to>
                                    </p:set>
                                    <p:animEffect transition="in" filter="fade">
                                      <p:cBhvr>
                                        <p:cTn id="29" dur="1000"/>
                                        <p:tgtEl>
                                          <p:spTgt spid="691"/>
                                        </p:tgtEl>
                                      </p:cBhvr>
                                    </p:animEffect>
                                    <p:anim calcmode="lin" valueType="num">
                                      <p:cBhvr>
                                        <p:cTn id="30" dur="1000" fill="hold"/>
                                        <p:tgtEl>
                                          <p:spTgt spid="691"/>
                                        </p:tgtEl>
                                        <p:attrNameLst>
                                          <p:attrName>ppt_x</p:attrName>
                                        </p:attrNameLst>
                                      </p:cBhvr>
                                      <p:tavLst>
                                        <p:tav tm="0">
                                          <p:val>
                                            <p:strVal val="#ppt_x"/>
                                          </p:val>
                                        </p:tav>
                                        <p:tav tm="100000">
                                          <p:val>
                                            <p:strVal val="#ppt_x"/>
                                          </p:val>
                                        </p:tav>
                                      </p:tavLst>
                                    </p:anim>
                                    <p:anim calcmode="lin" valueType="num">
                                      <p:cBhvr>
                                        <p:cTn id="31" dur="1000" fill="hold"/>
                                        <p:tgtEl>
                                          <p:spTgt spid="69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92"/>
                                        </p:tgtEl>
                                        <p:attrNameLst>
                                          <p:attrName>style.visibility</p:attrName>
                                        </p:attrNameLst>
                                      </p:cBhvr>
                                      <p:to>
                                        <p:strVal val="visible"/>
                                      </p:to>
                                    </p:set>
                                    <p:animEffect transition="in" filter="fade">
                                      <p:cBhvr>
                                        <p:cTn id="34" dur="1000"/>
                                        <p:tgtEl>
                                          <p:spTgt spid="692"/>
                                        </p:tgtEl>
                                      </p:cBhvr>
                                    </p:animEffect>
                                    <p:anim calcmode="lin" valueType="num">
                                      <p:cBhvr>
                                        <p:cTn id="35" dur="1000" fill="hold"/>
                                        <p:tgtEl>
                                          <p:spTgt spid="692"/>
                                        </p:tgtEl>
                                        <p:attrNameLst>
                                          <p:attrName>ppt_x</p:attrName>
                                        </p:attrNameLst>
                                      </p:cBhvr>
                                      <p:tavLst>
                                        <p:tav tm="0">
                                          <p:val>
                                            <p:strVal val="#ppt_x"/>
                                          </p:val>
                                        </p:tav>
                                        <p:tav tm="100000">
                                          <p:val>
                                            <p:strVal val="#ppt_x"/>
                                          </p:val>
                                        </p:tav>
                                      </p:tavLst>
                                    </p:anim>
                                    <p:anim calcmode="lin" valueType="num">
                                      <p:cBhvr>
                                        <p:cTn id="36" dur="1000" fill="hold"/>
                                        <p:tgtEl>
                                          <p:spTgt spid="692"/>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93"/>
                                        </p:tgtEl>
                                        <p:attrNameLst>
                                          <p:attrName>style.visibility</p:attrName>
                                        </p:attrNameLst>
                                      </p:cBhvr>
                                      <p:to>
                                        <p:strVal val="visible"/>
                                      </p:to>
                                    </p:set>
                                    <p:animEffect transition="in" filter="fade">
                                      <p:cBhvr>
                                        <p:cTn id="41" dur="1000"/>
                                        <p:tgtEl>
                                          <p:spTgt spid="693"/>
                                        </p:tgtEl>
                                      </p:cBhvr>
                                    </p:animEffect>
                                    <p:anim calcmode="lin" valueType="num">
                                      <p:cBhvr>
                                        <p:cTn id="42" dur="1000" fill="hold"/>
                                        <p:tgtEl>
                                          <p:spTgt spid="693"/>
                                        </p:tgtEl>
                                        <p:attrNameLst>
                                          <p:attrName>ppt_x</p:attrName>
                                        </p:attrNameLst>
                                      </p:cBhvr>
                                      <p:tavLst>
                                        <p:tav tm="0">
                                          <p:val>
                                            <p:strVal val="#ppt_x"/>
                                          </p:val>
                                        </p:tav>
                                        <p:tav tm="100000">
                                          <p:val>
                                            <p:strVal val="#ppt_x"/>
                                          </p:val>
                                        </p:tav>
                                      </p:tavLst>
                                    </p:anim>
                                    <p:anim calcmode="lin" valueType="num">
                                      <p:cBhvr>
                                        <p:cTn id="43" dur="1000" fill="hold"/>
                                        <p:tgtEl>
                                          <p:spTgt spid="693"/>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694"/>
                                        </p:tgtEl>
                                        <p:attrNameLst>
                                          <p:attrName>style.visibility</p:attrName>
                                        </p:attrNameLst>
                                      </p:cBhvr>
                                      <p:to>
                                        <p:strVal val="visible"/>
                                      </p:to>
                                    </p:set>
                                    <p:animEffect transition="in" filter="fade">
                                      <p:cBhvr>
                                        <p:cTn id="46" dur="1000"/>
                                        <p:tgtEl>
                                          <p:spTgt spid="694"/>
                                        </p:tgtEl>
                                      </p:cBhvr>
                                    </p:animEffect>
                                    <p:anim calcmode="lin" valueType="num">
                                      <p:cBhvr>
                                        <p:cTn id="47" dur="1000" fill="hold"/>
                                        <p:tgtEl>
                                          <p:spTgt spid="694"/>
                                        </p:tgtEl>
                                        <p:attrNameLst>
                                          <p:attrName>ppt_x</p:attrName>
                                        </p:attrNameLst>
                                      </p:cBhvr>
                                      <p:tavLst>
                                        <p:tav tm="0">
                                          <p:val>
                                            <p:strVal val="#ppt_x"/>
                                          </p:val>
                                        </p:tav>
                                        <p:tav tm="100000">
                                          <p:val>
                                            <p:strVal val="#ppt_x"/>
                                          </p:val>
                                        </p:tav>
                                      </p:tavLst>
                                    </p:anim>
                                    <p:anim calcmode="lin" valueType="num">
                                      <p:cBhvr>
                                        <p:cTn id="48" dur="1000" fill="hold"/>
                                        <p:tgtEl>
                                          <p:spTgt spid="694"/>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695"/>
                                        </p:tgtEl>
                                        <p:attrNameLst>
                                          <p:attrName>style.visibility</p:attrName>
                                        </p:attrNameLst>
                                      </p:cBhvr>
                                      <p:to>
                                        <p:strVal val="visible"/>
                                      </p:to>
                                    </p:set>
                                    <p:animEffect transition="in" filter="fade">
                                      <p:cBhvr>
                                        <p:cTn id="51" dur="1000"/>
                                        <p:tgtEl>
                                          <p:spTgt spid="695"/>
                                        </p:tgtEl>
                                      </p:cBhvr>
                                    </p:animEffect>
                                    <p:anim calcmode="lin" valueType="num">
                                      <p:cBhvr>
                                        <p:cTn id="52" dur="1000" fill="hold"/>
                                        <p:tgtEl>
                                          <p:spTgt spid="695"/>
                                        </p:tgtEl>
                                        <p:attrNameLst>
                                          <p:attrName>ppt_x</p:attrName>
                                        </p:attrNameLst>
                                      </p:cBhvr>
                                      <p:tavLst>
                                        <p:tav tm="0">
                                          <p:val>
                                            <p:strVal val="#ppt_x"/>
                                          </p:val>
                                        </p:tav>
                                        <p:tav tm="100000">
                                          <p:val>
                                            <p:strVal val="#ppt_x"/>
                                          </p:val>
                                        </p:tav>
                                      </p:tavLst>
                                    </p:anim>
                                    <p:anim calcmode="lin" valueType="num">
                                      <p:cBhvr>
                                        <p:cTn id="53" dur="1000" fill="hold"/>
                                        <p:tgtEl>
                                          <p:spTgt spid="695"/>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
                                        </p:tgtEl>
                                        <p:attrNameLst>
                                          <p:attrName>style.visibility</p:attrName>
                                        </p:attrNameLst>
                                      </p:cBhvr>
                                      <p:to>
                                        <p:strVal val="visible"/>
                                      </p:to>
                                    </p:set>
                                    <p:animEffect transition="in" filter="fade">
                                      <p:cBhvr>
                                        <p:cTn id="58" dur="1000"/>
                                        <p:tgtEl>
                                          <p:spTgt spid="2"/>
                                        </p:tgtEl>
                                      </p:cBhvr>
                                    </p:animEffect>
                                    <p:anim calcmode="lin" valueType="num">
                                      <p:cBhvr>
                                        <p:cTn id="59" dur="1000" fill="hold"/>
                                        <p:tgtEl>
                                          <p:spTgt spid="2"/>
                                        </p:tgtEl>
                                        <p:attrNameLst>
                                          <p:attrName>ppt_x</p:attrName>
                                        </p:attrNameLst>
                                      </p:cBhvr>
                                      <p:tavLst>
                                        <p:tav tm="0">
                                          <p:val>
                                            <p:strVal val="#ppt_x"/>
                                          </p:val>
                                        </p:tav>
                                        <p:tav tm="100000">
                                          <p:val>
                                            <p:strVal val="#ppt_x"/>
                                          </p:val>
                                        </p:tav>
                                      </p:tavLst>
                                    </p:anim>
                                    <p:anim calcmode="lin" valueType="num">
                                      <p:cBhvr>
                                        <p:cTn id="60" dur="1000" fill="hold"/>
                                        <p:tgtEl>
                                          <p:spTgt spid="2"/>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
                                        </p:tgtEl>
                                        <p:attrNameLst>
                                          <p:attrName>style.visibility</p:attrName>
                                        </p:attrNameLst>
                                      </p:cBhvr>
                                      <p:to>
                                        <p:strVal val="visible"/>
                                      </p:to>
                                    </p:set>
                                    <p:animEffect transition="in" filter="fade">
                                      <p:cBhvr>
                                        <p:cTn id="63" dur="1000"/>
                                        <p:tgtEl>
                                          <p:spTgt spid="4"/>
                                        </p:tgtEl>
                                      </p:cBhvr>
                                    </p:animEffect>
                                    <p:anim calcmode="lin" valueType="num">
                                      <p:cBhvr>
                                        <p:cTn id="64" dur="1000" fill="hold"/>
                                        <p:tgtEl>
                                          <p:spTgt spid="4"/>
                                        </p:tgtEl>
                                        <p:attrNameLst>
                                          <p:attrName>ppt_x</p:attrName>
                                        </p:attrNameLst>
                                      </p:cBhvr>
                                      <p:tavLst>
                                        <p:tav tm="0">
                                          <p:val>
                                            <p:strVal val="#ppt_x"/>
                                          </p:val>
                                        </p:tav>
                                        <p:tav tm="100000">
                                          <p:val>
                                            <p:strVal val="#ppt_x"/>
                                          </p:val>
                                        </p:tav>
                                      </p:tavLst>
                                    </p:anim>
                                    <p:anim calcmode="lin" valueType="num">
                                      <p:cBhvr>
                                        <p:cTn id="65" dur="1000" fill="hold"/>
                                        <p:tgtEl>
                                          <p:spTgt spid="4"/>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fade">
                                      <p:cBhvr>
                                        <p:cTn id="68" dur="1000"/>
                                        <p:tgtEl>
                                          <p:spTgt spid="3"/>
                                        </p:tgtEl>
                                      </p:cBhvr>
                                    </p:animEffect>
                                    <p:anim calcmode="lin" valueType="num">
                                      <p:cBhvr>
                                        <p:cTn id="69" dur="1000" fill="hold"/>
                                        <p:tgtEl>
                                          <p:spTgt spid="3"/>
                                        </p:tgtEl>
                                        <p:attrNameLst>
                                          <p:attrName>ppt_x</p:attrName>
                                        </p:attrNameLst>
                                      </p:cBhvr>
                                      <p:tavLst>
                                        <p:tav tm="0">
                                          <p:val>
                                            <p:strVal val="#ppt_x"/>
                                          </p:val>
                                        </p:tav>
                                        <p:tav tm="100000">
                                          <p:val>
                                            <p:strVal val="#ppt_x"/>
                                          </p:val>
                                        </p:tav>
                                      </p:tavLst>
                                    </p:anim>
                                    <p:anim calcmode="lin" valueType="num">
                                      <p:cBhvr>
                                        <p:cTn id="7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6"/>
                                        </p:tgtEl>
                                        <p:attrNameLst>
                                          <p:attrName>style.visibility</p:attrName>
                                        </p:attrNameLst>
                                      </p:cBhvr>
                                      <p:to>
                                        <p:strVal val="visible"/>
                                      </p:to>
                                    </p:set>
                                    <p:animEffect transition="in" filter="fade">
                                      <p:cBhvr>
                                        <p:cTn id="75" dur="1000"/>
                                        <p:tgtEl>
                                          <p:spTgt spid="6"/>
                                        </p:tgtEl>
                                      </p:cBhvr>
                                    </p:animEffect>
                                    <p:anim calcmode="lin" valueType="num">
                                      <p:cBhvr>
                                        <p:cTn id="76" dur="1000" fill="hold"/>
                                        <p:tgtEl>
                                          <p:spTgt spid="6"/>
                                        </p:tgtEl>
                                        <p:attrNameLst>
                                          <p:attrName>ppt_x</p:attrName>
                                        </p:attrNameLst>
                                      </p:cBhvr>
                                      <p:tavLst>
                                        <p:tav tm="0">
                                          <p:val>
                                            <p:strVal val="#ppt_x"/>
                                          </p:val>
                                        </p:tav>
                                        <p:tav tm="100000">
                                          <p:val>
                                            <p:strVal val="#ppt_x"/>
                                          </p:val>
                                        </p:tav>
                                      </p:tavLst>
                                    </p:anim>
                                    <p:anim calcmode="lin" valueType="num">
                                      <p:cBhvr>
                                        <p:cTn id="77" dur="1000" fill="hold"/>
                                        <p:tgtEl>
                                          <p:spTgt spid="6"/>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fade">
                                      <p:cBhvr>
                                        <p:cTn id="80" dur="1000"/>
                                        <p:tgtEl>
                                          <p:spTgt spid="7"/>
                                        </p:tgtEl>
                                      </p:cBhvr>
                                    </p:animEffect>
                                    <p:anim calcmode="lin" valueType="num">
                                      <p:cBhvr>
                                        <p:cTn id="81" dur="1000" fill="hold"/>
                                        <p:tgtEl>
                                          <p:spTgt spid="7"/>
                                        </p:tgtEl>
                                        <p:attrNameLst>
                                          <p:attrName>ppt_x</p:attrName>
                                        </p:attrNameLst>
                                      </p:cBhvr>
                                      <p:tavLst>
                                        <p:tav tm="0">
                                          <p:val>
                                            <p:strVal val="#ppt_x"/>
                                          </p:val>
                                        </p:tav>
                                        <p:tav tm="100000">
                                          <p:val>
                                            <p:strVal val="#ppt_x"/>
                                          </p:val>
                                        </p:tav>
                                      </p:tavLst>
                                    </p:anim>
                                    <p:anim calcmode="lin" valueType="num">
                                      <p:cBhvr>
                                        <p:cTn id="82" dur="1000" fill="hold"/>
                                        <p:tgtEl>
                                          <p:spTgt spid="7"/>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5"/>
                                        </p:tgtEl>
                                        <p:attrNameLst>
                                          <p:attrName>style.visibility</p:attrName>
                                        </p:attrNameLst>
                                      </p:cBhvr>
                                      <p:to>
                                        <p:strVal val="visible"/>
                                      </p:to>
                                    </p:set>
                                    <p:animEffect transition="in" filter="fade">
                                      <p:cBhvr>
                                        <p:cTn id="85" dur="1000"/>
                                        <p:tgtEl>
                                          <p:spTgt spid="5"/>
                                        </p:tgtEl>
                                      </p:cBhvr>
                                    </p:animEffect>
                                    <p:anim calcmode="lin" valueType="num">
                                      <p:cBhvr>
                                        <p:cTn id="86" dur="1000" fill="hold"/>
                                        <p:tgtEl>
                                          <p:spTgt spid="5"/>
                                        </p:tgtEl>
                                        <p:attrNameLst>
                                          <p:attrName>ppt_x</p:attrName>
                                        </p:attrNameLst>
                                      </p:cBhvr>
                                      <p:tavLst>
                                        <p:tav tm="0">
                                          <p:val>
                                            <p:strVal val="#ppt_x"/>
                                          </p:val>
                                        </p:tav>
                                        <p:tav tm="100000">
                                          <p:val>
                                            <p:strVal val="#ppt_x"/>
                                          </p:val>
                                        </p:tav>
                                      </p:tavLst>
                                    </p:anim>
                                    <p:anim calcmode="lin" valueType="num">
                                      <p:cBhvr>
                                        <p:cTn id="87"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 grpId="0" build="p"/>
      <p:bldP spid="666" grpId="0"/>
      <p:bldP spid="670" grpId="0" build="p"/>
      <p:bldP spid="690" grpId="0"/>
      <p:bldP spid="691" grpId="0"/>
      <p:bldP spid="692" grpId="0"/>
      <p:bldP spid="693" grpId="0"/>
      <p:bldP spid="694" grpId="0"/>
      <p:bldP spid="695" grpId="0"/>
      <p:bldP spid="2" grpId="0"/>
      <p:bldP spid="3" grpId="0"/>
      <p:bldP spid="4" grpId="0"/>
      <p:bldP spid="5" grpId="0"/>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dirty="0"/>
              <a:t>Ders Akışı</a:t>
            </a:r>
            <a:endParaRPr dirty="0"/>
          </a:p>
        </p:txBody>
      </p:sp>
      <p:sp>
        <p:nvSpPr>
          <p:cNvPr id="663" name="Google Shape;663;p39"/>
          <p:cNvSpPr txBox="1">
            <a:spLocks noGrp="1"/>
          </p:cNvSpPr>
          <p:nvPr>
            <p:ph type="subTitle" idx="1"/>
          </p:nvPr>
        </p:nvSpPr>
        <p:spPr>
          <a:xfrm>
            <a:off x="1835164" y="1665613"/>
            <a:ext cx="2681417" cy="30959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sz="1050" dirty="0"/>
              <a:t>DT Tanımı, Matematiksel Mantığı</a:t>
            </a:r>
            <a:endParaRPr sz="1050" dirty="0"/>
          </a:p>
        </p:txBody>
      </p:sp>
      <p:sp>
        <p:nvSpPr>
          <p:cNvPr id="666" name="Google Shape;666;p39"/>
          <p:cNvSpPr txBox="1">
            <a:spLocks noGrp="1"/>
          </p:cNvSpPr>
          <p:nvPr>
            <p:ph type="title" idx="5"/>
          </p:nvPr>
        </p:nvSpPr>
        <p:spPr>
          <a:xfrm>
            <a:off x="1087346" y="1241919"/>
            <a:ext cx="734700" cy="632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6</a:t>
            </a:r>
            <a:endParaRPr dirty="0"/>
          </a:p>
        </p:txBody>
      </p:sp>
      <p:sp>
        <p:nvSpPr>
          <p:cNvPr id="670" name="Google Shape;670;p39"/>
          <p:cNvSpPr txBox="1">
            <a:spLocks noGrp="1"/>
          </p:cNvSpPr>
          <p:nvPr>
            <p:ph type="subTitle" idx="9"/>
          </p:nvPr>
        </p:nvSpPr>
        <p:spPr>
          <a:xfrm>
            <a:off x="1822046" y="1321307"/>
            <a:ext cx="3359639" cy="47332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tr-TR" sz="2000" dirty="0" err="1">
                <a:latin typeface="Maven Pro" panose="020B0604020202020204" charset="-94"/>
              </a:rPr>
              <a:t>Naive</a:t>
            </a:r>
            <a:r>
              <a:rPr lang="tr-TR" sz="2000" dirty="0">
                <a:latin typeface="Maven Pro" panose="020B0604020202020204" charset="-94"/>
              </a:rPr>
              <a:t> </a:t>
            </a:r>
            <a:r>
              <a:rPr lang="tr-TR" sz="2000" dirty="0" err="1">
                <a:latin typeface="Maven Pro" panose="020B0604020202020204" charset="-94"/>
              </a:rPr>
              <a:t>Bayes</a:t>
            </a:r>
            <a:endParaRPr sz="2000" dirty="0">
              <a:latin typeface="Maven Pro" panose="020B0604020202020204" charset="-94"/>
            </a:endParaRPr>
          </a:p>
        </p:txBody>
      </p:sp>
      <p:sp>
        <p:nvSpPr>
          <p:cNvPr id="690" name="Google Shape;666;p39">
            <a:extLst>
              <a:ext uri="{FF2B5EF4-FFF2-40B4-BE49-F238E27FC236}">
                <a16:creationId xmlns:a16="http://schemas.microsoft.com/office/drawing/2014/main" id="{F5F02D75-1C57-2A9B-1DF8-116B5DF949C4}"/>
              </a:ext>
            </a:extLst>
          </p:cNvPr>
          <p:cNvSpPr txBox="1">
            <a:spLocks/>
          </p:cNvSpPr>
          <p:nvPr/>
        </p:nvSpPr>
        <p:spPr>
          <a:xfrm>
            <a:off x="1087346" y="2092425"/>
            <a:ext cx="734700" cy="63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useoModerno Medium"/>
              <a:buNone/>
              <a:defRPr sz="3000" b="0" i="0" u="none" strike="noStrike" cap="none">
                <a:solidFill>
                  <a:schemeClr val="accent1"/>
                </a:solidFill>
                <a:latin typeface="MuseoModerno Medium"/>
                <a:ea typeface="MuseoModerno Medium"/>
                <a:cs typeface="MuseoModerno Medium"/>
                <a:sym typeface="MuseoModerno Medium"/>
              </a:defRPr>
            </a:lvl1pPr>
            <a:lvl2pPr marR="0" lvl="1"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l"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 dirty="0"/>
              <a:t>0</a:t>
            </a:r>
            <a:r>
              <a:rPr lang="tr-TR" dirty="0"/>
              <a:t>7</a:t>
            </a:r>
            <a:endParaRPr lang="en" dirty="0"/>
          </a:p>
        </p:txBody>
      </p:sp>
      <p:sp>
        <p:nvSpPr>
          <p:cNvPr id="691" name="Google Shape;670;p39">
            <a:extLst>
              <a:ext uri="{FF2B5EF4-FFF2-40B4-BE49-F238E27FC236}">
                <a16:creationId xmlns:a16="http://schemas.microsoft.com/office/drawing/2014/main" id="{5D0E5306-630E-C27F-9BD4-DA67B4F4CEA0}"/>
              </a:ext>
            </a:extLst>
          </p:cNvPr>
          <p:cNvSpPr txBox="1">
            <a:spLocks/>
          </p:cNvSpPr>
          <p:nvPr/>
        </p:nvSpPr>
        <p:spPr>
          <a:xfrm>
            <a:off x="1822046" y="2183297"/>
            <a:ext cx="5015172" cy="77690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2000" dirty="0">
                <a:latin typeface="Maven Pro" panose="020B0604020202020204" charset="-94"/>
              </a:rPr>
              <a:t>Sınıflandırma Modellerinin Performans Değerlendirme Metrikleri</a:t>
            </a:r>
          </a:p>
        </p:txBody>
      </p:sp>
      <p:sp>
        <p:nvSpPr>
          <p:cNvPr id="692" name="Google Shape;663;p39">
            <a:extLst>
              <a:ext uri="{FF2B5EF4-FFF2-40B4-BE49-F238E27FC236}">
                <a16:creationId xmlns:a16="http://schemas.microsoft.com/office/drawing/2014/main" id="{6A7845D6-96CE-F2C9-12DE-10389437AC96}"/>
              </a:ext>
            </a:extLst>
          </p:cNvPr>
          <p:cNvSpPr txBox="1">
            <a:spLocks/>
          </p:cNvSpPr>
          <p:nvPr/>
        </p:nvSpPr>
        <p:spPr>
          <a:xfrm>
            <a:off x="1835164" y="2896279"/>
            <a:ext cx="4448125" cy="30959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lvl="0" indent="0" algn="l" rtl="0">
              <a:spcBef>
                <a:spcPts val="0"/>
              </a:spcBef>
              <a:spcAft>
                <a:spcPts val="0"/>
              </a:spcAft>
              <a:buNone/>
            </a:pPr>
            <a:r>
              <a:rPr lang="tr-TR" sz="1050" dirty="0"/>
              <a:t>Karmaşıklık Matrisi, Doğruluk, Kararlılık vs. tanımlamaları</a:t>
            </a:r>
          </a:p>
        </p:txBody>
      </p:sp>
      <p:pic>
        <p:nvPicPr>
          <p:cNvPr id="697" name="Resim 696" descr="logo, amblem, simge, sembol, ticari marka içeren bir resim&#10;&#10;Açıklama otomatik olarak oluşturuldu">
            <a:extLst>
              <a:ext uri="{FF2B5EF4-FFF2-40B4-BE49-F238E27FC236}">
                <a16:creationId xmlns:a16="http://schemas.microsoft.com/office/drawing/2014/main" id="{8DABD8C4-5EB3-9487-D9DF-ECDC0CC047B9}"/>
              </a:ext>
            </a:extLst>
          </p:cNvPr>
          <p:cNvPicPr>
            <a:picLocks noChangeAspect="1"/>
          </p:cNvPicPr>
          <p:nvPr/>
        </p:nvPicPr>
        <p:blipFill>
          <a:blip r:embed="rId3"/>
          <a:stretch>
            <a:fillRect/>
          </a:stretch>
        </p:blipFill>
        <p:spPr>
          <a:xfrm>
            <a:off x="8133994" y="-28411"/>
            <a:ext cx="1031509" cy="729231"/>
          </a:xfrm>
          <a:prstGeom prst="rect">
            <a:avLst/>
          </a:prstGeom>
        </p:spPr>
      </p:pic>
      <p:sp>
        <p:nvSpPr>
          <p:cNvPr id="698" name="Google Shape;670;p39">
            <a:extLst>
              <a:ext uri="{FF2B5EF4-FFF2-40B4-BE49-F238E27FC236}">
                <a16:creationId xmlns:a16="http://schemas.microsoft.com/office/drawing/2014/main" id="{2B26F8C9-D67C-A1F6-4309-BACBE9EF4BB6}"/>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4835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66"/>
                                        </p:tgtEl>
                                        <p:attrNameLst>
                                          <p:attrName>style.visibility</p:attrName>
                                        </p:attrNameLst>
                                      </p:cBhvr>
                                      <p:to>
                                        <p:strVal val="visible"/>
                                      </p:to>
                                    </p:set>
                                    <p:animEffect transition="in" filter="fade">
                                      <p:cBhvr>
                                        <p:cTn id="7" dur="1000"/>
                                        <p:tgtEl>
                                          <p:spTgt spid="666"/>
                                        </p:tgtEl>
                                      </p:cBhvr>
                                    </p:animEffect>
                                    <p:anim calcmode="lin" valueType="num">
                                      <p:cBhvr>
                                        <p:cTn id="8" dur="1000" fill="hold"/>
                                        <p:tgtEl>
                                          <p:spTgt spid="666"/>
                                        </p:tgtEl>
                                        <p:attrNameLst>
                                          <p:attrName>ppt_x</p:attrName>
                                        </p:attrNameLst>
                                      </p:cBhvr>
                                      <p:tavLst>
                                        <p:tav tm="0">
                                          <p:val>
                                            <p:strVal val="#ppt_x"/>
                                          </p:val>
                                        </p:tav>
                                        <p:tav tm="100000">
                                          <p:val>
                                            <p:strVal val="#ppt_x"/>
                                          </p:val>
                                        </p:tav>
                                      </p:tavLst>
                                    </p:anim>
                                    <p:anim calcmode="lin" valueType="num">
                                      <p:cBhvr>
                                        <p:cTn id="9" dur="1000" fill="hold"/>
                                        <p:tgtEl>
                                          <p:spTgt spid="66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70">
                                            <p:txEl>
                                              <p:pRg st="0" end="0"/>
                                            </p:txEl>
                                          </p:spTgt>
                                        </p:tgtEl>
                                        <p:attrNameLst>
                                          <p:attrName>style.visibility</p:attrName>
                                        </p:attrNameLst>
                                      </p:cBhvr>
                                      <p:to>
                                        <p:strVal val="visible"/>
                                      </p:to>
                                    </p:set>
                                    <p:animEffect transition="in" filter="fade">
                                      <p:cBhvr>
                                        <p:cTn id="12" dur="1000"/>
                                        <p:tgtEl>
                                          <p:spTgt spid="670">
                                            <p:txEl>
                                              <p:pRg st="0" end="0"/>
                                            </p:txEl>
                                          </p:spTgt>
                                        </p:tgtEl>
                                      </p:cBhvr>
                                    </p:animEffect>
                                    <p:anim calcmode="lin" valueType="num">
                                      <p:cBhvr>
                                        <p:cTn id="13" dur="1000" fill="hold"/>
                                        <p:tgtEl>
                                          <p:spTgt spid="670">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70">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63">
                                            <p:txEl>
                                              <p:pRg st="0" end="0"/>
                                            </p:txEl>
                                          </p:spTgt>
                                        </p:tgtEl>
                                        <p:attrNameLst>
                                          <p:attrName>style.visibility</p:attrName>
                                        </p:attrNameLst>
                                      </p:cBhvr>
                                      <p:to>
                                        <p:strVal val="visible"/>
                                      </p:to>
                                    </p:set>
                                    <p:animEffect transition="in" filter="fade">
                                      <p:cBhvr>
                                        <p:cTn id="17" dur="1000"/>
                                        <p:tgtEl>
                                          <p:spTgt spid="663">
                                            <p:txEl>
                                              <p:pRg st="0" end="0"/>
                                            </p:txEl>
                                          </p:spTgt>
                                        </p:tgtEl>
                                      </p:cBhvr>
                                    </p:animEffect>
                                    <p:anim calcmode="lin" valueType="num">
                                      <p:cBhvr>
                                        <p:cTn id="18" dur="1000" fill="hold"/>
                                        <p:tgtEl>
                                          <p:spTgt spid="663">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66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90"/>
                                        </p:tgtEl>
                                        <p:attrNameLst>
                                          <p:attrName>style.visibility</p:attrName>
                                        </p:attrNameLst>
                                      </p:cBhvr>
                                      <p:to>
                                        <p:strVal val="visible"/>
                                      </p:to>
                                    </p:set>
                                    <p:animEffect transition="in" filter="fade">
                                      <p:cBhvr>
                                        <p:cTn id="24" dur="1000"/>
                                        <p:tgtEl>
                                          <p:spTgt spid="690"/>
                                        </p:tgtEl>
                                      </p:cBhvr>
                                    </p:animEffect>
                                    <p:anim calcmode="lin" valueType="num">
                                      <p:cBhvr>
                                        <p:cTn id="25" dur="1000" fill="hold"/>
                                        <p:tgtEl>
                                          <p:spTgt spid="690"/>
                                        </p:tgtEl>
                                        <p:attrNameLst>
                                          <p:attrName>ppt_x</p:attrName>
                                        </p:attrNameLst>
                                      </p:cBhvr>
                                      <p:tavLst>
                                        <p:tav tm="0">
                                          <p:val>
                                            <p:strVal val="#ppt_x"/>
                                          </p:val>
                                        </p:tav>
                                        <p:tav tm="100000">
                                          <p:val>
                                            <p:strVal val="#ppt_x"/>
                                          </p:val>
                                        </p:tav>
                                      </p:tavLst>
                                    </p:anim>
                                    <p:anim calcmode="lin" valueType="num">
                                      <p:cBhvr>
                                        <p:cTn id="26" dur="1000" fill="hold"/>
                                        <p:tgtEl>
                                          <p:spTgt spid="69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91"/>
                                        </p:tgtEl>
                                        <p:attrNameLst>
                                          <p:attrName>style.visibility</p:attrName>
                                        </p:attrNameLst>
                                      </p:cBhvr>
                                      <p:to>
                                        <p:strVal val="visible"/>
                                      </p:to>
                                    </p:set>
                                    <p:animEffect transition="in" filter="fade">
                                      <p:cBhvr>
                                        <p:cTn id="29" dur="1000"/>
                                        <p:tgtEl>
                                          <p:spTgt spid="691"/>
                                        </p:tgtEl>
                                      </p:cBhvr>
                                    </p:animEffect>
                                    <p:anim calcmode="lin" valueType="num">
                                      <p:cBhvr>
                                        <p:cTn id="30" dur="1000" fill="hold"/>
                                        <p:tgtEl>
                                          <p:spTgt spid="691"/>
                                        </p:tgtEl>
                                        <p:attrNameLst>
                                          <p:attrName>ppt_x</p:attrName>
                                        </p:attrNameLst>
                                      </p:cBhvr>
                                      <p:tavLst>
                                        <p:tav tm="0">
                                          <p:val>
                                            <p:strVal val="#ppt_x"/>
                                          </p:val>
                                        </p:tav>
                                        <p:tav tm="100000">
                                          <p:val>
                                            <p:strVal val="#ppt_x"/>
                                          </p:val>
                                        </p:tav>
                                      </p:tavLst>
                                    </p:anim>
                                    <p:anim calcmode="lin" valueType="num">
                                      <p:cBhvr>
                                        <p:cTn id="31" dur="1000" fill="hold"/>
                                        <p:tgtEl>
                                          <p:spTgt spid="69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692"/>
                                        </p:tgtEl>
                                        <p:attrNameLst>
                                          <p:attrName>style.visibility</p:attrName>
                                        </p:attrNameLst>
                                      </p:cBhvr>
                                      <p:to>
                                        <p:strVal val="visible"/>
                                      </p:to>
                                    </p:set>
                                    <p:animEffect transition="in" filter="fade">
                                      <p:cBhvr>
                                        <p:cTn id="34" dur="1000"/>
                                        <p:tgtEl>
                                          <p:spTgt spid="692"/>
                                        </p:tgtEl>
                                      </p:cBhvr>
                                    </p:animEffect>
                                    <p:anim calcmode="lin" valueType="num">
                                      <p:cBhvr>
                                        <p:cTn id="35" dur="1000" fill="hold"/>
                                        <p:tgtEl>
                                          <p:spTgt spid="692"/>
                                        </p:tgtEl>
                                        <p:attrNameLst>
                                          <p:attrName>ppt_x</p:attrName>
                                        </p:attrNameLst>
                                      </p:cBhvr>
                                      <p:tavLst>
                                        <p:tav tm="0">
                                          <p:val>
                                            <p:strVal val="#ppt_x"/>
                                          </p:val>
                                        </p:tav>
                                        <p:tav tm="100000">
                                          <p:val>
                                            <p:strVal val="#ppt_x"/>
                                          </p:val>
                                        </p:tav>
                                      </p:tavLst>
                                    </p:anim>
                                    <p:anim calcmode="lin" valueType="num">
                                      <p:cBhvr>
                                        <p:cTn id="36" dur="1000" fill="hold"/>
                                        <p:tgtEl>
                                          <p:spTgt spid="6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3" grpId="0" build="p"/>
      <p:bldP spid="666" grpId="0"/>
      <p:bldP spid="670" grpId="0" build="p"/>
      <p:bldP spid="690" grpId="0"/>
      <p:bldP spid="691" grpId="0"/>
      <p:bldP spid="69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253" name="Google Shape;1253;p41"/>
          <p:cNvSpPr txBox="1">
            <a:spLocks noGrp="1"/>
          </p:cNvSpPr>
          <p:nvPr>
            <p:ph type="title"/>
          </p:nvPr>
        </p:nvSpPr>
        <p:spPr>
          <a:xfrm>
            <a:off x="4249375" y="2717600"/>
            <a:ext cx="41814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b="1" dirty="0">
                <a:latin typeface="Maven Pro" panose="020B0604020202020204" charset="-94"/>
              </a:rPr>
              <a:t>Terminolojik İfadeler</a:t>
            </a:r>
            <a:endParaRPr b="1" dirty="0">
              <a:latin typeface="Maven Pro" panose="020B0604020202020204" charset="-94"/>
            </a:endParaRPr>
          </a:p>
        </p:txBody>
      </p:sp>
      <p:sp>
        <p:nvSpPr>
          <p:cNvPr id="1254" name="Google Shape;1254;p41"/>
          <p:cNvSpPr txBox="1">
            <a:spLocks noGrp="1"/>
          </p:cNvSpPr>
          <p:nvPr>
            <p:ph type="title" idx="2"/>
          </p:nvPr>
        </p:nvSpPr>
        <p:spPr>
          <a:xfrm>
            <a:off x="5514025" y="17200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1</a:t>
            </a:r>
            <a:endParaRPr dirty="0"/>
          </a:p>
        </p:txBody>
      </p:sp>
      <p:grpSp>
        <p:nvGrpSpPr>
          <p:cNvPr id="1256" name="Google Shape;1256;p41"/>
          <p:cNvGrpSpPr/>
          <p:nvPr/>
        </p:nvGrpSpPr>
        <p:grpSpPr>
          <a:xfrm>
            <a:off x="7421075" y="539500"/>
            <a:ext cx="1009703" cy="130500"/>
            <a:chOff x="5461400" y="616025"/>
            <a:chExt cx="1009703" cy="130500"/>
          </a:xfrm>
        </p:grpSpPr>
        <p:sp>
          <p:nvSpPr>
            <p:cNvPr id="1257" name="Google Shape;1257;p4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41"/>
          <p:cNvGrpSpPr/>
          <p:nvPr/>
        </p:nvGrpSpPr>
        <p:grpSpPr>
          <a:xfrm>
            <a:off x="836225" y="4473500"/>
            <a:ext cx="1009703" cy="130500"/>
            <a:chOff x="5461400" y="616025"/>
            <a:chExt cx="1009703" cy="130500"/>
          </a:xfrm>
        </p:grpSpPr>
        <p:sp>
          <p:nvSpPr>
            <p:cNvPr id="1263" name="Google Shape;1263;p4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684;p40">
            <a:extLst>
              <a:ext uri="{FF2B5EF4-FFF2-40B4-BE49-F238E27FC236}">
                <a16:creationId xmlns:a16="http://schemas.microsoft.com/office/drawing/2014/main" id="{2A398803-41CD-C963-3D75-EA46C9538201}"/>
              </a:ext>
            </a:extLst>
          </p:cNvPr>
          <p:cNvGrpSpPr/>
          <p:nvPr/>
        </p:nvGrpSpPr>
        <p:grpSpPr>
          <a:xfrm>
            <a:off x="491521" y="670000"/>
            <a:ext cx="3713203" cy="3268948"/>
            <a:chOff x="3948400" y="3182900"/>
            <a:chExt cx="2492250" cy="2193925"/>
          </a:xfrm>
        </p:grpSpPr>
        <p:sp>
          <p:nvSpPr>
            <p:cNvPr id="3" name="Google Shape;685;p40">
              <a:extLst>
                <a:ext uri="{FF2B5EF4-FFF2-40B4-BE49-F238E27FC236}">
                  <a16:creationId xmlns:a16="http://schemas.microsoft.com/office/drawing/2014/main" id="{7F367737-24CA-5184-200D-3ADB78C19FE9}"/>
                </a:ext>
              </a:extLst>
            </p:cNvPr>
            <p:cNvSpPr/>
            <p:nvPr/>
          </p:nvSpPr>
          <p:spPr>
            <a:xfrm>
              <a:off x="3948400" y="3182900"/>
              <a:ext cx="2492250" cy="2033475"/>
            </a:xfrm>
            <a:custGeom>
              <a:avLst/>
              <a:gdLst/>
              <a:ahLst/>
              <a:cxnLst/>
              <a:rect l="l" t="t" r="r" b="b"/>
              <a:pathLst>
                <a:path w="99690" h="81339" extrusionOk="0">
                  <a:moveTo>
                    <a:pt x="56158" y="1"/>
                  </a:moveTo>
                  <a:cubicBezTo>
                    <a:pt x="51035" y="1"/>
                    <a:pt x="46019" y="1271"/>
                    <a:pt x="41665" y="4479"/>
                  </a:cubicBezTo>
                  <a:cubicBezTo>
                    <a:pt x="35393" y="9096"/>
                    <a:pt x="31842" y="16496"/>
                    <a:pt x="26098" y="21676"/>
                  </a:cubicBezTo>
                  <a:cubicBezTo>
                    <a:pt x="23242" y="24251"/>
                    <a:pt x="20126" y="25089"/>
                    <a:pt x="16715" y="26628"/>
                  </a:cubicBezTo>
                  <a:cubicBezTo>
                    <a:pt x="8438" y="30382"/>
                    <a:pt x="1511" y="37620"/>
                    <a:pt x="934" y="47167"/>
                  </a:cubicBezTo>
                  <a:cubicBezTo>
                    <a:pt x="0" y="63140"/>
                    <a:pt x="12655" y="74173"/>
                    <a:pt x="26776" y="77796"/>
                  </a:cubicBezTo>
                  <a:cubicBezTo>
                    <a:pt x="35926" y="80142"/>
                    <a:pt x="43943" y="81338"/>
                    <a:pt x="51249" y="81338"/>
                  </a:cubicBezTo>
                  <a:cubicBezTo>
                    <a:pt x="58842" y="81338"/>
                    <a:pt x="65667" y="80047"/>
                    <a:pt x="72198" y="77413"/>
                  </a:cubicBezTo>
                  <a:cubicBezTo>
                    <a:pt x="78854" y="74727"/>
                    <a:pt x="85634" y="71332"/>
                    <a:pt x="90427" y="65773"/>
                  </a:cubicBezTo>
                  <a:cubicBezTo>
                    <a:pt x="97678" y="57366"/>
                    <a:pt x="99690" y="45425"/>
                    <a:pt x="98039" y="34637"/>
                  </a:cubicBezTo>
                  <a:cubicBezTo>
                    <a:pt x="97772" y="32876"/>
                    <a:pt x="97376" y="31137"/>
                    <a:pt x="96855" y="29432"/>
                  </a:cubicBezTo>
                  <a:cubicBezTo>
                    <a:pt x="93392" y="18113"/>
                    <a:pt x="84486" y="9052"/>
                    <a:pt x="73952" y="4269"/>
                  </a:cubicBezTo>
                  <a:cubicBezTo>
                    <a:pt x="68492" y="1797"/>
                    <a:pt x="62249" y="1"/>
                    <a:pt x="561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86;p40">
              <a:extLst>
                <a:ext uri="{FF2B5EF4-FFF2-40B4-BE49-F238E27FC236}">
                  <a16:creationId xmlns:a16="http://schemas.microsoft.com/office/drawing/2014/main" id="{1931BF1A-D521-D600-F6D8-073C4642F8E8}"/>
                </a:ext>
              </a:extLst>
            </p:cNvPr>
            <p:cNvSpPr/>
            <p:nvPr/>
          </p:nvSpPr>
          <p:spPr>
            <a:xfrm>
              <a:off x="5427200" y="3296900"/>
              <a:ext cx="204450" cy="128225"/>
            </a:xfrm>
            <a:custGeom>
              <a:avLst/>
              <a:gdLst/>
              <a:ahLst/>
              <a:cxnLst/>
              <a:rect l="l" t="t" r="r" b="b"/>
              <a:pathLst>
                <a:path w="8178" h="5129" extrusionOk="0">
                  <a:moveTo>
                    <a:pt x="148" y="26"/>
                  </a:moveTo>
                  <a:cubicBezTo>
                    <a:pt x="79" y="34"/>
                    <a:pt x="26" y="89"/>
                    <a:pt x="17" y="157"/>
                  </a:cubicBezTo>
                  <a:cubicBezTo>
                    <a:pt x="6" y="238"/>
                    <a:pt x="66" y="312"/>
                    <a:pt x="148" y="323"/>
                  </a:cubicBezTo>
                  <a:lnTo>
                    <a:pt x="749" y="323"/>
                  </a:lnTo>
                  <a:cubicBezTo>
                    <a:pt x="816" y="314"/>
                    <a:pt x="871" y="260"/>
                    <a:pt x="879" y="191"/>
                  </a:cubicBezTo>
                  <a:cubicBezTo>
                    <a:pt x="889" y="110"/>
                    <a:pt x="830" y="35"/>
                    <a:pt x="749" y="26"/>
                  </a:cubicBezTo>
                  <a:close/>
                  <a:moveTo>
                    <a:pt x="1427" y="26"/>
                  </a:moveTo>
                  <a:cubicBezTo>
                    <a:pt x="1345" y="35"/>
                    <a:pt x="1287" y="110"/>
                    <a:pt x="1296" y="191"/>
                  </a:cubicBezTo>
                  <a:cubicBezTo>
                    <a:pt x="1305" y="260"/>
                    <a:pt x="1358" y="314"/>
                    <a:pt x="1427" y="323"/>
                  </a:cubicBezTo>
                  <a:lnTo>
                    <a:pt x="3005" y="323"/>
                  </a:lnTo>
                  <a:cubicBezTo>
                    <a:pt x="3084" y="318"/>
                    <a:pt x="3145" y="253"/>
                    <a:pt x="3145" y="172"/>
                  </a:cubicBezTo>
                  <a:cubicBezTo>
                    <a:pt x="3145" y="92"/>
                    <a:pt x="3079" y="26"/>
                    <a:pt x="2998" y="26"/>
                  </a:cubicBezTo>
                  <a:close/>
                  <a:moveTo>
                    <a:pt x="3666" y="1"/>
                  </a:moveTo>
                  <a:cubicBezTo>
                    <a:pt x="3571" y="1"/>
                    <a:pt x="3493" y="78"/>
                    <a:pt x="3493" y="174"/>
                  </a:cubicBezTo>
                  <a:cubicBezTo>
                    <a:pt x="3493" y="269"/>
                    <a:pt x="3571" y="346"/>
                    <a:pt x="3666" y="346"/>
                  </a:cubicBezTo>
                  <a:lnTo>
                    <a:pt x="3668" y="346"/>
                  </a:lnTo>
                  <a:cubicBezTo>
                    <a:pt x="3761" y="346"/>
                    <a:pt x="3839" y="269"/>
                    <a:pt x="3839" y="175"/>
                  </a:cubicBezTo>
                  <a:lnTo>
                    <a:pt x="3839" y="174"/>
                  </a:lnTo>
                  <a:cubicBezTo>
                    <a:pt x="3839" y="77"/>
                    <a:pt x="3761" y="1"/>
                    <a:pt x="3666" y="1"/>
                  </a:cubicBezTo>
                  <a:close/>
                  <a:moveTo>
                    <a:pt x="4181" y="1"/>
                  </a:moveTo>
                  <a:cubicBezTo>
                    <a:pt x="4086" y="1"/>
                    <a:pt x="4009" y="78"/>
                    <a:pt x="4009" y="174"/>
                  </a:cubicBezTo>
                  <a:cubicBezTo>
                    <a:pt x="4009" y="269"/>
                    <a:pt x="4086" y="346"/>
                    <a:pt x="4181" y="346"/>
                  </a:cubicBezTo>
                  <a:cubicBezTo>
                    <a:pt x="4277" y="346"/>
                    <a:pt x="4354" y="272"/>
                    <a:pt x="4354" y="177"/>
                  </a:cubicBezTo>
                  <a:lnTo>
                    <a:pt x="4354" y="174"/>
                  </a:lnTo>
                  <a:cubicBezTo>
                    <a:pt x="4354" y="77"/>
                    <a:pt x="4277" y="1"/>
                    <a:pt x="4181" y="1"/>
                  </a:cubicBezTo>
                  <a:close/>
                  <a:moveTo>
                    <a:pt x="4696" y="1"/>
                  </a:moveTo>
                  <a:cubicBezTo>
                    <a:pt x="4600" y="1"/>
                    <a:pt x="4524" y="78"/>
                    <a:pt x="4524" y="174"/>
                  </a:cubicBezTo>
                  <a:cubicBezTo>
                    <a:pt x="4524" y="269"/>
                    <a:pt x="4601" y="346"/>
                    <a:pt x="4696" y="346"/>
                  </a:cubicBezTo>
                  <a:lnTo>
                    <a:pt x="4698" y="346"/>
                  </a:lnTo>
                  <a:cubicBezTo>
                    <a:pt x="4792" y="346"/>
                    <a:pt x="4869" y="269"/>
                    <a:pt x="4869" y="175"/>
                  </a:cubicBezTo>
                  <a:lnTo>
                    <a:pt x="4869" y="174"/>
                  </a:lnTo>
                  <a:cubicBezTo>
                    <a:pt x="4869" y="77"/>
                    <a:pt x="4792" y="1"/>
                    <a:pt x="4696" y="1"/>
                  </a:cubicBezTo>
                  <a:close/>
                  <a:moveTo>
                    <a:pt x="5212" y="1"/>
                  </a:moveTo>
                  <a:cubicBezTo>
                    <a:pt x="5116" y="1"/>
                    <a:pt x="5039" y="78"/>
                    <a:pt x="5039" y="174"/>
                  </a:cubicBezTo>
                  <a:cubicBezTo>
                    <a:pt x="5039" y="269"/>
                    <a:pt x="5116" y="346"/>
                    <a:pt x="5212" y="346"/>
                  </a:cubicBezTo>
                  <a:lnTo>
                    <a:pt x="5215" y="346"/>
                  </a:lnTo>
                  <a:cubicBezTo>
                    <a:pt x="5308" y="346"/>
                    <a:pt x="5384" y="269"/>
                    <a:pt x="5384" y="175"/>
                  </a:cubicBezTo>
                  <a:lnTo>
                    <a:pt x="5384" y="174"/>
                  </a:lnTo>
                  <a:cubicBezTo>
                    <a:pt x="5384" y="77"/>
                    <a:pt x="5307" y="1"/>
                    <a:pt x="5212" y="1"/>
                  </a:cubicBezTo>
                  <a:close/>
                  <a:moveTo>
                    <a:pt x="6242" y="1"/>
                  </a:moveTo>
                  <a:cubicBezTo>
                    <a:pt x="6147" y="1"/>
                    <a:pt x="6069" y="78"/>
                    <a:pt x="6069" y="174"/>
                  </a:cubicBezTo>
                  <a:cubicBezTo>
                    <a:pt x="6069" y="269"/>
                    <a:pt x="6147" y="346"/>
                    <a:pt x="6242" y="346"/>
                  </a:cubicBezTo>
                  <a:lnTo>
                    <a:pt x="6243" y="346"/>
                  </a:lnTo>
                  <a:cubicBezTo>
                    <a:pt x="6339" y="346"/>
                    <a:pt x="6415" y="269"/>
                    <a:pt x="6415" y="175"/>
                  </a:cubicBezTo>
                  <a:lnTo>
                    <a:pt x="6415" y="174"/>
                  </a:lnTo>
                  <a:cubicBezTo>
                    <a:pt x="6415" y="77"/>
                    <a:pt x="6337" y="1"/>
                    <a:pt x="6242" y="1"/>
                  </a:cubicBezTo>
                  <a:close/>
                  <a:moveTo>
                    <a:pt x="5728" y="1"/>
                  </a:moveTo>
                  <a:cubicBezTo>
                    <a:pt x="5633" y="1"/>
                    <a:pt x="5556" y="78"/>
                    <a:pt x="5556" y="174"/>
                  </a:cubicBezTo>
                  <a:cubicBezTo>
                    <a:pt x="5556" y="269"/>
                    <a:pt x="5633" y="346"/>
                    <a:pt x="5728" y="346"/>
                  </a:cubicBezTo>
                  <a:cubicBezTo>
                    <a:pt x="5730" y="346"/>
                    <a:pt x="5732" y="346"/>
                    <a:pt x="5734" y="346"/>
                  </a:cubicBezTo>
                  <a:cubicBezTo>
                    <a:pt x="5825" y="346"/>
                    <a:pt x="5901" y="274"/>
                    <a:pt x="5905" y="181"/>
                  </a:cubicBezTo>
                  <a:lnTo>
                    <a:pt x="5905" y="172"/>
                  </a:lnTo>
                  <a:lnTo>
                    <a:pt x="5901" y="172"/>
                  </a:lnTo>
                  <a:lnTo>
                    <a:pt x="5901" y="174"/>
                  </a:lnTo>
                  <a:cubicBezTo>
                    <a:pt x="5901" y="77"/>
                    <a:pt x="5824" y="1"/>
                    <a:pt x="5728" y="1"/>
                  </a:cubicBezTo>
                  <a:close/>
                  <a:moveTo>
                    <a:pt x="148" y="713"/>
                  </a:moveTo>
                  <a:cubicBezTo>
                    <a:pt x="67" y="735"/>
                    <a:pt x="21" y="817"/>
                    <a:pt x="42" y="896"/>
                  </a:cubicBezTo>
                  <a:cubicBezTo>
                    <a:pt x="57" y="946"/>
                    <a:pt x="96" y="987"/>
                    <a:pt x="148" y="1000"/>
                  </a:cubicBezTo>
                  <a:lnTo>
                    <a:pt x="749" y="1000"/>
                  </a:lnTo>
                  <a:cubicBezTo>
                    <a:pt x="827" y="1000"/>
                    <a:pt x="892" y="939"/>
                    <a:pt x="895" y="860"/>
                  </a:cubicBezTo>
                  <a:cubicBezTo>
                    <a:pt x="895" y="778"/>
                    <a:pt x="830" y="713"/>
                    <a:pt x="749" y="713"/>
                  </a:cubicBezTo>
                  <a:close/>
                  <a:moveTo>
                    <a:pt x="1427" y="713"/>
                  </a:moveTo>
                  <a:cubicBezTo>
                    <a:pt x="1346" y="733"/>
                    <a:pt x="1300" y="817"/>
                    <a:pt x="1323" y="896"/>
                  </a:cubicBezTo>
                  <a:cubicBezTo>
                    <a:pt x="1336" y="946"/>
                    <a:pt x="1376" y="987"/>
                    <a:pt x="1427" y="1000"/>
                  </a:cubicBezTo>
                  <a:lnTo>
                    <a:pt x="3005" y="1000"/>
                  </a:lnTo>
                  <a:cubicBezTo>
                    <a:pt x="3081" y="996"/>
                    <a:pt x="3140" y="936"/>
                    <a:pt x="3145" y="860"/>
                  </a:cubicBezTo>
                  <a:cubicBezTo>
                    <a:pt x="3145" y="778"/>
                    <a:pt x="3079" y="713"/>
                    <a:pt x="2998" y="713"/>
                  </a:cubicBezTo>
                  <a:close/>
                  <a:moveTo>
                    <a:pt x="148" y="1399"/>
                  </a:moveTo>
                  <a:cubicBezTo>
                    <a:pt x="66" y="1409"/>
                    <a:pt x="6" y="1484"/>
                    <a:pt x="17" y="1566"/>
                  </a:cubicBezTo>
                  <a:cubicBezTo>
                    <a:pt x="24" y="1634"/>
                    <a:pt x="79" y="1688"/>
                    <a:pt x="148" y="1695"/>
                  </a:cubicBezTo>
                  <a:lnTo>
                    <a:pt x="748" y="1695"/>
                  </a:lnTo>
                  <a:cubicBezTo>
                    <a:pt x="830" y="1695"/>
                    <a:pt x="895" y="1630"/>
                    <a:pt x="895" y="1549"/>
                  </a:cubicBezTo>
                  <a:cubicBezTo>
                    <a:pt x="897" y="1468"/>
                    <a:pt x="833" y="1401"/>
                    <a:pt x="751" y="1399"/>
                  </a:cubicBezTo>
                  <a:close/>
                  <a:moveTo>
                    <a:pt x="1427" y="1399"/>
                  </a:moveTo>
                  <a:cubicBezTo>
                    <a:pt x="1345" y="1409"/>
                    <a:pt x="1287" y="1482"/>
                    <a:pt x="1296" y="1564"/>
                  </a:cubicBezTo>
                  <a:cubicBezTo>
                    <a:pt x="1305" y="1633"/>
                    <a:pt x="1358" y="1688"/>
                    <a:pt x="1427" y="1695"/>
                  </a:cubicBezTo>
                  <a:lnTo>
                    <a:pt x="3005" y="1695"/>
                  </a:lnTo>
                  <a:cubicBezTo>
                    <a:pt x="3084" y="1692"/>
                    <a:pt x="3145" y="1627"/>
                    <a:pt x="3145" y="1548"/>
                  </a:cubicBezTo>
                  <a:cubicBezTo>
                    <a:pt x="3145" y="1466"/>
                    <a:pt x="3078" y="1399"/>
                    <a:pt x="2996" y="1399"/>
                  </a:cubicBezTo>
                  <a:close/>
                  <a:moveTo>
                    <a:pt x="3665" y="1374"/>
                  </a:moveTo>
                  <a:cubicBezTo>
                    <a:pt x="3571" y="1374"/>
                    <a:pt x="3495" y="1449"/>
                    <a:pt x="3493" y="1545"/>
                  </a:cubicBezTo>
                  <a:cubicBezTo>
                    <a:pt x="3492" y="1640"/>
                    <a:pt x="3568" y="1718"/>
                    <a:pt x="3663" y="1719"/>
                  </a:cubicBezTo>
                  <a:lnTo>
                    <a:pt x="3668" y="1719"/>
                  </a:lnTo>
                  <a:cubicBezTo>
                    <a:pt x="3763" y="1719"/>
                    <a:pt x="3839" y="1643"/>
                    <a:pt x="3839" y="1548"/>
                  </a:cubicBezTo>
                  <a:cubicBezTo>
                    <a:pt x="3840" y="1453"/>
                    <a:pt x="3763" y="1375"/>
                    <a:pt x="3668" y="1374"/>
                  </a:cubicBezTo>
                  <a:cubicBezTo>
                    <a:pt x="3667" y="1374"/>
                    <a:pt x="3666" y="1374"/>
                    <a:pt x="3665" y="1374"/>
                  </a:cubicBezTo>
                  <a:close/>
                  <a:moveTo>
                    <a:pt x="4181" y="1374"/>
                  </a:moveTo>
                  <a:cubicBezTo>
                    <a:pt x="4087" y="1374"/>
                    <a:pt x="4010" y="1449"/>
                    <a:pt x="4009" y="1545"/>
                  </a:cubicBezTo>
                  <a:cubicBezTo>
                    <a:pt x="4009" y="1640"/>
                    <a:pt x="4084" y="1718"/>
                    <a:pt x="4180" y="1719"/>
                  </a:cubicBezTo>
                  <a:lnTo>
                    <a:pt x="4181" y="1719"/>
                  </a:lnTo>
                  <a:cubicBezTo>
                    <a:pt x="4277" y="1719"/>
                    <a:pt x="4354" y="1643"/>
                    <a:pt x="4355" y="1548"/>
                  </a:cubicBezTo>
                  <a:lnTo>
                    <a:pt x="4354" y="1548"/>
                  </a:lnTo>
                  <a:cubicBezTo>
                    <a:pt x="4355" y="1453"/>
                    <a:pt x="4280" y="1375"/>
                    <a:pt x="4184" y="1374"/>
                  </a:cubicBezTo>
                  <a:cubicBezTo>
                    <a:pt x="4183" y="1374"/>
                    <a:pt x="4182" y="1374"/>
                    <a:pt x="4181" y="1374"/>
                  </a:cubicBezTo>
                  <a:close/>
                  <a:moveTo>
                    <a:pt x="4695" y="1374"/>
                  </a:moveTo>
                  <a:cubicBezTo>
                    <a:pt x="4601" y="1374"/>
                    <a:pt x="4524" y="1449"/>
                    <a:pt x="4524" y="1545"/>
                  </a:cubicBezTo>
                  <a:cubicBezTo>
                    <a:pt x="4522" y="1640"/>
                    <a:pt x="4598" y="1718"/>
                    <a:pt x="4693" y="1719"/>
                  </a:cubicBezTo>
                  <a:lnTo>
                    <a:pt x="4698" y="1719"/>
                  </a:lnTo>
                  <a:cubicBezTo>
                    <a:pt x="4792" y="1719"/>
                    <a:pt x="4869" y="1643"/>
                    <a:pt x="4869" y="1548"/>
                  </a:cubicBezTo>
                  <a:cubicBezTo>
                    <a:pt x="4869" y="1453"/>
                    <a:pt x="4793" y="1375"/>
                    <a:pt x="4698" y="1374"/>
                  </a:cubicBezTo>
                  <a:cubicBezTo>
                    <a:pt x="4697" y="1374"/>
                    <a:pt x="4696" y="1374"/>
                    <a:pt x="4695" y="1374"/>
                  </a:cubicBezTo>
                  <a:close/>
                  <a:moveTo>
                    <a:pt x="5212" y="1374"/>
                  </a:moveTo>
                  <a:cubicBezTo>
                    <a:pt x="5116" y="1374"/>
                    <a:pt x="5040" y="1449"/>
                    <a:pt x="5039" y="1545"/>
                  </a:cubicBezTo>
                  <a:cubicBezTo>
                    <a:pt x="5037" y="1640"/>
                    <a:pt x="5115" y="1718"/>
                    <a:pt x="5210" y="1719"/>
                  </a:cubicBezTo>
                  <a:lnTo>
                    <a:pt x="5215" y="1719"/>
                  </a:lnTo>
                  <a:cubicBezTo>
                    <a:pt x="5308" y="1719"/>
                    <a:pt x="5384" y="1643"/>
                    <a:pt x="5384" y="1548"/>
                  </a:cubicBezTo>
                  <a:cubicBezTo>
                    <a:pt x="5386" y="1453"/>
                    <a:pt x="5310" y="1375"/>
                    <a:pt x="5215" y="1374"/>
                  </a:cubicBezTo>
                  <a:cubicBezTo>
                    <a:pt x="5214" y="1374"/>
                    <a:pt x="5213" y="1374"/>
                    <a:pt x="5212" y="1374"/>
                  </a:cubicBezTo>
                  <a:close/>
                  <a:moveTo>
                    <a:pt x="6241" y="1374"/>
                  </a:moveTo>
                  <a:cubicBezTo>
                    <a:pt x="6147" y="1374"/>
                    <a:pt x="6071" y="1449"/>
                    <a:pt x="6069" y="1545"/>
                  </a:cubicBezTo>
                  <a:cubicBezTo>
                    <a:pt x="6068" y="1640"/>
                    <a:pt x="6145" y="1718"/>
                    <a:pt x="6240" y="1719"/>
                  </a:cubicBezTo>
                  <a:lnTo>
                    <a:pt x="6243" y="1719"/>
                  </a:lnTo>
                  <a:cubicBezTo>
                    <a:pt x="6339" y="1719"/>
                    <a:pt x="6415" y="1643"/>
                    <a:pt x="6415" y="1548"/>
                  </a:cubicBezTo>
                  <a:cubicBezTo>
                    <a:pt x="6416" y="1453"/>
                    <a:pt x="6339" y="1375"/>
                    <a:pt x="6243" y="1374"/>
                  </a:cubicBezTo>
                  <a:cubicBezTo>
                    <a:pt x="6243" y="1374"/>
                    <a:pt x="6242" y="1374"/>
                    <a:pt x="6241" y="1374"/>
                  </a:cubicBezTo>
                  <a:close/>
                  <a:moveTo>
                    <a:pt x="5727" y="1374"/>
                  </a:moveTo>
                  <a:cubicBezTo>
                    <a:pt x="5633" y="1374"/>
                    <a:pt x="5557" y="1449"/>
                    <a:pt x="5556" y="1545"/>
                  </a:cubicBezTo>
                  <a:cubicBezTo>
                    <a:pt x="5554" y="1640"/>
                    <a:pt x="5630" y="1718"/>
                    <a:pt x="5725" y="1719"/>
                  </a:cubicBezTo>
                  <a:lnTo>
                    <a:pt x="5728" y="1719"/>
                  </a:lnTo>
                  <a:cubicBezTo>
                    <a:pt x="5730" y="1719"/>
                    <a:pt x="5732" y="1719"/>
                    <a:pt x="5734" y="1719"/>
                  </a:cubicBezTo>
                  <a:cubicBezTo>
                    <a:pt x="5827" y="1719"/>
                    <a:pt x="5903" y="1644"/>
                    <a:pt x="5905" y="1551"/>
                  </a:cubicBezTo>
                  <a:lnTo>
                    <a:pt x="5905" y="1548"/>
                  </a:lnTo>
                  <a:lnTo>
                    <a:pt x="5901" y="1548"/>
                  </a:lnTo>
                  <a:cubicBezTo>
                    <a:pt x="5902" y="1453"/>
                    <a:pt x="5825" y="1375"/>
                    <a:pt x="5730" y="1374"/>
                  </a:cubicBezTo>
                  <a:cubicBezTo>
                    <a:pt x="5729" y="1374"/>
                    <a:pt x="5728" y="1374"/>
                    <a:pt x="5727" y="1374"/>
                  </a:cubicBezTo>
                  <a:close/>
                  <a:moveTo>
                    <a:pt x="1427" y="2085"/>
                  </a:moveTo>
                  <a:cubicBezTo>
                    <a:pt x="1345" y="2096"/>
                    <a:pt x="1287" y="2170"/>
                    <a:pt x="1296" y="2252"/>
                  </a:cubicBezTo>
                  <a:cubicBezTo>
                    <a:pt x="1305" y="2321"/>
                    <a:pt x="1358" y="2374"/>
                    <a:pt x="1427" y="2382"/>
                  </a:cubicBezTo>
                  <a:lnTo>
                    <a:pt x="3005" y="2382"/>
                  </a:lnTo>
                  <a:cubicBezTo>
                    <a:pt x="3084" y="2379"/>
                    <a:pt x="3145" y="2313"/>
                    <a:pt x="3145" y="2234"/>
                  </a:cubicBezTo>
                  <a:cubicBezTo>
                    <a:pt x="3145" y="2152"/>
                    <a:pt x="3078" y="2085"/>
                    <a:pt x="2996" y="2085"/>
                  </a:cubicBezTo>
                  <a:close/>
                  <a:moveTo>
                    <a:pt x="148" y="2085"/>
                  </a:moveTo>
                  <a:cubicBezTo>
                    <a:pt x="66" y="2096"/>
                    <a:pt x="6" y="2170"/>
                    <a:pt x="17" y="2252"/>
                  </a:cubicBezTo>
                  <a:cubicBezTo>
                    <a:pt x="24" y="2321"/>
                    <a:pt x="79" y="2374"/>
                    <a:pt x="148" y="2383"/>
                  </a:cubicBezTo>
                  <a:lnTo>
                    <a:pt x="748" y="2383"/>
                  </a:lnTo>
                  <a:cubicBezTo>
                    <a:pt x="830" y="2383"/>
                    <a:pt x="895" y="2316"/>
                    <a:pt x="895" y="2236"/>
                  </a:cubicBezTo>
                  <a:cubicBezTo>
                    <a:pt x="897" y="2154"/>
                    <a:pt x="833" y="2087"/>
                    <a:pt x="751" y="2085"/>
                  </a:cubicBezTo>
                  <a:close/>
                  <a:moveTo>
                    <a:pt x="148" y="2773"/>
                  </a:moveTo>
                  <a:cubicBezTo>
                    <a:pt x="66" y="2782"/>
                    <a:pt x="6" y="2857"/>
                    <a:pt x="17" y="2939"/>
                  </a:cubicBezTo>
                  <a:cubicBezTo>
                    <a:pt x="24" y="3007"/>
                    <a:pt x="79" y="3061"/>
                    <a:pt x="148" y="3070"/>
                  </a:cubicBezTo>
                  <a:lnTo>
                    <a:pt x="748" y="3070"/>
                  </a:lnTo>
                  <a:cubicBezTo>
                    <a:pt x="830" y="3070"/>
                    <a:pt x="895" y="3003"/>
                    <a:pt x="895" y="2922"/>
                  </a:cubicBezTo>
                  <a:cubicBezTo>
                    <a:pt x="897" y="2840"/>
                    <a:pt x="833" y="2773"/>
                    <a:pt x="751" y="2773"/>
                  </a:cubicBezTo>
                  <a:close/>
                  <a:moveTo>
                    <a:pt x="1427" y="2772"/>
                  </a:moveTo>
                  <a:cubicBezTo>
                    <a:pt x="1345" y="2782"/>
                    <a:pt x="1287" y="2857"/>
                    <a:pt x="1296" y="2939"/>
                  </a:cubicBezTo>
                  <a:cubicBezTo>
                    <a:pt x="1305" y="3007"/>
                    <a:pt x="1358" y="3061"/>
                    <a:pt x="1427" y="3070"/>
                  </a:cubicBezTo>
                  <a:lnTo>
                    <a:pt x="3005" y="3070"/>
                  </a:lnTo>
                  <a:cubicBezTo>
                    <a:pt x="3084" y="3065"/>
                    <a:pt x="3146" y="3000"/>
                    <a:pt x="3145" y="2919"/>
                  </a:cubicBezTo>
                  <a:lnTo>
                    <a:pt x="3145" y="2919"/>
                  </a:lnTo>
                  <a:lnTo>
                    <a:pt x="3145" y="2922"/>
                  </a:lnTo>
                  <a:cubicBezTo>
                    <a:pt x="3145" y="2839"/>
                    <a:pt x="3078" y="2772"/>
                    <a:pt x="2996" y="2772"/>
                  </a:cubicBezTo>
                  <a:close/>
                  <a:moveTo>
                    <a:pt x="5426" y="3348"/>
                  </a:moveTo>
                  <a:cubicBezTo>
                    <a:pt x="5332" y="3348"/>
                    <a:pt x="5256" y="3425"/>
                    <a:pt x="5255" y="3519"/>
                  </a:cubicBezTo>
                  <a:cubicBezTo>
                    <a:pt x="5253" y="3615"/>
                    <a:pt x="5329" y="3692"/>
                    <a:pt x="5425" y="3693"/>
                  </a:cubicBezTo>
                  <a:lnTo>
                    <a:pt x="5427" y="3693"/>
                  </a:lnTo>
                  <a:cubicBezTo>
                    <a:pt x="5521" y="3693"/>
                    <a:pt x="5599" y="3618"/>
                    <a:pt x="5600" y="3524"/>
                  </a:cubicBezTo>
                  <a:cubicBezTo>
                    <a:pt x="5602" y="3427"/>
                    <a:pt x="5524" y="3350"/>
                    <a:pt x="5429" y="3348"/>
                  </a:cubicBezTo>
                  <a:cubicBezTo>
                    <a:pt x="5428" y="3348"/>
                    <a:pt x="5427" y="3348"/>
                    <a:pt x="5426" y="3348"/>
                  </a:cubicBezTo>
                  <a:close/>
                  <a:moveTo>
                    <a:pt x="6457" y="3348"/>
                  </a:moveTo>
                  <a:cubicBezTo>
                    <a:pt x="6363" y="3348"/>
                    <a:pt x="6285" y="3425"/>
                    <a:pt x="6285" y="3519"/>
                  </a:cubicBezTo>
                  <a:cubicBezTo>
                    <a:pt x="6284" y="3615"/>
                    <a:pt x="6360" y="3692"/>
                    <a:pt x="6455" y="3693"/>
                  </a:cubicBezTo>
                  <a:lnTo>
                    <a:pt x="6458" y="3693"/>
                  </a:lnTo>
                  <a:cubicBezTo>
                    <a:pt x="6552" y="3693"/>
                    <a:pt x="6629" y="3618"/>
                    <a:pt x="6631" y="3524"/>
                  </a:cubicBezTo>
                  <a:cubicBezTo>
                    <a:pt x="6631" y="3427"/>
                    <a:pt x="6555" y="3350"/>
                    <a:pt x="6459" y="3348"/>
                  </a:cubicBezTo>
                  <a:cubicBezTo>
                    <a:pt x="6458" y="3348"/>
                    <a:pt x="6458" y="3348"/>
                    <a:pt x="6457" y="3348"/>
                  </a:cubicBezTo>
                  <a:close/>
                  <a:moveTo>
                    <a:pt x="6970" y="3348"/>
                  </a:moveTo>
                  <a:cubicBezTo>
                    <a:pt x="6876" y="3348"/>
                    <a:pt x="6799" y="3425"/>
                    <a:pt x="6799" y="3519"/>
                  </a:cubicBezTo>
                  <a:cubicBezTo>
                    <a:pt x="6797" y="3615"/>
                    <a:pt x="6873" y="3692"/>
                    <a:pt x="6969" y="3693"/>
                  </a:cubicBezTo>
                  <a:lnTo>
                    <a:pt x="6973" y="3693"/>
                  </a:lnTo>
                  <a:cubicBezTo>
                    <a:pt x="7067" y="3693"/>
                    <a:pt x="7144" y="3618"/>
                    <a:pt x="7144" y="3524"/>
                  </a:cubicBezTo>
                  <a:cubicBezTo>
                    <a:pt x="7144" y="3427"/>
                    <a:pt x="7068" y="3350"/>
                    <a:pt x="6973" y="3348"/>
                  </a:cubicBezTo>
                  <a:cubicBezTo>
                    <a:pt x="6972" y="3348"/>
                    <a:pt x="6971" y="3348"/>
                    <a:pt x="6970" y="3348"/>
                  </a:cubicBezTo>
                  <a:close/>
                  <a:moveTo>
                    <a:pt x="7487" y="3348"/>
                  </a:moveTo>
                  <a:cubicBezTo>
                    <a:pt x="7393" y="3348"/>
                    <a:pt x="7315" y="3425"/>
                    <a:pt x="7314" y="3519"/>
                  </a:cubicBezTo>
                  <a:cubicBezTo>
                    <a:pt x="7314" y="3615"/>
                    <a:pt x="7390" y="3692"/>
                    <a:pt x="7485" y="3693"/>
                  </a:cubicBezTo>
                  <a:lnTo>
                    <a:pt x="7487" y="3693"/>
                  </a:lnTo>
                  <a:cubicBezTo>
                    <a:pt x="7582" y="3693"/>
                    <a:pt x="7659" y="3618"/>
                    <a:pt x="7659" y="3524"/>
                  </a:cubicBezTo>
                  <a:cubicBezTo>
                    <a:pt x="7661" y="3427"/>
                    <a:pt x="7585" y="3350"/>
                    <a:pt x="7490" y="3348"/>
                  </a:cubicBezTo>
                  <a:cubicBezTo>
                    <a:pt x="7489" y="3348"/>
                    <a:pt x="7488" y="3348"/>
                    <a:pt x="7487" y="3348"/>
                  </a:cubicBezTo>
                  <a:close/>
                  <a:moveTo>
                    <a:pt x="8002" y="3348"/>
                  </a:moveTo>
                  <a:cubicBezTo>
                    <a:pt x="7908" y="3348"/>
                    <a:pt x="7832" y="3425"/>
                    <a:pt x="7831" y="3519"/>
                  </a:cubicBezTo>
                  <a:cubicBezTo>
                    <a:pt x="7829" y="3615"/>
                    <a:pt x="7905" y="3692"/>
                    <a:pt x="8002" y="3693"/>
                  </a:cubicBezTo>
                  <a:lnTo>
                    <a:pt x="8003" y="3693"/>
                  </a:lnTo>
                  <a:cubicBezTo>
                    <a:pt x="8097" y="3693"/>
                    <a:pt x="8175" y="3618"/>
                    <a:pt x="8176" y="3524"/>
                  </a:cubicBezTo>
                  <a:cubicBezTo>
                    <a:pt x="8178" y="3427"/>
                    <a:pt x="8100" y="3350"/>
                    <a:pt x="8005" y="3348"/>
                  </a:cubicBezTo>
                  <a:cubicBezTo>
                    <a:pt x="8004" y="3348"/>
                    <a:pt x="8003" y="3348"/>
                    <a:pt x="8002" y="3348"/>
                  </a:cubicBezTo>
                  <a:close/>
                  <a:moveTo>
                    <a:pt x="5940" y="3348"/>
                  </a:moveTo>
                  <a:cubicBezTo>
                    <a:pt x="5846" y="3348"/>
                    <a:pt x="5770" y="3425"/>
                    <a:pt x="5768" y="3519"/>
                  </a:cubicBezTo>
                  <a:cubicBezTo>
                    <a:pt x="5767" y="3615"/>
                    <a:pt x="5844" y="3692"/>
                    <a:pt x="5940" y="3693"/>
                  </a:cubicBezTo>
                  <a:lnTo>
                    <a:pt x="5943" y="3693"/>
                  </a:lnTo>
                  <a:cubicBezTo>
                    <a:pt x="5945" y="3694"/>
                    <a:pt x="5946" y="3694"/>
                    <a:pt x="5948" y="3694"/>
                  </a:cubicBezTo>
                  <a:cubicBezTo>
                    <a:pt x="6041" y="3694"/>
                    <a:pt x="6115" y="3620"/>
                    <a:pt x="6118" y="3527"/>
                  </a:cubicBezTo>
                  <a:lnTo>
                    <a:pt x="6118" y="3524"/>
                  </a:lnTo>
                  <a:lnTo>
                    <a:pt x="6114" y="3524"/>
                  </a:lnTo>
                  <a:cubicBezTo>
                    <a:pt x="6115" y="3427"/>
                    <a:pt x="6038" y="3350"/>
                    <a:pt x="5943" y="3348"/>
                  </a:cubicBezTo>
                  <a:cubicBezTo>
                    <a:pt x="5942" y="3348"/>
                    <a:pt x="5941" y="3348"/>
                    <a:pt x="5940" y="3348"/>
                  </a:cubicBezTo>
                  <a:close/>
                  <a:moveTo>
                    <a:pt x="148" y="3460"/>
                  </a:moveTo>
                  <a:cubicBezTo>
                    <a:pt x="66" y="3469"/>
                    <a:pt x="6" y="3543"/>
                    <a:pt x="17" y="3625"/>
                  </a:cubicBezTo>
                  <a:cubicBezTo>
                    <a:pt x="24" y="3693"/>
                    <a:pt x="79" y="3747"/>
                    <a:pt x="148" y="3756"/>
                  </a:cubicBezTo>
                  <a:lnTo>
                    <a:pt x="748" y="3756"/>
                  </a:lnTo>
                  <a:cubicBezTo>
                    <a:pt x="830" y="3756"/>
                    <a:pt x="895" y="3690"/>
                    <a:pt x="895" y="3609"/>
                  </a:cubicBezTo>
                  <a:cubicBezTo>
                    <a:pt x="897" y="3527"/>
                    <a:pt x="833" y="3460"/>
                    <a:pt x="751" y="3460"/>
                  </a:cubicBezTo>
                  <a:close/>
                  <a:moveTo>
                    <a:pt x="3307" y="3460"/>
                  </a:moveTo>
                  <a:cubicBezTo>
                    <a:pt x="3225" y="3469"/>
                    <a:pt x="3167" y="3543"/>
                    <a:pt x="3178" y="3625"/>
                  </a:cubicBezTo>
                  <a:cubicBezTo>
                    <a:pt x="3185" y="3693"/>
                    <a:pt x="3239" y="3747"/>
                    <a:pt x="3307" y="3756"/>
                  </a:cubicBezTo>
                  <a:lnTo>
                    <a:pt x="4886" y="3756"/>
                  </a:lnTo>
                  <a:cubicBezTo>
                    <a:pt x="4967" y="3756"/>
                    <a:pt x="5034" y="3690"/>
                    <a:pt x="5034" y="3609"/>
                  </a:cubicBezTo>
                  <a:cubicBezTo>
                    <a:pt x="5034" y="3525"/>
                    <a:pt x="4967" y="3460"/>
                    <a:pt x="4886" y="3460"/>
                  </a:cubicBezTo>
                  <a:close/>
                  <a:moveTo>
                    <a:pt x="148" y="4146"/>
                  </a:moveTo>
                  <a:cubicBezTo>
                    <a:pt x="66" y="4155"/>
                    <a:pt x="6" y="4229"/>
                    <a:pt x="17" y="4311"/>
                  </a:cubicBezTo>
                  <a:cubicBezTo>
                    <a:pt x="24" y="4380"/>
                    <a:pt x="79" y="4433"/>
                    <a:pt x="148" y="4442"/>
                  </a:cubicBezTo>
                  <a:lnTo>
                    <a:pt x="748" y="4442"/>
                  </a:lnTo>
                  <a:cubicBezTo>
                    <a:pt x="830" y="4442"/>
                    <a:pt x="895" y="4377"/>
                    <a:pt x="895" y="4295"/>
                  </a:cubicBezTo>
                  <a:cubicBezTo>
                    <a:pt x="897" y="4213"/>
                    <a:pt x="833" y="4148"/>
                    <a:pt x="751" y="4146"/>
                  </a:cubicBezTo>
                  <a:close/>
                  <a:moveTo>
                    <a:pt x="3307" y="4146"/>
                  </a:moveTo>
                  <a:cubicBezTo>
                    <a:pt x="3225" y="4155"/>
                    <a:pt x="3167" y="4229"/>
                    <a:pt x="3178" y="4311"/>
                  </a:cubicBezTo>
                  <a:cubicBezTo>
                    <a:pt x="3185" y="4380"/>
                    <a:pt x="3239" y="4433"/>
                    <a:pt x="3307" y="4442"/>
                  </a:cubicBezTo>
                  <a:lnTo>
                    <a:pt x="4886" y="4442"/>
                  </a:lnTo>
                  <a:cubicBezTo>
                    <a:pt x="4967" y="4442"/>
                    <a:pt x="5034" y="4377"/>
                    <a:pt x="5034" y="4295"/>
                  </a:cubicBezTo>
                  <a:cubicBezTo>
                    <a:pt x="5034" y="4213"/>
                    <a:pt x="4967" y="4146"/>
                    <a:pt x="4886" y="4146"/>
                  </a:cubicBezTo>
                  <a:close/>
                  <a:moveTo>
                    <a:pt x="5426" y="4764"/>
                  </a:moveTo>
                  <a:cubicBezTo>
                    <a:pt x="5332" y="4764"/>
                    <a:pt x="5256" y="4841"/>
                    <a:pt x="5255" y="4935"/>
                  </a:cubicBezTo>
                  <a:cubicBezTo>
                    <a:pt x="5253" y="5031"/>
                    <a:pt x="5329" y="5108"/>
                    <a:pt x="5425" y="5109"/>
                  </a:cubicBezTo>
                  <a:lnTo>
                    <a:pt x="5427" y="5109"/>
                  </a:lnTo>
                  <a:cubicBezTo>
                    <a:pt x="5521" y="5109"/>
                    <a:pt x="5599" y="5034"/>
                    <a:pt x="5600" y="4940"/>
                  </a:cubicBezTo>
                  <a:cubicBezTo>
                    <a:pt x="5602" y="4843"/>
                    <a:pt x="5524" y="4766"/>
                    <a:pt x="5429" y="4764"/>
                  </a:cubicBezTo>
                  <a:cubicBezTo>
                    <a:pt x="5428" y="4764"/>
                    <a:pt x="5427" y="4764"/>
                    <a:pt x="5426" y="4764"/>
                  </a:cubicBezTo>
                  <a:close/>
                  <a:moveTo>
                    <a:pt x="6457" y="4764"/>
                  </a:moveTo>
                  <a:cubicBezTo>
                    <a:pt x="6363" y="4764"/>
                    <a:pt x="6285" y="4841"/>
                    <a:pt x="6285" y="4935"/>
                  </a:cubicBezTo>
                  <a:cubicBezTo>
                    <a:pt x="6284" y="5031"/>
                    <a:pt x="6360" y="5108"/>
                    <a:pt x="6455" y="5109"/>
                  </a:cubicBezTo>
                  <a:lnTo>
                    <a:pt x="6458" y="5109"/>
                  </a:lnTo>
                  <a:cubicBezTo>
                    <a:pt x="6552" y="5109"/>
                    <a:pt x="6629" y="5034"/>
                    <a:pt x="6631" y="4940"/>
                  </a:cubicBezTo>
                  <a:cubicBezTo>
                    <a:pt x="6631" y="4843"/>
                    <a:pt x="6555" y="4766"/>
                    <a:pt x="6459" y="4764"/>
                  </a:cubicBezTo>
                  <a:cubicBezTo>
                    <a:pt x="6458" y="4764"/>
                    <a:pt x="6458" y="4764"/>
                    <a:pt x="6457" y="4764"/>
                  </a:cubicBezTo>
                  <a:close/>
                  <a:moveTo>
                    <a:pt x="6970" y="4764"/>
                  </a:moveTo>
                  <a:cubicBezTo>
                    <a:pt x="6876" y="4764"/>
                    <a:pt x="6799" y="4841"/>
                    <a:pt x="6799" y="4935"/>
                  </a:cubicBezTo>
                  <a:cubicBezTo>
                    <a:pt x="6797" y="5031"/>
                    <a:pt x="6873" y="5108"/>
                    <a:pt x="6969" y="5109"/>
                  </a:cubicBezTo>
                  <a:lnTo>
                    <a:pt x="6973" y="5109"/>
                  </a:lnTo>
                  <a:cubicBezTo>
                    <a:pt x="7067" y="5109"/>
                    <a:pt x="7144" y="5034"/>
                    <a:pt x="7144" y="4940"/>
                  </a:cubicBezTo>
                  <a:cubicBezTo>
                    <a:pt x="7144" y="4843"/>
                    <a:pt x="7068" y="4766"/>
                    <a:pt x="6973" y="4764"/>
                  </a:cubicBezTo>
                  <a:cubicBezTo>
                    <a:pt x="6972" y="4764"/>
                    <a:pt x="6971" y="4764"/>
                    <a:pt x="6970" y="4764"/>
                  </a:cubicBezTo>
                  <a:close/>
                  <a:moveTo>
                    <a:pt x="7487" y="4764"/>
                  </a:moveTo>
                  <a:cubicBezTo>
                    <a:pt x="7393" y="4764"/>
                    <a:pt x="7315" y="4841"/>
                    <a:pt x="7314" y="4935"/>
                  </a:cubicBezTo>
                  <a:cubicBezTo>
                    <a:pt x="7314" y="5031"/>
                    <a:pt x="7390" y="5108"/>
                    <a:pt x="7485" y="5109"/>
                  </a:cubicBezTo>
                  <a:lnTo>
                    <a:pt x="7487" y="5109"/>
                  </a:lnTo>
                  <a:cubicBezTo>
                    <a:pt x="7582" y="5109"/>
                    <a:pt x="7659" y="5034"/>
                    <a:pt x="7659" y="4940"/>
                  </a:cubicBezTo>
                  <a:cubicBezTo>
                    <a:pt x="7661" y="4843"/>
                    <a:pt x="7585" y="4766"/>
                    <a:pt x="7490" y="4764"/>
                  </a:cubicBezTo>
                  <a:cubicBezTo>
                    <a:pt x="7489" y="4764"/>
                    <a:pt x="7488" y="4764"/>
                    <a:pt x="7487" y="4764"/>
                  </a:cubicBezTo>
                  <a:close/>
                  <a:moveTo>
                    <a:pt x="8002" y="4764"/>
                  </a:moveTo>
                  <a:cubicBezTo>
                    <a:pt x="7908" y="4764"/>
                    <a:pt x="7832" y="4841"/>
                    <a:pt x="7831" y="4935"/>
                  </a:cubicBezTo>
                  <a:cubicBezTo>
                    <a:pt x="7829" y="5031"/>
                    <a:pt x="7905" y="5108"/>
                    <a:pt x="8002" y="5109"/>
                  </a:cubicBezTo>
                  <a:lnTo>
                    <a:pt x="8003" y="5109"/>
                  </a:lnTo>
                  <a:cubicBezTo>
                    <a:pt x="8097" y="5109"/>
                    <a:pt x="8175" y="5034"/>
                    <a:pt x="8176" y="4940"/>
                  </a:cubicBezTo>
                  <a:cubicBezTo>
                    <a:pt x="8178" y="4843"/>
                    <a:pt x="8100" y="4766"/>
                    <a:pt x="8005" y="4764"/>
                  </a:cubicBezTo>
                  <a:cubicBezTo>
                    <a:pt x="8004" y="4764"/>
                    <a:pt x="8003" y="4764"/>
                    <a:pt x="8002" y="4764"/>
                  </a:cubicBezTo>
                  <a:close/>
                  <a:moveTo>
                    <a:pt x="5940" y="4764"/>
                  </a:moveTo>
                  <a:cubicBezTo>
                    <a:pt x="5846" y="4764"/>
                    <a:pt x="5770" y="4841"/>
                    <a:pt x="5768" y="4935"/>
                  </a:cubicBezTo>
                  <a:cubicBezTo>
                    <a:pt x="5767" y="5031"/>
                    <a:pt x="5844" y="5108"/>
                    <a:pt x="5940" y="5109"/>
                  </a:cubicBezTo>
                  <a:lnTo>
                    <a:pt x="5943" y="5109"/>
                  </a:lnTo>
                  <a:cubicBezTo>
                    <a:pt x="5945" y="5110"/>
                    <a:pt x="5946" y="5110"/>
                    <a:pt x="5948" y="5110"/>
                  </a:cubicBezTo>
                  <a:cubicBezTo>
                    <a:pt x="6041" y="5110"/>
                    <a:pt x="6115" y="5036"/>
                    <a:pt x="6118" y="4943"/>
                  </a:cubicBezTo>
                  <a:lnTo>
                    <a:pt x="6118" y="4940"/>
                  </a:lnTo>
                  <a:lnTo>
                    <a:pt x="6114" y="4940"/>
                  </a:lnTo>
                  <a:cubicBezTo>
                    <a:pt x="6115" y="4843"/>
                    <a:pt x="6038" y="4766"/>
                    <a:pt x="5943" y="4764"/>
                  </a:cubicBezTo>
                  <a:cubicBezTo>
                    <a:pt x="5942" y="4764"/>
                    <a:pt x="5941" y="4764"/>
                    <a:pt x="5940" y="4764"/>
                  </a:cubicBezTo>
                  <a:close/>
                  <a:moveTo>
                    <a:pt x="148" y="4833"/>
                  </a:moveTo>
                  <a:cubicBezTo>
                    <a:pt x="66" y="4834"/>
                    <a:pt x="0" y="4900"/>
                    <a:pt x="0" y="4981"/>
                  </a:cubicBezTo>
                  <a:cubicBezTo>
                    <a:pt x="0" y="5063"/>
                    <a:pt x="66" y="5129"/>
                    <a:pt x="148" y="5129"/>
                  </a:cubicBezTo>
                  <a:lnTo>
                    <a:pt x="749" y="5129"/>
                  </a:lnTo>
                  <a:cubicBezTo>
                    <a:pt x="830" y="5129"/>
                    <a:pt x="895" y="5063"/>
                    <a:pt x="895" y="4981"/>
                  </a:cubicBezTo>
                  <a:cubicBezTo>
                    <a:pt x="895" y="4900"/>
                    <a:pt x="830" y="4834"/>
                    <a:pt x="749" y="4833"/>
                  </a:cubicBezTo>
                  <a:close/>
                  <a:moveTo>
                    <a:pt x="3307" y="4833"/>
                  </a:moveTo>
                  <a:cubicBezTo>
                    <a:pt x="3225" y="4834"/>
                    <a:pt x="3160" y="4901"/>
                    <a:pt x="3160" y="4981"/>
                  </a:cubicBezTo>
                  <a:cubicBezTo>
                    <a:pt x="3160" y="5063"/>
                    <a:pt x="3227" y="5129"/>
                    <a:pt x="3307" y="5129"/>
                  </a:cubicBezTo>
                  <a:lnTo>
                    <a:pt x="4886" y="5129"/>
                  </a:lnTo>
                  <a:cubicBezTo>
                    <a:pt x="4967" y="5129"/>
                    <a:pt x="5034" y="5063"/>
                    <a:pt x="5034" y="4981"/>
                  </a:cubicBezTo>
                  <a:cubicBezTo>
                    <a:pt x="5034" y="4900"/>
                    <a:pt x="4967" y="4834"/>
                    <a:pt x="4886" y="483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687;p40">
              <a:extLst>
                <a:ext uri="{FF2B5EF4-FFF2-40B4-BE49-F238E27FC236}">
                  <a16:creationId xmlns:a16="http://schemas.microsoft.com/office/drawing/2014/main" id="{F84A2001-9A6A-41A6-B8EB-C5C24FDC43B0}"/>
                </a:ext>
              </a:extLst>
            </p:cNvPr>
            <p:cNvSpPr/>
            <p:nvPr/>
          </p:nvSpPr>
          <p:spPr>
            <a:xfrm>
              <a:off x="5427200" y="3434275"/>
              <a:ext cx="204450" cy="128275"/>
            </a:xfrm>
            <a:custGeom>
              <a:avLst/>
              <a:gdLst/>
              <a:ahLst/>
              <a:cxnLst/>
              <a:rect l="l" t="t" r="r" b="b"/>
              <a:pathLst>
                <a:path w="8178" h="5131" extrusionOk="0">
                  <a:moveTo>
                    <a:pt x="148" y="27"/>
                  </a:moveTo>
                  <a:cubicBezTo>
                    <a:pt x="79" y="34"/>
                    <a:pt x="26" y="89"/>
                    <a:pt x="17" y="156"/>
                  </a:cubicBezTo>
                  <a:cubicBezTo>
                    <a:pt x="6" y="238"/>
                    <a:pt x="66" y="313"/>
                    <a:pt x="148" y="323"/>
                  </a:cubicBezTo>
                  <a:lnTo>
                    <a:pt x="749" y="323"/>
                  </a:lnTo>
                  <a:cubicBezTo>
                    <a:pt x="816" y="314"/>
                    <a:pt x="871" y="261"/>
                    <a:pt x="879" y="192"/>
                  </a:cubicBezTo>
                  <a:cubicBezTo>
                    <a:pt x="889" y="110"/>
                    <a:pt x="830" y="36"/>
                    <a:pt x="749" y="27"/>
                  </a:cubicBezTo>
                  <a:close/>
                  <a:moveTo>
                    <a:pt x="1427" y="27"/>
                  </a:moveTo>
                  <a:cubicBezTo>
                    <a:pt x="1345" y="36"/>
                    <a:pt x="1287" y="110"/>
                    <a:pt x="1296" y="192"/>
                  </a:cubicBezTo>
                  <a:cubicBezTo>
                    <a:pt x="1305" y="261"/>
                    <a:pt x="1358" y="314"/>
                    <a:pt x="1427" y="323"/>
                  </a:cubicBezTo>
                  <a:lnTo>
                    <a:pt x="3005" y="323"/>
                  </a:lnTo>
                  <a:cubicBezTo>
                    <a:pt x="3084" y="319"/>
                    <a:pt x="3145" y="255"/>
                    <a:pt x="3145" y="176"/>
                  </a:cubicBezTo>
                  <a:cubicBezTo>
                    <a:pt x="3145" y="92"/>
                    <a:pt x="3078" y="27"/>
                    <a:pt x="2996" y="27"/>
                  </a:cubicBezTo>
                  <a:close/>
                  <a:moveTo>
                    <a:pt x="3665" y="0"/>
                  </a:moveTo>
                  <a:cubicBezTo>
                    <a:pt x="3571" y="0"/>
                    <a:pt x="3495" y="77"/>
                    <a:pt x="3493" y="171"/>
                  </a:cubicBezTo>
                  <a:cubicBezTo>
                    <a:pt x="3492" y="267"/>
                    <a:pt x="3568" y="344"/>
                    <a:pt x="3663" y="346"/>
                  </a:cubicBezTo>
                  <a:lnTo>
                    <a:pt x="3668" y="346"/>
                  </a:lnTo>
                  <a:cubicBezTo>
                    <a:pt x="3763" y="346"/>
                    <a:pt x="3839" y="270"/>
                    <a:pt x="3839" y="174"/>
                  </a:cubicBezTo>
                  <a:cubicBezTo>
                    <a:pt x="3840" y="79"/>
                    <a:pt x="3763" y="2"/>
                    <a:pt x="3668" y="0"/>
                  </a:cubicBezTo>
                  <a:cubicBezTo>
                    <a:pt x="3667" y="0"/>
                    <a:pt x="3666" y="0"/>
                    <a:pt x="3665" y="0"/>
                  </a:cubicBezTo>
                  <a:close/>
                  <a:moveTo>
                    <a:pt x="4182" y="0"/>
                  </a:moveTo>
                  <a:cubicBezTo>
                    <a:pt x="4087" y="0"/>
                    <a:pt x="4010" y="77"/>
                    <a:pt x="4009" y="171"/>
                  </a:cubicBezTo>
                  <a:cubicBezTo>
                    <a:pt x="4009" y="267"/>
                    <a:pt x="4084" y="344"/>
                    <a:pt x="4180" y="346"/>
                  </a:cubicBezTo>
                  <a:lnTo>
                    <a:pt x="4181" y="346"/>
                  </a:lnTo>
                  <a:cubicBezTo>
                    <a:pt x="4277" y="346"/>
                    <a:pt x="4354" y="270"/>
                    <a:pt x="4354" y="174"/>
                  </a:cubicBezTo>
                  <a:cubicBezTo>
                    <a:pt x="4355" y="79"/>
                    <a:pt x="4280" y="2"/>
                    <a:pt x="4184" y="0"/>
                  </a:cubicBezTo>
                  <a:cubicBezTo>
                    <a:pt x="4183" y="0"/>
                    <a:pt x="4182" y="0"/>
                    <a:pt x="4182" y="0"/>
                  </a:cubicBezTo>
                  <a:close/>
                  <a:moveTo>
                    <a:pt x="4695" y="0"/>
                  </a:moveTo>
                  <a:cubicBezTo>
                    <a:pt x="4601" y="0"/>
                    <a:pt x="4524" y="77"/>
                    <a:pt x="4524" y="171"/>
                  </a:cubicBezTo>
                  <a:cubicBezTo>
                    <a:pt x="4522" y="267"/>
                    <a:pt x="4598" y="344"/>
                    <a:pt x="4693" y="346"/>
                  </a:cubicBezTo>
                  <a:lnTo>
                    <a:pt x="4698" y="346"/>
                  </a:lnTo>
                  <a:cubicBezTo>
                    <a:pt x="4792" y="346"/>
                    <a:pt x="4869" y="270"/>
                    <a:pt x="4869" y="174"/>
                  </a:cubicBezTo>
                  <a:cubicBezTo>
                    <a:pt x="4869" y="79"/>
                    <a:pt x="4793" y="2"/>
                    <a:pt x="4698" y="0"/>
                  </a:cubicBezTo>
                  <a:cubicBezTo>
                    <a:pt x="4697" y="0"/>
                    <a:pt x="4696" y="0"/>
                    <a:pt x="4695" y="0"/>
                  </a:cubicBezTo>
                  <a:close/>
                  <a:moveTo>
                    <a:pt x="5212" y="0"/>
                  </a:moveTo>
                  <a:cubicBezTo>
                    <a:pt x="5116" y="0"/>
                    <a:pt x="5040" y="77"/>
                    <a:pt x="5039" y="171"/>
                  </a:cubicBezTo>
                  <a:cubicBezTo>
                    <a:pt x="5037" y="267"/>
                    <a:pt x="5115" y="344"/>
                    <a:pt x="5210" y="346"/>
                  </a:cubicBezTo>
                  <a:lnTo>
                    <a:pt x="5215" y="346"/>
                  </a:lnTo>
                  <a:cubicBezTo>
                    <a:pt x="5308" y="346"/>
                    <a:pt x="5384" y="270"/>
                    <a:pt x="5384" y="174"/>
                  </a:cubicBezTo>
                  <a:cubicBezTo>
                    <a:pt x="5386" y="79"/>
                    <a:pt x="5310" y="2"/>
                    <a:pt x="5215" y="0"/>
                  </a:cubicBezTo>
                  <a:cubicBezTo>
                    <a:pt x="5214" y="0"/>
                    <a:pt x="5213" y="0"/>
                    <a:pt x="5212" y="0"/>
                  </a:cubicBezTo>
                  <a:close/>
                  <a:moveTo>
                    <a:pt x="6241" y="0"/>
                  </a:moveTo>
                  <a:cubicBezTo>
                    <a:pt x="6147" y="0"/>
                    <a:pt x="6071" y="77"/>
                    <a:pt x="6069" y="171"/>
                  </a:cubicBezTo>
                  <a:cubicBezTo>
                    <a:pt x="6068" y="267"/>
                    <a:pt x="6145" y="344"/>
                    <a:pt x="6240" y="346"/>
                  </a:cubicBezTo>
                  <a:lnTo>
                    <a:pt x="6243" y="346"/>
                  </a:lnTo>
                  <a:cubicBezTo>
                    <a:pt x="6339" y="346"/>
                    <a:pt x="6415" y="270"/>
                    <a:pt x="6415" y="174"/>
                  </a:cubicBezTo>
                  <a:cubicBezTo>
                    <a:pt x="6416" y="79"/>
                    <a:pt x="6339" y="2"/>
                    <a:pt x="6243" y="0"/>
                  </a:cubicBezTo>
                  <a:cubicBezTo>
                    <a:pt x="6243" y="0"/>
                    <a:pt x="6242" y="0"/>
                    <a:pt x="6241" y="0"/>
                  </a:cubicBezTo>
                  <a:close/>
                  <a:moveTo>
                    <a:pt x="5727" y="0"/>
                  </a:moveTo>
                  <a:cubicBezTo>
                    <a:pt x="5633" y="0"/>
                    <a:pt x="5557" y="77"/>
                    <a:pt x="5556" y="171"/>
                  </a:cubicBezTo>
                  <a:cubicBezTo>
                    <a:pt x="5554" y="267"/>
                    <a:pt x="5630" y="344"/>
                    <a:pt x="5725" y="346"/>
                  </a:cubicBezTo>
                  <a:lnTo>
                    <a:pt x="5728" y="346"/>
                  </a:lnTo>
                  <a:cubicBezTo>
                    <a:pt x="5730" y="346"/>
                    <a:pt x="5732" y="346"/>
                    <a:pt x="5734" y="346"/>
                  </a:cubicBezTo>
                  <a:cubicBezTo>
                    <a:pt x="5827" y="346"/>
                    <a:pt x="5903" y="271"/>
                    <a:pt x="5905" y="177"/>
                  </a:cubicBezTo>
                  <a:lnTo>
                    <a:pt x="5905" y="174"/>
                  </a:lnTo>
                  <a:lnTo>
                    <a:pt x="5901" y="174"/>
                  </a:lnTo>
                  <a:cubicBezTo>
                    <a:pt x="5902" y="79"/>
                    <a:pt x="5825" y="2"/>
                    <a:pt x="5730" y="0"/>
                  </a:cubicBezTo>
                  <a:cubicBezTo>
                    <a:pt x="5729" y="0"/>
                    <a:pt x="5728" y="0"/>
                    <a:pt x="5727" y="0"/>
                  </a:cubicBezTo>
                  <a:close/>
                  <a:moveTo>
                    <a:pt x="148" y="713"/>
                  </a:moveTo>
                  <a:cubicBezTo>
                    <a:pt x="66" y="724"/>
                    <a:pt x="6" y="798"/>
                    <a:pt x="17" y="880"/>
                  </a:cubicBezTo>
                  <a:cubicBezTo>
                    <a:pt x="24" y="947"/>
                    <a:pt x="79" y="1002"/>
                    <a:pt x="148" y="1010"/>
                  </a:cubicBezTo>
                  <a:lnTo>
                    <a:pt x="748" y="1010"/>
                  </a:lnTo>
                  <a:cubicBezTo>
                    <a:pt x="830" y="1010"/>
                    <a:pt x="895" y="944"/>
                    <a:pt x="895" y="862"/>
                  </a:cubicBezTo>
                  <a:cubicBezTo>
                    <a:pt x="897" y="782"/>
                    <a:pt x="833" y="715"/>
                    <a:pt x="751" y="713"/>
                  </a:cubicBezTo>
                  <a:close/>
                  <a:moveTo>
                    <a:pt x="1427" y="713"/>
                  </a:moveTo>
                  <a:cubicBezTo>
                    <a:pt x="1345" y="722"/>
                    <a:pt x="1287" y="797"/>
                    <a:pt x="1296" y="879"/>
                  </a:cubicBezTo>
                  <a:cubicBezTo>
                    <a:pt x="1305" y="947"/>
                    <a:pt x="1358" y="1001"/>
                    <a:pt x="1427" y="1010"/>
                  </a:cubicBezTo>
                  <a:lnTo>
                    <a:pt x="3005" y="1010"/>
                  </a:lnTo>
                  <a:cubicBezTo>
                    <a:pt x="3084" y="1007"/>
                    <a:pt x="3145" y="941"/>
                    <a:pt x="3145" y="862"/>
                  </a:cubicBezTo>
                  <a:cubicBezTo>
                    <a:pt x="3145" y="780"/>
                    <a:pt x="3078" y="713"/>
                    <a:pt x="2996" y="713"/>
                  </a:cubicBezTo>
                  <a:close/>
                  <a:moveTo>
                    <a:pt x="148" y="1400"/>
                  </a:moveTo>
                  <a:cubicBezTo>
                    <a:pt x="66" y="1410"/>
                    <a:pt x="6" y="1485"/>
                    <a:pt x="17" y="1566"/>
                  </a:cubicBezTo>
                  <a:cubicBezTo>
                    <a:pt x="24" y="1635"/>
                    <a:pt x="79" y="1689"/>
                    <a:pt x="148" y="1696"/>
                  </a:cubicBezTo>
                  <a:lnTo>
                    <a:pt x="748" y="1696"/>
                  </a:lnTo>
                  <a:cubicBezTo>
                    <a:pt x="830" y="1696"/>
                    <a:pt x="895" y="1630"/>
                    <a:pt x="895" y="1549"/>
                  </a:cubicBezTo>
                  <a:cubicBezTo>
                    <a:pt x="897" y="1468"/>
                    <a:pt x="833" y="1401"/>
                    <a:pt x="751" y="1400"/>
                  </a:cubicBezTo>
                  <a:close/>
                  <a:moveTo>
                    <a:pt x="1427" y="1400"/>
                  </a:moveTo>
                  <a:cubicBezTo>
                    <a:pt x="1345" y="1409"/>
                    <a:pt x="1287" y="1483"/>
                    <a:pt x="1296" y="1565"/>
                  </a:cubicBezTo>
                  <a:cubicBezTo>
                    <a:pt x="1305" y="1633"/>
                    <a:pt x="1358" y="1687"/>
                    <a:pt x="1427" y="1696"/>
                  </a:cubicBezTo>
                  <a:lnTo>
                    <a:pt x="3005" y="1696"/>
                  </a:lnTo>
                  <a:cubicBezTo>
                    <a:pt x="3084" y="1693"/>
                    <a:pt x="3145" y="1627"/>
                    <a:pt x="3145" y="1549"/>
                  </a:cubicBezTo>
                  <a:cubicBezTo>
                    <a:pt x="3145" y="1467"/>
                    <a:pt x="3078" y="1400"/>
                    <a:pt x="2996" y="1400"/>
                  </a:cubicBezTo>
                  <a:close/>
                  <a:moveTo>
                    <a:pt x="3668" y="1373"/>
                  </a:moveTo>
                  <a:cubicBezTo>
                    <a:pt x="3572" y="1373"/>
                    <a:pt x="3495" y="1449"/>
                    <a:pt x="3493" y="1544"/>
                  </a:cubicBezTo>
                  <a:cubicBezTo>
                    <a:pt x="3492" y="1639"/>
                    <a:pt x="3568" y="1718"/>
                    <a:pt x="3663" y="1718"/>
                  </a:cubicBezTo>
                  <a:lnTo>
                    <a:pt x="3668" y="1718"/>
                  </a:lnTo>
                  <a:cubicBezTo>
                    <a:pt x="3763" y="1718"/>
                    <a:pt x="3839" y="1642"/>
                    <a:pt x="3839" y="1549"/>
                  </a:cubicBezTo>
                  <a:cubicBezTo>
                    <a:pt x="3840" y="1453"/>
                    <a:pt x="3763" y="1374"/>
                    <a:pt x="3668" y="1373"/>
                  </a:cubicBezTo>
                  <a:close/>
                  <a:moveTo>
                    <a:pt x="4184" y="1373"/>
                  </a:moveTo>
                  <a:cubicBezTo>
                    <a:pt x="4089" y="1373"/>
                    <a:pt x="4010" y="1449"/>
                    <a:pt x="4009" y="1544"/>
                  </a:cubicBezTo>
                  <a:cubicBezTo>
                    <a:pt x="4009" y="1639"/>
                    <a:pt x="4084" y="1718"/>
                    <a:pt x="4180" y="1718"/>
                  </a:cubicBezTo>
                  <a:lnTo>
                    <a:pt x="4181" y="1718"/>
                  </a:lnTo>
                  <a:cubicBezTo>
                    <a:pt x="4277" y="1718"/>
                    <a:pt x="4354" y="1642"/>
                    <a:pt x="4355" y="1549"/>
                  </a:cubicBezTo>
                  <a:lnTo>
                    <a:pt x="4354" y="1549"/>
                  </a:lnTo>
                  <a:cubicBezTo>
                    <a:pt x="4355" y="1453"/>
                    <a:pt x="4280" y="1374"/>
                    <a:pt x="4184" y="1373"/>
                  </a:cubicBezTo>
                  <a:close/>
                  <a:moveTo>
                    <a:pt x="4698" y="1373"/>
                  </a:moveTo>
                  <a:cubicBezTo>
                    <a:pt x="4603" y="1373"/>
                    <a:pt x="4524" y="1449"/>
                    <a:pt x="4524" y="1544"/>
                  </a:cubicBezTo>
                  <a:cubicBezTo>
                    <a:pt x="4522" y="1639"/>
                    <a:pt x="4598" y="1718"/>
                    <a:pt x="4693" y="1718"/>
                  </a:cubicBezTo>
                  <a:lnTo>
                    <a:pt x="4698" y="1718"/>
                  </a:lnTo>
                  <a:cubicBezTo>
                    <a:pt x="4792" y="1718"/>
                    <a:pt x="4869" y="1642"/>
                    <a:pt x="4869" y="1549"/>
                  </a:cubicBezTo>
                  <a:cubicBezTo>
                    <a:pt x="4869" y="1453"/>
                    <a:pt x="4793" y="1374"/>
                    <a:pt x="4698" y="1373"/>
                  </a:cubicBezTo>
                  <a:close/>
                  <a:moveTo>
                    <a:pt x="5215" y="1373"/>
                  </a:moveTo>
                  <a:cubicBezTo>
                    <a:pt x="5118" y="1373"/>
                    <a:pt x="5040" y="1449"/>
                    <a:pt x="5039" y="1544"/>
                  </a:cubicBezTo>
                  <a:cubicBezTo>
                    <a:pt x="5037" y="1639"/>
                    <a:pt x="5115" y="1718"/>
                    <a:pt x="5210" y="1718"/>
                  </a:cubicBezTo>
                  <a:lnTo>
                    <a:pt x="5215" y="1718"/>
                  </a:lnTo>
                  <a:cubicBezTo>
                    <a:pt x="5308" y="1718"/>
                    <a:pt x="5384" y="1642"/>
                    <a:pt x="5384" y="1549"/>
                  </a:cubicBezTo>
                  <a:cubicBezTo>
                    <a:pt x="5386" y="1453"/>
                    <a:pt x="5310" y="1374"/>
                    <a:pt x="5215" y="1373"/>
                  </a:cubicBezTo>
                  <a:close/>
                  <a:moveTo>
                    <a:pt x="6243" y="1373"/>
                  </a:moveTo>
                  <a:cubicBezTo>
                    <a:pt x="6148" y="1373"/>
                    <a:pt x="6071" y="1449"/>
                    <a:pt x="6069" y="1544"/>
                  </a:cubicBezTo>
                  <a:cubicBezTo>
                    <a:pt x="6068" y="1639"/>
                    <a:pt x="6145" y="1718"/>
                    <a:pt x="6240" y="1718"/>
                  </a:cubicBezTo>
                  <a:lnTo>
                    <a:pt x="6243" y="1718"/>
                  </a:lnTo>
                  <a:cubicBezTo>
                    <a:pt x="6339" y="1718"/>
                    <a:pt x="6415" y="1642"/>
                    <a:pt x="6415" y="1549"/>
                  </a:cubicBezTo>
                  <a:cubicBezTo>
                    <a:pt x="6416" y="1453"/>
                    <a:pt x="6339" y="1374"/>
                    <a:pt x="6243" y="1373"/>
                  </a:cubicBezTo>
                  <a:close/>
                  <a:moveTo>
                    <a:pt x="5730" y="1373"/>
                  </a:moveTo>
                  <a:cubicBezTo>
                    <a:pt x="5634" y="1373"/>
                    <a:pt x="5557" y="1449"/>
                    <a:pt x="5556" y="1544"/>
                  </a:cubicBezTo>
                  <a:cubicBezTo>
                    <a:pt x="5554" y="1639"/>
                    <a:pt x="5630" y="1718"/>
                    <a:pt x="5725" y="1718"/>
                  </a:cubicBezTo>
                  <a:lnTo>
                    <a:pt x="5728" y="1718"/>
                  </a:lnTo>
                  <a:cubicBezTo>
                    <a:pt x="5730" y="1718"/>
                    <a:pt x="5732" y="1718"/>
                    <a:pt x="5734" y="1718"/>
                  </a:cubicBezTo>
                  <a:cubicBezTo>
                    <a:pt x="5827" y="1718"/>
                    <a:pt x="5903" y="1644"/>
                    <a:pt x="5905" y="1550"/>
                  </a:cubicBezTo>
                  <a:lnTo>
                    <a:pt x="5905" y="1549"/>
                  </a:lnTo>
                  <a:lnTo>
                    <a:pt x="5901" y="1549"/>
                  </a:lnTo>
                  <a:cubicBezTo>
                    <a:pt x="5902" y="1453"/>
                    <a:pt x="5825" y="1374"/>
                    <a:pt x="5730" y="1373"/>
                  </a:cubicBezTo>
                  <a:close/>
                  <a:moveTo>
                    <a:pt x="148" y="2086"/>
                  </a:moveTo>
                  <a:cubicBezTo>
                    <a:pt x="66" y="2088"/>
                    <a:pt x="0" y="2155"/>
                    <a:pt x="0" y="2236"/>
                  </a:cubicBezTo>
                  <a:cubicBezTo>
                    <a:pt x="0" y="2317"/>
                    <a:pt x="66" y="2382"/>
                    <a:pt x="148" y="2382"/>
                  </a:cubicBezTo>
                  <a:lnTo>
                    <a:pt x="749" y="2382"/>
                  </a:lnTo>
                  <a:cubicBezTo>
                    <a:pt x="830" y="2382"/>
                    <a:pt x="895" y="2317"/>
                    <a:pt x="895" y="2236"/>
                  </a:cubicBezTo>
                  <a:cubicBezTo>
                    <a:pt x="895" y="2155"/>
                    <a:pt x="830" y="2088"/>
                    <a:pt x="749" y="2086"/>
                  </a:cubicBezTo>
                  <a:close/>
                  <a:moveTo>
                    <a:pt x="1427" y="2086"/>
                  </a:moveTo>
                  <a:cubicBezTo>
                    <a:pt x="1345" y="2088"/>
                    <a:pt x="1279" y="2153"/>
                    <a:pt x="1279" y="2235"/>
                  </a:cubicBezTo>
                  <a:cubicBezTo>
                    <a:pt x="1279" y="2317"/>
                    <a:pt x="1345" y="2382"/>
                    <a:pt x="1427" y="2382"/>
                  </a:cubicBezTo>
                  <a:lnTo>
                    <a:pt x="3005" y="2382"/>
                  </a:lnTo>
                  <a:cubicBezTo>
                    <a:pt x="3084" y="2379"/>
                    <a:pt x="3145" y="2314"/>
                    <a:pt x="3145" y="2235"/>
                  </a:cubicBezTo>
                  <a:cubicBezTo>
                    <a:pt x="3145" y="2153"/>
                    <a:pt x="3078" y="2086"/>
                    <a:pt x="2996" y="2086"/>
                  </a:cubicBezTo>
                  <a:close/>
                  <a:moveTo>
                    <a:pt x="148" y="2775"/>
                  </a:moveTo>
                  <a:cubicBezTo>
                    <a:pt x="66" y="2775"/>
                    <a:pt x="0" y="2841"/>
                    <a:pt x="0" y="2923"/>
                  </a:cubicBezTo>
                  <a:cubicBezTo>
                    <a:pt x="0" y="3005"/>
                    <a:pt x="66" y="3070"/>
                    <a:pt x="148" y="3072"/>
                  </a:cubicBezTo>
                  <a:lnTo>
                    <a:pt x="749" y="3072"/>
                  </a:lnTo>
                  <a:cubicBezTo>
                    <a:pt x="830" y="3070"/>
                    <a:pt x="895" y="3003"/>
                    <a:pt x="895" y="2923"/>
                  </a:cubicBezTo>
                  <a:cubicBezTo>
                    <a:pt x="895" y="2841"/>
                    <a:pt x="830" y="2775"/>
                    <a:pt x="749" y="2775"/>
                  </a:cubicBezTo>
                  <a:close/>
                  <a:moveTo>
                    <a:pt x="1427" y="2774"/>
                  </a:moveTo>
                  <a:cubicBezTo>
                    <a:pt x="1345" y="2774"/>
                    <a:pt x="1279" y="2841"/>
                    <a:pt x="1279" y="2921"/>
                  </a:cubicBezTo>
                  <a:cubicBezTo>
                    <a:pt x="1279" y="3003"/>
                    <a:pt x="1345" y="3070"/>
                    <a:pt x="1427" y="3072"/>
                  </a:cubicBezTo>
                  <a:lnTo>
                    <a:pt x="3005" y="3072"/>
                  </a:lnTo>
                  <a:cubicBezTo>
                    <a:pt x="3084" y="3067"/>
                    <a:pt x="3145" y="3002"/>
                    <a:pt x="3145" y="2921"/>
                  </a:cubicBezTo>
                  <a:cubicBezTo>
                    <a:pt x="3145" y="2841"/>
                    <a:pt x="3079" y="2774"/>
                    <a:pt x="2998" y="2774"/>
                  </a:cubicBezTo>
                  <a:close/>
                  <a:moveTo>
                    <a:pt x="5426" y="3349"/>
                  </a:moveTo>
                  <a:cubicBezTo>
                    <a:pt x="5332" y="3349"/>
                    <a:pt x="5256" y="3424"/>
                    <a:pt x="5255" y="3518"/>
                  </a:cubicBezTo>
                  <a:cubicBezTo>
                    <a:pt x="5253" y="3614"/>
                    <a:pt x="5329" y="3693"/>
                    <a:pt x="5425" y="3694"/>
                  </a:cubicBezTo>
                  <a:lnTo>
                    <a:pt x="5427" y="3694"/>
                  </a:lnTo>
                  <a:cubicBezTo>
                    <a:pt x="5521" y="3694"/>
                    <a:pt x="5599" y="3618"/>
                    <a:pt x="5600" y="3523"/>
                  </a:cubicBezTo>
                  <a:cubicBezTo>
                    <a:pt x="5602" y="3428"/>
                    <a:pt x="5524" y="3349"/>
                    <a:pt x="5429" y="3349"/>
                  </a:cubicBezTo>
                  <a:cubicBezTo>
                    <a:pt x="5428" y="3349"/>
                    <a:pt x="5427" y="3349"/>
                    <a:pt x="5426" y="3349"/>
                  </a:cubicBezTo>
                  <a:close/>
                  <a:moveTo>
                    <a:pt x="6457" y="3349"/>
                  </a:moveTo>
                  <a:cubicBezTo>
                    <a:pt x="6363" y="3349"/>
                    <a:pt x="6285" y="3424"/>
                    <a:pt x="6285" y="3518"/>
                  </a:cubicBezTo>
                  <a:cubicBezTo>
                    <a:pt x="6284" y="3614"/>
                    <a:pt x="6360" y="3693"/>
                    <a:pt x="6455" y="3694"/>
                  </a:cubicBezTo>
                  <a:lnTo>
                    <a:pt x="6458" y="3694"/>
                  </a:lnTo>
                  <a:cubicBezTo>
                    <a:pt x="6552" y="3694"/>
                    <a:pt x="6629" y="3618"/>
                    <a:pt x="6631" y="3523"/>
                  </a:cubicBezTo>
                  <a:cubicBezTo>
                    <a:pt x="6631" y="3428"/>
                    <a:pt x="6555" y="3349"/>
                    <a:pt x="6459" y="3349"/>
                  </a:cubicBezTo>
                  <a:cubicBezTo>
                    <a:pt x="6458" y="3349"/>
                    <a:pt x="6457" y="3349"/>
                    <a:pt x="6457" y="3349"/>
                  </a:cubicBezTo>
                  <a:close/>
                  <a:moveTo>
                    <a:pt x="6970" y="3349"/>
                  </a:moveTo>
                  <a:cubicBezTo>
                    <a:pt x="6876" y="3349"/>
                    <a:pt x="6799" y="3424"/>
                    <a:pt x="6799" y="3518"/>
                  </a:cubicBezTo>
                  <a:cubicBezTo>
                    <a:pt x="6797" y="3614"/>
                    <a:pt x="6873" y="3693"/>
                    <a:pt x="6969" y="3694"/>
                  </a:cubicBezTo>
                  <a:lnTo>
                    <a:pt x="6973" y="3694"/>
                  </a:lnTo>
                  <a:cubicBezTo>
                    <a:pt x="7067" y="3694"/>
                    <a:pt x="7144" y="3617"/>
                    <a:pt x="7144" y="3523"/>
                  </a:cubicBezTo>
                  <a:cubicBezTo>
                    <a:pt x="7144" y="3428"/>
                    <a:pt x="7068" y="3349"/>
                    <a:pt x="6973" y="3349"/>
                  </a:cubicBezTo>
                  <a:cubicBezTo>
                    <a:pt x="6972" y="3349"/>
                    <a:pt x="6971" y="3349"/>
                    <a:pt x="6970" y="3349"/>
                  </a:cubicBezTo>
                  <a:close/>
                  <a:moveTo>
                    <a:pt x="7487" y="3349"/>
                  </a:moveTo>
                  <a:cubicBezTo>
                    <a:pt x="7393" y="3349"/>
                    <a:pt x="7315" y="3424"/>
                    <a:pt x="7314" y="3518"/>
                  </a:cubicBezTo>
                  <a:cubicBezTo>
                    <a:pt x="7314" y="3614"/>
                    <a:pt x="7390" y="3693"/>
                    <a:pt x="7485" y="3694"/>
                  </a:cubicBezTo>
                  <a:lnTo>
                    <a:pt x="7487" y="3694"/>
                  </a:lnTo>
                  <a:cubicBezTo>
                    <a:pt x="7582" y="3694"/>
                    <a:pt x="7659" y="3618"/>
                    <a:pt x="7659" y="3523"/>
                  </a:cubicBezTo>
                  <a:cubicBezTo>
                    <a:pt x="7661" y="3428"/>
                    <a:pt x="7585" y="3349"/>
                    <a:pt x="7490" y="3349"/>
                  </a:cubicBezTo>
                  <a:cubicBezTo>
                    <a:pt x="7489" y="3349"/>
                    <a:pt x="7488" y="3349"/>
                    <a:pt x="7487" y="3349"/>
                  </a:cubicBezTo>
                  <a:close/>
                  <a:moveTo>
                    <a:pt x="8002" y="3349"/>
                  </a:moveTo>
                  <a:cubicBezTo>
                    <a:pt x="7908" y="3349"/>
                    <a:pt x="7832" y="3424"/>
                    <a:pt x="7831" y="3518"/>
                  </a:cubicBezTo>
                  <a:cubicBezTo>
                    <a:pt x="7829" y="3614"/>
                    <a:pt x="7905" y="3693"/>
                    <a:pt x="8002" y="3694"/>
                  </a:cubicBezTo>
                  <a:lnTo>
                    <a:pt x="8003" y="3694"/>
                  </a:lnTo>
                  <a:cubicBezTo>
                    <a:pt x="8097" y="3694"/>
                    <a:pt x="8175" y="3618"/>
                    <a:pt x="8176" y="3523"/>
                  </a:cubicBezTo>
                  <a:cubicBezTo>
                    <a:pt x="8178" y="3428"/>
                    <a:pt x="8100" y="3349"/>
                    <a:pt x="8005" y="3349"/>
                  </a:cubicBezTo>
                  <a:cubicBezTo>
                    <a:pt x="8004" y="3349"/>
                    <a:pt x="8003" y="3349"/>
                    <a:pt x="8002" y="3349"/>
                  </a:cubicBezTo>
                  <a:close/>
                  <a:moveTo>
                    <a:pt x="5940" y="3349"/>
                  </a:moveTo>
                  <a:cubicBezTo>
                    <a:pt x="5846" y="3349"/>
                    <a:pt x="5770" y="3424"/>
                    <a:pt x="5768" y="3518"/>
                  </a:cubicBezTo>
                  <a:cubicBezTo>
                    <a:pt x="5767" y="3614"/>
                    <a:pt x="5844" y="3693"/>
                    <a:pt x="5940" y="3694"/>
                  </a:cubicBezTo>
                  <a:lnTo>
                    <a:pt x="5943" y="3694"/>
                  </a:lnTo>
                  <a:cubicBezTo>
                    <a:pt x="5944" y="3694"/>
                    <a:pt x="5945" y="3694"/>
                    <a:pt x="5945" y="3694"/>
                  </a:cubicBezTo>
                  <a:cubicBezTo>
                    <a:pt x="6039" y="3694"/>
                    <a:pt x="6115" y="3620"/>
                    <a:pt x="6118" y="3527"/>
                  </a:cubicBezTo>
                  <a:lnTo>
                    <a:pt x="6118" y="3523"/>
                  </a:lnTo>
                  <a:lnTo>
                    <a:pt x="6114" y="3523"/>
                  </a:lnTo>
                  <a:cubicBezTo>
                    <a:pt x="6115" y="3428"/>
                    <a:pt x="6038" y="3349"/>
                    <a:pt x="5943" y="3349"/>
                  </a:cubicBezTo>
                  <a:cubicBezTo>
                    <a:pt x="5942" y="3349"/>
                    <a:pt x="5941" y="3349"/>
                    <a:pt x="5940" y="3349"/>
                  </a:cubicBezTo>
                  <a:close/>
                  <a:moveTo>
                    <a:pt x="148" y="3462"/>
                  </a:moveTo>
                  <a:cubicBezTo>
                    <a:pt x="66" y="3472"/>
                    <a:pt x="6" y="3545"/>
                    <a:pt x="17" y="3627"/>
                  </a:cubicBezTo>
                  <a:cubicBezTo>
                    <a:pt x="26" y="3696"/>
                    <a:pt x="79" y="3751"/>
                    <a:pt x="148" y="3758"/>
                  </a:cubicBezTo>
                  <a:lnTo>
                    <a:pt x="749" y="3758"/>
                  </a:lnTo>
                  <a:cubicBezTo>
                    <a:pt x="830" y="3758"/>
                    <a:pt x="895" y="3693"/>
                    <a:pt x="895" y="3611"/>
                  </a:cubicBezTo>
                  <a:lnTo>
                    <a:pt x="895" y="3609"/>
                  </a:lnTo>
                  <a:cubicBezTo>
                    <a:pt x="895" y="3527"/>
                    <a:pt x="830" y="3462"/>
                    <a:pt x="749" y="3462"/>
                  </a:cubicBezTo>
                  <a:close/>
                  <a:moveTo>
                    <a:pt x="3307" y="3462"/>
                  </a:moveTo>
                  <a:cubicBezTo>
                    <a:pt x="3225" y="3471"/>
                    <a:pt x="3167" y="3545"/>
                    <a:pt x="3178" y="3627"/>
                  </a:cubicBezTo>
                  <a:cubicBezTo>
                    <a:pt x="3185" y="3696"/>
                    <a:pt x="3239" y="3749"/>
                    <a:pt x="3307" y="3758"/>
                  </a:cubicBezTo>
                  <a:lnTo>
                    <a:pt x="4886" y="3758"/>
                  </a:lnTo>
                  <a:cubicBezTo>
                    <a:pt x="4967" y="3758"/>
                    <a:pt x="5034" y="3691"/>
                    <a:pt x="5034" y="3608"/>
                  </a:cubicBezTo>
                  <a:cubicBezTo>
                    <a:pt x="5034" y="3527"/>
                    <a:pt x="4967" y="3462"/>
                    <a:pt x="4886" y="3462"/>
                  </a:cubicBezTo>
                  <a:close/>
                  <a:moveTo>
                    <a:pt x="148" y="4148"/>
                  </a:moveTo>
                  <a:cubicBezTo>
                    <a:pt x="66" y="4159"/>
                    <a:pt x="6" y="4233"/>
                    <a:pt x="17" y="4315"/>
                  </a:cubicBezTo>
                  <a:cubicBezTo>
                    <a:pt x="26" y="4382"/>
                    <a:pt x="79" y="4437"/>
                    <a:pt x="148" y="4445"/>
                  </a:cubicBezTo>
                  <a:lnTo>
                    <a:pt x="749" y="4445"/>
                  </a:lnTo>
                  <a:cubicBezTo>
                    <a:pt x="830" y="4445"/>
                    <a:pt x="895" y="4379"/>
                    <a:pt x="895" y="4297"/>
                  </a:cubicBezTo>
                  <a:lnTo>
                    <a:pt x="895" y="4296"/>
                  </a:lnTo>
                  <a:cubicBezTo>
                    <a:pt x="895" y="4214"/>
                    <a:pt x="830" y="4148"/>
                    <a:pt x="749" y="4148"/>
                  </a:cubicBezTo>
                  <a:close/>
                  <a:moveTo>
                    <a:pt x="3307" y="4148"/>
                  </a:moveTo>
                  <a:cubicBezTo>
                    <a:pt x="3225" y="4157"/>
                    <a:pt x="3167" y="4232"/>
                    <a:pt x="3178" y="4314"/>
                  </a:cubicBezTo>
                  <a:cubicBezTo>
                    <a:pt x="3185" y="4382"/>
                    <a:pt x="3239" y="4436"/>
                    <a:pt x="3307" y="4445"/>
                  </a:cubicBezTo>
                  <a:lnTo>
                    <a:pt x="4886" y="4445"/>
                  </a:lnTo>
                  <a:cubicBezTo>
                    <a:pt x="4967" y="4445"/>
                    <a:pt x="5034" y="4378"/>
                    <a:pt x="5034" y="4296"/>
                  </a:cubicBezTo>
                  <a:cubicBezTo>
                    <a:pt x="5034" y="4214"/>
                    <a:pt x="4967" y="4148"/>
                    <a:pt x="4886" y="4148"/>
                  </a:cubicBezTo>
                  <a:close/>
                  <a:moveTo>
                    <a:pt x="6972" y="4766"/>
                  </a:moveTo>
                  <a:cubicBezTo>
                    <a:pt x="6876" y="4766"/>
                    <a:pt x="6799" y="4844"/>
                    <a:pt x="6799" y="4939"/>
                  </a:cubicBezTo>
                  <a:cubicBezTo>
                    <a:pt x="6799" y="5034"/>
                    <a:pt x="6876" y="5112"/>
                    <a:pt x="6972" y="5112"/>
                  </a:cubicBezTo>
                  <a:lnTo>
                    <a:pt x="6973" y="5112"/>
                  </a:lnTo>
                  <a:cubicBezTo>
                    <a:pt x="7067" y="5112"/>
                    <a:pt x="7144" y="5036"/>
                    <a:pt x="7144" y="4940"/>
                  </a:cubicBezTo>
                  <a:lnTo>
                    <a:pt x="7144" y="4939"/>
                  </a:lnTo>
                  <a:cubicBezTo>
                    <a:pt x="7144" y="4844"/>
                    <a:pt x="7067" y="4766"/>
                    <a:pt x="6972" y="4766"/>
                  </a:cubicBezTo>
                  <a:close/>
                  <a:moveTo>
                    <a:pt x="8003" y="4766"/>
                  </a:moveTo>
                  <a:cubicBezTo>
                    <a:pt x="7908" y="4766"/>
                    <a:pt x="7831" y="4844"/>
                    <a:pt x="7831" y="4939"/>
                  </a:cubicBezTo>
                  <a:cubicBezTo>
                    <a:pt x="7831" y="5034"/>
                    <a:pt x="7908" y="5112"/>
                    <a:pt x="8003" y="5112"/>
                  </a:cubicBezTo>
                  <a:cubicBezTo>
                    <a:pt x="8099" y="5112"/>
                    <a:pt x="8176" y="5034"/>
                    <a:pt x="8176" y="4939"/>
                  </a:cubicBezTo>
                  <a:cubicBezTo>
                    <a:pt x="8176" y="4844"/>
                    <a:pt x="8099" y="4766"/>
                    <a:pt x="8003" y="4766"/>
                  </a:cubicBezTo>
                  <a:close/>
                  <a:moveTo>
                    <a:pt x="5427" y="4766"/>
                  </a:moveTo>
                  <a:cubicBezTo>
                    <a:pt x="5332" y="4766"/>
                    <a:pt x="5255" y="4844"/>
                    <a:pt x="5255" y="4939"/>
                  </a:cubicBezTo>
                  <a:cubicBezTo>
                    <a:pt x="5255" y="5034"/>
                    <a:pt x="5332" y="5112"/>
                    <a:pt x="5427" y="5112"/>
                  </a:cubicBezTo>
                  <a:cubicBezTo>
                    <a:pt x="5428" y="5112"/>
                    <a:pt x="5429" y="5112"/>
                    <a:pt x="5430" y="5112"/>
                  </a:cubicBezTo>
                  <a:cubicBezTo>
                    <a:pt x="5523" y="5112"/>
                    <a:pt x="5599" y="5036"/>
                    <a:pt x="5600" y="4943"/>
                  </a:cubicBezTo>
                  <a:lnTo>
                    <a:pt x="5600" y="4939"/>
                  </a:lnTo>
                  <a:cubicBezTo>
                    <a:pt x="5600" y="4844"/>
                    <a:pt x="5523" y="4766"/>
                    <a:pt x="5427" y="4766"/>
                  </a:cubicBezTo>
                  <a:close/>
                  <a:moveTo>
                    <a:pt x="6458" y="4766"/>
                  </a:moveTo>
                  <a:cubicBezTo>
                    <a:pt x="6361" y="4766"/>
                    <a:pt x="6285" y="4844"/>
                    <a:pt x="6285" y="4939"/>
                  </a:cubicBezTo>
                  <a:cubicBezTo>
                    <a:pt x="6285" y="5034"/>
                    <a:pt x="6363" y="5112"/>
                    <a:pt x="6458" y="5112"/>
                  </a:cubicBezTo>
                  <a:cubicBezTo>
                    <a:pt x="6459" y="5112"/>
                    <a:pt x="6460" y="5112"/>
                    <a:pt x="6461" y="5112"/>
                  </a:cubicBezTo>
                  <a:cubicBezTo>
                    <a:pt x="6553" y="5112"/>
                    <a:pt x="6629" y="5036"/>
                    <a:pt x="6631" y="4943"/>
                  </a:cubicBezTo>
                  <a:lnTo>
                    <a:pt x="6631" y="4939"/>
                  </a:lnTo>
                  <a:cubicBezTo>
                    <a:pt x="6631" y="4844"/>
                    <a:pt x="6553" y="4766"/>
                    <a:pt x="6458" y="4766"/>
                  </a:cubicBezTo>
                  <a:close/>
                  <a:moveTo>
                    <a:pt x="7487" y="4766"/>
                  </a:moveTo>
                  <a:cubicBezTo>
                    <a:pt x="7391" y="4766"/>
                    <a:pt x="7314" y="4844"/>
                    <a:pt x="7314" y="4939"/>
                  </a:cubicBezTo>
                  <a:cubicBezTo>
                    <a:pt x="7314" y="5034"/>
                    <a:pt x="7391" y="5112"/>
                    <a:pt x="7487" y="5112"/>
                  </a:cubicBezTo>
                  <a:cubicBezTo>
                    <a:pt x="7488" y="5112"/>
                    <a:pt x="7489" y="5112"/>
                    <a:pt x="7489" y="5112"/>
                  </a:cubicBezTo>
                  <a:cubicBezTo>
                    <a:pt x="7583" y="5112"/>
                    <a:pt x="7659" y="5036"/>
                    <a:pt x="7659" y="4943"/>
                  </a:cubicBezTo>
                  <a:lnTo>
                    <a:pt x="7659" y="4939"/>
                  </a:lnTo>
                  <a:cubicBezTo>
                    <a:pt x="7659" y="4844"/>
                    <a:pt x="7582" y="4766"/>
                    <a:pt x="7487" y="4766"/>
                  </a:cubicBezTo>
                  <a:close/>
                  <a:moveTo>
                    <a:pt x="5941" y="4766"/>
                  </a:moveTo>
                  <a:cubicBezTo>
                    <a:pt x="5846" y="4766"/>
                    <a:pt x="5768" y="4844"/>
                    <a:pt x="5768" y="4939"/>
                  </a:cubicBezTo>
                  <a:cubicBezTo>
                    <a:pt x="5768" y="5034"/>
                    <a:pt x="5846" y="5112"/>
                    <a:pt x="5941" y="5112"/>
                  </a:cubicBezTo>
                  <a:lnTo>
                    <a:pt x="5943" y="5112"/>
                  </a:lnTo>
                  <a:cubicBezTo>
                    <a:pt x="5945" y="5112"/>
                    <a:pt x="5946" y="5112"/>
                    <a:pt x="5948" y="5112"/>
                  </a:cubicBezTo>
                  <a:cubicBezTo>
                    <a:pt x="6041" y="5112"/>
                    <a:pt x="6115" y="5038"/>
                    <a:pt x="6118" y="4945"/>
                  </a:cubicBezTo>
                  <a:lnTo>
                    <a:pt x="6118" y="4939"/>
                  </a:lnTo>
                  <a:lnTo>
                    <a:pt x="6114" y="4939"/>
                  </a:lnTo>
                  <a:cubicBezTo>
                    <a:pt x="6114" y="4844"/>
                    <a:pt x="6036" y="4766"/>
                    <a:pt x="5941" y="4766"/>
                  </a:cubicBezTo>
                  <a:close/>
                  <a:moveTo>
                    <a:pt x="148" y="4835"/>
                  </a:moveTo>
                  <a:cubicBezTo>
                    <a:pt x="66" y="4845"/>
                    <a:pt x="6" y="4920"/>
                    <a:pt x="17" y="5001"/>
                  </a:cubicBezTo>
                  <a:cubicBezTo>
                    <a:pt x="26" y="5070"/>
                    <a:pt x="79" y="5124"/>
                    <a:pt x="148" y="5131"/>
                  </a:cubicBezTo>
                  <a:lnTo>
                    <a:pt x="749" y="5131"/>
                  </a:lnTo>
                  <a:cubicBezTo>
                    <a:pt x="830" y="5131"/>
                    <a:pt x="895" y="5065"/>
                    <a:pt x="895" y="4984"/>
                  </a:cubicBezTo>
                  <a:lnTo>
                    <a:pt x="895" y="4982"/>
                  </a:lnTo>
                  <a:cubicBezTo>
                    <a:pt x="895" y="4900"/>
                    <a:pt x="830" y="4835"/>
                    <a:pt x="749" y="4835"/>
                  </a:cubicBezTo>
                  <a:close/>
                  <a:moveTo>
                    <a:pt x="3307" y="4835"/>
                  </a:moveTo>
                  <a:cubicBezTo>
                    <a:pt x="3225" y="4844"/>
                    <a:pt x="3167" y="4918"/>
                    <a:pt x="3178" y="5000"/>
                  </a:cubicBezTo>
                  <a:cubicBezTo>
                    <a:pt x="3185" y="5068"/>
                    <a:pt x="3239" y="5122"/>
                    <a:pt x="3307" y="5131"/>
                  </a:cubicBezTo>
                  <a:lnTo>
                    <a:pt x="4886" y="5131"/>
                  </a:lnTo>
                  <a:cubicBezTo>
                    <a:pt x="4967" y="5131"/>
                    <a:pt x="5034" y="5064"/>
                    <a:pt x="5034" y="4982"/>
                  </a:cubicBezTo>
                  <a:cubicBezTo>
                    <a:pt x="5034" y="4900"/>
                    <a:pt x="4967" y="4835"/>
                    <a:pt x="4886"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88;p40">
              <a:extLst>
                <a:ext uri="{FF2B5EF4-FFF2-40B4-BE49-F238E27FC236}">
                  <a16:creationId xmlns:a16="http://schemas.microsoft.com/office/drawing/2014/main" id="{A3E864BC-F3F3-F813-6F66-93904791F42E}"/>
                </a:ext>
              </a:extLst>
            </p:cNvPr>
            <p:cNvSpPr/>
            <p:nvPr/>
          </p:nvSpPr>
          <p:spPr>
            <a:xfrm>
              <a:off x="5427200" y="3575075"/>
              <a:ext cx="204450" cy="128275"/>
            </a:xfrm>
            <a:custGeom>
              <a:avLst/>
              <a:gdLst/>
              <a:ahLst/>
              <a:cxnLst/>
              <a:rect l="l" t="t" r="r" b="b"/>
              <a:pathLst>
                <a:path w="8178" h="5131" extrusionOk="0">
                  <a:moveTo>
                    <a:pt x="1427" y="26"/>
                  </a:moveTo>
                  <a:cubicBezTo>
                    <a:pt x="1345" y="36"/>
                    <a:pt x="1287" y="111"/>
                    <a:pt x="1296" y="193"/>
                  </a:cubicBezTo>
                  <a:cubicBezTo>
                    <a:pt x="1305" y="260"/>
                    <a:pt x="1358" y="315"/>
                    <a:pt x="1427" y="322"/>
                  </a:cubicBezTo>
                  <a:lnTo>
                    <a:pt x="3005" y="322"/>
                  </a:lnTo>
                  <a:cubicBezTo>
                    <a:pt x="3084" y="318"/>
                    <a:pt x="3146" y="251"/>
                    <a:pt x="3145" y="170"/>
                  </a:cubicBezTo>
                  <a:lnTo>
                    <a:pt x="3145" y="170"/>
                  </a:lnTo>
                  <a:lnTo>
                    <a:pt x="3145" y="173"/>
                  </a:lnTo>
                  <a:cubicBezTo>
                    <a:pt x="3145" y="92"/>
                    <a:pt x="3079" y="26"/>
                    <a:pt x="2998" y="26"/>
                  </a:cubicBezTo>
                  <a:close/>
                  <a:moveTo>
                    <a:pt x="148" y="26"/>
                  </a:moveTo>
                  <a:cubicBezTo>
                    <a:pt x="79" y="35"/>
                    <a:pt x="26" y="89"/>
                    <a:pt x="17" y="157"/>
                  </a:cubicBezTo>
                  <a:cubicBezTo>
                    <a:pt x="6" y="239"/>
                    <a:pt x="66" y="313"/>
                    <a:pt x="148" y="324"/>
                  </a:cubicBezTo>
                  <a:lnTo>
                    <a:pt x="749" y="324"/>
                  </a:lnTo>
                  <a:cubicBezTo>
                    <a:pt x="816" y="315"/>
                    <a:pt x="871" y="261"/>
                    <a:pt x="879" y="193"/>
                  </a:cubicBezTo>
                  <a:cubicBezTo>
                    <a:pt x="889" y="111"/>
                    <a:pt x="830" y="36"/>
                    <a:pt x="749" y="26"/>
                  </a:cubicBezTo>
                  <a:close/>
                  <a:moveTo>
                    <a:pt x="3666" y="1"/>
                  </a:moveTo>
                  <a:cubicBezTo>
                    <a:pt x="3571" y="1"/>
                    <a:pt x="3493" y="78"/>
                    <a:pt x="3493" y="173"/>
                  </a:cubicBezTo>
                  <a:cubicBezTo>
                    <a:pt x="3493" y="269"/>
                    <a:pt x="3571" y="346"/>
                    <a:pt x="3666" y="346"/>
                  </a:cubicBezTo>
                  <a:lnTo>
                    <a:pt x="3668" y="346"/>
                  </a:lnTo>
                  <a:cubicBezTo>
                    <a:pt x="3761" y="346"/>
                    <a:pt x="3839" y="269"/>
                    <a:pt x="3839" y="175"/>
                  </a:cubicBezTo>
                  <a:lnTo>
                    <a:pt x="3839" y="173"/>
                  </a:lnTo>
                  <a:cubicBezTo>
                    <a:pt x="3839" y="77"/>
                    <a:pt x="3761" y="1"/>
                    <a:pt x="3666" y="1"/>
                  </a:cubicBezTo>
                  <a:close/>
                  <a:moveTo>
                    <a:pt x="4181" y="1"/>
                  </a:moveTo>
                  <a:cubicBezTo>
                    <a:pt x="4086" y="1"/>
                    <a:pt x="4009" y="78"/>
                    <a:pt x="4009" y="173"/>
                  </a:cubicBezTo>
                  <a:cubicBezTo>
                    <a:pt x="4009" y="269"/>
                    <a:pt x="4086" y="346"/>
                    <a:pt x="4181" y="346"/>
                  </a:cubicBezTo>
                  <a:cubicBezTo>
                    <a:pt x="4277" y="346"/>
                    <a:pt x="4354" y="272"/>
                    <a:pt x="4354" y="176"/>
                  </a:cubicBezTo>
                  <a:lnTo>
                    <a:pt x="4354" y="173"/>
                  </a:lnTo>
                  <a:cubicBezTo>
                    <a:pt x="4354" y="77"/>
                    <a:pt x="4277" y="1"/>
                    <a:pt x="4181" y="1"/>
                  </a:cubicBezTo>
                  <a:close/>
                  <a:moveTo>
                    <a:pt x="4696" y="1"/>
                  </a:moveTo>
                  <a:cubicBezTo>
                    <a:pt x="4601" y="1"/>
                    <a:pt x="4524" y="78"/>
                    <a:pt x="4524" y="173"/>
                  </a:cubicBezTo>
                  <a:cubicBezTo>
                    <a:pt x="4524" y="269"/>
                    <a:pt x="4601" y="346"/>
                    <a:pt x="4696" y="346"/>
                  </a:cubicBezTo>
                  <a:lnTo>
                    <a:pt x="4698" y="346"/>
                  </a:lnTo>
                  <a:cubicBezTo>
                    <a:pt x="4792" y="346"/>
                    <a:pt x="4869" y="269"/>
                    <a:pt x="4869" y="175"/>
                  </a:cubicBezTo>
                  <a:lnTo>
                    <a:pt x="4869" y="173"/>
                  </a:lnTo>
                  <a:cubicBezTo>
                    <a:pt x="4869" y="77"/>
                    <a:pt x="4792" y="1"/>
                    <a:pt x="4696" y="1"/>
                  </a:cubicBezTo>
                  <a:close/>
                  <a:moveTo>
                    <a:pt x="5212" y="1"/>
                  </a:moveTo>
                  <a:cubicBezTo>
                    <a:pt x="5116" y="1"/>
                    <a:pt x="5039" y="78"/>
                    <a:pt x="5039" y="173"/>
                  </a:cubicBezTo>
                  <a:cubicBezTo>
                    <a:pt x="5039" y="269"/>
                    <a:pt x="5116" y="346"/>
                    <a:pt x="5212" y="346"/>
                  </a:cubicBezTo>
                  <a:lnTo>
                    <a:pt x="5215" y="346"/>
                  </a:lnTo>
                  <a:cubicBezTo>
                    <a:pt x="5308" y="346"/>
                    <a:pt x="5384" y="269"/>
                    <a:pt x="5384" y="175"/>
                  </a:cubicBezTo>
                  <a:lnTo>
                    <a:pt x="5384" y="173"/>
                  </a:lnTo>
                  <a:cubicBezTo>
                    <a:pt x="5384" y="77"/>
                    <a:pt x="5307" y="1"/>
                    <a:pt x="5212" y="1"/>
                  </a:cubicBezTo>
                  <a:close/>
                  <a:moveTo>
                    <a:pt x="6242" y="1"/>
                  </a:moveTo>
                  <a:cubicBezTo>
                    <a:pt x="6147" y="1"/>
                    <a:pt x="6069" y="78"/>
                    <a:pt x="6069" y="173"/>
                  </a:cubicBezTo>
                  <a:cubicBezTo>
                    <a:pt x="6069" y="269"/>
                    <a:pt x="6147" y="346"/>
                    <a:pt x="6242" y="346"/>
                  </a:cubicBezTo>
                  <a:lnTo>
                    <a:pt x="6243" y="346"/>
                  </a:lnTo>
                  <a:cubicBezTo>
                    <a:pt x="6339" y="346"/>
                    <a:pt x="6415" y="269"/>
                    <a:pt x="6415" y="175"/>
                  </a:cubicBezTo>
                  <a:lnTo>
                    <a:pt x="6415" y="173"/>
                  </a:lnTo>
                  <a:cubicBezTo>
                    <a:pt x="6415" y="77"/>
                    <a:pt x="6337" y="1"/>
                    <a:pt x="6242" y="1"/>
                  </a:cubicBezTo>
                  <a:close/>
                  <a:moveTo>
                    <a:pt x="5728" y="1"/>
                  </a:moveTo>
                  <a:cubicBezTo>
                    <a:pt x="5633" y="1"/>
                    <a:pt x="5556" y="78"/>
                    <a:pt x="5556" y="173"/>
                  </a:cubicBezTo>
                  <a:cubicBezTo>
                    <a:pt x="5556" y="269"/>
                    <a:pt x="5633" y="346"/>
                    <a:pt x="5728" y="346"/>
                  </a:cubicBezTo>
                  <a:cubicBezTo>
                    <a:pt x="5730" y="346"/>
                    <a:pt x="5732" y="346"/>
                    <a:pt x="5734" y="346"/>
                  </a:cubicBezTo>
                  <a:cubicBezTo>
                    <a:pt x="5825" y="346"/>
                    <a:pt x="5901" y="274"/>
                    <a:pt x="5905" y="181"/>
                  </a:cubicBezTo>
                  <a:lnTo>
                    <a:pt x="5905" y="170"/>
                  </a:lnTo>
                  <a:lnTo>
                    <a:pt x="5901" y="173"/>
                  </a:lnTo>
                  <a:cubicBezTo>
                    <a:pt x="5901" y="77"/>
                    <a:pt x="5824" y="1"/>
                    <a:pt x="5728" y="1"/>
                  </a:cubicBezTo>
                  <a:close/>
                  <a:moveTo>
                    <a:pt x="1427" y="712"/>
                  </a:moveTo>
                  <a:cubicBezTo>
                    <a:pt x="1345" y="723"/>
                    <a:pt x="1287" y="797"/>
                    <a:pt x="1296" y="879"/>
                  </a:cubicBezTo>
                  <a:cubicBezTo>
                    <a:pt x="1305" y="948"/>
                    <a:pt x="1358" y="1001"/>
                    <a:pt x="1427" y="1009"/>
                  </a:cubicBezTo>
                  <a:lnTo>
                    <a:pt x="3005" y="1009"/>
                  </a:lnTo>
                  <a:cubicBezTo>
                    <a:pt x="3084" y="1004"/>
                    <a:pt x="3146" y="937"/>
                    <a:pt x="3145" y="858"/>
                  </a:cubicBezTo>
                  <a:lnTo>
                    <a:pt x="3145" y="858"/>
                  </a:lnTo>
                  <a:lnTo>
                    <a:pt x="3145" y="860"/>
                  </a:lnTo>
                  <a:cubicBezTo>
                    <a:pt x="3145" y="778"/>
                    <a:pt x="3079" y="712"/>
                    <a:pt x="2998" y="712"/>
                  </a:cubicBezTo>
                  <a:close/>
                  <a:moveTo>
                    <a:pt x="148" y="714"/>
                  </a:moveTo>
                  <a:cubicBezTo>
                    <a:pt x="66" y="723"/>
                    <a:pt x="6" y="797"/>
                    <a:pt x="17" y="879"/>
                  </a:cubicBezTo>
                  <a:cubicBezTo>
                    <a:pt x="26" y="948"/>
                    <a:pt x="79" y="1001"/>
                    <a:pt x="148" y="1010"/>
                  </a:cubicBezTo>
                  <a:lnTo>
                    <a:pt x="749" y="1010"/>
                  </a:lnTo>
                  <a:cubicBezTo>
                    <a:pt x="830" y="1010"/>
                    <a:pt x="895" y="943"/>
                    <a:pt x="895" y="863"/>
                  </a:cubicBezTo>
                  <a:lnTo>
                    <a:pt x="895" y="860"/>
                  </a:lnTo>
                  <a:cubicBezTo>
                    <a:pt x="895" y="779"/>
                    <a:pt x="830" y="714"/>
                    <a:pt x="749" y="714"/>
                  </a:cubicBezTo>
                  <a:close/>
                  <a:moveTo>
                    <a:pt x="1427" y="1399"/>
                  </a:moveTo>
                  <a:cubicBezTo>
                    <a:pt x="1345" y="1409"/>
                    <a:pt x="1287" y="1484"/>
                    <a:pt x="1296" y="1566"/>
                  </a:cubicBezTo>
                  <a:cubicBezTo>
                    <a:pt x="1305" y="1634"/>
                    <a:pt x="1358" y="1688"/>
                    <a:pt x="1427" y="1695"/>
                  </a:cubicBezTo>
                  <a:lnTo>
                    <a:pt x="3005" y="1695"/>
                  </a:lnTo>
                  <a:cubicBezTo>
                    <a:pt x="3084" y="1691"/>
                    <a:pt x="3146" y="1625"/>
                    <a:pt x="3145" y="1545"/>
                  </a:cubicBezTo>
                  <a:lnTo>
                    <a:pt x="3145" y="1545"/>
                  </a:lnTo>
                  <a:lnTo>
                    <a:pt x="3145" y="1546"/>
                  </a:lnTo>
                  <a:cubicBezTo>
                    <a:pt x="3145" y="1466"/>
                    <a:pt x="3079" y="1399"/>
                    <a:pt x="2998" y="1399"/>
                  </a:cubicBezTo>
                  <a:close/>
                  <a:moveTo>
                    <a:pt x="148" y="1400"/>
                  </a:moveTo>
                  <a:cubicBezTo>
                    <a:pt x="66" y="1409"/>
                    <a:pt x="6" y="1484"/>
                    <a:pt x="17" y="1566"/>
                  </a:cubicBezTo>
                  <a:cubicBezTo>
                    <a:pt x="26" y="1634"/>
                    <a:pt x="79" y="1688"/>
                    <a:pt x="148" y="1697"/>
                  </a:cubicBezTo>
                  <a:lnTo>
                    <a:pt x="749" y="1697"/>
                  </a:lnTo>
                  <a:cubicBezTo>
                    <a:pt x="830" y="1697"/>
                    <a:pt x="895" y="1631"/>
                    <a:pt x="895" y="1549"/>
                  </a:cubicBezTo>
                  <a:lnTo>
                    <a:pt x="895" y="1548"/>
                  </a:lnTo>
                  <a:cubicBezTo>
                    <a:pt x="895" y="1466"/>
                    <a:pt x="830" y="1400"/>
                    <a:pt x="749" y="1400"/>
                  </a:cubicBezTo>
                  <a:close/>
                  <a:moveTo>
                    <a:pt x="3666" y="1374"/>
                  </a:moveTo>
                  <a:cubicBezTo>
                    <a:pt x="3571" y="1374"/>
                    <a:pt x="3493" y="1451"/>
                    <a:pt x="3493" y="1546"/>
                  </a:cubicBezTo>
                  <a:cubicBezTo>
                    <a:pt x="3493" y="1642"/>
                    <a:pt x="3571" y="1719"/>
                    <a:pt x="3666" y="1719"/>
                  </a:cubicBezTo>
                  <a:lnTo>
                    <a:pt x="3668" y="1719"/>
                  </a:lnTo>
                  <a:cubicBezTo>
                    <a:pt x="3761" y="1719"/>
                    <a:pt x="3839" y="1643"/>
                    <a:pt x="3839" y="1548"/>
                  </a:cubicBezTo>
                  <a:lnTo>
                    <a:pt x="3839" y="1546"/>
                  </a:lnTo>
                  <a:cubicBezTo>
                    <a:pt x="3839" y="1451"/>
                    <a:pt x="3761" y="1374"/>
                    <a:pt x="3666" y="1374"/>
                  </a:cubicBezTo>
                  <a:close/>
                  <a:moveTo>
                    <a:pt x="4696" y="1374"/>
                  </a:moveTo>
                  <a:cubicBezTo>
                    <a:pt x="4601" y="1374"/>
                    <a:pt x="4524" y="1451"/>
                    <a:pt x="4524" y="1546"/>
                  </a:cubicBezTo>
                  <a:cubicBezTo>
                    <a:pt x="4524" y="1642"/>
                    <a:pt x="4601" y="1719"/>
                    <a:pt x="4696" y="1719"/>
                  </a:cubicBezTo>
                  <a:lnTo>
                    <a:pt x="4698" y="1719"/>
                  </a:lnTo>
                  <a:cubicBezTo>
                    <a:pt x="4792" y="1719"/>
                    <a:pt x="4869" y="1643"/>
                    <a:pt x="4869" y="1548"/>
                  </a:cubicBezTo>
                  <a:lnTo>
                    <a:pt x="4869" y="1546"/>
                  </a:lnTo>
                  <a:cubicBezTo>
                    <a:pt x="4869" y="1451"/>
                    <a:pt x="4792" y="1374"/>
                    <a:pt x="4696" y="1374"/>
                  </a:cubicBezTo>
                  <a:close/>
                  <a:moveTo>
                    <a:pt x="5212" y="1374"/>
                  </a:moveTo>
                  <a:cubicBezTo>
                    <a:pt x="5116" y="1374"/>
                    <a:pt x="5039" y="1451"/>
                    <a:pt x="5039" y="1546"/>
                  </a:cubicBezTo>
                  <a:cubicBezTo>
                    <a:pt x="5039" y="1642"/>
                    <a:pt x="5116" y="1719"/>
                    <a:pt x="5212" y="1719"/>
                  </a:cubicBezTo>
                  <a:lnTo>
                    <a:pt x="5215" y="1719"/>
                  </a:lnTo>
                  <a:cubicBezTo>
                    <a:pt x="5308" y="1719"/>
                    <a:pt x="5384" y="1643"/>
                    <a:pt x="5384" y="1548"/>
                  </a:cubicBezTo>
                  <a:lnTo>
                    <a:pt x="5384" y="1546"/>
                  </a:lnTo>
                  <a:cubicBezTo>
                    <a:pt x="5384" y="1451"/>
                    <a:pt x="5307" y="1374"/>
                    <a:pt x="5212" y="1374"/>
                  </a:cubicBezTo>
                  <a:close/>
                  <a:moveTo>
                    <a:pt x="6242" y="1374"/>
                  </a:moveTo>
                  <a:cubicBezTo>
                    <a:pt x="6147" y="1374"/>
                    <a:pt x="6069" y="1451"/>
                    <a:pt x="6069" y="1546"/>
                  </a:cubicBezTo>
                  <a:cubicBezTo>
                    <a:pt x="6069" y="1642"/>
                    <a:pt x="6147" y="1719"/>
                    <a:pt x="6242" y="1719"/>
                  </a:cubicBezTo>
                  <a:lnTo>
                    <a:pt x="6243" y="1719"/>
                  </a:lnTo>
                  <a:cubicBezTo>
                    <a:pt x="6339" y="1719"/>
                    <a:pt x="6415" y="1643"/>
                    <a:pt x="6415" y="1548"/>
                  </a:cubicBezTo>
                  <a:lnTo>
                    <a:pt x="6415" y="1546"/>
                  </a:lnTo>
                  <a:cubicBezTo>
                    <a:pt x="6415" y="1451"/>
                    <a:pt x="6337" y="1374"/>
                    <a:pt x="6242" y="1374"/>
                  </a:cubicBezTo>
                  <a:close/>
                  <a:moveTo>
                    <a:pt x="4181" y="1374"/>
                  </a:moveTo>
                  <a:cubicBezTo>
                    <a:pt x="4086" y="1374"/>
                    <a:pt x="4009" y="1451"/>
                    <a:pt x="4009" y="1546"/>
                  </a:cubicBezTo>
                  <a:cubicBezTo>
                    <a:pt x="4009" y="1642"/>
                    <a:pt x="4086" y="1719"/>
                    <a:pt x="4181" y="1719"/>
                  </a:cubicBezTo>
                  <a:cubicBezTo>
                    <a:pt x="4182" y="1719"/>
                    <a:pt x="4183" y="1719"/>
                    <a:pt x="4184" y="1719"/>
                  </a:cubicBezTo>
                  <a:cubicBezTo>
                    <a:pt x="4278" y="1719"/>
                    <a:pt x="4354" y="1644"/>
                    <a:pt x="4354" y="1551"/>
                  </a:cubicBezTo>
                  <a:lnTo>
                    <a:pt x="4354" y="1546"/>
                  </a:lnTo>
                  <a:cubicBezTo>
                    <a:pt x="4354" y="1451"/>
                    <a:pt x="4277" y="1374"/>
                    <a:pt x="4181" y="1374"/>
                  </a:cubicBezTo>
                  <a:close/>
                  <a:moveTo>
                    <a:pt x="5728" y="1374"/>
                  </a:moveTo>
                  <a:cubicBezTo>
                    <a:pt x="5633" y="1374"/>
                    <a:pt x="5556" y="1451"/>
                    <a:pt x="5556" y="1546"/>
                  </a:cubicBezTo>
                  <a:cubicBezTo>
                    <a:pt x="5556" y="1642"/>
                    <a:pt x="5633" y="1719"/>
                    <a:pt x="5728" y="1719"/>
                  </a:cubicBezTo>
                  <a:cubicBezTo>
                    <a:pt x="5730" y="1719"/>
                    <a:pt x="5732" y="1719"/>
                    <a:pt x="5734" y="1719"/>
                  </a:cubicBezTo>
                  <a:cubicBezTo>
                    <a:pt x="5825" y="1719"/>
                    <a:pt x="5901" y="1647"/>
                    <a:pt x="5905" y="1555"/>
                  </a:cubicBezTo>
                  <a:lnTo>
                    <a:pt x="5905" y="1545"/>
                  </a:lnTo>
                  <a:lnTo>
                    <a:pt x="5901" y="1546"/>
                  </a:lnTo>
                  <a:cubicBezTo>
                    <a:pt x="5901" y="1451"/>
                    <a:pt x="5824" y="1374"/>
                    <a:pt x="5728" y="1374"/>
                  </a:cubicBezTo>
                  <a:close/>
                  <a:moveTo>
                    <a:pt x="148" y="2087"/>
                  </a:moveTo>
                  <a:cubicBezTo>
                    <a:pt x="66" y="2097"/>
                    <a:pt x="6" y="2170"/>
                    <a:pt x="17" y="2252"/>
                  </a:cubicBezTo>
                  <a:cubicBezTo>
                    <a:pt x="24" y="2320"/>
                    <a:pt x="79" y="2376"/>
                    <a:pt x="148" y="2383"/>
                  </a:cubicBezTo>
                  <a:lnTo>
                    <a:pt x="748" y="2383"/>
                  </a:lnTo>
                  <a:cubicBezTo>
                    <a:pt x="827" y="2383"/>
                    <a:pt x="892" y="2320"/>
                    <a:pt x="895" y="2243"/>
                  </a:cubicBezTo>
                  <a:lnTo>
                    <a:pt x="895" y="2236"/>
                  </a:lnTo>
                  <a:cubicBezTo>
                    <a:pt x="897" y="2155"/>
                    <a:pt x="833" y="2088"/>
                    <a:pt x="751" y="2087"/>
                  </a:cubicBezTo>
                  <a:close/>
                  <a:moveTo>
                    <a:pt x="1427" y="2087"/>
                  </a:moveTo>
                  <a:cubicBezTo>
                    <a:pt x="1345" y="2096"/>
                    <a:pt x="1287" y="2170"/>
                    <a:pt x="1296" y="2252"/>
                  </a:cubicBezTo>
                  <a:cubicBezTo>
                    <a:pt x="1305" y="2320"/>
                    <a:pt x="1358" y="2374"/>
                    <a:pt x="1427" y="2383"/>
                  </a:cubicBezTo>
                  <a:lnTo>
                    <a:pt x="3005" y="2383"/>
                  </a:lnTo>
                  <a:cubicBezTo>
                    <a:pt x="3081" y="2380"/>
                    <a:pt x="3142" y="2318"/>
                    <a:pt x="3145" y="2242"/>
                  </a:cubicBezTo>
                  <a:lnTo>
                    <a:pt x="3145" y="2236"/>
                  </a:lnTo>
                  <a:cubicBezTo>
                    <a:pt x="3145" y="2152"/>
                    <a:pt x="3078" y="2087"/>
                    <a:pt x="2996" y="2087"/>
                  </a:cubicBezTo>
                  <a:close/>
                  <a:moveTo>
                    <a:pt x="148" y="2773"/>
                  </a:moveTo>
                  <a:cubicBezTo>
                    <a:pt x="66" y="2784"/>
                    <a:pt x="6" y="2858"/>
                    <a:pt x="17" y="2940"/>
                  </a:cubicBezTo>
                  <a:cubicBezTo>
                    <a:pt x="24" y="3007"/>
                    <a:pt x="79" y="3062"/>
                    <a:pt x="148" y="3069"/>
                  </a:cubicBezTo>
                  <a:lnTo>
                    <a:pt x="748" y="3069"/>
                  </a:lnTo>
                  <a:cubicBezTo>
                    <a:pt x="830" y="3069"/>
                    <a:pt x="895" y="3004"/>
                    <a:pt x="895" y="2922"/>
                  </a:cubicBezTo>
                  <a:cubicBezTo>
                    <a:pt x="897" y="2842"/>
                    <a:pt x="833" y="2775"/>
                    <a:pt x="751" y="2773"/>
                  </a:cubicBezTo>
                  <a:close/>
                  <a:moveTo>
                    <a:pt x="1427" y="2773"/>
                  </a:moveTo>
                  <a:cubicBezTo>
                    <a:pt x="1345" y="2782"/>
                    <a:pt x="1287" y="2857"/>
                    <a:pt x="1296" y="2938"/>
                  </a:cubicBezTo>
                  <a:cubicBezTo>
                    <a:pt x="1305" y="3007"/>
                    <a:pt x="1358" y="3060"/>
                    <a:pt x="1427" y="3069"/>
                  </a:cubicBezTo>
                  <a:lnTo>
                    <a:pt x="3005" y="3069"/>
                  </a:lnTo>
                  <a:cubicBezTo>
                    <a:pt x="3084" y="3065"/>
                    <a:pt x="3146" y="2999"/>
                    <a:pt x="3145" y="2921"/>
                  </a:cubicBezTo>
                  <a:lnTo>
                    <a:pt x="3145" y="2921"/>
                  </a:lnTo>
                  <a:lnTo>
                    <a:pt x="3145" y="2922"/>
                  </a:lnTo>
                  <a:cubicBezTo>
                    <a:pt x="3145" y="2840"/>
                    <a:pt x="3078" y="2773"/>
                    <a:pt x="2996" y="2773"/>
                  </a:cubicBezTo>
                  <a:close/>
                  <a:moveTo>
                    <a:pt x="6972" y="3348"/>
                  </a:moveTo>
                  <a:cubicBezTo>
                    <a:pt x="6876" y="3348"/>
                    <a:pt x="6799" y="3425"/>
                    <a:pt x="6799" y="3521"/>
                  </a:cubicBezTo>
                  <a:cubicBezTo>
                    <a:pt x="6799" y="3616"/>
                    <a:pt x="6876" y="3693"/>
                    <a:pt x="6972" y="3693"/>
                  </a:cubicBezTo>
                  <a:lnTo>
                    <a:pt x="6973" y="3693"/>
                  </a:lnTo>
                  <a:cubicBezTo>
                    <a:pt x="7067" y="3693"/>
                    <a:pt x="7144" y="3617"/>
                    <a:pt x="7144" y="3524"/>
                  </a:cubicBezTo>
                  <a:lnTo>
                    <a:pt x="7144" y="3521"/>
                  </a:lnTo>
                  <a:cubicBezTo>
                    <a:pt x="7144" y="3425"/>
                    <a:pt x="7067" y="3348"/>
                    <a:pt x="6972" y="3348"/>
                  </a:cubicBezTo>
                  <a:close/>
                  <a:moveTo>
                    <a:pt x="8003" y="3348"/>
                  </a:moveTo>
                  <a:cubicBezTo>
                    <a:pt x="7908" y="3348"/>
                    <a:pt x="7831" y="3425"/>
                    <a:pt x="7831" y="3521"/>
                  </a:cubicBezTo>
                  <a:cubicBezTo>
                    <a:pt x="7831" y="3616"/>
                    <a:pt x="7908" y="3693"/>
                    <a:pt x="8003" y="3693"/>
                  </a:cubicBezTo>
                  <a:cubicBezTo>
                    <a:pt x="8099" y="3693"/>
                    <a:pt x="8176" y="3616"/>
                    <a:pt x="8176" y="3521"/>
                  </a:cubicBezTo>
                  <a:cubicBezTo>
                    <a:pt x="8176" y="3425"/>
                    <a:pt x="8099" y="3348"/>
                    <a:pt x="8003" y="3348"/>
                  </a:cubicBezTo>
                  <a:close/>
                  <a:moveTo>
                    <a:pt x="5427" y="3348"/>
                  </a:moveTo>
                  <a:cubicBezTo>
                    <a:pt x="5332" y="3348"/>
                    <a:pt x="5255" y="3425"/>
                    <a:pt x="5255" y="3521"/>
                  </a:cubicBezTo>
                  <a:cubicBezTo>
                    <a:pt x="5255" y="3616"/>
                    <a:pt x="5332" y="3693"/>
                    <a:pt x="5427" y="3693"/>
                  </a:cubicBezTo>
                  <a:cubicBezTo>
                    <a:pt x="5428" y="3693"/>
                    <a:pt x="5429" y="3693"/>
                    <a:pt x="5430" y="3693"/>
                  </a:cubicBezTo>
                  <a:cubicBezTo>
                    <a:pt x="5523" y="3693"/>
                    <a:pt x="5599" y="3618"/>
                    <a:pt x="5600" y="3525"/>
                  </a:cubicBezTo>
                  <a:lnTo>
                    <a:pt x="5600" y="3521"/>
                  </a:lnTo>
                  <a:cubicBezTo>
                    <a:pt x="5600" y="3425"/>
                    <a:pt x="5523" y="3348"/>
                    <a:pt x="5427" y="3348"/>
                  </a:cubicBezTo>
                  <a:close/>
                  <a:moveTo>
                    <a:pt x="6458" y="3348"/>
                  </a:moveTo>
                  <a:cubicBezTo>
                    <a:pt x="6363" y="3348"/>
                    <a:pt x="6285" y="3425"/>
                    <a:pt x="6285" y="3521"/>
                  </a:cubicBezTo>
                  <a:cubicBezTo>
                    <a:pt x="6285" y="3616"/>
                    <a:pt x="6363" y="3693"/>
                    <a:pt x="6458" y="3693"/>
                  </a:cubicBezTo>
                  <a:cubicBezTo>
                    <a:pt x="6459" y="3693"/>
                    <a:pt x="6460" y="3693"/>
                    <a:pt x="6461" y="3693"/>
                  </a:cubicBezTo>
                  <a:cubicBezTo>
                    <a:pt x="6553" y="3693"/>
                    <a:pt x="6629" y="3618"/>
                    <a:pt x="6631" y="3525"/>
                  </a:cubicBezTo>
                  <a:lnTo>
                    <a:pt x="6631" y="3521"/>
                  </a:lnTo>
                  <a:cubicBezTo>
                    <a:pt x="6631" y="3425"/>
                    <a:pt x="6553" y="3348"/>
                    <a:pt x="6458" y="3348"/>
                  </a:cubicBezTo>
                  <a:close/>
                  <a:moveTo>
                    <a:pt x="7487" y="3348"/>
                  </a:moveTo>
                  <a:cubicBezTo>
                    <a:pt x="7391" y="3348"/>
                    <a:pt x="7314" y="3425"/>
                    <a:pt x="7314" y="3521"/>
                  </a:cubicBezTo>
                  <a:cubicBezTo>
                    <a:pt x="7314" y="3616"/>
                    <a:pt x="7391" y="3693"/>
                    <a:pt x="7487" y="3693"/>
                  </a:cubicBezTo>
                  <a:cubicBezTo>
                    <a:pt x="7488" y="3693"/>
                    <a:pt x="7489" y="3693"/>
                    <a:pt x="7489" y="3693"/>
                  </a:cubicBezTo>
                  <a:cubicBezTo>
                    <a:pt x="7583" y="3693"/>
                    <a:pt x="7659" y="3618"/>
                    <a:pt x="7659" y="3525"/>
                  </a:cubicBezTo>
                  <a:lnTo>
                    <a:pt x="7659" y="3521"/>
                  </a:lnTo>
                  <a:cubicBezTo>
                    <a:pt x="7659" y="3425"/>
                    <a:pt x="7582" y="3348"/>
                    <a:pt x="7487" y="3348"/>
                  </a:cubicBezTo>
                  <a:close/>
                  <a:moveTo>
                    <a:pt x="5941" y="3348"/>
                  </a:moveTo>
                  <a:cubicBezTo>
                    <a:pt x="5846" y="3348"/>
                    <a:pt x="5768" y="3425"/>
                    <a:pt x="5768" y="3521"/>
                  </a:cubicBezTo>
                  <a:cubicBezTo>
                    <a:pt x="5768" y="3616"/>
                    <a:pt x="5846" y="3693"/>
                    <a:pt x="5941" y="3693"/>
                  </a:cubicBezTo>
                  <a:lnTo>
                    <a:pt x="5943" y="3693"/>
                  </a:lnTo>
                  <a:cubicBezTo>
                    <a:pt x="5945" y="3693"/>
                    <a:pt x="5946" y="3693"/>
                    <a:pt x="5948" y="3693"/>
                  </a:cubicBezTo>
                  <a:cubicBezTo>
                    <a:pt x="6041" y="3693"/>
                    <a:pt x="6115" y="3620"/>
                    <a:pt x="6118" y="3528"/>
                  </a:cubicBezTo>
                  <a:lnTo>
                    <a:pt x="6118" y="3521"/>
                  </a:lnTo>
                  <a:lnTo>
                    <a:pt x="6114" y="3521"/>
                  </a:lnTo>
                  <a:cubicBezTo>
                    <a:pt x="6114" y="3425"/>
                    <a:pt x="6036" y="3348"/>
                    <a:pt x="5941" y="3348"/>
                  </a:cubicBezTo>
                  <a:close/>
                  <a:moveTo>
                    <a:pt x="148" y="3460"/>
                  </a:moveTo>
                  <a:cubicBezTo>
                    <a:pt x="66" y="3470"/>
                    <a:pt x="6" y="3544"/>
                    <a:pt x="17" y="3626"/>
                  </a:cubicBezTo>
                  <a:cubicBezTo>
                    <a:pt x="24" y="3695"/>
                    <a:pt x="79" y="3748"/>
                    <a:pt x="148" y="3756"/>
                  </a:cubicBezTo>
                  <a:lnTo>
                    <a:pt x="748" y="3756"/>
                  </a:lnTo>
                  <a:cubicBezTo>
                    <a:pt x="830" y="3756"/>
                    <a:pt x="895" y="3690"/>
                    <a:pt x="895" y="3608"/>
                  </a:cubicBezTo>
                  <a:cubicBezTo>
                    <a:pt x="897" y="3528"/>
                    <a:pt x="833" y="3461"/>
                    <a:pt x="751" y="3460"/>
                  </a:cubicBezTo>
                  <a:close/>
                  <a:moveTo>
                    <a:pt x="3307" y="3460"/>
                  </a:moveTo>
                  <a:cubicBezTo>
                    <a:pt x="3225" y="3468"/>
                    <a:pt x="3167" y="3543"/>
                    <a:pt x="3178" y="3625"/>
                  </a:cubicBezTo>
                  <a:cubicBezTo>
                    <a:pt x="3185" y="3693"/>
                    <a:pt x="3239" y="3747"/>
                    <a:pt x="3307" y="3756"/>
                  </a:cubicBezTo>
                  <a:lnTo>
                    <a:pt x="4886" y="3756"/>
                  </a:lnTo>
                  <a:cubicBezTo>
                    <a:pt x="4967" y="3756"/>
                    <a:pt x="5034" y="3689"/>
                    <a:pt x="5034" y="3608"/>
                  </a:cubicBezTo>
                  <a:lnTo>
                    <a:pt x="5034" y="3608"/>
                  </a:lnTo>
                  <a:cubicBezTo>
                    <a:pt x="5034" y="3608"/>
                    <a:pt x="5034" y="3608"/>
                    <a:pt x="5034" y="3608"/>
                  </a:cubicBezTo>
                  <a:lnTo>
                    <a:pt x="5034" y="3607"/>
                  </a:lnTo>
                  <a:cubicBezTo>
                    <a:pt x="5034" y="3607"/>
                    <a:pt x="5034" y="3607"/>
                    <a:pt x="5034" y="3608"/>
                  </a:cubicBezTo>
                  <a:cubicBezTo>
                    <a:pt x="5034" y="3526"/>
                    <a:pt x="4967" y="3460"/>
                    <a:pt x="4886" y="3460"/>
                  </a:cubicBezTo>
                  <a:close/>
                  <a:moveTo>
                    <a:pt x="148" y="4146"/>
                  </a:moveTo>
                  <a:cubicBezTo>
                    <a:pt x="66" y="4156"/>
                    <a:pt x="6" y="4231"/>
                    <a:pt x="17" y="4313"/>
                  </a:cubicBezTo>
                  <a:cubicBezTo>
                    <a:pt x="24" y="4381"/>
                    <a:pt x="79" y="4435"/>
                    <a:pt x="148" y="4442"/>
                  </a:cubicBezTo>
                  <a:lnTo>
                    <a:pt x="748" y="4442"/>
                  </a:lnTo>
                  <a:cubicBezTo>
                    <a:pt x="830" y="4442"/>
                    <a:pt x="895" y="4377"/>
                    <a:pt x="895" y="4296"/>
                  </a:cubicBezTo>
                  <a:cubicBezTo>
                    <a:pt x="897" y="4214"/>
                    <a:pt x="833" y="4147"/>
                    <a:pt x="751" y="4146"/>
                  </a:cubicBezTo>
                  <a:close/>
                  <a:moveTo>
                    <a:pt x="3307" y="4146"/>
                  </a:moveTo>
                  <a:cubicBezTo>
                    <a:pt x="3225" y="4156"/>
                    <a:pt x="3167" y="4229"/>
                    <a:pt x="3178" y="4311"/>
                  </a:cubicBezTo>
                  <a:cubicBezTo>
                    <a:pt x="3185" y="4380"/>
                    <a:pt x="3239" y="4435"/>
                    <a:pt x="3307" y="4442"/>
                  </a:cubicBezTo>
                  <a:lnTo>
                    <a:pt x="4886" y="4442"/>
                  </a:lnTo>
                  <a:cubicBezTo>
                    <a:pt x="4967" y="4442"/>
                    <a:pt x="5034" y="4376"/>
                    <a:pt x="5034" y="4294"/>
                  </a:cubicBezTo>
                  <a:lnTo>
                    <a:pt x="5034" y="4294"/>
                  </a:lnTo>
                  <a:cubicBezTo>
                    <a:pt x="5034" y="4294"/>
                    <a:pt x="5034" y="4295"/>
                    <a:pt x="5034" y="4295"/>
                  </a:cubicBezTo>
                  <a:lnTo>
                    <a:pt x="5034" y="4293"/>
                  </a:lnTo>
                  <a:cubicBezTo>
                    <a:pt x="5034" y="4294"/>
                    <a:pt x="5034" y="4294"/>
                    <a:pt x="5034" y="4294"/>
                  </a:cubicBezTo>
                  <a:lnTo>
                    <a:pt x="5034" y="4294"/>
                  </a:lnTo>
                  <a:cubicBezTo>
                    <a:pt x="5034" y="4213"/>
                    <a:pt x="4967" y="4146"/>
                    <a:pt x="4886" y="4146"/>
                  </a:cubicBezTo>
                  <a:close/>
                  <a:moveTo>
                    <a:pt x="6631" y="4937"/>
                  </a:moveTo>
                  <a:cubicBezTo>
                    <a:pt x="6631" y="4937"/>
                    <a:pt x="6631" y="4937"/>
                    <a:pt x="6631" y="4937"/>
                  </a:cubicBezTo>
                  <a:lnTo>
                    <a:pt x="6631" y="4937"/>
                  </a:lnTo>
                  <a:close/>
                  <a:moveTo>
                    <a:pt x="5429" y="4764"/>
                  </a:moveTo>
                  <a:cubicBezTo>
                    <a:pt x="5334" y="4764"/>
                    <a:pt x="5256" y="4840"/>
                    <a:pt x="5255" y="4935"/>
                  </a:cubicBezTo>
                  <a:cubicBezTo>
                    <a:pt x="5253" y="5030"/>
                    <a:pt x="5329" y="5109"/>
                    <a:pt x="5425" y="5109"/>
                  </a:cubicBezTo>
                  <a:lnTo>
                    <a:pt x="5427" y="5109"/>
                  </a:lnTo>
                  <a:cubicBezTo>
                    <a:pt x="5523" y="5109"/>
                    <a:pt x="5600" y="5032"/>
                    <a:pt x="5600" y="4937"/>
                  </a:cubicBezTo>
                  <a:lnTo>
                    <a:pt x="5600" y="4940"/>
                  </a:lnTo>
                  <a:cubicBezTo>
                    <a:pt x="5602" y="4844"/>
                    <a:pt x="5524" y="4765"/>
                    <a:pt x="5429" y="4764"/>
                  </a:cubicBezTo>
                  <a:close/>
                  <a:moveTo>
                    <a:pt x="6459" y="4764"/>
                  </a:moveTo>
                  <a:cubicBezTo>
                    <a:pt x="6364" y="4764"/>
                    <a:pt x="6285" y="4840"/>
                    <a:pt x="6285" y="4935"/>
                  </a:cubicBezTo>
                  <a:cubicBezTo>
                    <a:pt x="6284" y="5030"/>
                    <a:pt x="6360" y="5109"/>
                    <a:pt x="6455" y="5109"/>
                  </a:cubicBezTo>
                  <a:lnTo>
                    <a:pt x="6458" y="5109"/>
                  </a:lnTo>
                  <a:cubicBezTo>
                    <a:pt x="6553" y="5109"/>
                    <a:pt x="6630" y="5033"/>
                    <a:pt x="6631" y="4938"/>
                  </a:cubicBezTo>
                  <a:lnTo>
                    <a:pt x="6631" y="4938"/>
                  </a:lnTo>
                  <a:cubicBezTo>
                    <a:pt x="6631" y="4939"/>
                    <a:pt x="6631" y="4939"/>
                    <a:pt x="6631" y="4940"/>
                  </a:cubicBezTo>
                  <a:lnTo>
                    <a:pt x="6631" y="4937"/>
                  </a:lnTo>
                  <a:cubicBezTo>
                    <a:pt x="6631" y="4937"/>
                    <a:pt x="6631" y="4938"/>
                    <a:pt x="6631" y="4938"/>
                  </a:cubicBezTo>
                  <a:lnTo>
                    <a:pt x="6631" y="4938"/>
                  </a:lnTo>
                  <a:cubicBezTo>
                    <a:pt x="6630" y="4843"/>
                    <a:pt x="6554" y="4765"/>
                    <a:pt x="6459" y="4764"/>
                  </a:cubicBezTo>
                  <a:close/>
                  <a:moveTo>
                    <a:pt x="6973" y="4764"/>
                  </a:moveTo>
                  <a:cubicBezTo>
                    <a:pt x="6878" y="4764"/>
                    <a:pt x="6800" y="4840"/>
                    <a:pt x="6799" y="4935"/>
                  </a:cubicBezTo>
                  <a:cubicBezTo>
                    <a:pt x="6797" y="5030"/>
                    <a:pt x="6873" y="5109"/>
                    <a:pt x="6969" y="5109"/>
                  </a:cubicBezTo>
                  <a:lnTo>
                    <a:pt x="6973" y="5109"/>
                  </a:lnTo>
                  <a:cubicBezTo>
                    <a:pt x="7068" y="5109"/>
                    <a:pt x="7144" y="5033"/>
                    <a:pt x="7144" y="4940"/>
                  </a:cubicBezTo>
                  <a:cubicBezTo>
                    <a:pt x="7146" y="4844"/>
                    <a:pt x="7068" y="4765"/>
                    <a:pt x="6973" y="4764"/>
                  </a:cubicBezTo>
                  <a:close/>
                  <a:moveTo>
                    <a:pt x="7490" y="4764"/>
                  </a:moveTo>
                  <a:cubicBezTo>
                    <a:pt x="7394" y="4764"/>
                    <a:pt x="7315" y="4840"/>
                    <a:pt x="7314" y="4935"/>
                  </a:cubicBezTo>
                  <a:cubicBezTo>
                    <a:pt x="7314" y="5030"/>
                    <a:pt x="7390" y="5109"/>
                    <a:pt x="7485" y="5109"/>
                  </a:cubicBezTo>
                  <a:lnTo>
                    <a:pt x="7487" y="5109"/>
                  </a:lnTo>
                  <a:cubicBezTo>
                    <a:pt x="7583" y="5109"/>
                    <a:pt x="7661" y="5032"/>
                    <a:pt x="7661" y="4937"/>
                  </a:cubicBezTo>
                  <a:lnTo>
                    <a:pt x="7661" y="4937"/>
                  </a:lnTo>
                  <a:lnTo>
                    <a:pt x="7659" y="4940"/>
                  </a:lnTo>
                  <a:cubicBezTo>
                    <a:pt x="7661" y="4844"/>
                    <a:pt x="7585" y="4765"/>
                    <a:pt x="7490" y="4764"/>
                  </a:cubicBezTo>
                  <a:close/>
                  <a:moveTo>
                    <a:pt x="8005" y="4764"/>
                  </a:moveTo>
                  <a:cubicBezTo>
                    <a:pt x="7910" y="4764"/>
                    <a:pt x="7832" y="4840"/>
                    <a:pt x="7831" y="4935"/>
                  </a:cubicBezTo>
                  <a:cubicBezTo>
                    <a:pt x="7829" y="5030"/>
                    <a:pt x="7907" y="5109"/>
                    <a:pt x="8002" y="5109"/>
                  </a:cubicBezTo>
                  <a:lnTo>
                    <a:pt x="8003" y="5109"/>
                  </a:lnTo>
                  <a:cubicBezTo>
                    <a:pt x="8099" y="5109"/>
                    <a:pt x="8176" y="5032"/>
                    <a:pt x="8176" y="4937"/>
                  </a:cubicBezTo>
                  <a:lnTo>
                    <a:pt x="8176" y="4940"/>
                  </a:lnTo>
                  <a:cubicBezTo>
                    <a:pt x="8178" y="4844"/>
                    <a:pt x="8102" y="4765"/>
                    <a:pt x="8005" y="4764"/>
                  </a:cubicBezTo>
                  <a:close/>
                  <a:moveTo>
                    <a:pt x="5943" y="4764"/>
                  </a:moveTo>
                  <a:cubicBezTo>
                    <a:pt x="5847" y="4764"/>
                    <a:pt x="5770" y="4840"/>
                    <a:pt x="5768" y="4935"/>
                  </a:cubicBezTo>
                  <a:cubicBezTo>
                    <a:pt x="5767" y="5030"/>
                    <a:pt x="5844" y="5109"/>
                    <a:pt x="5940" y="5109"/>
                  </a:cubicBezTo>
                  <a:lnTo>
                    <a:pt x="5943" y="5109"/>
                  </a:lnTo>
                  <a:cubicBezTo>
                    <a:pt x="5945" y="5109"/>
                    <a:pt x="5946" y="5109"/>
                    <a:pt x="5948" y="5109"/>
                  </a:cubicBezTo>
                  <a:cubicBezTo>
                    <a:pt x="6041" y="5109"/>
                    <a:pt x="6115" y="5036"/>
                    <a:pt x="6118" y="4944"/>
                  </a:cubicBezTo>
                  <a:lnTo>
                    <a:pt x="6118" y="4937"/>
                  </a:lnTo>
                  <a:lnTo>
                    <a:pt x="6114" y="4940"/>
                  </a:lnTo>
                  <a:cubicBezTo>
                    <a:pt x="6115" y="4844"/>
                    <a:pt x="6038" y="4765"/>
                    <a:pt x="5943" y="4764"/>
                  </a:cubicBezTo>
                  <a:close/>
                  <a:moveTo>
                    <a:pt x="3307" y="4832"/>
                  </a:moveTo>
                  <a:cubicBezTo>
                    <a:pt x="3225" y="4834"/>
                    <a:pt x="3160" y="4901"/>
                    <a:pt x="3160" y="4981"/>
                  </a:cubicBezTo>
                  <a:cubicBezTo>
                    <a:pt x="3160" y="5063"/>
                    <a:pt x="3227" y="5129"/>
                    <a:pt x="3307" y="5129"/>
                  </a:cubicBezTo>
                  <a:lnTo>
                    <a:pt x="4886" y="5129"/>
                  </a:lnTo>
                  <a:cubicBezTo>
                    <a:pt x="4967" y="5129"/>
                    <a:pt x="5034" y="5062"/>
                    <a:pt x="5034" y="4980"/>
                  </a:cubicBezTo>
                  <a:lnTo>
                    <a:pt x="5034" y="4980"/>
                  </a:lnTo>
                  <a:cubicBezTo>
                    <a:pt x="5034" y="4981"/>
                    <a:pt x="5034" y="4981"/>
                    <a:pt x="5034" y="4981"/>
                  </a:cubicBezTo>
                  <a:lnTo>
                    <a:pt x="5034" y="4980"/>
                  </a:lnTo>
                  <a:cubicBezTo>
                    <a:pt x="5034" y="4980"/>
                    <a:pt x="5034" y="4980"/>
                    <a:pt x="5034" y="4980"/>
                  </a:cubicBezTo>
                  <a:lnTo>
                    <a:pt x="5034" y="4980"/>
                  </a:lnTo>
                  <a:cubicBezTo>
                    <a:pt x="5034" y="4899"/>
                    <a:pt x="4967" y="4834"/>
                    <a:pt x="4886" y="4832"/>
                  </a:cubicBezTo>
                  <a:close/>
                  <a:moveTo>
                    <a:pt x="148" y="4832"/>
                  </a:moveTo>
                  <a:cubicBezTo>
                    <a:pt x="66" y="4834"/>
                    <a:pt x="0" y="4901"/>
                    <a:pt x="0" y="4983"/>
                  </a:cubicBezTo>
                  <a:cubicBezTo>
                    <a:pt x="0" y="5063"/>
                    <a:pt x="66" y="5130"/>
                    <a:pt x="148" y="5130"/>
                  </a:cubicBezTo>
                  <a:lnTo>
                    <a:pt x="749" y="5130"/>
                  </a:lnTo>
                  <a:cubicBezTo>
                    <a:pt x="830" y="5130"/>
                    <a:pt x="895" y="5063"/>
                    <a:pt x="895" y="4983"/>
                  </a:cubicBezTo>
                  <a:cubicBezTo>
                    <a:pt x="895" y="4901"/>
                    <a:pt x="830" y="4834"/>
                    <a:pt x="749" y="4832"/>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89;p40">
              <a:extLst>
                <a:ext uri="{FF2B5EF4-FFF2-40B4-BE49-F238E27FC236}">
                  <a16:creationId xmlns:a16="http://schemas.microsoft.com/office/drawing/2014/main" id="{D5D2EA9D-5393-C82B-A219-669D8A75761E}"/>
                </a:ext>
              </a:extLst>
            </p:cNvPr>
            <p:cNvSpPr/>
            <p:nvPr/>
          </p:nvSpPr>
          <p:spPr>
            <a:xfrm>
              <a:off x="5657875" y="3296875"/>
              <a:ext cx="204375" cy="128250"/>
            </a:xfrm>
            <a:custGeom>
              <a:avLst/>
              <a:gdLst/>
              <a:ahLst/>
              <a:cxnLst/>
              <a:rect l="l" t="t" r="r" b="b"/>
              <a:pathLst>
                <a:path w="8175" h="5130" extrusionOk="0">
                  <a:moveTo>
                    <a:pt x="148" y="27"/>
                  </a:moveTo>
                  <a:cubicBezTo>
                    <a:pt x="79" y="35"/>
                    <a:pt x="26" y="90"/>
                    <a:pt x="17" y="158"/>
                  </a:cubicBezTo>
                  <a:cubicBezTo>
                    <a:pt x="8" y="239"/>
                    <a:pt x="66" y="313"/>
                    <a:pt x="148" y="324"/>
                  </a:cubicBezTo>
                  <a:lnTo>
                    <a:pt x="749" y="324"/>
                  </a:lnTo>
                  <a:cubicBezTo>
                    <a:pt x="818" y="315"/>
                    <a:pt x="871" y="261"/>
                    <a:pt x="880" y="192"/>
                  </a:cubicBezTo>
                  <a:cubicBezTo>
                    <a:pt x="889" y="111"/>
                    <a:pt x="831" y="36"/>
                    <a:pt x="749" y="27"/>
                  </a:cubicBezTo>
                  <a:close/>
                  <a:moveTo>
                    <a:pt x="1418" y="27"/>
                  </a:moveTo>
                  <a:cubicBezTo>
                    <a:pt x="1336" y="36"/>
                    <a:pt x="1278" y="111"/>
                    <a:pt x="1288" y="192"/>
                  </a:cubicBezTo>
                  <a:cubicBezTo>
                    <a:pt x="1296" y="261"/>
                    <a:pt x="1351" y="315"/>
                    <a:pt x="1418" y="324"/>
                  </a:cubicBezTo>
                  <a:lnTo>
                    <a:pt x="2996" y="324"/>
                  </a:lnTo>
                  <a:cubicBezTo>
                    <a:pt x="3079" y="324"/>
                    <a:pt x="3146" y="257"/>
                    <a:pt x="3146" y="173"/>
                  </a:cubicBezTo>
                  <a:cubicBezTo>
                    <a:pt x="3146" y="93"/>
                    <a:pt x="3079" y="27"/>
                    <a:pt x="2999" y="27"/>
                  </a:cubicBezTo>
                  <a:close/>
                  <a:moveTo>
                    <a:pt x="3666" y="0"/>
                  </a:moveTo>
                  <a:cubicBezTo>
                    <a:pt x="3571" y="0"/>
                    <a:pt x="3493" y="78"/>
                    <a:pt x="3493" y="173"/>
                  </a:cubicBezTo>
                  <a:cubicBezTo>
                    <a:pt x="3493" y="268"/>
                    <a:pt x="3571" y="346"/>
                    <a:pt x="3666" y="346"/>
                  </a:cubicBezTo>
                  <a:lnTo>
                    <a:pt x="3667" y="346"/>
                  </a:lnTo>
                  <a:cubicBezTo>
                    <a:pt x="3763" y="346"/>
                    <a:pt x="3839" y="270"/>
                    <a:pt x="3839" y="176"/>
                  </a:cubicBezTo>
                  <a:lnTo>
                    <a:pt x="3839" y="173"/>
                  </a:lnTo>
                  <a:cubicBezTo>
                    <a:pt x="3839" y="78"/>
                    <a:pt x="3761" y="0"/>
                    <a:pt x="3666" y="0"/>
                  </a:cubicBezTo>
                  <a:close/>
                  <a:moveTo>
                    <a:pt x="4696" y="0"/>
                  </a:moveTo>
                  <a:cubicBezTo>
                    <a:pt x="4601" y="0"/>
                    <a:pt x="4524" y="78"/>
                    <a:pt x="4524" y="173"/>
                  </a:cubicBezTo>
                  <a:cubicBezTo>
                    <a:pt x="4524" y="268"/>
                    <a:pt x="4601" y="346"/>
                    <a:pt x="4696" y="346"/>
                  </a:cubicBezTo>
                  <a:lnTo>
                    <a:pt x="4698" y="346"/>
                  </a:lnTo>
                  <a:cubicBezTo>
                    <a:pt x="4792" y="346"/>
                    <a:pt x="4869" y="270"/>
                    <a:pt x="4869" y="176"/>
                  </a:cubicBezTo>
                  <a:lnTo>
                    <a:pt x="4869" y="173"/>
                  </a:lnTo>
                  <a:cubicBezTo>
                    <a:pt x="4869" y="78"/>
                    <a:pt x="4792" y="0"/>
                    <a:pt x="4696" y="0"/>
                  </a:cubicBezTo>
                  <a:close/>
                  <a:moveTo>
                    <a:pt x="6242" y="0"/>
                  </a:moveTo>
                  <a:cubicBezTo>
                    <a:pt x="6147" y="0"/>
                    <a:pt x="6069" y="78"/>
                    <a:pt x="6069" y="173"/>
                  </a:cubicBezTo>
                  <a:cubicBezTo>
                    <a:pt x="6069" y="268"/>
                    <a:pt x="6147" y="346"/>
                    <a:pt x="6242" y="346"/>
                  </a:cubicBezTo>
                  <a:lnTo>
                    <a:pt x="6245" y="346"/>
                  </a:lnTo>
                  <a:cubicBezTo>
                    <a:pt x="6339" y="346"/>
                    <a:pt x="6415" y="270"/>
                    <a:pt x="6415" y="176"/>
                  </a:cubicBezTo>
                  <a:lnTo>
                    <a:pt x="6415" y="173"/>
                  </a:lnTo>
                  <a:cubicBezTo>
                    <a:pt x="6415" y="78"/>
                    <a:pt x="6337" y="0"/>
                    <a:pt x="6242" y="0"/>
                  </a:cubicBezTo>
                  <a:close/>
                  <a:moveTo>
                    <a:pt x="4183" y="0"/>
                  </a:moveTo>
                  <a:cubicBezTo>
                    <a:pt x="4087" y="0"/>
                    <a:pt x="4010" y="78"/>
                    <a:pt x="4010" y="173"/>
                  </a:cubicBezTo>
                  <a:cubicBezTo>
                    <a:pt x="4010" y="268"/>
                    <a:pt x="4087" y="346"/>
                    <a:pt x="4183" y="346"/>
                  </a:cubicBezTo>
                  <a:cubicBezTo>
                    <a:pt x="4184" y="346"/>
                    <a:pt x="4184" y="346"/>
                    <a:pt x="4185" y="346"/>
                  </a:cubicBezTo>
                  <a:cubicBezTo>
                    <a:pt x="4278" y="346"/>
                    <a:pt x="4354" y="271"/>
                    <a:pt x="4355" y="178"/>
                  </a:cubicBezTo>
                  <a:lnTo>
                    <a:pt x="4355" y="173"/>
                  </a:lnTo>
                  <a:cubicBezTo>
                    <a:pt x="4355" y="78"/>
                    <a:pt x="4278" y="0"/>
                    <a:pt x="4183" y="0"/>
                  </a:cubicBezTo>
                  <a:close/>
                  <a:moveTo>
                    <a:pt x="5212" y="0"/>
                  </a:moveTo>
                  <a:cubicBezTo>
                    <a:pt x="5116" y="0"/>
                    <a:pt x="5039" y="78"/>
                    <a:pt x="5039" y="173"/>
                  </a:cubicBezTo>
                  <a:cubicBezTo>
                    <a:pt x="5039" y="268"/>
                    <a:pt x="5116" y="346"/>
                    <a:pt x="5212" y="346"/>
                  </a:cubicBezTo>
                  <a:cubicBezTo>
                    <a:pt x="5212" y="346"/>
                    <a:pt x="5213" y="346"/>
                    <a:pt x="5214" y="346"/>
                  </a:cubicBezTo>
                  <a:cubicBezTo>
                    <a:pt x="5308" y="346"/>
                    <a:pt x="5384" y="271"/>
                    <a:pt x="5384" y="178"/>
                  </a:cubicBezTo>
                  <a:lnTo>
                    <a:pt x="5384" y="173"/>
                  </a:lnTo>
                  <a:cubicBezTo>
                    <a:pt x="5384" y="78"/>
                    <a:pt x="5307" y="0"/>
                    <a:pt x="5212" y="0"/>
                  </a:cubicBezTo>
                  <a:close/>
                  <a:moveTo>
                    <a:pt x="5725" y="3"/>
                  </a:moveTo>
                  <a:cubicBezTo>
                    <a:pt x="5631" y="3"/>
                    <a:pt x="5554" y="79"/>
                    <a:pt x="5554" y="173"/>
                  </a:cubicBezTo>
                  <a:cubicBezTo>
                    <a:pt x="5552" y="268"/>
                    <a:pt x="5628" y="347"/>
                    <a:pt x="5724" y="349"/>
                  </a:cubicBezTo>
                  <a:cubicBezTo>
                    <a:pt x="5819" y="349"/>
                    <a:pt x="5898" y="273"/>
                    <a:pt x="5899" y="178"/>
                  </a:cubicBezTo>
                  <a:lnTo>
                    <a:pt x="5899" y="173"/>
                  </a:lnTo>
                  <a:cubicBezTo>
                    <a:pt x="5899" y="79"/>
                    <a:pt x="5822" y="3"/>
                    <a:pt x="5728" y="3"/>
                  </a:cubicBezTo>
                  <a:cubicBezTo>
                    <a:pt x="5727" y="3"/>
                    <a:pt x="5726" y="3"/>
                    <a:pt x="5725" y="3"/>
                  </a:cubicBezTo>
                  <a:close/>
                  <a:moveTo>
                    <a:pt x="148" y="714"/>
                  </a:moveTo>
                  <a:cubicBezTo>
                    <a:pt x="66" y="724"/>
                    <a:pt x="8" y="798"/>
                    <a:pt x="17" y="880"/>
                  </a:cubicBezTo>
                  <a:cubicBezTo>
                    <a:pt x="26" y="947"/>
                    <a:pt x="79" y="1002"/>
                    <a:pt x="148" y="1010"/>
                  </a:cubicBezTo>
                  <a:lnTo>
                    <a:pt x="749" y="1010"/>
                  </a:lnTo>
                  <a:cubicBezTo>
                    <a:pt x="831" y="1010"/>
                    <a:pt x="897" y="944"/>
                    <a:pt x="897" y="863"/>
                  </a:cubicBezTo>
                  <a:lnTo>
                    <a:pt x="897" y="861"/>
                  </a:lnTo>
                  <a:cubicBezTo>
                    <a:pt x="897" y="779"/>
                    <a:pt x="830" y="714"/>
                    <a:pt x="749" y="714"/>
                  </a:cubicBezTo>
                  <a:close/>
                  <a:moveTo>
                    <a:pt x="1418" y="714"/>
                  </a:moveTo>
                  <a:cubicBezTo>
                    <a:pt x="1336" y="723"/>
                    <a:pt x="1278" y="797"/>
                    <a:pt x="1288" y="879"/>
                  </a:cubicBezTo>
                  <a:cubicBezTo>
                    <a:pt x="1296" y="947"/>
                    <a:pt x="1351" y="1001"/>
                    <a:pt x="1418" y="1010"/>
                  </a:cubicBezTo>
                  <a:lnTo>
                    <a:pt x="2996" y="1010"/>
                  </a:lnTo>
                  <a:cubicBezTo>
                    <a:pt x="3079" y="1010"/>
                    <a:pt x="3146" y="943"/>
                    <a:pt x="3146" y="861"/>
                  </a:cubicBezTo>
                  <a:cubicBezTo>
                    <a:pt x="3146" y="779"/>
                    <a:pt x="3079" y="714"/>
                    <a:pt x="2999" y="714"/>
                  </a:cubicBezTo>
                  <a:close/>
                  <a:moveTo>
                    <a:pt x="148" y="1400"/>
                  </a:moveTo>
                  <a:cubicBezTo>
                    <a:pt x="66" y="1410"/>
                    <a:pt x="8" y="1485"/>
                    <a:pt x="17" y="1567"/>
                  </a:cubicBezTo>
                  <a:cubicBezTo>
                    <a:pt x="26" y="1635"/>
                    <a:pt x="79" y="1689"/>
                    <a:pt x="148" y="1696"/>
                  </a:cubicBezTo>
                  <a:lnTo>
                    <a:pt x="749" y="1696"/>
                  </a:lnTo>
                  <a:cubicBezTo>
                    <a:pt x="830" y="1696"/>
                    <a:pt x="897" y="1631"/>
                    <a:pt x="897" y="1550"/>
                  </a:cubicBezTo>
                  <a:cubicBezTo>
                    <a:pt x="898" y="1469"/>
                    <a:pt x="833" y="1402"/>
                    <a:pt x="751" y="1400"/>
                  </a:cubicBezTo>
                  <a:close/>
                  <a:moveTo>
                    <a:pt x="1419" y="1400"/>
                  </a:moveTo>
                  <a:cubicBezTo>
                    <a:pt x="1337" y="1410"/>
                    <a:pt x="1278" y="1483"/>
                    <a:pt x="1288" y="1565"/>
                  </a:cubicBezTo>
                  <a:cubicBezTo>
                    <a:pt x="1296" y="1634"/>
                    <a:pt x="1351" y="1689"/>
                    <a:pt x="1419" y="1696"/>
                  </a:cubicBezTo>
                  <a:lnTo>
                    <a:pt x="2996" y="1696"/>
                  </a:lnTo>
                  <a:cubicBezTo>
                    <a:pt x="2997" y="1696"/>
                    <a:pt x="2998" y="1696"/>
                    <a:pt x="2999" y="1696"/>
                  </a:cubicBezTo>
                  <a:cubicBezTo>
                    <a:pt x="3079" y="1696"/>
                    <a:pt x="3145" y="1631"/>
                    <a:pt x="3146" y="1552"/>
                  </a:cubicBezTo>
                  <a:lnTo>
                    <a:pt x="3146" y="1549"/>
                  </a:lnTo>
                  <a:cubicBezTo>
                    <a:pt x="3146" y="1467"/>
                    <a:pt x="3079" y="1400"/>
                    <a:pt x="2996" y="1400"/>
                  </a:cubicBezTo>
                  <a:close/>
                  <a:moveTo>
                    <a:pt x="3665" y="1375"/>
                  </a:moveTo>
                  <a:cubicBezTo>
                    <a:pt x="3571" y="1375"/>
                    <a:pt x="3495" y="1450"/>
                    <a:pt x="3493" y="1544"/>
                  </a:cubicBezTo>
                  <a:cubicBezTo>
                    <a:pt x="3492" y="1640"/>
                    <a:pt x="3569" y="1719"/>
                    <a:pt x="3665" y="1720"/>
                  </a:cubicBezTo>
                  <a:lnTo>
                    <a:pt x="3669" y="1720"/>
                  </a:lnTo>
                  <a:cubicBezTo>
                    <a:pt x="3763" y="1720"/>
                    <a:pt x="3839" y="1643"/>
                    <a:pt x="3839" y="1549"/>
                  </a:cubicBezTo>
                  <a:cubicBezTo>
                    <a:pt x="3840" y="1454"/>
                    <a:pt x="3764" y="1375"/>
                    <a:pt x="3667" y="1375"/>
                  </a:cubicBezTo>
                  <a:cubicBezTo>
                    <a:pt x="3667" y="1375"/>
                    <a:pt x="3666" y="1375"/>
                    <a:pt x="3665" y="1375"/>
                  </a:cubicBezTo>
                  <a:close/>
                  <a:moveTo>
                    <a:pt x="4181" y="1375"/>
                  </a:moveTo>
                  <a:cubicBezTo>
                    <a:pt x="4087" y="1375"/>
                    <a:pt x="4010" y="1450"/>
                    <a:pt x="4010" y="1544"/>
                  </a:cubicBezTo>
                  <a:cubicBezTo>
                    <a:pt x="4008" y="1640"/>
                    <a:pt x="4084" y="1719"/>
                    <a:pt x="4180" y="1720"/>
                  </a:cubicBezTo>
                  <a:lnTo>
                    <a:pt x="4183" y="1720"/>
                  </a:lnTo>
                  <a:cubicBezTo>
                    <a:pt x="4276" y="1720"/>
                    <a:pt x="4354" y="1644"/>
                    <a:pt x="4355" y="1549"/>
                  </a:cubicBezTo>
                  <a:cubicBezTo>
                    <a:pt x="4355" y="1454"/>
                    <a:pt x="4279" y="1375"/>
                    <a:pt x="4184" y="1375"/>
                  </a:cubicBezTo>
                  <a:cubicBezTo>
                    <a:pt x="4183" y="1375"/>
                    <a:pt x="4182" y="1375"/>
                    <a:pt x="4181" y="1375"/>
                  </a:cubicBezTo>
                  <a:close/>
                  <a:moveTo>
                    <a:pt x="4695" y="1375"/>
                  </a:moveTo>
                  <a:cubicBezTo>
                    <a:pt x="4601" y="1375"/>
                    <a:pt x="4525" y="1450"/>
                    <a:pt x="4524" y="1544"/>
                  </a:cubicBezTo>
                  <a:cubicBezTo>
                    <a:pt x="4522" y="1640"/>
                    <a:pt x="4598" y="1719"/>
                    <a:pt x="4695" y="1720"/>
                  </a:cubicBezTo>
                  <a:lnTo>
                    <a:pt x="4698" y="1720"/>
                  </a:lnTo>
                  <a:cubicBezTo>
                    <a:pt x="4793" y="1720"/>
                    <a:pt x="4869" y="1643"/>
                    <a:pt x="4869" y="1549"/>
                  </a:cubicBezTo>
                  <a:cubicBezTo>
                    <a:pt x="4871" y="1454"/>
                    <a:pt x="4793" y="1375"/>
                    <a:pt x="4698" y="1375"/>
                  </a:cubicBezTo>
                  <a:cubicBezTo>
                    <a:pt x="4697" y="1375"/>
                    <a:pt x="4696" y="1375"/>
                    <a:pt x="4695" y="1375"/>
                  </a:cubicBezTo>
                  <a:close/>
                  <a:moveTo>
                    <a:pt x="5212" y="1375"/>
                  </a:moveTo>
                  <a:cubicBezTo>
                    <a:pt x="5118" y="1375"/>
                    <a:pt x="5040" y="1450"/>
                    <a:pt x="5039" y="1544"/>
                  </a:cubicBezTo>
                  <a:cubicBezTo>
                    <a:pt x="5039" y="1640"/>
                    <a:pt x="5115" y="1719"/>
                    <a:pt x="5210" y="1720"/>
                  </a:cubicBezTo>
                  <a:lnTo>
                    <a:pt x="5213" y="1720"/>
                  </a:lnTo>
                  <a:cubicBezTo>
                    <a:pt x="5307" y="1720"/>
                    <a:pt x="5384" y="1644"/>
                    <a:pt x="5386" y="1549"/>
                  </a:cubicBezTo>
                  <a:lnTo>
                    <a:pt x="5384" y="1549"/>
                  </a:lnTo>
                  <a:cubicBezTo>
                    <a:pt x="5386" y="1454"/>
                    <a:pt x="5310" y="1375"/>
                    <a:pt x="5214" y="1375"/>
                  </a:cubicBezTo>
                  <a:cubicBezTo>
                    <a:pt x="5214" y="1375"/>
                    <a:pt x="5213" y="1375"/>
                    <a:pt x="5212" y="1375"/>
                  </a:cubicBezTo>
                  <a:close/>
                  <a:moveTo>
                    <a:pt x="6242" y="1375"/>
                  </a:moveTo>
                  <a:cubicBezTo>
                    <a:pt x="6148" y="1375"/>
                    <a:pt x="6071" y="1450"/>
                    <a:pt x="6069" y="1544"/>
                  </a:cubicBezTo>
                  <a:cubicBezTo>
                    <a:pt x="6069" y="1640"/>
                    <a:pt x="6145" y="1719"/>
                    <a:pt x="6240" y="1720"/>
                  </a:cubicBezTo>
                  <a:lnTo>
                    <a:pt x="6245" y="1720"/>
                  </a:lnTo>
                  <a:cubicBezTo>
                    <a:pt x="6339" y="1720"/>
                    <a:pt x="6415" y="1643"/>
                    <a:pt x="6415" y="1549"/>
                  </a:cubicBezTo>
                  <a:cubicBezTo>
                    <a:pt x="6416" y="1454"/>
                    <a:pt x="6340" y="1375"/>
                    <a:pt x="6245" y="1375"/>
                  </a:cubicBezTo>
                  <a:cubicBezTo>
                    <a:pt x="6244" y="1375"/>
                    <a:pt x="6243" y="1375"/>
                    <a:pt x="6242" y="1375"/>
                  </a:cubicBezTo>
                  <a:close/>
                  <a:moveTo>
                    <a:pt x="5709" y="1375"/>
                  </a:moveTo>
                  <a:cubicBezTo>
                    <a:pt x="5622" y="1375"/>
                    <a:pt x="5547" y="1441"/>
                    <a:pt x="5538" y="1528"/>
                  </a:cubicBezTo>
                  <a:cubicBezTo>
                    <a:pt x="5527" y="1623"/>
                    <a:pt x="5596" y="1708"/>
                    <a:pt x="5689" y="1720"/>
                  </a:cubicBezTo>
                  <a:cubicBezTo>
                    <a:pt x="5696" y="1721"/>
                    <a:pt x="5702" y="1721"/>
                    <a:pt x="5709" y="1721"/>
                  </a:cubicBezTo>
                  <a:cubicBezTo>
                    <a:pt x="5715" y="1721"/>
                    <a:pt x="5721" y="1721"/>
                    <a:pt x="5728" y="1720"/>
                  </a:cubicBezTo>
                  <a:cubicBezTo>
                    <a:pt x="5822" y="1720"/>
                    <a:pt x="5899" y="1643"/>
                    <a:pt x="5899" y="1549"/>
                  </a:cubicBezTo>
                  <a:cubicBezTo>
                    <a:pt x="5899" y="1455"/>
                    <a:pt x="5825" y="1378"/>
                    <a:pt x="5731" y="1376"/>
                  </a:cubicBezTo>
                  <a:lnTo>
                    <a:pt x="5728" y="1376"/>
                  </a:lnTo>
                  <a:cubicBezTo>
                    <a:pt x="5722" y="1375"/>
                    <a:pt x="5715" y="1375"/>
                    <a:pt x="5709" y="1375"/>
                  </a:cubicBezTo>
                  <a:close/>
                  <a:moveTo>
                    <a:pt x="1419" y="2086"/>
                  </a:moveTo>
                  <a:cubicBezTo>
                    <a:pt x="1337" y="2097"/>
                    <a:pt x="1278" y="2171"/>
                    <a:pt x="1288" y="2253"/>
                  </a:cubicBezTo>
                  <a:cubicBezTo>
                    <a:pt x="1296" y="2322"/>
                    <a:pt x="1351" y="2375"/>
                    <a:pt x="1419" y="2383"/>
                  </a:cubicBezTo>
                  <a:lnTo>
                    <a:pt x="2996" y="2383"/>
                  </a:lnTo>
                  <a:cubicBezTo>
                    <a:pt x="2997" y="2383"/>
                    <a:pt x="2998" y="2383"/>
                    <a:pt x="2999" y="2383"/>
                  </a:cubicBezTo>
                  <a:cubicBezTo>
                    <a:pt x="3079" y="2383"/>
                    <a:pt x="3145" y="2319"/>
                    <a:pt x="3146" y="2238"/>
                  </a:cubicBezTo>
                  <a:lnTo>
                    <a:pt x="3146" y="2235"/>
                  </a:lnTo>
                  <a:cubicBezTo>
                    <a:pt x="3146" y="2153"/>
                    <a:pt x="3079" y="2086"/>
                    <a:pt x="2996" y="2086"/>
                  </a:cubicBezTo>
                  <a:close/>
                  <a:moveTo>
                    <a:pt x="148" y="2086"/>
                  </a:moveTo>
                  <a:cubicBezTo>
                    <a:pt x="66" y="2097"/>
                    <a:pt x="8" y="2171"/>
                    <a:pt x="17" y="2253"/>
                  </a:cubicBezTo>
                  <a:cubicBezTo>
                    <a:pt x="26" y="2322"/>
                    <a:pt x="79" y="2375"/>
                    <a:pt x="148" y="2384"/>
                  </a:cubicBezTo>
                  <a:lnTo>
                    <a:pt x="749" y="2384"/>
                  </a:lnTo>
                  <a:cubicBezTo>
                    <a:pt x="830" y="2384"/>
                    <a:pt x="897" y="2317"/>
                    <a:pt x="897" y="2237"/>
                  </a:cubicBezTo>
                  <a:cubicBezTo>
                    <a:pt x="898" y="2155"/>
                    <a:pt x="833" y="2088"/>
                    <a:pt x="751" y="2086"/>
                  </a:cubicBezTo>
                  <a:close/>
                  <a:moveTo>
                    <a:pt x="148" y="2774"/>
                  </a:moveTo>
                  <a:cubicBezTo>
                    <a:pt x="66" y="2783"/>
                    <a:pt x="8" y="2858"/>
                    <a:pt x="17" y="2940"/>
                  </a:cubicBezTo>
                  <a:cubicBezTo>
                    <a:pt x="26" y="3008"/>
                    <a:pt x="79" y="3062"/>
                    <a:pt x="148" y="3071"/>
                  </a:cubicBezTo>
                  <a:lnTo>
                    <a:pt x="749" y="3071"/>
                  </a:lnTo>
                  <a:cubicBezTo>
                    <a:pt x="830" y="3071"/>
                    <a:pt x="897" y="3004"/>
                    <a:pt x="897" y="2923"/>
                  </a:cubicBezTo>
                  <a:cubicBezTo>
                    <a:pt x="898" y="2841"/>
                    <a:pt x="833" y="2774"/>
                    <a:pt x="751" y="2774"/>
                  </a:cubicBezTo>
                  <a:close/>
                  <a:moveTo>
                    <a:pt x="1419" y="2773"/>
                  </a:moveTo>
                  <a:cubicBezTo>
                    <a:pt x="1337" y="2783"/>
                    <a:pt x="1278" y="2858"/>
                    <a:pt x="1288" y="2940"/>
                  </a:cubicBezTo>
                  <a:cubicBezTo>
                    <a:pt x="1296" y="3008"/>
                    <a:pt x="1351" y="3062"/>
                    <a:pt x="1419" y="3071"/>
                  </a:cubicBezTo>
                  <a:lnTo>
                    <a:pt x="2996" y="3071"/>
                  </a:lnTo>
                  <a:cubicBezTo>
                    <a:pt x="3078" y="3071"/>
                    <a:pt x="3145" y="3007"/>
                    <a:pt x="3146" y="2925"/>
                  </a:cubicBezTo>
                  <a:lnTo>
                    <a:pt x="3146" y="2923"/>
                  </a:lnTo>
                  <a:cubicBezTo>
                    <a:pt x="3146" y="2840"/>
                    <a:pt x="3079" y="2773"/>
                    <a:pt x="2996" y="2773"/>
                  </a:cubicBezTo>
                  <a:close/>
                  <a:moveTo>
                    <a:pt x="5426" y="3349"/>
                  </a:moveTo>
                  <a:cubicBezTo>
                    <a:pt x="5332" y="3349"/>
                    <a:pt x="5256" y="3424"/>
                    <a:pt x="5255" y="3520"/>
                  </a:cubicBezTo>
                  <a:cubicBezTo>
                    <a:pt x="5253" y="3616"/>
                    <a:pt x="5331" y="3693"/>
                    <a:pt x="5426" y="3694"/>
                  </a:cubicBezTo>
                  <a:lnTo>
                    <a:pt x="5427" y="3694"/>
                  </a:lnTo>
                  <a:cubicBezTo>
                    <a:pt x="5523" y="3694"/>
                    <a:pt x="5599" y="3619"/>
                    <a:pt x="5600" y="3523"/>
                  </a:cubicBezTo>
                  <a:cubicBezTo>
                    <a:pt x="5602" y="3428"/>
                    <a:pt x="5526" y="3351"/>
                    <a:pt x="5429" y="3349"/>
                  </a:cubicBezTo>
                  <a:cubicBezTo>
                    <a:pt x="5428" y="3349"/>
                    <a:pt x="5427" y="3349"/>
                    <a:pt x="5426" y="3349"/>
                  </a:cubicBezTo>
                  <a:close/>
                  <a:moveTo>
                    <a:pt x="5941" y="3349"/>
                  </a:moveTo>
                  <a:cubicBezTo>
                    <a:pt x="5847" y="3349"/>
                    <a:pt x="5770" y="3424"/>
                    <a:pt x="5768" y="3520"/>
                  </a:cubicBezTo>
                  <a:cubicBezTo>
                    <a:pt x="5768" y="3616"/>
                    <a:pt x="5844" y="3693"/>
                    <a:pt x="5940" y="3694"/>
                  </a:cubicBezTo>
                  <a:lnTo>
                    <a:pt x="5944" y="3694"/>
                  </a:lnTo>
                  <a:cubicBezTo>
                    <a:pt x="6038" y="3694"/>
                    <a:pt x="6114" y="3619"/>
                    <a:pt x="6114" y="3523"/>
                  </a:cubicBezTo>
                  <a:cubicBezTo>
                    <a:pt x="6115" y="3428"/>
                    <a:pt x="6039" y="3351"/>
                    <a:pt x="5944" y="3349"/>
                  </a:cubicBezTo>
                  <a:cubicBezTo>
                    <a:pt x="5943" y="3349"/>
                    <a:pt x="5942" y="3349"/>
                    <a:pt x="5941" y="3349"/>
                  </a:cubicBezTo>
                  <a:close/>
                  <a:moveTo>
                    <a:pt x="6456" y="3349"/>
                  </a:moveTo>
                  <a:cubicBezTo>
                    <a:pt x="6362" y="3349"/>
                    <a:pt x="6286" y="3424"/>
                    <a:pt x="6285" y="3520"/>
                  </a:cubicBezTo>
                  <a:cubicBezTo>
                    <a:pt x="6284" y="3616"/>
                    <a:pt x="6359" y="3693"/>
                    <a:pt x="6455" y="3694"/>
                  </a:cubicBezTo>
                  <a:lnTo>
                    <a:pt x="6458" y="3694"/>
                  </a:lnTo>
                  <a:cubicBezTo>
                    <a:pt x="6552" y="3694"/>
                    <a:pt x="6629" y="3619"/>
                    <a:pt x="6630" y="3523"/>
                  </a:cubicBezTo>
                  <a:cubicBezTo>
                    <a:pt x="6632" y="3428"/>
                    <a:pt x="6555" y="3351"/>
                    <a:pt x="6459" y="3349"/>
                  </a:cubicBezTo>
                  <a:cubicBezTo>
                    <a:pt x="6458" y="3349"/>
                    <a:pt x="6457" y="3349"/>
                    <a:pt x="6456" y="3349"/>
                  </a:cubicBezTo>
                  <a:close/>
                  <a:moveTo>
                    <a:pt x="6970" y="3349"/>
                  </a:moveTo>
                  <a:cubicBezTo>
                    <a:pt x="6876" y="3349"/>
                    <a:pt x="6800" y="3424"/>
                    <a:pt x="6799" y="3520"/>
                  </a:cubicBezTo>
                  <a:cubicBezTo>
                    <a:pt x="6797" y="3616"/>
                    <a:pt x="6875" y="3693"/>
                    <a:pt x="6970" y="3694"/>
                  </a:cubicBezTo>
                  <a:lnTo>
                    <a:pt x="6973" y="3694"/>
                  </a:lnTo>
                  <a:cubicBezTo>
                    <a:pt x="7068" y="3694"/>
                    <a:pt x="7144" y="3619"/>
                    <a:pt x="7144" y="3523"/>
                  </a:cubicBezTo>
                  <a:cubicBezTo>
                    <a:pt x="7146" y="3428"/>
                    <a:pt x="7068" y="3351"/>
                    <a:pt x="6973" y="3349"/>
                  </a:cubicBezTo>
                  <a:cubicBezTo>
                    <a:pt x="6972" y="3349"/>
                    <a:pt x="6971" y="3349"/>
                    <a:pt x="6970" y="3349"/>
                  </a:cubicBezTo>
                  <a:close/>
                  <a:moveTo>
                    <a:pt x="7487" y="3349"/>
                  </a:moveTo>
                  <a:cubicBezTo>
                    <a:pt x="7393" y="3349"/>
                    <a:pt x="7315" y="3424"/>
                    <a:pt x="7315" y="3520"/>
                  </a:cubicBezTo>
                  <a:cubicBezTo>
                    <a:pt x="7314" y="3616"/>
                    <a:pt x="7390" y="3693"/>
                    <a:pt x="7485" y="3694"/>
                  </a:cubicBezTo>
                  <a:lnTo>
                    <a:pt x="7488" y="3694"/>
                  </a:lnTo>
                  <a:cubicBezTo>
                    <a:pt x="7582" y="3694"/>
                    <a:pt x="7659" y="3619"/>
                    <a:pt x="7661" y="3523"/>
                  </a:cubicBezTo>
                  <a:cubicBezTo>
                    <a:pt x="7661" y="3428"/>
                    <a:pt x="7585" y="3351"/>
                    <a:pt x="7490" y="3349"/>
                  </a:cubicBezTo>
                  <a:cubicBezTo>
                    <a:pt x="7489" y="3349"/>
                    <a:pt x="7488" y="3349"/>
                    <a:pt x="7487" y="3349"/>
                  </a:cubicBezTo>
                  <a:close/>
                  <a:moveTo>
                    <a:pt x="8000" y="3349"/>
                  </a:moveTo>
                  <a:cubicBezTo>
                    <a:pt x="7906" y="3349"/>
                    <a:pt x="7829" y="3424"/>
                    <a:pt x="7829" y="3520"/>
                  </a:cubicBezTo>
                  <a:cubicBezTo>
                    <a:pt x="7828" y="3616"/>
                    <a:pt x="7903" y="3693"/>
                    <a:pt x="7999" y="3694"/>
                  </a:cubicBezTo>
                  <a:lnTo>
                    <a:pt x="8003" y="3694"/>
                  </a:lnTo>
                  <a:cubicBezTo>
                    <a:pt x="8097" y="3694"/>
                    <a:pt x="8174" y="3619"/>
                    <a:pt x="8174" y="3523"/>
                  </a:cubicBezTo>
                  <a:cubicBezTo>
                    <a:pt x="8174" y="3428"/>
                    <a:pt x="8099" y="3351"/>
                    <a:pt x="8003" y="3349"/>
                  </a:cubicBezTo>
                  <a:cubicBezTo>
                    <a:pt x="8002" y="3349"/>
                    <a:pt x="8001" y="3349"/>
                    <a:pt x="8000" y="3349"/>
                  </a:cubicBezTo>
                  <a:close/>
                  <a:moveTo>
                    <a:pt x="148" y="3461"/>
                  </a:moveTo>
                  <a:cubicBezTo>
                    <a:pt x="66" y="3470"/>
                    <a:pt x="8" y="3544"/>
                    <a:pt x="17" y="3626"/>
                  </a:cubicBezTo>
                  <a:cubicBezTo>
                    <a:pt x="26" y="3694"/>
                    <a:pt x="79" y="3748"/>
                    <a:pt x="148" y="3757"/>
                  </a:cubicBezTo>
                  <a:lnTo>
                    <a:pt x="749" y="3757"/>
                  </a:lnTo>
                  <a:cubicBezTo>
                    <a:pt x="830" y="3757"/>
                    <a:pt x="897" y="3691"/>
                    <a:pt x="897" y="3610"/>
                  </a:cubicBezTo>
                  <a:cubicBezTo>
                    <a:pt x="898" y="3528"/>
                    <a:pt x="833" y="3461"/>
                    <a:pt x="751" y="3461"/>
                  </a:cubicBezTo>
                  <a:close/>
                  <a:moveTo>
                    <a:pt x="3307" y="3461"/>
                  </a:moveTo>
                  <a:cubicBezTo>
                    <a:pt x="3225" y="3470"/>
                    <a:pt x="3167" y="3544"/>
                    <a:pt x="3178" y="3626"/>
                  </a:cubicBezTo>
                  <a:cubicBezTo>
                    <a:pt x="3185" y="3694"/>
                    <a:pt x="3240" y="3748"/>
                    <a:pt x="3307" y="3757"/>
                  </a:cubicBezTo>
                  <a:lnTo>
                    <a:pt x="4885" y="3757"/>
                  </a:lnTo>
                  <a:cubicBezTo>
                    <a:pt x="4967" y="3757"/>
                    <a:pt x="5033" y="3690"/>
                    <a:pt x="5033" y="3610"/>
                  </a:cubicBezTo>
                  <a:cubicBezTo>
                    <a:pt x="5034" y="3528"/>
                    <a:pt x="4969" y="3461"/>
                    <a:pt x="4888" y="3461"/>
                  </a:cubicBezTo>
                  <a:close/>
                  <a:moveTo>
                    <a:pt x="148" y="4147"/>
                  </a:moveTo>
                  <a:cubicBezTo>
                    <a:pt x="66" y="4156"/>
                    <a:pt x="8" y="4230"/>
                    <a:pt x="17" y="4312"/>
                  </a:cubicBezTo>
                  <a:cubicBezTo>
                    <a:pt x="26" y="4381"/>
                    <a:pt x="79" y="4434"/>
                    <a:pt x="148" y="4443"/>
                  </a:cubicBezTo>
                  <a:lnTo>
                    <a:pt x="749" y="4443"/>
                  </a:lnTo>
                  <a:cubicBezTo>
                    <a:pt x="830" y="4443"/>
                    <a:pt x="897" y="4378"/>
                    <a:pt x="897" y="4296"/>
                  </a:cubicBezTo>
                  <a:cubicBezTo>
                    <a:pt x="898" y="4214"/>
                    <a:pt x="833" y="4149"/>
                    <a:pt x="751" y="4147"/>
                  </a:cubicBezTo>
                  <a:close/>
                  <a:moveTo>
                    <a:pt x="3307" y="4147"/>
                  </a:moveTo>
                  <a:cubicBezTo>
                    <a:pt x="3225" y="4156"/>
                    <a:pt x="3167" y="4230"/>
                    <a:pt x="3178" y="4312"/>
                  </a:cubicBezTo>
                  <a:cubicBezTo>
                    <a:pt x="3185" y="4381"/>
                    <a:pt x="3240" y="4434"/>
                    <a:pt x="3307" y="4443"/>
                  </a:cubicBezTo>
                  <a:lnTo>
                    <a:pt x="4885" y="4443"/>
                  </a:lnTo>
                  <a:cubicBezTo>
                    <a:pt x="4967" y="4443"/>
                    <a:pt x="5033" y="4378"/>
                    <a:pt x="5033" y="4296"/>
                  </a:cubicBezTo>
                  <a:cubicBezTo>
                    <a:pt x="5034" y="4214"/>
                    <a:pt x="4969" y="4147"/>
                    <a:pt x="4888" y="4147"/>
                  </a:cubicBezTo>
                  <a:close/>
                  <a:moveTo>
                    <a:pt x="5426" y="4765"/>
                  </a:moveTo>
                  <a:cubicBezTo>
                    <a:pt x="5332" y="4765"/>
                    <a:pt x="5256" y="4840"/>
                    <a:pt x="5255" y="4936"/>
                  </a:cubicBezTo>
                  <a:cubicBezTo>
                    <a:pt x="5253" y="5032"/>
                    <a:pt x="5331" y="5109"/>
                    <a:pt x="5426" y="5110"/>
                  </a:cubicBezTo>
                  <a:lnTo>
                    <a:pt x="5427" y="5110"/>
                  </a:lnTo>
                  <a:cubicBezTo>
                    <a:pt x="5523" y="5110"/>
                    <a:pt x="5599" y="5035"/>
                    <a:pt x="5600" y="4939"/>
                  </a:cubicBezTo>
                  <a:cubicBezTo>
                    <a:pt x="5602" y="4844"/>
                    <a:pt x="5524" y="4767"/>
                    <a:pt x="5429" y="4765"/>
                  </a:cubicBezTo>
                  <a:cubicBezTo>
                    <a:pt x="5428" y="4765"/>
                    <a:pt x="5427" y="4765"/>
                    <a:pt x="5426" y="4765"/>
                  </a:cubicBezTo>
                  <a:close/>
                  <a:moveTo>
                    <a:pt x="5941" y="4765"/>
                  </a:moveTo>
                  <a:cubicBezTo>
                    <a:pt x="5846" y="4765"/>
                    <a:pt x="5770" y="4840"/>
                    <a:pt x="5768" y="4936"/>
                  </a:cubicBezTo>
                  <a:cubicBezTo>
                    <a:pt x="5767" y="5032"/>
                    <a:pt x="5844" y="5109"/>
                    <a:pt x="5940" y="5110"/>
                  </a:cubicBezTo>
                  <a:lnTo>
                    <a:pt x="5944" y="5110"/>
                  </a:lnTo>
                  <a:cubicBezTo>
                    <a:pt x="6038" y="5110"/>
                    <a:pt x="6114" y="5035"/>
                    <a:pt x="6114" y="4939"/>
                  </a:cubicBezTo>
                  <a:cubicBezTo>
                    <a:pt x="6115" y="4844"/>
                    <a:pt x="6039" y="4767"/>
                    <a:pt x="5944" y="4765"/>
                  </a:cubicBezTo>
                  <a:cubicBezTo>
                    <a:pt x="5943" y="4765"/>
                    <a:pt x="5942" y="4765"/>
                    <a:pt x="5941" y="4765"/>
                  </a:cubicBezTo>
                  <a:close/>
                  <a:moveTo>
                    <a:pt x="6456" y="4765"/>
                  </a:moveTo>
                  <a:cubicBezTo>
                    <a:pt x="6362" y="4765"/>
                    <a:pt x="6286" y="4840"/>
                    <a:pt x="6285" y="4936"/>
                  </a:cubicBezTo>
                  <a:cubicBezTo>
                    <a:pt x="6284" y="5032"/>
                    <a:pt x="6359" y="5109"/>
                    <a:pt x="6455" y="5110"/>
                  </a:cubicBezTo>
                  <a:lnTo>
                    <a:pt x="6458" y="5110"/>
                  </a:lnTo>
                  <a:cubicBezTo>
                    <a:pt x="6552" y="5110"/>
                    <a:pt x="6629" y="5035"/>
                    <a:pt x="6630" y="4939"/>
                  </a:cubicBezTo>
                  <a:cubicBezTo>
                    <a:pt x="6632" y="4844"/>
                    <a:pt x="6555" y="4767"/>
                    <a:pt x="6459" y="4765"/>
                  </a:cubicBezTo>
                  <a:cubicBezTo>
                    <a:pt x="6458" y="4765"/>
                    <a:pt x="6457" y="4765"/>
                    <a:pt x="6456" y="4765"/>
                  </a:cubicBezTo>
                  <a:close/>
                  <a:moveTo>
                    <a:pt x="6970" y="4765"/>
                  </a:moveTo>
                  <a:cubicBezTo>
                    <a:pt x="6876" y="4765"/>
                    <a:pt x="6800" y="4840"/>
                    <a:pt x="6799" y="4936"/>
                  </a:cubicBezTo>
                  <a:cubicBezTo>
                    <a:pt x="6797" y="5032"/>
                    <a:pt x="6873" y="5109"/>
                    <a:pt x="6970" y="5110"/>
                  </a:cubicBezTo>
                  <a:lnTo>
                    <a:pt x="6973" y="5110"/>
                  </a:lnTo>
                  <a:cubicBezTo>
                    <a:pt x="7068" y="5110"/>
                    <a:pt x="7144" y="5035"/>
                    <a:pt x="7144" y="4939"/>
                  </a:cubicBezTo>
                  <a:cubicBezTo>
                    <a:pt x="7146" y="4844"/>
                    <a:pt x="7068" y="4767"/>
                    <a:pt x="6973" y="4765"/>
                  </a:cubicBezTo>
                  <a:cubicBezTo>
                    <a:pt x="6972" y="4765"/>
                    <a:pt x="6971" y="4765"/>
                    <a:pt x="6970" y="4765"/>
                  </a:cubicBezTo>
                  <a:close/>
                  <a:moveTo>
                    <a:pt x="7487" y="4765"/>
                  </a:moveTo>
                  <a:cubicBezTo>
                    <a:pt x="7393" y="4765"/>
                    <a:pt x="7315" y="4840"/>
                    <a:pt x="7315" y="4936"/>
                  </a:cubicBezTo>
                  <a:cubicBezTo>
                    <a:pt x="7314" y="5032"/>
                    <a:pt x="7390" y="5109"/>
                    <a:pt x="7485" y="5110"/>
                  </a:cubicBezTo>
                  <a:lnTo>
                    <a:pt x="7488" y="5110"/>
                  </a:lnTo>
                  <a:cubicBezTo>
                    <a:pt x="7582" y="5110"/>
                    <a:pt x="7659" y="5035"/>
                    <a:pt x="7661" y="4939"/>
                  </a:cubicBezTo>
                  <a:cubicBezTo>
                    <a:pt x="7661" y="4844"/>
                    <a:pt x="7585" y="4767"/>
                    <a:pt x="7490" y="4765"/>
                  </a:cubicBezTo>
                  <a:cubicBezTo>
                    <a:pt x="7489" y="4765"/>
                    <a:pt x="7488" y="4765"/>
                    <a:pt x="7487" y="4765"/>
                  </a:cubicBezTo>
                  <a:close/>
                  <a:moveTo>
                    <a:pt x="8000" y="4765"/>
                  </a:moveTo>
                  <a:cubicBezTo>
                    <a:pt x="7906" y="4765"/>
                    <a:pt x="7829" y="4840"/>
                    <a:pt x="7829" y="4936"/>
                  </a:cubicBezTo>
                  <a:cubicBezTo>
                    <a:pt x="7828" y="5032"/>
                    <a:pt x="7903" y="5109"/>
                    <a:pt x="7999" y="5110"/>
                  </a:cubicBezTo>
                  <a:lnTo>
                    <a:pt x="8003" y="5110"/>
                  </a:lnTo>
                  <a:cubicBezTo>
                    <a:pt x="8097" y="5110"/>
                    <a:pt x="8174" y="5035"/>
                    <a:pt x="8174" y="4939"/>
                  </a:cubicBezTo>
                  <a:cubicBezTo>
                    <a:pt x="8174" y="4844"/>
                    <a:pt x="8099" y="4767"/>
                    <a:pt x="8003" y="4765"/>
                  </a:cubicBezTo>
                  <a:cubicBezTo>
                    <a:pt x="8002" y="4765"/>
                    <a:pt x="8001" y="4765"/>
                    <a:pt x="8000" y="4765"/>
                  </a:cubicBezTo>
                  <a:close/>
                  <a:moveTo>
                    <a:pt x="148" y="4834"/>
                  </a:moveTo>
                  <a:cubicBezTo>
                    <a:pt x="66" y="4835"/>
                    <a:pt x="0" y="4901"/>
                    <a:pt x="0" y="4982"/>
                  </a:cubicBezTo>
                  <a:cubicBezTo>
                    <a:pt x="0" y="5064"/>
                    <a:pt x="66" y="5130"/>
                    <a:pt x="148" y="5130"/>
                  </a:cubicBezTo>
                  <a:lnTo>
                    <a:pt x="749" y="5130"/>
                  </a:lnTo>
                  <a:cubicBezTo>
                    <a:pt x="831" y="5130"/>
                    <a:pt x="897" y="5064"/>
                    <a:pt x="897" y="4982"/>
                  </a:cubicBezTo>
                  <a:cubicBezTo>
                    <a:pt x="897" y="4901"/>
                    <a:pt x="831" y="4835"/>
                    <a:pt x="749" y="4834"/>
                  </a:cubicBezTo>
                  <a:close/>
                  <a:moveTo>
                    <a:pt x="3307" y="4834"/>
                  </a:moveTo>
                  <a:cubicBezTo>
                    <a:pt x="3227" y="4835"/>
                    <a:pt x="3161" y="4901"/>
                    <a:pt x="3161" y="4982"/>
                  </a:cubicBezTo>
                  <a:cubicBezTo>
                    <a:pt x="3161" y="5064"/>
                    <a:pt x="3227" y="5130"/>
                    <a:pt x="3307" y="5130"/>
                  </a:cubicBezTo>
                  <a:lnTo>
                    <a:pt x="4885" y="5130"/>
                  </a:lnTo>
                  <a:cubicBezTo>
                    <a:pt x="4967" y="5130"/>
                    <a:pt x="5033" y="5064"/>
                    <a:pt x="5033" y="4982"/>
                  </a:cubicBezTo>
                  <a:cubicBezTo>
                    <a:pt x="5033" y="4901"/>
                    <a:pt x="4967" y="4835"/>
                    <a:pt x="4885" y="4834"/>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90;p40">
              <a:extLst>
                <a:ext uri="{FF2B5EF4-FFF2-40B4-BE49-F238E27FC236}">
                  <a16:creationId xmlns:a16="http://schemas.microsoft.com/office/drawing/2014/main" id="{22D1A003-52AF-7F88-2284-E6397FB43CC9}"/>
                </a:ext>
              </a:extLst>
            </p:cNvPr>
            <p:cNvSpPr/>
            <p:nvPr/>
          </p:nvSpPr>
          <p:spPr>
            <a:xfrm>
              <a:off x="5657875" y="3437575"/>
              <a:ext cx="204375" cy="128300"/>
            </a:xfrm>
            <a:custGeom>
              <a:avLst/>
              <a:gdLst/>
              <a:ahLst/>
              <a:cxnLst/>
              <a:rect l="l" t="t" r="r" b="b"/>
              <a:pathLst>
                <a:path w="8175" h="5132" extrusionOk="0">
                  <a:moveTo>
                    <a:pt x="1419" y="26"/>
                  </a:moveTo>
                  <a:cubicBezTo>
                    <a:pt x="1337" y="27"/>
                    <a:pt x="1272" y="94"/>
                    <a:pt x="1272" y="176"/>
                  </a:cubicBezTo>
                  <a:cubicBezTo>
                    <a:pt x="1272" y="257"/>
                    <a:pt x="1337" y="322"/>
                    <a:pt x="1419" y="322"/>
                  </a:cubicBezTo>
                  <a:lnTo>
                    <a:pt x="2996" y="322"/>
                  </a:lnTo>
                  <a:cubicBezTo>
                    <a:pt x="2997" y="322"/>
                    <a:pt x="2998" y="322"/>
                    <a:pt x="2999" y="322"/>
                  </a:cubicBezTo>
                  <a:cubicBezTo>
                    <a:pt x="3079" y="322"/>
                    <a:pt x="3145" y="259"/>
                    <a:pt x="3146" y="178"/>
                  </a:cubicBezTo>
                  <a:lnTo>
                    <a:pt x="3146" y="176"/>
                  </a:lnTo>
                  <a:cubicBezTo>
                    <a:pt x="3146" y="93"/>
                    <a:pt x="3079" y="26"/>
                    <a:pt x="2996" y="26"/>
                  </a:cubicBezTo>
                  <a:close/>
                  <a:moveTo>
                    <a:pt x="148" y="27"/>
                  </a:moveTo>
                  <a:cubicBezTo>
                    <a:pt x="66" y="27"/>
                    <a:pt x="0" y="94"/>
                    <a:pt x="0" y="176"/>
                  </a:cubicBezTo>
                  <a:cubicBezTo>
                    <a:pt x="0" y="257"/>
                    <a:pt x="66" y="324"/>
                    <a:pt x="148" y="324"/>
                  </a:cubicBezTo>
                  <a:lnTo>
                    <a:pt x="749" y="324"/>
                  </a:lnTo>
                  <a:cubicBezTo>
                    <a:pt x="830" y="324"/>
                    <a:pt x="897" y="257"/>
                    <a:pt x="897" y="176"/>
                  </a:cubicBezTo>
                  <a:cubicBezTo>
                    <a:pt x="897" y="94"/>
                    <a:pt x="831" y="27"/>
                    <a:pt x="749" y="27"/>
                  </a:cubicBezTo>
                  <a:close/>
                  <a:moveTo>
                    <a:pt x="3665" y="1"/>
                  </a:moveTo>
                  <a:cubicBezTo>
                    <a:pt x="3571" y="1"/>
                    <a:pt x="3495" y="76"/>
                    <a:pt x="3493" y="170"/>
                  </a:cubicBezTo>
                  <a:cubicBezTo>
                    <a:pt x="3492" y="267"/>
                    <a:pt x="3569" y="345"/>
                    <a:pt x="3665" y="346"/>
                  </a:cubicBezTo>
                  <a:lnTo>
                    <a:pt x="3669" y="346"/>
                  </a:lnTo>
                  <a:cubicBezTo>
                    <a:pt x="3763" y="346"/>
                    <a:pt x="3839" y="270"/>
                    <a:pt x="3839" y="175"/>
                  </a:cubicBezTo>
                  <a:cubicBezTo>
                    <a:pt x="3840" y="80"/>
                    <a:pt x="3764" y="2"/>
                    <a:pt x="3667" y="1"/>
                  </a:cubicBezTo>
                  <a:cubicBezTo>
                    <a:pt x="3667" y="1"/>
                    <a:pt x="3666" y="1"/>
                    <a:pt x="3665" y="1"/>
                  </a:cubicBezTo>
                  <a:close/>
                  <a:moveTo>
                    <a:pt x="4181" y="1"/>
                  </a:moveTo>
                  <a:cubicBezTo>
                    <a:pt x="4087" y="1"/>
                    <a:pt x="4010" y="76"/>
                    <a:pt x="4010" y="170"/>
                  </a:cubicBezTo>
                  <a:cubicBezTo>
                    <a:pt x="4008" y="267"/>
                    <a:pt x="4084" y="345"/>
                    <a:pt x="4180" y="346"/>
                  </a:cubicBezTo>
                  <a:lnTo>
                    <a:pt x="4183" y="346"/>
                  </a:lnTo>
                  <a:cubicBezTo>
                    <a:pt x="4276" y="346"/>
                    <a:pt x="4354" y="270"/>
                    <a:pt x="4355" y="175"/>
                  </a:cubicBezTo>
                  <a:cubicBezTo>
                    <a:pt x="4355" y="80"/>
                    <a:pt x="4279" y="2"/>
                    <a:pt x="4184" y="1"/>
                  </a:cubicBezTo>
                  <a:cubicBezTo>
                    <a:pt x="4183" y="1"/>
                    <a:pt x="4182" y="1"/>
                    <a:pt x="4181" y="1"/>
                  </a:cubicBezTo>
                  <a:close/>
                  <a:moveTo>
                    <a:pt x="4695" y="1"/>
                  </a:moveTo>
                  <a:cubicBezTo>
                    <a:pt x="4601" y="1"/>
                    <a:pt x="4525" y="76"/>
                    <a:pt x="4524" y="170"/>
                  </a:cubicBezTo>
                  <a:cubicBezTo>
                    <a:pt x="4522" y="267"/>
                    <a:pt x="4598" y="345"/>
                    <a:pt x="4695" y="346"/>
                  </a:cubicBezTo>
                  <a:lnTo>
                    <a:pt x="4698" y="346"/>
                  </a:lnTo>
                  <a:cubicBezTo>
                    <a:pt x="4793" y="346"/>
                    <a:pt x="4869" y="270"/>
                    <a:pt x="4869" y="175"/>
                  </a:cubicBezTo>
                  <a:cubicBezTo>
                    <a:pt x="4871" y="80"/>
                    <a:pt x="4793" y="2"/>
                    <a:pt x="4698" y="1"/>
                  </a:cubicBezTo>
                  <a:cubicBezTo>
                    <a:pt x="4697" y="1"/>
                    <a:pt x="4696" y="1"/>
                    <a:pt x="4695" y="1"/>
                  </a:cubicBezTo>
                  <a:close/>
                  <a:moveTo>
                    <a:pt x="5212" y="1"/>
                  </a:moveTo>
                  <a:cubicBezTo>
                    <a:pt x="5118" y="1"/>
                    <a:pt x="5040" y="76"/>
                    <a:pt x="5039" y="170"/>
                  </a:cubicBezTo>
                  <a:cubicBezTo>
                    <a:pt x="5039" y="267"/>
                    <a:pt x="5115" y="345"/>
                    <a:pt x="5210" y="346"/>
                  </a:cubicBezTo>
                  <a:lnTo>
                    <a:pt x="5213" y="346"/>
                  </a:lnTo>
                  <a:cubicBezTo>
                    <a:pt x="5307" y="346"/>
                    <a:pt x="5384" y="270"/>
                    <a:pt x="5386" y="175"/>
                  </a:cubicBezTo>
                  <a:lnTo>
                    <a:pt x="5384" y="175"/>
                  </a:lnTo>
                  <a:cubicBezTo>
                    <a:pt x="5386" y="80"/>
                    <a:pt x="5310" y="2"/>
                    <a:pt x="5214" y="1"/>
                  </a:cubicBezTo>
                  <a:cubicBezTo>
                    <a:pt x="5214" y="1"/>
                    <a:pt x="5213" y="1"/>
                    <a:pt x="5212" y="1"/>
                  </a:cubicBezTo>
                  <a:close/>
                  <a:moveTo>
                    <a:pt x="6242" y="1"/>
                  </a:moveTo>
                  <a:cubicBezTo>
                    <a:pt x="6148" y="1"/>
                    <a:pt x="6071" y="76"/>
                    <a:pt x="6069" y="170"/>
                  </a:cubicBezTo>
                  <a:cubicBezTo>
                    <a:pt x="6069" y="267"/>
                    <a:pt x="6145" y="345"/>
                    <a:pt x="6240" y="346"/>
                  </a:cubicBezTo>
                  <a:lnTo>
                    <a:pt x="6245" y="346"/>
                  </a:lnTo>
                  <a:cubicBezTo>
                    <a:pt x="6339" y="346"/>
                    <a:pt x="6415" y="270"/>
                    <a:pt x="6415" y="175"/>
                  </a:cubicBezTo>
                  <a:cubicBezTo>
                    <a:pt x="6416" y="80"/>
                    <a:pt x="6340" y="2"/>
                    <a:pt x="6245" y="1"/>
                  </a:cubicBezTo>
                  <a:cubicBezTo>
                    <a:pt x="6244" y="1"/>
                    <a:pt x="6243" y="1"/>
                    <a:pt x="6242" y="1"/>
                  </a:cubicBezTo>
                  <a:close/>
                  <a:moveTo>
                    <a:pt x="5709" y="1"/>
                  </a:moveTo>
                  <a:cubicBezTo>
                    <a:pt x="5622" y="1"/>
                    <a:pt x="5547" y="67"/>
                    <a:pt x="5538" y="155"/>
                  </a:cubicBezTo>
                  <a:cubicBezTo>
                    <a:pt x="5527" y="249"/>
                    <a:pt x="5596" y="336"/>
                    <a:pt x="5689" y="346"/>
                  </a:cubicBezTo>
                  <a:cubicBezTo>
                    <a:pt x="5696" y="347"/>
                    <a:pt x="5702" y="347"/>
                    <a:pt x="5709" y="347"/>
                  </a:cubicBezTo>
                  <a:cubicBezTo>
                    <a:pt x="5715" y="347"/>
                    <a:pt x="5721" y="347"/>
                    <a:pt x="5728" y="346"/>
                  </a:cubicBezTo>
                  <a:cubicBezTo>
                    <a:pt x="5822" y="346"/>
                    <a:pt x="5899" y="269"/>
                    <a:pt x="5899" y="175"/>
                  </a:cubicBezTo>
                  <a:cubicBezTo>
                    <a:pt x="5899" y="81"/>
                    <a:pt x="5825" y="4"/>
                    <a:pt x="5731" y="2"/>
                  </a:cubicBezTo>
                  <a:lnTo>
                    <a:pt x="5728" y="2"/>
                  </a:lnTo>
                  <a:cubicBezTo>
                    <a:pt x="5722" y="1"/>
                    <a:pt x="5715" y="1"/>
                    <a:pt x="5709" y="1"/>
                  </a:cubicBezTo>
                  <a:close/>
                  <a:moveTo>
                    <a:pt x="148" y="715"/>
                  </a:moveTo>
                  <a:cubicBezTo>
                    <a:pt x="66" y="715"/>
                    <a:pt x="0" y="781"/>
                    <a:pt x="0" y="863"/>
                  </a:cubicBezTo>
                  <a:cubicBezTo>
                    <a:pt x="0" y="945"/>
                    <a:pt x="66" y="1012"/>
                    <a:pt x="148" y="1012"/>
                  </a:cubicBezTo>
                  <a:lnTo>
                    <a:pt x="749" y="1012"/>
                  </a:lnTo>
                  <a:cubicBezTo>
                    <a:pt x="831" y="1012"/>
                    <a:pt x="897" y="945"/>
                    <a:pt x="897" y="863"/>
                  </a:cubicBezTo>
                  <a:cubicBezTo>
                    <a:pt x="897" y="781"/>
                    <a:pt x="830" y="715"/>
                    <a:pt x="749" y="715"/>
                  </a:cubicBezTo>
                  <a:close/>
                  <a:moveTo>
                    <a:pt x="1418" y="715"/>
                  </a:moveTo>
                  <a:cubicBezTo>
                    <a:pt x="1337" y="715"/>
                    <a:pt x="1272" y="781"/>
                    <a:pt x="1272" y="863"/>
                  </a:cubicBezTo>
                  <a:cubicBezTo>
                    <a:pt x="1272" y="945"/>
                    <a:pt x="1337" y="1010"/>
                    <a:pt x="1418" y="1012"/>
                  </a:cubicBezTo>
                  <a:lnTo>
                    <a:pt x="2996" y="1012"/>
                  </a:lnTo>
                  <a:cubicBezTo>
                    <a:pt x="3079" y="1012"/>
                    <a:pt x="3146" y="945"/>
                    <a:pt x="3146" y="863"/>
                  </a:cubicBezTo>
                  <a:cubicBezTo>
                    <a:pt x="3146" y="781"/>
                    <a:pt x="3079" y="715"/>
                    <a:pt x="2999" y="715"/>
                  </a:cubicBezTo>
                  <a:close/>
                  <a:moveTo>
                    <a:pt x="148" y="1402"/>
                  </a:moveTo>
                  <a:cubicBezTo>
                    <a:pt x="66" y="1412"/>
                    <a:pt x="8" y="1487"/>
                    <a:pt x="17" y="1568"/>
                  </a:cubicBezTo>
                  <a:cubicBezTo>
                    <a:pt x="26" y="1637"/>
                    <a:pt x="79" y="1691"/>
                    <a:pt x="148" y="1698"/>
                  </a:cubicBezTo>
                  <a:lnTo>
                    <a:pt x="749" y="1698"/>
                  </a:lnTo>
                  <a:cubicBezTo>
                    <a:pt x="828" y="1698"/>
                    <a:pt x="892" y="1637"/>
                    <a:pt x="897" y="1558"/>
                  </a:cubicBezTo>
                  <a:lnTo>
                    <a:pt x="897" y="1549"/>
                  </a:lnTo>
                  <a:cubicBezTo>
                    <a:pt x="897" y="1469"/>
                    <a:pt x="830" y="1402"/>
                    <a:pt x="749" y="1402"/>
                  </a:cubicBezTo>
                  <a:close/>
                  <a:moveTo>
                    <a:pt x="1418" y="1402"/>
                  </a:moveTo>
                  <a:cubicBezTo>
                    <a:pt x="1336" y="1412"/>
                    <a:pt x="1278" y="1485"/>
                    <a:pt x="1288" y="1567"/>
                  </a:cubicBezTo>
                  <a:cubicBezTo>
                    <a:pt x="1296" y="1635"/>
                    <a:pt x="1351" y="1691"/>
                    <a:pt x="1418" y="1698"/>
                  </a:cubicBezTo>
                  <a:lnTo>
                    <a:pt x="2996" y="1698"/>
                  </a:lnTo>
                  <a:cubicBezTo>
                    <a:pt x="3076" y="1698"/>
                    <a:pt x="3142" y="1637"/>
                    <a:pt x="3146" y="1558"/>
                  </a:cubicBezTo>
                  <a:lnTo>
                    <a:pt x="3146" y="1549"/>
                  </a:lnTo>
                  <a:cubicBezTo>
                    <a:pt x="3146" y="1467"/>
                    <a:pt x="3079" y="1402"/>
                    <a:pt x="2999" y="1402"/>
                  </a:cubicBezTo>
                  <a:close/>
                  <a:moveTo>
                    <a:pt x="3666" y="1384"/>
                  </a:moveTo>
                  <a:cubicBezTo>
                    <a:pt x="3571" y="1384"/>
                    <a:pt x="3493" y="1461"/>
                    <a:pt x="3493" y="1557"/>
                  </a:cubicBezTo>
                  <a:cubicBezTo>
                    <a:pt x="3493" y="1652"/>
                    <a:pt x="3571" y="1729"/>
                    <a:pt x="3666" y="1729"/>
                  </a:cubicBezTo>
                  <a:lnTo>
                    <a:pt x="3667" y="1729"/>
                  </a:lnTo>
                  <a:cubicBezTo>
                    <a:pt x="3763" y="1729"/>
                    <a:pt x="3839" y="1653"/>
                    <a:pt x="3839" y="1560"/>
                  </a:cubicBezTo>
                  <a:lnTo>
                    <a:pt x="3839" y="1557"/>
                  </a:lnTo>
                  <a:cubicBezTo>
                    <a:pt x="3839" y="1461"/>
                    <a:pt x="3761" y="1384"/>
                    <a:pt x="3666" y="1384"/>
                  </a:cubicBezTo>
                  <a:close/>
                  <a:moveTo>
                    <a:pt x="4696" y="1384"/>
                  </a:moveTo>
                  <a:cubicBezTo>
                    <a:pt x="4601" y="1384"/>
                    <a:pt x="4524" y="1461"/>
                    <a:pt x="4524" y="1557"/>
                  </a:cubicBezTo>
                  <a:cubicBezTo>
                    <a:pt x="4524" y="1652"/>
                    <a:pt x="4601" y="1729"/>
                    <a:pt x="4696" y="1729"/>
                  </a:cubicBezTo>
                  <a:lnTo>
                    <a:pt x="4698" y="1729"/>
                  </a:lnTo>
                  <a:cubicBezTo>
                    <a:pt x="4792" y="1729"/>
                    <a:pt x="4869" y="1653"/>
                    <a:pt x="4869" y="1560"/>
                  </a:cubicBezTo>
                  <a:lnTo>
                    <a:pt x="4869" y="1557"/>
                  </a:lnTo>
                  <a:cubicBezTo>
                    <a:pt x="4869" y="1461"/>
                    <a:pt x="4792" y="1384"/>
                    <a:pt x="4696" y="1384"/>
                  </a:cubicBezTo>
                  <a:close/>
                  <a:moveTo>
                    <a:pt x="6242" y="1384"/>
                  </a:moveTo>
                  <a:cubicBezTo>
                    <a:pt x="6147" y="1384"/>
                    <a:pt x="6069" y="1461"/>
                    <a:pt x="6069" y="1557"/>
                  </a:cubicBezTo>
                  <a:cubicBezTo>
                    <a:pt x="6069" y="1652"/>
                    <a:pt x="6147" y="1729"/>
                    <a:pt x="6242" y="1729"/>
                  </a:cubicBezTo>
                  <a:lnTo>
                    <a:pt x="6245" y="1729"/>
                  </a:lnTo>
                  <a:cubicBezTo>
                    <a:pt x="6339" y="1729"/>
                    <a:pt x="6415" y="1653"/>
                    <a:pt x="6415" y="1560"/>
                  </a:cubicBezTo>
                  <a:lnTo>
                    <a:pt x="6415" y="1557"/>
                  </a:lnTo>
                  <a:cubicBezTo>
                    <a:pt x="6415" y="1461"/>
                    <a:pt x="6337" y="1384"/>
                    <a:pt x="6242" y="1384"/>
                  </a:cubicBezTo>
                  <a:close/>
                  <a:moveTo>
                    <a:pt x="4183" y="1384"/>
                  </a:moveTo>
                  <a:cubicBezTo>
                    <a:pt x="4087" y="1384"/>
                    <a:pt x="4010" y="1461"/>
                    <a:pt x="4010" y="1557"/>
                  </a:cubicBezTo>
                  <a:cubicBezTo>
                    <a:pt x="4010" y="1652"/>
                    <a:pt x="4087" y="1729"/>
                    <a:pt x="4183" y="1729"/>
                  </a:cubicBezTo>
                  <a:cubicBezTo>
                    <a:pt x="4184" y="1729"/>
                    <a:pt x="4184" y="1729"/>
                    <a:pt x="4185" y="1729"/>
                  </a:cubicBezTo>
                  <a:cubicBezTo>
                    <a:pt x="4278" y="1729"/>
                    <a:pt x="4354" y="1654"/>
                    <a:pt x="4355" y="1561"/>
                  </a:cubicBezTo>
                  <a:lnTo>
                    <a:pt x="4355" y="1557"/>
                  </a:lnTo>
                  <a:cubicBezTo>
                    <a:pt x="4355" y="1461"/>
                    <a:pt x="4278" y="1384"/>
                    <a:pt x="4183" y="1384"/>
                  </a:cubicBezTo>
                  <a:close/>
                  <a:moveTo>
                    <a:pt x="5212" y="1384"/>
                  </a:moveTo>
                  <a:cubicBezTo>
                    <a:pt x="5116" y="1384"/>
                    <a:pt x="5039" y="1461"/>
                    <a:pt x="5039" y="1557"/>
                  </a:cubicBezTo>
                  <a:cubicBezTo>
                    <a:pt x="5039" y="1652"/>
                    <a:pt x="5116" y="1729"/>
                    <a:pt x="5212" y="1729"/>
                  </a:cubicBezTo>
                  <a:cubicBezTo>
                    <a:pt x="5212" y="1729"/>
                    <a:pt x="5213" y="1729"/>
                    <a:pt x="5214" y="1729"/>
                  </a:cubicBezTo>
                  <a:cubicBezTo>
                    <a:pt x="5308" y="1729"/>
                    <a:pt x="5384" y="1654"/>
                    <a:pt x="5384" y="1561"/>
                  </a:cubicBezTo>
                  <a:lnTo>
                    <a:pt x="5384" y="1557"/>
                  </a:lnTo>
                  <a:cubicBezTo>
                    <a:pt x="5384" y="1461"/>
                    <a:pt x="5307" y="1384"/>
                    <a:pt x="5212" y="1384"/>
                  </a:cubicBezTo>
                  <a:close/>
                  <a:moveTo>
                    <a:pt x="5725" y="1387"/>
                  </a:moveTo>
                  <a:cubicBezTo>
                    <a:pt x="5631" y="1387"/>
                    <a:pt x="5554" y="1462"/>
                    <a:pt x="5554" y="1557"/>
                  </a:cubicBezTo>
                  <a:cubicBezTo>
                    <a:pt x="5552" y="1652"/>
                    <a:pt x="5628" y="1731"/>
                    <a:pt x="5724" y="1732"/>
                  </a:cubicBezTo>
                  <a:cubicBezTo>
                    <a:pt x="5819" y="1732"/>
                    <a:pt x="5898" y="1656"/>
                    <a:pt x="5899" y="1561"/>
                  </a:cubicBezTo>
                  <a:lnTo>
                    <a:pt x="5899" y="1557"/>
                  </a:lnTo>
                  <a:cubicBezTo>
                    <a:pt x="5899" y="1463"/>
                    <a:pt x="5822" y="1387"/>
                    <a:pt x="5728" y="1387"/>
                  </a:cubicBezTo>
                  <a:cubicBezTo>
                    <a:pt x="5727" y="1387"/>
                    <a:pt x="5726" y="1387"/>
                    <a:pt x="5725" y="1387"/>
                  </a:cubicBezTo>
                  <a:close/>
                  <a:moveTo>
                    <a:pt x="1418" y="2088"/>
                  </a:moveTo>
                  <a:cubicBezTo>
                    <a:pt x="1336" y="2099"/>
                    <a:pt x="1278" y="2173"/>
                    <a:pt x="1288" y="2255"/>
                  </a:cubicBezTo>
                  <a:cubicBezTo>
                    <a:pt x="1296" y="2322"/>
                    <a:pt x="1351" y="2377"/>
                    <a:pt x="1418" y="2384"/>
                  </a:cubicBezTo>
                  <a:lnTo>
                    <a:pt x="2996" y="2384"/>
                  </a:lnTo>
                  <a:cubicBezTo>
                    <a:pt x="3079" y="2384"/>
                    <a:pt x="3146" y="2317"/>
                    <a:pt x="3146" y="2235"/>
                  </a:cubicBezTo>
                  <a:cubicBezTo>
                    <a:pt x="3146" y="2154"/>
                    <a:pt x="3079" y="2088"/>
                    <a:pt x="2999" y="2088"/>
                  </a:cubicBezTo>
                  <a:close/>
                  <a:moveTo>
                    <a:pt x="148" y="2088"/>
                  </a:moveTo>
                  <a:cubicBezTo>
                    <a:pt x="66" y="2099"/>
                    <a:pt x="8" y="2173"/>
                    <a:pt x="17" y="2255"/>
                  </a:cubicBezTo>
                  <a:cubicBezTo>
                    <a:pt x="26" y="2323"/>
                    <a:pt x="79" y="2377"/>
                    <a:pt x="148" y="2386"/>
                  </a:cubicBezTo>
                  <a:lnTo>
                    <a:pt x="749" y="2386"/>
                  </a:lnTo>
                  <a:cubicBezTo>
                    <a:pt x="831" y="2386"/>
                    <a:pt x="897" y="2319"/>
                    <a:pt x="897" y="2238"/>
                  </a:cubicBezTo>
                  <a:lnTo>
                    <a:pt x="897" y="2235"/>
                  </a:lnTo>
                  <a:cubicBezTo>
                    <a:pt x="897" y="2155"/>
                    <a:pt x="830" y="2088"/>
                    <a:pt x="749" y="2088"/>
                  </a:cubicBezTo>
                  <a:close/>
                  <a:moveTo>
                    <a:pt x="1418" y="2774"/>
                  </a:moveTo>
                  <a:cubicBezTo>
                    <a:pt x="1336" y="2785"/>
                    <a:pt x="1278" y="2859"/>
                    <a:pt x="1288" y="2941"/>
                  </a:cubicBezTo>
                  <a:cubicBezTo>
                    <a:pt x="1296" y="3010"/>
                    <a:pt x="1351" y="3063"/>
                    <a:pt x="1418" y="3071"/>
                  </a:cubicBezTo>
                  <a:lnTo>
                    <a:pt x="2996" y="3071"/>
                  </a:lnTo>
                  <a:cubicBezTo>
                    <a:pt x="3079" y="3071"/>
                    <a:pt x="3146" y="3004"/>
                    <a:pt x="3146" y="2922"/>
                  </a:cubicBezTo>
                  <a:cubicBezTo>
                    <a:pt x="3146" y="2840"/>
                    <a:pt x="3079" y="2774"/>
                    <a:pt x="2999" y="2774"/>
                  </a:cubicBezTo>
                  <a:close/>
                  <a:moveTo>
                    <a:pt x="148" y="2776"/>
                  </a:moveTo>
                  <a:cubicBezTo>
                    <a:pt x="66" y="2785"/>
                    <a:pt x="8" y="2859"/>
                    <a:pt x="17" y="2941"/>
                  </a:cubicBezTo>
                  <a:cubicBezTo>
                    <a:pt x="26" y="3010"/>
                    <a:pt x="79" y="3063"/>
                    <a:pt x="148" y="3072"/>
                  </a:cubicBezTo>
                  <a:lnTo>
                    <a:pt x="749" y="3072"/>
                  </a:lnTo>
                  <a:cubicBezTo>
                    <a:pt x="831" y="3072"/>
                    <a:pt x="897" y="3005"/>
                    <a:pt x="897" y="2925"/>
                  </a:cubicBezTo>
                  <a:lnTo>
                    <a:pt x="897" y="2922"/>
                  </a:lnTo>
                  <a:cubicBezTo>
                    <a:pt x="897" y="2841"/>
                    <a:pt x="830" y="2776"/>
                    <a:pt x="749" y="2776"/>
                  </a:cubicBezTo>
                  <a:close/>
                  <a:moveTo>
                    <a:pt x="5427" y="3360"/>
                  </a:moveTo>
                  <a:cubicBezTo>
                    <a:pt x="5332" y="3360"/>
                    <a:pt x="5255" y="3437"/>
                    <a:pt x="5255" y="3532"/>
                  </a:cubicBezTo>
                  <a:cubicBezTo>
                    <a:pt x="5255" y="3628"/>
                    <a:pt x="5332" y="3705"/>
                    <a:pt x="5427" y="3705"/>
                  </a:cubicBezTo>
                  <a:cubicBezTo>
                    <a:pt x="5521" y="3705"/>
                    <a:pt x="5599" y="3631"/>
                    <a:pt x="5600" y="3537"/>
                  </a:cubicBezTo>
                  <a:cubicBezTo>
                    <a:pt x="5600" y="3535"/>
                    <a:pt x="5600" y="3534"/>
                    <a:pt x="5600" y="3532"/>
                  </a:cubicBezTo>
                  <a:cubicBezTo>
                    <a:pt x="5600" y="3436"/>
                    <a:pt x="5523" y="3360"/>
                    <a:pt x="5427" y="3360"/>
                  </a:cubicBezTo>
                  <a:close/>
                  <a:moveTo>
                    <a:pt x="5941" y="3360"/>
                  </a:moveTo>
                  <a:cubicBezTo>
                    <a:pt x="5846" y="3360"/>
                    <a:pt x="5768" y="3437"/>
                    <a:pt x="5768" y="3532"/>
                  </a:cubicBezTo>
                  <a:cubicBezTo>
                    <a:pt x="5768" y="3628"/>
                    <a:pt x="5846" y="3705"/>
                    <a:pt x="5941" y="3705"/>
                  </a:cubicBezTo>
                  <a:lnTo>
                    <a:pt x="5944" y="3705"/>
                  </a:lnTo>
                  <a:cubicBezTo>
                    <a:pt x="6038" y="3705"/>
                    <a:pt x="6114" y="3628"/>
                    <a:pt x="6114" y="3534"/>
                  </a:cubicBezTo>
                  <a:cubicBezTo>
                    <a:pt x="6114" y="3533"/>
                    <a:pt x="6114" y="3533"/>
                    <a:pt x="6114" y="3532"/>
                  </a:cubicBezTo>
                  <a:cubicBezTo>
                    <a:pt x="6114" y="3436"/>
                    <a:pt x="6036" y="3360"/>
                    <a:pt x="5941" y="3360"/>
                  </a:cubicBezTo>
                  <a:close/>
                  <a:moveTo>
                    <a:pt x="6458" y="3360"/>
                  </a:moveTo>
                  <a:cubicBezTo>
                    <a:pt x="6362" y="3360"/>
                    <a:pt x="6285" y="3437"/>
                    <a:pt x="6285" y="3532"/>
                  </a:cubicBezTo>
                  <a:cubicBezTo>
                    <a:pt x="6285" y="3628"/>
                    <a:pt x="6362" y="3705"/>
                    <a:pt x="6458" y="3705"/>
                  </a:cubicBezTo>
                  <a:cubicBezTo>
                    <a:pt x="6552" y="3705"/>
                    <a:pt x="6629" y="3631"/>
                    <a:pt x="6630" y="3537"/>
                  </a:cubicBezTo>
                  <a:cubicBezTo>
                    <a:pt x="6630" y="3535"/>
                    <a:pt x="6630" y="3534"/>
                    <a:pt x="6630" y="3532"/>
                  </a:cubicBezTo>
                  <a:cubicBezTo>
                    <a:pt x="6630" y="3436"/>
                    <a:pt x="6553" y="3360"/>
                    <a:pt x="6458" y="3360"/>
                  </a:cubicBezTo>
                  <a:close/>
                  <a:moveTo>
                    <a:pt x="6971" y="3360"/>
                  </a:moveTo>
                  <a:cubicBezTo>
                    <a:pt x="6876" y="3360"/>
                    <a:pt x="6799" y="3437"/>
                    <a:pt x="6799" y="3532"/>
                  </a:cubicBezTo>
                  <a:cubicBezTo>
                    <a:pt x="6799" y="3628"/>
                    <a:pt x="6876" y="3705"/>
                    <a:pt x="6971" y="3705"/>
                  </a:cubicBezTo>
                  <a:lnTo>
                    <a:pt x="6973" y="3705"/>
                  </a:lnTo>
                  <a:cubicBezTo>
                    <a:pt x="7068" y="3705"/>
                    <a:pt x="7144" y="3628"/>
                    <a:pt x="7144" y="3534"/>
                  </a:cubicBezTo>
                  <a:cubicBezTo>
                    <a:pt x="7144" y="3533"/>
                    <a:pt x="7144" y="3533"/>
                    <a:pt x="7144" y="3532"/>
                  </a:cubicBezTo>
                  <a:cubicBezTo>
                    <a:pt x="7144" y="3436"/>
                    <a:pt x="7067" y="3360"/>
                    <a:pt x="6971" y="3360"/>
                  </a:cubicBezTo>
                  <a:close/>
                  <a:moveTo>
                    <a:pt x="7488" y="3360"/>
                  </a:moveTo>
                  <a:cubicBezTo>
                    <a:pt x="7391" y="3360"/>
                    <a:pt x="7315" y="3437"/>
                    <a:pt x="7315" y="3532"/>
                  </a:cubicBezTo>
                  <a:cubicBezTo>
                    <a:pt x="7315" y="3628"/>
                    <a:pt x="7393" y="3705"/>
                    <a:pt x="7488" y="3705"/>
                  </a:cubicBezTo>
                  <a:cubicBezTo>
                    <a:pt x="7582" y="3705"/>
                    <a:pt x="7659" y="3631"/>
                    <a:pt x="7661" y="3537"/>
                  </a:cubicBezTo>
                  <a:cubicBezTo>
                    <a:pt x="7661" y="3535"/>
                    <a:pt x="7661" y="3534"/>
                    <a:pt x="7661" y="3532"/>
                  </a:cubicBezTo>
                  <a:cubicBezTo>
                    <a:pt x="7661" y="3436"/>
                    <a:pt x="7583" y="3360"/>
                    <a:pt x="7488" y="3360"/>
                  </a:cubicBezTo>
                  <a:close/>
                  <a:moveTo>
                    <a:pt x="8002" y="3360"/>
                  </a:moveTo>
                  <a:cubicBezTo>
                    <a:pt x="7906" y="3360"/>
                    <a:pt x="7829" y="3437"/>
                    <a:pt x="7829" y="3532"/>
                  </a:cubicBezTo>
                  <a:cubicBezTo>
                    <a:pt x="7829" y="3628"/>
                    <a:pt x="7906" y="3705"/>
                    <a:pt x="8002" y="3705"/>
                  </a:cubicBezTo>
                  <a:lnTo>
                    <a:pt x="8003" y="3705"/>
                  </a:lnTo>
                  <a:cubicBezTo>
                    <a:pt x="8097" y="3705"/>
                    <a:pt x="8174" y="3628"/>
                    <a:pt x="8174" y="3534"/>
                  </a:cubicBezTo>
                  <a:cubicBezTo>
                    <a:pt x="8174" y="3533"/>
                    <a:pt x="8174" y="3533"/>
                    <a:pt x="8174" y="3532"/>
                  </a:cubicBezTo>
                  <a:cubicBezTo>
                    <a:pt x="8174" y="3436"/>
                    <a:pt x="8097" y="3360"/>
                    <a:pt x="8002" y="3360"/>
                  </a:cubicBezTo>
                  <a:close/>
                  <a:moveTo>
                    <a:pt x="3307" y="3461"/>
                  </a:moveTo>
                  <a:cubicBezTo>
                    <a:pt x="3225" y="3471"/>
                    <a:pt x="3167" y="3546"/>
                    <a:pt x="3178" y="3628"/>
                  </a:cubicBezTo>
                  <a:cubicBezTo>
                    <a:pt x="3185" y="3696"/>
                    <a:pt x="3240" y="3750"/>
                    <a:pt x="3307" y="3757"/>
                  </a:cubicBezTo>
                  <a:lnTo>
                    <a:pt x="4885" y="3757"/>
                  </a:lnTo>
                  <a:cubicBezTo>
                    <a:pt x="4967" y="3757"/>
                    <a:pt x="5033" y="3692"/>
                    <a:pt x="5033" y="3611"/>
                  </a:cubicBezTo>
                  <a:lnTo>
                    <a:pt x="5033" y="3608"/>
                  </a:lnTo>
                  <a:cubicBezTo>
                    <a:pt x="5033" y="3528"/>
                    <a:pt x="4967" y="3461"/>
                    <a:pt x="4885" y="3461"/>
                  </a:cubicBezTo>
                  <a:close/>
                  <a:moveTo>
                    <a:pt x="148" y="3462"/>
                  </a:moveTo>
                  <a:cubicBezTo>
                    <a:pt x="66" y="3471"/>
                    <a:pt x="8" y="3546"/>
                    <a:pt x="17" y="3628"/>
                  </a:cubicBezTo>
                  <a:cubicBezTo>
                    <a:pt x="26" y="3696"/>
                    <a:pt x="79" y="3750"/>
                    <a:pt x="148" y="3759"/>
                  </a:cubicBezTo>
                  <a:lnTo>
                    <a:pt x="749" y="3759"/>
                  </a:lnTo>
                  <a:cubicBezTo>
                    <a:pt x="831" y="3759"/>
                    <a:pt x="897" y="3693"/>
                    <a:pt x="897" y="3611"/>
                  </a:cubicBezTo>
                  <a:lnTo>
                    <a:pt x="897" y="3610"/>
                  </a:lnTo>
                  <a:cubicBezTo>
                    <a:pt x="897" y="3528"/>
                    <a:pt x="830" y="3462"/>
                    <a:pt x="749" y="3462"/>
                  </a:cubicBezTo>
                  <a:close/>
                  <a:moveTo>
                    <a:pt x="148" y="4149"/>
                  </a:moveTo>
                  <a:cubicBezTo>
                    <a:pt x="66" y="4159"/>
                    <a:pt x="8" y="4232"/>
                    <a:pt x="17" y="4314"/>
                  </a:cubicBezTo>
                  <a:cubicBezTo>
                    <a:pt x="26" y="4383"/>
                    <a:pt x="79" y="4438"/>
                    <a:pt x="148" y="4445"/>
                  </a:cubicBezTo>
                  <a:lnTo>
                    <a:pt x="749" y="4445"/>
                  </a:lnTo>
                  <a:cubicBezTo>
                    <a:pt x="830" y="4445"/>
                    <a:pt x="897" y="4380"/>
                    <a:pt x="897" y="4298"/>
                  </a:cubicBezTo>
                  <a:cubicBezTo>
                    <a:pt x="898" y="4217"/>
                    <a:pt x="833" y="4150"/>
                    <a:pt x="751" y="4149"/>
                  </a:cubicBezTo>
                  <a:close/>
                  <a:moveTo>
                    <a:pt x="3307" y="4149"/>
                  </a:moveTo>
                  <a:cubicBezTo>
                    <a:pt x="3225" y="4158"/>
                    <a:pt x="3167" y="4232"/>
                    <a:pt x="3178" y="4314"/>
                  </a:cubicBezTo>
                  <a:cubicBezTo>
                    <a:pt x="3185" y="4383"/>
                    <a:pt x="3240" y="4436"/>
                    <a:pt x="3307" y="4445"/>
                  </a:cubicBezTo>
                  <a:lnTo>
                    <a:pt x="4885" y="4445"/>
                  </a:lnTo>
                  <a:cubicBezTo>
                    <a:pt x="4967" y="4445"/>
                    <a:pt x="5033" y="4378"/>
                    <a:pt x="5033" y="4298"/>
                  </a:cubicBezTo>
                  <a:cubicBezTo>
                    <a:pt x="5034" y="4216"/>
                    <a:pt x="4969" y="4149"/>
                    <a:pt x="4888" y="4149"/>
                  </a:cubicBezTo>
                  <a:close/>
                  <a:moveTo>
                    <a:pt x="5427" y="4776"/>
                  </a:moveTo>
                  <a:cubicBezTo>
                    <a:pt x="5332" y="4776"/>
                    <a:pt x="5255" y="4853"/>
                    <a:pt x="5255" y="4948"/>
                  </a:cubicBezTo>
                  <a:cubicBezTo>
                    <a:pt x="5255" y="5044"/>
                    <a:pt x="5332" y="5121"/>
                    <a:pt x="5427" y="5121"/>
                  </a:cubicBezTo>
                  <a:cubicBezTo>
                    <a:pt x="5521" y="5121"/>
                    <a:pt x="5599" y="5047"/>
                    <a:pt x="5600" y="4953"/>
                  </a:cubicBezTo>
                  <a:cubicBezTo>
                    <a:pt x="5600" y="4951"/>
                    <a:pt x="5600" y="4950"/>
                    <a:pt x="5600" y="4948"/>
                  </a:cubicBezTo>
                  <a:cubicBezTo>
                    <a:pt x="5600" y="4852"/>
                    <a:pt x="5523" y="4776"/>
                    <a:pt x="5427" y="4776"/>
                  </a:cubicBezTo>
                  <a:close/>
                  <a:moveTo>
                    <a:pt x="5941" y="4776"/>
                  </a:moveTo>
                  <a:cubicBezTo>
                    <a:pt x="5846" y="4776"/>
                    <a:pt x="5768" y="4853"/>
                    <a:pt x="5768" y="4948"/>
                  </a:cubicBezTo>
                  <a:cubicBezTo>
                    <a:pt x="5768" y="5044"/>
                    <a:pt x="5846" y="5121"/>
                    <a:pt x="5941" y="5121"/>
                  </a:cubicBezTo>
                  <a:lnTo>
                    <a:pt x="5944" y="5121"/>
                  </a:lnTo>
                  <a:cubicBezTo>
                    <a:pt x="6038" y="5121"/>
                    <a:pt x="6114" y="5044"/>
                    <a:pt x="6114" y="4950"/>
                  </a:cubicBezTo>
                  <a:cubicBezTo>
                    <a:pt x="6114" y="4949"/>
                    <a:pt x="6114" y="4949"/>
                    <a:pt x="6114" y="4948"/>
                  </a:cubicBezTo>
                  <a:cubicBezTo>
                    <a:pt x="6114" y="4852"/>
                    <a:pt x="6036" y="4776"/>
                    <a:pt x="5941" y="4776"/>
                  </a:cubicBezTo>
                  <a:close/>
                  <a:moveTo>
                    <a:pt x="6458" y="4776"/>
                  </a:moveTo>
                  <a:cubicBezTo>
                    <a:pt x="6362" y="4776"/>
                    <a:pt x="6285" y="4853"/>
                    <a:pt x="6285" y="4948"/>
                  </a:cubicBezTo>
                  <a:cubicBezTo>
                    <a:pt x="6285" y="5044"/>
                    <a:pt x="6362" y="5121"/>
                    <a:pt x="6458" y="5121"/>
                  </a:cubicBezTo>
                  <a:cubicBezTo>
                    <a:pt x="6552" y="5121"/>
                    <a:pt x="6629" y="5047"/>
                    <a:pt x="6630" y="4953"/>
                  </a:cubicBezTo>
                  <a:cubicBezTo>
                    <a:pt x="6630" y="4951"/>
                    <a:pt x="6630" y="4950"/>
                    <a:pt x="6630" y="4948"/>
                  </a:cubicBezTo>
                  <a:cubicBezTo>
                    <a:pt x="6630" y="4852"/>
                    <a:pt x="6553" y="4776"/>
                    <a:pt x="6458" y="4776"/>
                  </a:cubicBezTo>
                  <a:close/>
                  <a:moveTo>
                    <a:pt x="6971" y="4776"/>
                  </a:moveTo>
                  <a:cubicBezTo>
                    <a:pt x="6876" y="4776"/>
                    <a:pt x="6799" y="4853"/>
                    <a:pt x="6799" y="4948"/>
                  </a:cubicBezTo>
                  <a:cubicBezTo>
                    <a:pt x="6799" y="5044"/>
                    <a:pt x="6876" y="5121"/>
                    <a:pt x="6971" y="5121"/>
                  </a:cubicBezTo>
                  <a:lnTo>
                    <a:pt x="6973" y="5121"/>
                  </a:lnTo>
                  <a:cubicBezTo>
                    <a:pt x="7068" y="5121"/>
                    <a:pt x="7144" y="5044"/>
                    <a:pt x="7144" y="4950"/>
                  </a:cubicBezTo>
                  <a:cubicBezTo>
                    <a:pt x="7144" y="4949"/>
                    <a:pt x="7144" y="4949"/>
                    <a:pt x="7144" y="4948"/>
                  </a:cubicBezTo>
                  <a:cubicBezTo>
                    <a:pt x="7144" y="4852"/>
                    <a:pt x="7067" y="4776"/>
                    <a:pt x="6971" y="4776"/>
                  </a:cubicBezTo>
                  <a:close/>
                  <a:moveTo>
                    <a:pt x="7488" y="4776"/>
                  </a:moveTo>
                  <a:cubicBezTo>
                    <a:pt x="7391" y="4776"/>
                    <a:pt x="7314" y="4853"/>
                    <a:pt x="7314" y="4948"/>
                  </a:cubicBezTo>
                  <a:cubicBezTo>
                    <a:pt x="7314" y="5044"/>
                    <a:pt x="7391" y="5121"/>
                    <a:pt x="7488" y="5121"/>
                  </a:cubicBezTo>
                  <a:cubicBezTo>
                    <a:pt x="7582" y="5121"/>
                    <a:pt x="7659" y="5047"/>
                    <a:pt x="7661" y="4953"/>
                  </a:cubicBezTo>
                  <a:cubicBezTo>
                    <a:pt x="7661" y="4951"/>
                    <a:pt x="7661" y="4950"/>
                    <a:pt x="7661" y="4948"/>
                  </a:cubicBezTo>
                  <a:lnTo>
                    <a:pt x="7661" y="4948"/>
                  </a:lnTo>
                  <a:lnTo>
                    <a:pt x="7661" y="4948"/>
                  </a:lnTo>
                  <a:cubicBezTo>
                    <a:pt x="7661" y="4852"/>
                    <a:pt x="7583" y="4776"/>
                    <a:pt x="7488" y="4776"/>
                  </a:cubicBezTo>
                  <a:close/>
                  <a:moveTo>
                    <a:pt x="8002" y="4776"/>
                  </a:moveTo>
                  <a:cubicBezTo>
                    <a:pt x="7906" y="4776"/>
                    <a:pt x="7829" y="4853"/>
                    <a:pt x="7829" y="4948"/>
                  </a:cubicBezTo>
                  <a:cubicBezTo>
                    <a:pt x="7829" y="5044"/>
                    <a:pt x="7906" y="5121"/>
                    <a:pt x="8002" y="5121"/>
                  </a:cubicBezTo>
                  <a:lnTo>
                    <a:pt x="8003" y="5121"/>
                  </a:lnTo>
                  <a:cubicBezTo>
                    <a:pt x="8097" y="5121"/>
                    <a:pt x="8174" y="5044"/>
                    <a:pt x="8174" y="4950"/>
                  </a:cubicBezTo>
                  <a:cubicBezTo>
                    <a:pt x="8174" y="4949"/>
                    <a:pt x="8174" y="4949"/>
                    <a:pt x="8174" y="4948"/>
                  </a:cubicBezTo>
                  <a:cubicBezTo>
                    <a:pt x="8174" y="4852"/>
                    <a:pt x="8097" y="4776"/>
                    <a:pt x="8002" y="4776"/>
                  </a:cubicBezTo>
                  <a:close/>
                  <a:moveTo>
                    <a:pt x="148" y="4835"/>
                  </a:moveTo>
                  <a:cubicBezTo>
                    <a:pt x="66" y="4846"/>
                    <a:pt x="8" y="4920"/>
                    <a:pt x="17" y="5002"/>
                  </a:cubicBezTo>
                  <a:cubicBezTo>
                    <a:pt x="26" y="5069"/>
                    <a:pt x="79" y="5124"/>
                    <a:pt x="148" y="5131"/>
                  </a:cubicBezTo>
                  <a:lnTo>
                    <a:pt x="749" y="5131"/>
                  </a:lnTo>
                  <a:cubicBezTo>
                    <a:pt x="830" y="5131"/>
                    <a:pt x="897" y="5066"/>
                    <a:pt x="897" y="4984"/>
                  </a:cubicBezTo>
                  <a:cubicBezTo>
                    <a:pt x="898" y="4904"/>
                    <a:pt x="833" y="4837"/>
                    <a:pt x="751" y="4835"/>
                  </a:cubicBezTo>
                  <a:close/>
                  <a:moveTo>
                    <a:pt x="3307" y="4835"/>
                  </a:moveTo>
                  <a:cubicBezTo>
                    <a:pt x="3225" y="4844"/>
                    <a:pt x="3167" y="4919"/>
                    <a:pt x="3178" y="5000"/>
                  </a:cubicBezTo>
                  <a:cubicBezTo>
                    <a:pt x="3185" y="5069"/>
                    <a:pt x="3240" y="5123"/>
                    <a:pt x="3307" y="5131"/>
                  </a:cubicBezTo>
                  <a:lnTo>
                    <a:pt x="4885" y="5131"/>
                  </a:lnTo>
                  <a:cubicBezTo>
                    <a:pt x="4967" y="5131"/>
                    <a:pt x="5033" y="5066"/>
                    <a:pt x="5033" y="4984"/>
                  </a:cubicBezTo>
                  <a:cubicBezTo>
                    <a:pt x="5034" y="4902"/>
                    <a:pt x="4969" y="4835"/>
                    <a:pt x="4888"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40">
              <a:extLst>
                <a:ext uri="{FF2B5EF4-FFF2-40B4-BE49-F238E27FC236}">
                  <a16:creationId xmlns:a16="http://schemas.microsoft.com/office/drawing/2014/main" id="{DD4C0B86-F8A9-F9D2-1631-3A6F1D91CBE4}"/>
                </a:ext>
              </a:extLst>
            </p:cNvPr>
            <p:cNvSpPr/>
            <p:nvPr/>
          </p:nvSpPr>
          <p:spPr>
            <a:xfrm>
              <a:off x="4324075" y="4663075"/>
              <a:ext cx="204475" cy="128275"/>
            </a:xfrm>
            <a:custGeom>
              <a:avLst/>
              <a:gdLst/>
              <a:ahLst/>
              <a:cxnLst/>
              <a:rect l="l" t="t" r="r" b="b"/>
              <a:pathLst>
                <a:path w="8179" h="5131" extrusionOk="0">
                  <a:moveTo>
                    <a:pt x="768" y="26"/>
                  </a:moveTo>
                  <a:cubicBezTo>
                    <a:pt x="762" y="26"/>
                    <a:pt x="756" y="27"/>
                    <a:pt x="750" y="28"/>
                  </a:cubicBezTo>
                  <a:lnTo>
                    <a:pt x="148" y="28"/>
                  </a:lnTo>
                  <a:cubicBezTo>
                    <a:pt x="80" y="35"/>
                    <a:pt x="26" y="90"/>
                    <a:pt x="17" y="159"/>
                  </a:cubicBezTo>
                  <a:cubicBezTo>
                    <a:pt x="8" y="241"/>
                    <a:pt x="66" y="314"/>
                    <a:pt x="148" y="324"/>
                  </a:cubicBezTo>
                  <a:lnTo>
                    <a:pt x="750" y="324"/>
                  </a:lnTo>
                  <a:cubicBezTo>
                    <a:pt x="756" y="325"/>
                    <a:pt x="762" y="325"/>
                    <a:pt x="768" y="325"/>
                  </a:cubicBezTo>
                  <a:cubicBezTo>
                    <a:pt x="774" y="325"/>
                    <a:pt x="780" y="325"/>
                    <a:pt x="786" y="324"/>
                  </a:cubicBezTo>
                  <a:cubicBezTo>
                    <a:pt x="867" y="314"/>
                    <a:pt x="926" y="241"/>
                    <a:pt x="915" y="159"/>
                  </a:cubicBezTo>
                  <a:cubicBezTo>
                    <a:pt x="907" y="83"/>
                    <a:pt x="843" y="26"/>
                    <a:pt x="768" y="26"/>
                  </a:cubicBezTo>
                  <a:close/>
                  <a:moveTo>
                    <a:pt x="1402" y="26"/>
                  </a:moveTo>
                  <a:cubicBezTo>
                    <a:pt x="1328" y="26"/>
                    <a:pt x="1264" y="82"/>
                    <a:pt x="1255" y="157"/>
                  </a:cubicBezTo>
                  <a:cubicBezTo>
                    <a:pt x="1246" y="239"/>
                    <a:pt x="1304" y="314"/>
                    <a:pt x="1386" y="324"/>
                  </a:cubicBezTo>
                  <a:cubicBezTo>
                    <a:pt x="1392" y="325"/>
                    <a:pt x="1397" y="325"/>
                    <a:pt x="1403" y="325"/>
                  </a:cubicBezTo>
                  <a:cubicBezTo>
                    <a:pt x="1409" y="325"/>
                    <a:pt x="1415" y="325"/>
                    <a:pt x="1421" y="324"/>
                  </a:cubicBezTo>
                  <a:lnTo>
                    <a:pt x="2997" y="324"/>
                  </a:lnTo>
                  <a:cubicBezTo>
                    <a:pt x="3080" y="324"/>
                    <a:pt x="3145" y="257"/>
                    <a:pt x="3145" y="174"/>
                  </a:cubicBezTo>
                  <a:lnTo>
                    <a:pt x="3147" y="174"/>
                  </a:lnTo>
                  <a:cubicBezTo>
                    <a:pt x="3147" y="93"/>
                    <a:pt x="3080" y="28"/>
                    <a:pt x="3000" y="28"/>
                  </a:cubicBezTo>
                  <a:lnTo>
                    <a:pt x="1421" y="28"/>
                  </a:lnTo>
                  <a:cubicBezTo>
                    <a:pt x="1415" y="27"/>
                    <a:pt x="1409" y="26"/>
                    <a:pt x="1402" y="26"/>
                  </a:cubicBezTo>
                  <a:close/>
                  <a:moveTo>
                    <a:pt x="3668" y="1"/>
                  </a:moveTo>
                  <a:cubicBezTo>
                    <a:pt x="3573" y="1"/>
                    <a:pt x="3495" y="78"/>
                    <a:pt x="3495" y="174"/>
                  </a:cubicBezTo>
                  <a:cubicBezTo>
                    <a:pt x="3495" y="269"/>
                    <a:pt x="3573" y="346"/>
                    <a:pt x="3668" y="346"/>
                  </a:cubicBezTo>
                  <a:cubicBezTo>
                    <a:pt x="3765" y="346"/>
                    <a:pt x="3841" y="269"/>
                    <a:pt x="3841" y="174"/>
                  </a:cubicBezTo>
                  <a:cubicBezTo>
                    <a:pt x="3841" y="78"/>
                    <a:pt x="3763" y="1"/>
                    <a:pt x="3668" y="1"/>
                  </a:cubicBezTo>
                  <a:close/>
                  <a:moveTo>
                    <a:pt x="4183" y="1"/>
                  </a:moveTo>
                  <a:cubicBezTo>
                    <a:pt x="4088" y="1"/>
                    <a:pt x="4011" y="78"/>
                    <a:pt x="4011" y="174"/>
                  </a:cubicBezTo>
                  <a:cubicBezTo>
                    <a:pt x="4011" y="269"/>
                    <a:pt x="4088" y="346"/>
                    <a:pt x="4183" y="346"/>
                  </a:cubicBezTo>
                  <a:lnTo>
                    <a:pt x="4185" y="346"/>
                  </a:lnTo>
                  <a:cubicBezTo>
                    <a:pt x="4279" y="346"/>
                    <a:pt x="4356" y="270"/>
                    <a:pt x="4356" y="177"/>
                  </a:cubicBezTo>
                  <a:lnTo>
                    <a:pt x="4356" y="174"/>
                  </a:lnTo>
                  <a:cubicBezTo>
                    <a:pt x="4356" y="78"/>
                    <a:pt x="4279" y="1"/>
                    <a:pt x="4183" y="1"/>
                  </a:cubicBezTo>
                  <a:close/>
                  <a:moveTo>
                    <a:pt x="5212" y="1"/>
                  </a:moveTo>
                  <a:cubicBezTo>
                    <a:pt x="5117" y="1"/>
                    <a:pt x="5039" y="78"/>
                    <a:pt x="5039" y="174"/>
                  </a:cubicBezTo>
                  <a:cubicBezTo>
                    <a:pt x="5039" y="269"/>
                    <a:pt x="5117" y="346"/>
                    <a:pt x="5212" y="346"/>
                  </a:cubicBezTo>
                  <a:lnTo>
                    <a:pt x="5215" y="346"/>
                  </a:lnTo>
                  <a:cubicBezTo>
                    <a:pt x="5309" y="346"/>
                    <a:pt x="5385" y="270"/>
                    <a:pt x="5385" y="177"/>
                  </a:cubicBezTo>
                  <a:lnTo>
                    <a:pt x="5385" y="174"/>
                  </a:lnTo>
                  <a:cubicBezTo>
                    <a:pt x="5385" y="78"/>
                    <a:pt x="5307" y="1"/>
                    <a:pt x="5212" y="1"/>
                  </a:cubicBezTo>
                  <a:close/>
                  <a:moveTo>
                    <a:pt x="6242" y="1"/>
                  </a:moveTo>
                  <a:cubicBezTo>
                    <a:pt x="6147" y="1"/>
                    <a:pt x="6070" y="78"/>
                    <a:pt x="6070" y="174"/>
                  </a:cubicBezTo>
                  <a:cubicBezTo>
                    <a:pt x="6070" y="269"/>
                    <a:pt x="6147" y="346"/>
                    <a:pt x="6242" y="346"/>
                  </a:cubicBezTo>
                  <a:lnTo>
                    <a:pt x="6244" y="346"/>
                  </a:lnTo>
                  <a:cubicBezTo>
                    <a:pt x="6339" y="346"/>
                    <a:pt x="6415" y="270"/>
                    <a:pt x="6415" y="177"/>
                  </a:cubicBezTo>
                  <a:lnTo>
                    <a:pt x="6415" y="174"/>
                  </a:lnTo>
                  <a:cubicBezTo>
                    <a:pt x="6415" y="78"/>
                    <a:pt x="6338" y="1"/>
                    <a:pt x="6242" y="1"/>
                  </a:cubicBezTo>
                  <a:close/>
                  <a:moveTo>
                    <a:pt x="4698" y="1"/>
                  </a:moveTo>
                  <a:cubicBezTo>
                    <a:pt x="4603" y="1"/>
                    <a:pt x="4526" y="78"/>
                    <a:pt x="4526" y="174"/>
                  </a:cubicBezTo>
                  <a:cubicBezTo>
                    <a:pt x="4526" y="269"/>
                    <a:pt x="4603" y="346"/>
                    <a:pt x="4698" y="346"/>
                  </a:cubicBezTo>
                  <a:cubicBezTo>
                    <a:pt x="4699" y="346"/>
                    <a:pt x="4700" y="346"/>
                    <a:pt x="4701" y="346"/>
                  </a:cubicBezTo>
                  <a:cubicBezTo>
                    <a:pt x="4794" y="346"/>
                    <a:pt x="4870" y="271"/>
                    <a:pt x="4871" y="178"/>
                  </a:cubicBezTo>
                  <a:lnTo>
                    <a:pt x="4871" y="174"/>
                  </a:lnTo>
                  <a:cubicBezTo>
                    <a:pt x="4871" y="78"/>
                    <a:pt x="4794" y="1"/>
                    <a:pt x="4698" y="1"/>
                  </a:cubicBezTo>
                  <a:close/>
                  <a:moveTo>
                    <a:pt x="5729" y="1"/>
                  </a:moveTo>
                  <a:cubicBezTo>
                    <a:pt x="5634" y="1"/>
                    <a:pt x="5556" y="78"/>
                    <a:pt x="5556" y="174"/>
                  </a:cubicBezTo>
                  <a:cubicBezTo>
                    <a:pt x="5556" y="269"/>
                    <a:pt x="5634" y="346"/>
                    <a:pt x="5729" y="346"/>
                  </a:cubicBezTo>
                  <a:cubicBezTo>
                    <a:pt x="5730" y="346"/>
                    <a:pt x="5731" y="346"/>
                    <a:pt x="5732" y="346"/>
                  </a:cubicBezTo>
                  <a:cubicBezTo>
                    <a:pt x="5824" y="346"/>
                    <a:pt x="5900" y="271"/>
                    <a:pt x="5902" y="178"/>
                  </a:cubicBezTo>
                  <a:lnTo>
                    <a:pt x="5902" y="174"/>
                  </a:lnTo>
                  <a:cubicBezTo>
                    <a:pt x="5902" y="78"/>
                    <a:pt x="5824" y="1"/>
                    <a:pt x="5729" y="1"/>
                  </a:cubicBezTo>
                  <a:close/>
                  <a:moveTo>
                    <a:pt x="148" y="714"/>
                  </a:moveTo>
                  <a:cubicBezTo>
                    <a:pt x="66" y="724"/>
                    <a:pt x="7" y="799"/>
                    <a:pt x="17" y="881"/>
                  </a:cubicBezTo>
                  <a:cubicBezTo>
                    <a:pt x="26" y="948"/>
                    <a:pt x="80" y="1003"/>
                    <a:pt x="148" y="1010"/>
                  </a:cubicBezTo>
                  <a:lnTo>
                    <a:pt x="750" y="1010"/>
                  </a:lnTo>
                  <a:cubicBezTo>
                    <a:pt x="832" y="1010"/>
                    <a:pt x="899" y="943"/>
                    <a:pt x="899" y="861"/>
                  </a:cubicBezTo>
                  <a:cubicBezTo>
                    <a:pt x="899" y="780"/>
                    <a:pt x="833" y="714"/>
                    <a:pt x="751" y="714"/>
                  </a:cubicBezTo>
                  <a:close/>
                  <a:moveTo>
                    <a:pt x="1402" y="713"/>
                  </a:moveTo>
                  <a:cubicBezTo>
                    <a:pt x="1328" y="713"/>
                    <a:pt x="1264" y="768"/>
                    <a:pt x="1255" y="844"/>
                  </a:cubicBezTo>
                  <a:cubicBezTo>
                    <a:pt x="1246" y="925"/>
                    <a:pt x="1304" y="1000"/>
                    <a:pt x="1386" y="1010"/>
                  </a:cubicBezTo>
                  <a:cubicBezTo>
                    <a:pt x="1392" y="1011"/>
                    <a:pt x="1397" y="1011"/>
                    <a:pt x="1403" y="1011"/>
                  </a:cubicBezTo>
                  <a:cubicBezTo>
                    <a:pt x="1409" y="1011"/>
                    <a:pt x="1415" y="1011"/>
                    <a:pt x="1421" y="1010"/>
                  </a:cubicBezTo>
                  <a:lnTo>
                    <a:pt x="2997" y="1010"/>
                  </a:lnTo>
                  <a:cubicBezTo>
                    <a:pt x="3080" y="1010"/>
                    <a:pt x="3145" y="943"/>
                    <a:pt x="3145" y="860"/>
                  </a:cubicBezTo>
                  <a:lnTo>
                    <a:pt x="3147" y="860"/>
                  </a:lnTo>
                  <a:cubicBezTo>
                    <a:pt x="3147" y="780"/>
                    <a:pt x="3080" y="714"/>
                    <a:pt x="3000" y="714"/>
                  </a:cubicBezTo>
                  <a:lnTo>
                    <a:pt x="1421" y="714"/>
                  </a:lnTo>
                  <a:cubicBezTo>
                    <a:pt x="1415" y="713"/>
                    <a:pt x="1409" y="713"/>
                    <a:pt x="1402" y="713"/>
                  </a:cubicBezTo>
                  <a:close/>
                  <a:moveTo>
                    <a:pt x="148" y="1400"/>
                  </a:moveTo>
                  <a:cubicBezTo>
                    <a:pt x="66" y="1411"/>
                    <a:pt x="8" y="1485"/>
                    <a:pt x="17" y="1567"/>
                  </a:cubicBezTo>
                  <a:cubicBezTo>
                    <a:pt x="26" y="1636"/>
                    <a:pt x="80" y="1689"/>
                    <a:pt x="148" y="1697"/>
                  </a:cubicBezTo>
                  <a:lnTo>
                    <a:pt x="750" y="1697"/>
                  </a:lnTo>
                  <a:cubicBezTo>
                    <a:pt x="751" y="1697"/>
                    <a:pt x="752" y="1697"/>
                    <a:pt x="753" y="1697"/>
                  </a:cubicBezTo>
                  <a:cubicBezTo>
                    <a:pt x="832" y="1697"/>
                    <a:pt x="897" y="1633"/>
                    <a:pt x="899" y="1552"/>
                  </a:cubicBezTo>
                  <a:lnTo>
                    <a:pt x="899" y="1551"/>
                  </a:lnTo>
                  <a:cubicBezTo>
                    <a:pt x="899" y="1467"/>
                    <a:pt x="832" y="1400"/>
                    <a:pt x="750" y="1400"/>
                  </a:cubicBezTo>
                  <a:close/>
                  <a:moveTo>
                    <a:pt x="1402" y="1399"/>
                  </a:moveTo>
                  <a:cubicBezTo>
                    <a:pt x="1328" y="1399"/>
                    <a:pt x="1264" y="1455"/>
                    <a:pt x="1255" y="1530"/>
                  </a:cubicBezTo>
                  <a:cubicBezTo>
                    <a:pt x="1246" y="1612"/>
                    <a:pt x="1304" y="1686"/>
                    <a:pt x="1386" y="1697"/>
                  </a:cubicBezTo>
                  <a:cubicBezTo>
                    <a:pt x="1392" y="1698"/>
                    <a:pt x="1397" y="1698"/>
                    <a:pt x="1403" y="1698"/>
                  </a:cubicBezTo>
                  <a:cubicBezTo>
                    <a:pt x="1409" y="1698"/>
                    <a:pt x="1415" y="1698"/>
                    <a:pt x="1421" y="1697"/>
                  </a:cubicBezTo>
                  <a:lnTo>
                    <a:pt x="2997" y="1697"/>
                  </a:lnTo>
                  <a:cubicBezTo>
                    <a:pt x="2998" y="1697"/>
                    <a:pt x="2998" y="1697"/>
                    <a:pt x="2999" y="1697"/>
                  </a:cubicBezTo>
                  <a:cubicBezTo>
                    <a:pt x="3080" y="1697"/>
                    <a:pt x="3146" y="1632"/>
                    <a:pt x="3147" y="1552"/>
                  </a:cubicBezTo>
                  <a:lnTo>
                    <a:pt x="3147" y="1549"/>
                  </a:lnTo>
                  <a:cubicBezTo>
                    <a:pt x="3147" y="1467"/>
                    <a:pt x="3080" y="1400"/>
                    <a:pt x="2997" y="1400"/>
                  </a:cubicBezTo>
                  <a:lnTo>
                    <a:pt x="1421" y="1400"/>
                  </a:lnTo>
                  <a:cubicBezTo>
                    <a:pt x="1415" y="1400"/>
                    <a:pt x="1409" y="1399"/>
                    <a:pt x="1402" y="1399"/>
                  </a:cubicBezTo>
                  <a:close/>
                  <a:moveTo>
                    <a:pt x="3668" y="1375"/>
                  </a:moveTo>
                  <a:cubicBezTo>
                    <a:pt x="3573" y="1375"/>
                    <a:pt x="3497" y="1451"/>
                    <a:pt x="3495" y="1545"/>
                  </a:cubicBezTo>
                  <a:cubicBezTo>
                    <a:pt x="3494" y="1640"/>
                    <a:pt x="3571" y="1719"/>
                    <a:pt x="3667" y="1721"/>
                  </a:cubicBezTo>
                  <a:lnTo>
                    <a:pt x="3668" y="1721"/>
                  </a:lnTo>
                  <a:cubicBezTo>
                    <a:pt x="3763" y="1721"/>
                    <a:pt x="3839" y="1645"/>
                    <a:pt x="3841" y="1549"/>
                  </a:cubicBezTo>
                  <a:cubicBezTo>
                    <a:pt x="3842" y="1454"/>
                    <a:pt x="3766" y="1375"/>
                    <a:pt x="3671" y="1375"/>
                  </a:cubicBezTo>
                  <a:cubicBezTo>
                    <a:pt x="3670" y="1375"/>
                    <a:pt x="3669" y="1375"/>
                    <a:pt x="3668" y="1375"/>
                  </a:cubicBezTo>
                  <a:close/>
                  <a:moveTo>
                    <a:pt x="4182" y="1375"/>
                  </a:moveTo>
                  <a:cubicBezTo>
                    <a:pt x="4088" y="1375"/>
                    <a:pt x="4011" y="1451"/>
                    <a:pt x="4009" y="1545"/>
                  </a:cubicBezTo>
                  <a:cubicBezTo>
                    <a:pt x="4009" y="1640"/>
                    <a:pt x="4085" y="1719"/>
                    <a:pt x="4180" y="1721"/>
                  </a:cubicBezTo>
                  <a:lnTo>
                    <a:pt x="4185" y="1721"/>
                  </a:lnTo>
                  <a:cubicBezTo>
                    <a:pt x="4279" y="1721"/>
                    <a:pt x="4355" y="1643"/>
                    <a:pt x="4355" y="1549"/>
                  </a:cubicBezTo>
                  <a:cubicBezTo>
                    <a:pt x="4356" y="1454"/>
                    <a:pt x="4280" y="1375"/>
                    <a:pt x="4185" y="1375"/>
                  </a:cubicBezTo>
                  <a:cubicBezTo>
                    <a:pt x="4184" y="1375"/>
                    <a:pt x="4183" y="1375"/>
                    <a:pt x="4182" y="1375"/>
                  </a:cubicBezTo>
                  <a:close/>
                  <a:moveTo>
                    <a:pt x="4697" y="1375"/>
                  </a:moveTo>
                  <a:cubicBezTo>
                    <a:pt x="4603" y="1375"/>
                    <a:pt x="4527" y="1451"/>
                    <a:pt x="4526" y="1545"/>
                  </a:cubicBezTo>
                  <a:cubicBezTo>
                    <a:pt x="4524" y="1640"/>
                    <a:pt x="4600" y="1719"/>
                    <a:pt x="4697" y="1721"/>
                  </a:cubicBezTo>
                  <a:lnTo>
                    <a:pt x="4698" y="1721"/>
                  </a:lnTo>
                  <a:cubicBezTo>
                    <a:pt x="4792" y="1721"/>
                    <a:pt x="4870" y="1645"/>
                    <a:pt x="4871" y="1549"/>
                  </a:cubicBezTo>
                  <a:cubicBezTo>
                    <a:pt x="4873" y="1454"/>
                    <a:pt x="4795" y="1375"/>
                    <a:pt x="4700" y="1375"/>
                  </a:cubicBezTo>
                  <a:cubicBezTo>
                    <a:pt x="4699" y="1375"/>
                    <a:pt x="4698" y="1375"/>
                    <a:pt x="4697" y="1375"/>
                  </a:cubicBezTo>
                  <a:close/>
                  <a:moveTo>
                    <a:pt x="5211" y="1375"/>
                  </a:moveTo>
                  <a:cubicBezTo>
                    <a:pt x="5117" y="1375"/>
                    <a:pt x="5041" y="1451"/>
                    <a:pt x="5039" y="1545"/>
                  </a:cubicBezTo>
                  <a:cubicBezTo>
                    <a:pt x="5038" y="1640"/>
                    <a:pt x="5115" y="1719"/>
                    <a:pt x="5211" y="1721"/>
                  </a:cubicBezTo>
                  <a:lnTo>
                    <a:pt x="5215" y="1721"/>
                  </a:lnTo>
                  <a:cubicBezTo>
                    <a:pt x="5309" y="1721"/>
                    <a:pt x="5385" y="1643"/>
                    <a:pt x="5385" y="1549"/>
                  </a:cubicBezTo>
                  <a:cubicBezTo>
                    <a:pt x="5386" y="1454"/>
                    <a:pt x="5310" y="1375"/>
                    <a:pt x="5214" y="1375"/>
                  </a:cubicBezTo>
                  <a:cubicBezTo>
                    <a:pt x="5213" y="1375"/>
                    <a:pt x="5212" y="1375"/>
                    <a:pt x="5211" y="1375"/>
                  </a:cubicBezTo>
                  <a:close/>
                  <a:moveTo>
                    <a:pt x="5728" y="1375"/>
                  </a:moveTo>
                  <a:cubicBezTo>
                    <a:pt x="5633" y="1375"/>
                    <a:pt x="5556" y="1451"/>
                    <a:pt x="5556" y="1545"/>
                  </a:cubicBezTo>
                  <a:cubicBezTo>
                    <a:pt x="5555" y="1640"/>
                    <a:pt x="5631" y="1719"/>
                    <a:pt x="5726" y="1721"/>
                  </a:cubicBezTo>
                  <a:lnTo>
                    <a:pt x="5729" y="1721"/>
                  </a:lnTo>
                  <a:cubicBezTo>
                    <a:pt x="5823" y="1721"/>
                    <a:pt x="5900" y="1645"/>
                    <a:pt x="5902" y="1549"/>
                  </a:cubicBezTo>
                  <a:cubicBezTo>
                    <a:pt x="5902" y="1454"/>
                    <a:pt x="5826" y="1375"/>
                    <a:pt x="5730" y="1375"/>
                  </a:cubicBezTo>
                  <a:cubicBezTo>
                    <a:pt x="5729" y="1375"/>
                    <a:pt x="5728" y="1375"/>
                    <a:pt x="5728" y="1375"/>
                  </a:cubicBezTo>
                  <a:close/>
                  <a:moveTo>
                    <a:pt x="6241" y="1375"/>
                  </a:moveTo>
                  <a:cubicBezTo>
                    <a:pt x="6147" y="1375"/>
                    <a:pt x="6071" y="1451"/>
                    <a:pt x="6070" y="1545"/>
                  </a:cubicBezTo>
                  <a:cubicBezTo>
                    <a:pt x="6068" y="1640"/>
                    <a:pt x="6144" y="1719"/>
                    <a:pt x="6239" y="1721"/>
                  </a:cubicBezTo>
                  <a:lnTo>
                    <a:pt x="6244" y="1721"/>
                  </a:lnTo>
                  <a:cubicBezTo>
                    <a:pt x="6339" y="1721"/>
                    <a:pt x="6415" y="1643"/>
                    <a:pt x="6415" y="1549"/>
                  </a:cubicBezTo>
                  <a:cubicBezTo>
                    <a:pt x="6417" y="1454"/>
                    <a:pt x="6339" y="1375"/>
                    <a:pt x="6244" y="1375"/>
                  </a:cubicBezTo>
                  <a:cubicBezTo>
                    <a:pt x="6243" y="1375"/>
                    <a:pt x="6242" y="1375"/>
                    <a:pt x="6241" y="1375"/>
                  </a:cubicBezTo>
                  <a:close/>
                  <a:moveTo>
                    <a:pt x="1403" y="2086"/>
                  </a:moveTo>
                  <a:cubicBezTo>
                    <a:pt x="1328" y="2086"/>
                    <a:pt x="1264" y="2142"/>
                    <a:pt x="1255" y="2218"/>
                  </a:cubicBezTo>
                  <a:cubicBezTo>
                    <a:pt x="1246" y="2300"/>
                    <a:pt x="1304" y="2374"/>
                    <a:pt x="1386" y="2383"/>
                  </a:cubicBezTo>
                  <a:cubicBezTo>
                    <a:pt x="1392" y="2384"/>
                    <a:pt x="1397" y="2384"/>
                    <a:pt x="1403" y="2384"/>
                  </a:cubicBezTo>
                  <a:cubicBezTo>
                    <a:pt x="1409" y="2384"/>
                    <a:pt x="1415" y="2384"/>
                    <a:pt x="1421" y="2383"/>
                  </a:cubicBezTo>
                  <a:lnTo>
                    <a:pt x="2997" y="2383"/>
                  </a:lnTo>
                  <a:cubicBezTo>
                    <a:pt x="2998" y="2383"/>
                    <a:pt x="2998" y="2383"/>
                    <a:pt x="2999" y="2383"/>
                  </a:cubicBezTo>
                  <a:cubicBezTo>
                    <a:pt x="3080" y="2383"/>
                    <a:pt x="3146" y="2318"/>
                    <a:pt x="3147" y="2239"/>
                  </a:cubicBezTo>
                  <a:lnTo>
                    <a:pt x="3147" y="2236"/>
                  </a:lnTo>
                  <a:cubicBezTo>
                    <a:pt x="3147" y="2154"/>
                    <a:pt x="3080" y="2087"/>
                    <a:pt x="2997" y="2087"/>
                  </a:cubicBezTo>
                  <a:lnTo>
                    <a:pt x="1421" y="2087"/>
                  </a:lnTo>
                  <a:cubicBezTo>
                    <a:pt x="1415" y="2086"/>
                    <a:pt x="1409" y="2086"/>
                    <a:pt x="1403" y="2086"/>
                  </a:cubicBezTo>
                  <a:close/>
                  <a:moveTo>
                    <a:pt x="148" y="2087"/>
                  </a:moveTo>
                  <a:cubicBezTo>
                    <a:pt x="66" y="2097"/>
                    <a:pt x="8" y="2172"/>
                    <a:pt x="17" y="2254"/>
                  </a:cubicBezTo>
                  <a:cubicBezTo>
                    <a:pt x="26" y="2322"/>
                    <a:pt x="80" y="2376"/>
                    <a:pt x="148" y="2385"/>
                  </a:cubicBezTo>
                  <a:lnTo>
                    <a:pt x="750" y="2385"/>
                  </a:lnTo>
                  <a:cubicBezTo>
                    <a:pt x="830" y="2385"/>
                    <a:pt x="897" y="2321"/>
                    <a:pt x="899" y="2239"/>
                  </a:cubicBezTo>
                  <a:lnTo>
                    <a:pt x="899" y="2237"/>
                  </a:lnTo>
                  <a:cubicBezTo>
                    <a:pt x="899" y="2154"/>
                    <a:pt x="832" y="2087"/>
                    <a:pt x="750" y="2087"/>
                  </a:cubicBezTo>
                  <a:close/>
                  <a:moveTo>
                    <a:pt x="1405" y="2772"/>
                  </a:moveTo>
                  <a:cubicBezTo>
                    <a:pt x="1330" y="2772"/>
                    <a:pt x="1264" y="2828"/>
                    <a:pt x="1255" y="2904"/>
                  </a:cubicBezTo>
                  <a:cubicBezTo>
                    <a:pt x="1246" y="2986"/>
                    <a:pt x="1304" y="3061"/>
                    <a:pt x="1386" y="3070"/>
                  </a:cubicBezTo>
                  <a:cubicBezTo>
                    <a:pt x="1392" y="3070"/>
                    <a:pt x="1397" y="3071"/>
                    <a:pt x="1403" y="3071"/>
                  </a:cubicBezTo>
                  <a:cubicBezTo>
                    <a:pt x="1409" y="3071"/>
                    <a:pt x="1415" y="3070"/>
                    <a:pt x="1421" y="3070"/>
                  </a:cubicBezTo>
                  <a:lnTo>
                    <a:pt x="2997" y="3070"/>
                  </a:lnTo>
                  <a:cubicBezTo>
                    <a:pt x="2998" y="3070"/>
                    <a:pt x="2998" y="3070"/>
                    <a:pt x="2999" y="3070"/>
                  </a:cubicBezTo>
                  <a:cubicBezTo>
                    <a:pt x="3080" y="3070"/>
                    <a:pt x="3146" y="3006"/>
                    <a:pt x="3147" y="2925"/>
                  </a:cubicBezTo>
                  <a:lnTo>
                    <a:pt x="3147" y="2924"/>
                  </a:lnTo>
                  <a:cubicBezTo>
                    <a:pt x="3147" y="2840"/>
                    <a:pt x="3080" y="2773"/>
                    <a:pt x="2997" y="2773"/>
                  </a:cubicBezTo>
                  <a:lnTo>
                    <a:pt x="1421" y="2773"/>
                  </a:lnTo>
                  <a:cubicBezTo>
                    <a:pt x="1416" y="2773"/>
                    <a:pt x="1410" y="2772"/>
                    <a:pt x="1405" y="2772"/>
                  </a:cubicBezTo>
                  <a:close/>
                  <a:moveTo>
                    <a:pt x="148" y="2775"/>
                  </a:moveTo>
                  <a:cubicBezTo>
                    <a:pt x="66" y="2784"/>
                    <a:pt x="8" y="2858"/>
                    <a:pt x="17" y="2940"/>
                  </a:cubicBezTo>
                  <a:cubicBezTo>
                    <a:pt x="26" y="3009"/>
                    <a:pt x="80" y="3062"/>
                    <a:pt x="148" y="3071"/>
                  </a:cubicBezTo>
                  <a:lnTo>
                    <a:pt x="750" y="3071"/>
                  </a:lnTo>
                  <a:cubicBezTo>
                    <a:pt x="830" y="3071"/>
                    <a:pt x="897" y="3007"/>
                    <a:pt x="899" y="2925"/>
                  </a:cubicBezTo>
                  <a:lnTo>
                    <a:pt x="899" y="2924"/>
                  </a:lnTo>
                  <a:cubicBezTo>
                    <a:pt x="899" y="2840"/>
                    <a:pt x="832" y="2775"/>
                    <a:pt x="750" y="2775"/>
                  </a:cubicBezTo>
                  <a:close/>
                  <a:moveTo>
                    <a:pt x="5427" y="3349"/>
                  </a:moveTo>
                  <a:cubicBezTo>
                    <a:pt x="5333" y="3349"/>
                    <a:pt x="5255" y="3425"/>
                    <a:pt x="5255" y="3521"/>
                  </a:cubicBezTo>
                  <a:cubicBezTo>
                    <a:pt x="5254" y="3616"/>
                    <a:pt x="5330" y="3693"/>
                    <a:pt x="5425" y="3695"/>
                  </a:cubicBezTo>
                  <a:lnTo>
                    <a:pt x="5428" y="3695"/>
                  </a:lnTo>
                  <a:cubicBezTo>
                    <a:pt x="5522" y="3695"/>
                    <a:pt x="5599" y="3619"/>
                    <a:pt x="5601" y="3524"/>
                  </a:cubicBezTo>
                  <a:cubicBezTo>
                    <a:pt x="5601" y="3428"/>
                    <a:pt x="5525" y="3351"/>
                    <a:pt x="5430" y="3349"/>
                  </a:cubicBezTo>
                  <a:cubicBezTo>
                    <a:pt x="5429" y="3349"/>
                    <a:pt x="5428" y="3349"/>
                    <a:pt x="5427" y="3349"/>
                  </a:cubicBezTo>
                  <a:close/>
                  <a:moveTo>
                    <a:pt x="5940" y="3349"/>
                  </a:moveTo>
                  <a:cubicBezTo>
                    <a:pt x="5846" y="3349"/>
                    <a:pt x="5770" y="3425"/>
                    <a:pt x="5769" y="3521"/>
                  </a:cubicBezTo>
                  <a:cubicBezTo>
                    <a:pt x="5768" y="3616"/>
                    <a:pt x="5843" y="3693"/>
                    <a:pt x="5939" y="3695"/>
                  </a:cubicBezTo>
                  <a:lnTo>
                    <a:pt x="5943" y="3695"/>
                  </a:lnTo>
                  <a:cubicBezTo>
                    <a:pt x="6038" y="3695"/>
                    <a:pt x="6114" y="3619"/>
                    <a:pt x="6114" y="3524"/>
                  </a:cubicBezTo>
                  <a:cubicBezTo>
                    <a:pt x="6116" y="3428"/>
                    <a:pt x="6038" y="3351"/>
                    <a:pt x="5943" y="3349"/>
                  </a:cubicBezTo>
                  <a:cubicBezTo>
                    <a:pt x="5942" y="3349"/>
                    <a:pt x="5941" y="3349"/>
                    <a:pt x="5940" y="3349"/>
                  </a:cubicBezTo>
                  <a:close/>
                  <a:moveTo>
                    <a:pt x="6457" y="3349"/>
                  </a:moveTo>
                  <a:cubicBezTo>
                    <a:pt x="6363" y="3349"/>
                    <a:pt x="6286" y="3425"/>
                    <a:pt x="6284" y="3521"/>
                  </a:cubicBezTo>
                  <a:cubicBezTo>
                    <a:pt x="6284" y="3616"/>
                    <a:pt x="6360" y="3693"/>
                    <a:pt x="6455" y="3695"/>
                  </a:cubicBezTo>
                  <a:lnTo>
                    <a:pt x="6457" y="3695"/>
                  </a:lnTo>
                  <a:cubicBezTo>
                    <a:pt x="6552" y="3695"/>
                    <a:pt x="6630" y="3619"/>
                    <a:pt x="6630" y="3524"/>
                  </a:cubicBezTo>
                  <a:cubicBezTo>
                    <a:pt x="6631" y="3428"/>
                    <a:pt x="6555" y="3351"/>
                    <a:pt x="6460" y="3349"/>
                  </a:cubicBezTo>
                  <a:cubicBezTo>
                    <a:pt x="6459" y="3349"/>
                    <a:pt x="6458" y="3349"/>
                    <a:pt x="6457" y="3349"/>
                  </a:cubicBezTo>
                  <a:close/>
                  <a:moveTo>
                    <a:pt x="6972" y="3349"/>
                  </a:moveTo>
                  <a:cubicBezTo>
                    <a:pt x="6878" y="3349"/>
                    <a:pt x="6802" y="3425"/>
                    <a:pt x="6801" y="3521"/>
                  </a:cubicBezTo>
                  <a:cubicBezTo>
                    <a:pt x="6799" y="3616"/>
                    <a:pt x="6877" y="3693"/>
                    <a:pt x="6972" y="3695"/>
                  </a:cubicBezTo>
                  <a:lnTo>
                    <a:pt x="6974" y="3695"/>
                  </a:lnTo>
                  <a:cubicBezTo>
                    <a:pt x="7069" y="3695"/>
                    <a:pt x="7145" y="3619"/>
                    <a:pt x="7146" y="3524"/>
                  </a:cubicBezTo>
                  <a:cubicBezTo>
                    <a:pt x="7148" y="3428"/>
                    <a:pt x="7072" y="3351"/>
                    <a:pt x="6975" y="3349"/>
                  </a:cubicBezTo>
                  <a:cubicBezTo>
                    <a:pt x="6974" y="3349"/>
                    <a:pt x="6973" y="3349"/>
                    <a:pt x="6972" y="3349"/>
                  </a:cubicBezTo>
                  <a:close/>
                  <a:moveTo>
                    <a:pt x="7487" y="3349"/>
                  </a:moveTo>
                  <a:cubicBezTo>
                    <a:pt x="7392" y="3349"/>
                    <a:pt x="7316" y="3425"/>
                    <a:pt x="7315" y="3521"/>
                  </a:cubicBezTo>
                  <a:cubicBezTo>
                    <a:pt x="7313" y="3616"/>
                    <a:pt x="7390" y="3693"/>
                    <a:pt x="7486" y="3695"/>
                  </a:cubicBezTo>
                  <a:lnTo>
                    <a:pt x="7490" y="3695"/>
                  </a:lnTo>
                  <a:cubicBezTo>
                    <a:pt x="7584" y="3695"/>
                    <a:pt x="7660" y="3619"/>
                    <a:pt x="7660" y="3524"/>
                  </a:cubicBezTo>
                  <a:cubicBezTo>
                    <a:pt x="7661" y="3428"/>
                    <a:pt x="7585" y="3351"/>
                    <a:pt x="7490" y="3349"/>
                  </a:cubicBezTo>
                  <a:cubicBezTo>
                    <a:pt x="7489" y="3349"/>
                    <a:pt x="7488" y="3349"/>
                    <a:pt x="7487" y="3349"/>
                  </a:cubicBezTo>
                  <a:close/>
                  <a:moveTo>
                    <a:pt x="8003" y="3349"/>
                  </a:moveTo>
                  <a:cubicBezTo>
                    <a:pt x="7909" y="3349"/>
                    <a:pt x="7833" y="3425"/>
                    <a:pt x="7831" y="3521"/>
                  </a:cubicBezTo>
                  <a:cubicBezTo>
                    <a:pt x="7830" y="3616"/>
                    <a:pt x="7906" y="3693"/>
                    <a:pt x="8001" y="3695"/>
                  </a:cubicBezTo>
                  <a:lnTo>
                    <a:pt x="8004" y="3695"/>
                  </a:lnTo>
                  <a:cubicBezTo>
                    <a:pt x="8098" y="3695"/>
                    <a:pt x="8175" y="3619"/>
                    <a:pt x="8177" y="3524"/>
                  </a:cubicBezTo>
                  <a:cubicBezTo>
                    <a:pt x="8178" y="3428"/>
                    <a:pt x="8101" y="3351"/>
                    <a:pt x="8005" y="3349"/>
                  </a:cubicBezTo>
                  <a:cubicBezTo>
                    <a:pt x="8004" y="3349"/>
                    <a:pt x="8004" y="3349"/>
                    <a:pt x="8003" y="3349"/>
                  </a:cubicBezTo>
                  <a:close/>
                  <a:moveTo>
                    <a:pt x="148" y="3461"/>
                  </a:moveTo>
                  <a:cubicBezTo>
                    <a:pt x="66" y="3470"/>
                    <a:pt x="8" y="3545"/>
                    <a:pt x="17" y="3626"/>
                  </a:cubicBezTo>
                  <a:cubicBezTo>
                    <a:pt x="26" y="3695"/>
                    <a:pt x="80" y="3749"/>
                    <a:pt x="148" y="3757"/>
                  </a:cubicBezTo>
                  <a:lnTo>
                    <a:pt x="750" y="3757"/>
                  </a:lnTo>
                  <a:cubicBezTo>
                    <a:pt x="830" y="3757"/>
                    <a:pt x="897" y="3693"/>
                    <a:pt x="899" y="3612"/>
                  </a:cubicBezTo>
                  <a:lnTo>
                    <a:pt x="899" y="3610"/>
                  </a:lnTo>
                  <a:cubicBezTo>
                    <a:pt x="899" y="3528"/>
                    <a:pt x="832" y="3461"/>
                    <a:pt x="750" y="3461"/>
                  </a:cubicBezTo>
                  <a:close/>
                  <a:moveTo>
                    <a:pt x="3308" y="3461"/>
                  </a:moveTo>
                  <a:cubicBezTo>
                    <a:pt x="3226" y="3470"/>
                    <a:pt x="3168" y="3545"/>
                    <a:pt x="3178" y="3626"/>
                  </a:cubicBezTo>
                  <a:cubicBezTo>
                    <a:pt x="3186" y="3695"/>
                    <a:pt x="3241" y="3749"/>
                    <a:pt x="3308" y="3757"/>
                  </a:cubicBezTo>
                  <a:lnTo>
                    <a:pt x="4886" y="3757"/>
                  </a:lnTo>
                  <a:cubicBezTo>
                    <a:pt x="4968" y="3757"/>
                    <a:pt x="5033" y="3690"/>
                    <a:pt x="5033" y="3610"/>
                  </a:cubicBezTo>
                  <a:lnTo>
                    <a:pt x="5036" y="3610"/>
                  </a:lnTo>
                  <a:cubicBezTo>
                    <a:pt x="5036" y="3527"/>
                    <a:pt x="4969" y="3461"/>
                    <a:pt x="4886" y="3461"/>
                  </a:cubicBezTo>
                  <a:close/>
                  <a:moveTo>
                    <a:pt x="3308" y="4148"/>
                  </a:moveTo>
                  <a:cubicBezTo>
                    <a:pt x="3226" y="4156"/>
                    <a:pt x="3168" y="4231"/>
                    <a:pt x="3178" y="4313"/>
                  </a:cubicBezTo>
                  <a:cubicBezTo>
                    <a:pt x="3186" y="4381"/>
                    <a:pt x="3241" y="4435"/>
                    <a:pt x="3308" y="4444"/>
                  </a:cubicBezTo>
                  <a:lnTo>
                    <a:pt x="4886" y="4444"/>
                  </a:lnTo>
                  <a:cubicBezTo>
                    <a:pt x="4968" y="4444"/>
                    <a:pt x="5033" y="4378"/>
                    <a:pt x="5033" y="4296"/>
                  </a:cubicBezTo>
                  <a:lnTo>
                    <a:pt x="5036" y="4296"/>
                  </a:lnTo>
                  <a:cubicBezTo>
                    <a:pt x="5036" y="4215"/>
                    <a:pt x="4969" y="4148"/>
                    <a:pt x="4886" y="4148"/>
                  </a:cubicBezTo>
                  <a:close/>
                  <a:moveTo>
                    <a:pt x="148" y="4148"/>
                  </a:moveTo>
                  <a:cubicBezTo>
                    <a:pt x="66" y="4156"/>
                    <a:pt x="8" y="4231"/>
                    <a:pt x="17" y="4313"/>
                  </a:cubicBezTo>
                  <a:cubicBezTo>
                    <a:pt x="26" y="4381"/>
                    <a:pt x="80" y="4435"/>
                    <a:pt x="148" y="4444"/>
                  </a:cubicBezTo>
                  <a:lnTo>
                    <a:pt x="750" y="4444"/>
                  </a:lnTo>
                  <a:cubicBezTo>
                    <a:pt x="751" y="4444"/>
                    <a:pt x="752" y="4444"/>
                    <a:pt x="752" y="4444"/>
                  </a:cubicBezTo>
                  <a:cubicBezTo>
                    <a:pt x="832" y="4444"/>
                    <a:pt x="897" y="4379"/>
                    <a:pt x="899" y="4298"/>
                  </a:cubicBezTo>
                  <a:lnTo>
                    <a:pt x="899" y="4296"/>
                  </a:lnTo>
                  <a:cubicBezTo>
                    <a:pt x="899" y="4215"/>
                    <a:pt x="832" y="4148"/>
                    <a:pt x="750" y="4148"/>
                  </a:cubicBezTo>
                  <a:close/>
                  <a:moveTo>
                    <a:pt x="5427" y="4765"/>
                  </a:moveTo>
                  <a:cubicBezTo>
                    <a:pt x="5333" y="4765"/>
                    <a:pt x="5255" y="4841"/>
                    <a:pt x="5255" y="4937"/>
                  </a:cubicBezTo>
                  <a:cubicBezTo>
                    <a:pt x="5254" y="5032"/>
                    <a:pt x="5330" y="5109"/>
                    <a:pt x="5425" y="5111"/>
                  </a:cubicBezTo>
                  <a:lnTo>
                    <a:pt x="5428" y="5111"/>
                  </a:lnTo>
                  <a:cubicBezTo>
                    <a:pt x="5522" y="5111"/>
                    <a:pt x="5599" y="5035"/>
                    <a:pt x="5601" y="4940"/>
                  </a:cubicBezTo>
                  <a:cubicBezTo>
                    <a:pt x="5601" y="4844"/>
                    <a:pt x="5525" y="4767"/>
                    <a:pt x="5430" y="4765"/>
                  </a:cubicBezTo>
                  <a:cubicBezTo>
                    <a:pt x="5429" y="4765"/>
                    <a:pt x="5428" y="4765"/>
                    <a:pt x="5427" y="4765"/>
                  </a:cubicBezTo>
                  <a:close/>
                  <a:moveTo>
                    <a:pt x="5940" y="4765"/>
                  </a:moveTo>
                  <a:cubicBezTo>
                    <a:pt x="5846" y="4765"/>
                    <a:pt x="5770" y="4841"/>
                    <a:pt x="5769" y="4937"/>
                  </a:cubicBezTo>
                  <a:cubicBezTo>
                    <a:pt x="5768" y="5032"/>
                    <a:pt x="5843" y="5109"/>
                    <a:pt x="5939" y="5111"/>
                  </a:cubicBezTo>
                  <a:lnTo>
                    <a:pt x="5943" y="5111"/>
                  </a:lnTo>
                  <a:cubicBezTo>
                    <a:pt x="6038" y="5111"/>
                    <a:pt x="6114" y="5035"/>
                    <a:pt x="6114" y="4940"/>
                  </a:cubicBezTo>
                  <a:cubicBezTo>
                    <a:pt x="6116" y="4844"/>
                    <a:pt x="6038" y="4767"/>
                    <a:pt x="5943" y="4765"/>
                  </a:cubicBezTo>
                  <a:cubicBezTo>
                    <a:pt x="5942" y="4765"/>
                    <a:pt x="5941" y="4765"/>
                    <a:pt x="5940" y="4765"/>
                  </a:cubicBezTo>
                  <a:close/>
                  <a:moveTo>
                    <a:pt x="6457" y="4765"/>
                  </a:moveTo>
                  <a:cubicBezTo>
                    <a:pt x="6363" y="4765"/>
                    <a:pt x="6286" y="4841"/>
                    <a:pt x="6284" y="4937"/>
                  </a:cubicBezTo>
                  <a:cubicBezTo>
                    <a:pt x="6284" y="5032"/>
                    <a:pt x="6360" y="5109"/>
                    <a:pt x="6455" y="5111"/>
                  </a:cubicBezTo>
                  <a:lnTo>
                    <a:pt x="6457" y="5111"/>
                  </a:lnTo>
                  <a:cubicBezTo>
                    <a:pt x="6552" y="5111"/>
                    <a:pt x="6630" y="5035"/>
                    <a:pt x="6630" y="4940"/>
                  </a:cubicBezTo>
                  <a:cubicBezTo>
                    <a:pt x="6631" y="4844"/>
                    <a:pt x="6555" y="4767"/>
                    <a:pt x="6460" y="4765"/>
                  </a:cubicBezTo>
                  <a:cubicBezTo>
                    <a:pt x="6459" y="4765"/>
                    <a:pt x="6458" y="4765"/>
                    <a:pt x="6457" y="4765"/>
                  </a:cubicBezTo>
                  <a:close/>
                  <a:moveTo>
                    <a:pt x="6972" y="4765"/>
                  </a:moveTo>
                  <a:cubicBezTo>
                    <a:pt x="6878" y="4765"/>
                    <a:pt x="6802" y="4841"/>
                    <a:pt x="6801" y="4937"/>
                  </a:cubicBezTo>
                  <a:cubicBezTo>
                    <a:pt x="6799" y="5032"/>
                    <a:pt x="6877" y="5109"/>
                    <a:pt x="6972" y="5111"/>
                  </a:cubicBezTo>
                  <a:lnTo>
                    <a:pt x="6974" y="5111"/>
                  </a:lnTo>
                  <a:cubicBezTo>
                    <a:pt x="7069" y="5111"/>
                    <a:pt x="7145" y="5035"/>
                    <a:pt x="7146" y="4940"/>
                  </a:cubicBezTo>
                  <a:cubicBezTo>
                    <a:pt x="7148" y="4844"/>
                    <a:pt x="7072" y="4767"/>
                    <a:pt x="6975" y="4765"/>
                  </a:cubicBezTo>
                  <a:cubicBezTo>
                    <a:pt x="6974" y="4765"/>
                    <a:pt x="6973" y="4765"/>
                    <a:pt x="6972" y="4765"/>
                  </a:cubicBezTo>
                  <a:close/>
                  <a:moveTo>
                    <a:pt x="7487" y="4765"/>
                  </a:moveTo>
                  <a:cubicBezTo>
                    <a:pt x="7392" y="4765"/>
                    <a:pt x="7316" y="4841"/>
                    <a:pt x="7315" y="4937"/>
                  </a:cubicBezTo>
                  <a:cubicBezTo>
                    <a:pt x="7313" y="5032"/>
                    <a:pt x="7390" y="5109"/>
                    <a:pt x="7486" y="5111"/>
                  </a:cubicBezTo>
                  <a:lnTo>
                    <a:pt x="7490" y="5111"/>
                  </a:lnTo>
                  <a:cubicBezTo>
                    <a:pt x="7584" y="5111"/>
                    <a:pt x="7660" y="5035"/>
                    <a:pt x="7660" y="4940"/>
                  </a:cubicBezTo>
                  <a:cubicBezTo>
                    <a:pt x="7661" y="4844"/>
                    <a:pt x="7585" y="4767"/>
                    <a:pt x="7490" y="4765"/>
                  </a:cubicBezTo>
                  <a:cubicBezTo>
                    <a:pt x="7489" y="4765"/>
                    <a:pt x="7488" y="4765"/>
                    <a:pt x="7487" y="4765"/>
                  </a:cubicBezTo>
                  <a:close/>
                  <a:moveTo>
                    <a:pt x="8003" y="4765"/>
                  </a:moveTo>
                  <a:cubicBezTo>
                    <a:pt x="7909" y="4765"/>
                    <a:pt x="7833" y="4841"/>
                    <a:pt x="7831" y="4937"/>
                  </a:cubicBezTo>
                  <a:cubicBezTo>
                    <a:pt x="7830" y="5032"/>
                    <a:pt x="7906" y="5109"/>
                    <a:pt x="8001" y="5111"/>
                  </a:cubicBezTo>
                  <a:lnTo>
                    <a:pt x="8004" y="5111"/>
                  </a:lnTo>
                  <a:cubicBezTo>
                    <a:pt x="8098" y="5111"/>
                    <a:pt x="8175" y="5035"/>
                    <a:pt x="8177" y="4940"/>
                  </a:cubicBezTo>
                  <a:cubicBezTo>
                    <a:pt x="8178" y="4844"/>
                    <a:pt x="8101" y="4767"/>
                    <a:pt x="8005" y="4765"/>
                  </a:cubicBezTo>
                  <a:cubicBezTo>
                    <a:pt x="8004" y="4765"/>
                    <a:pt x="8004" y="4765"/>
                    <a:pt x="8003" y="4765"/>
                  </a:cubicBezTo>
                  <a:close/>
                  <a:moveTo>
                    <a:pt x="3308" y="4834"/>
                  </a:moveTo>
                  <a:cubicBezTo>
                    <a:pt x="3227" y="4835"/>
                    <a:pt x="3162" y="4901"/>
                    <a:pt x="3162" y="4983"/>
                  </a:cubicBezTo>
                  <a:cubicBezTo>
                    <a:pt x="3162" y="5065"/>
                    <a:pt x="3227" y="5130"/>
                    <a:pt x="3308" y="5130"/>
                  </a:cubicBezTo>
                  <a:lnTo>
                    <a:pt x="4886" y="5130"/>
                  </a:lnTo>
                  <a:cubicBezTo>
                    <a:pt x="4968" y="5130"/>
                    <a:pt x="5033" y="5065"/>
                    <a:pt x="5033" y="4983"/>
                  </a:cubicBezTo>
                  <a:lnTo>
                    <a:pt x="5036" y="4983"/>
                  </a:lnTo>
                  <a:cubicBezTo>
                    <a:pt x="5036" y="4901"/>
                    <a:pt x="4969" y="4834"/>
                    <a:pt x="4886" y="4834"/>
                  </a:cubicBezTo>
                  <a:close/>
                  <a:moveTo>
                    <a:pt x="148" y="4834"/>
                  </a:moveTo>
                  <a:cubicBezTo>
                    <a:pt x="66" y="4835"/>
                    <a:pt x="1" y="4901"/>
                    <a:pt x="1" y="4983"/>
                  </a:cubicBezTo>
                  <a:cubicBezTo>
                    <a:pt x="1" y="5065"/>
                    <a:pt x="66" y="5130"/>
                    <a:pt x="148" y="5130"/>
                  </a:cubicBezTo>
                  <a:lnTo>
                    <a:pt x="750" y="5130"/>
                  </a:lnTo>
                  <a:cubicBezTo>
                    <a:pt x="751" y="5130"/>
                    <a:pt x="752" y="5130"/>
                    <a:pt x="752" y="5130"/>
                  </a:cubicBezTo>
                  <a:cubicBezTo>
                    <a:pt x="832" y="5130"/>
                    <a:pt x="897" y="5065"/>
                    <a:pt x="899" y="4986"/>
                  </a:cubicBezTo>
                  <a:lnTo>
                    <a:pt x="899" y="4983"/>
                  </a:lnTo>
                  <a:cubicBezTo>
                    <a:pt x="899" y="4901"/>
                    <a:pt x="832" y="4834"/>
                    <a:pt x="750" y="4834"/>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2;p40">
              <a:extLst>
                <a:ext uri="{FF2B5EF4-FFF2-40B4-BE49-F238E27FC236}">
                  <a16:creationId xmlns:a16="http://schemas.microsoft.com/office/drawing/2014/main" id="{8E4CBDC4-C7B3-94BE-BC77-D3E9D076D271}"/>
                </a:ext>
              </a:extLst>
            </p:cNvPr>
            <p:cNvSpPr/>
            <p:nvPr/>
          </p:nvSpPr>
          <p:spPr>
            <a:xfrm>
              <a:off x="4324075" y="4800475"/>
              <a:ext cx="204475" cy="128300"/>
            </a:xfrm>
            <a:custGeom>
              <a:avLst/>
              <a:gdLst/>
              <a:ahLst/>
              <a:cxnLst/>
              <a:rect l="l" t="t" r="r" b="b"/>
              <a:pathLst>
                <a:path w="8179" h="5132" extrusionOk="0">
                  <a:moveTo>
                    <a:pt x="1405" y="25"/>
                  </a:moveTo>
                  <a:cubicBezTo>
                    <a:pt x="1330" y="25"/>
                    <a:pt x="1264" y="81"/>
                    <a:pt x="1255" y="157"/>
                  </a:cubicBezTo>
                  <a:cubicBezTo>
                    <a:pt x="1246" y="239"/>
                    <a:pt x="1304" y="313"/>
                    <a:pt x="1386" y="322"/>
                  </a:cubicBezTo>
                  <a:cubicBezTo>
                    <a:pt x="1392" y="323"/>
                    <a:pt x="1397" y="323"/>
                    <a:pt x="1403" y="323"/>
                  </a:cubicBezTo>
                  <a:cubicBezTo>
                    <a:pt x="1409" y="323"/>
                    <a:pt x="1415" y="323"/>
                    <a:pt x="1421" y="322"/>
                  </a:cubicBezTo>
                  <a:lnTo>
                    <a:pt x="2997" y="322"/>
                  </a:lnTo>
                  <a:cubicBezTo>
                    <a:pt x="2998" y="322"/>
                    <a:pt x="2998" y="322"/>
                    <a:pt x="2999" y="322"/>
                  </a:cubicBezTo>
                  <a:cubicBezTo>
                    <a:pt x="3080" y="322"/>
                    <a:pt x="3146" y="259"/>
                    <a:pt x="3147" y="178"/>
                  </a:cubicBezTo>
                  <a:lnTo>
                    <a:pt x="3147" y="176"/>
                  </a:lnTo>
                  <a:cubicBezTo>
                    <a:pt x="3147" y="93"/>
                    <a:pt x="3080" y="26"/>
                    <a:pt x="2997" y="26"/>
                  </a:cubicBezTo>
                  <a:lnTo>
                    <a:pt x="1421" y="26"/>
                  </a:lnTo>
                  <a:cubicBezTo>
                    <a:pt x="1416" y="25"/>
                    <a:pt x="1410" y="25"/>
                    <a:pt x="1405" y="25"/>
                  </a:cubicBezTo>
                  <a:close/>
                  <a:moveTo>
                    <a:pt x="769" y="26"/>
                  </a:moveTo>
                  <a:cubicBezTo>
                    <a:pt x="763" y="26"/>
                    <a:pt x="756" y="27"/>
                    <a:pt x="750" y="27"/>
                  </a:cubicBezTo>
                  <a:lnTo>
                    <a:pt x="148" y="27"/>
                  </a:lnTo>
                  <a:cubicBezTo>
                    <a:pt x="80" y="35"/>
                    <a:pt x="26" y="88"/>
                    <a:pt x="17" y="157"/>
                  </a:cubicBezTo>
                  <a:cubicBezTo>
                    <a:pt x="8" y="239"/>
                    <a:pt x="66" y="313"/>
                    <a:pt x="148" y="324"/>
                  </a:cubicBezTo>
                  <a:lnTo>
                    <a:pt x="750" y="324"/>
                  </a:lnTo>
                  <a:cubicBezTo>
                    <a:pt x="756" y="324"/>
                    <a:pt x="762" y="325"/>
                    <a:pt x="768" y="325"/>
                  </a:cubicBezTo>
                  <a:cubicBezTo>
                    <a:pt x="774" y="325"/>
                    <a:pt x="780" y="324"/>
                    <a:pt x="786" y="324"/>
                  </a:cubicBezTo>
                  <a:cubicBezTo>
                    <a:pt x="867" y="313"/>
                    <a:pt x="926" y="239"/>
                    <a:pt x="915" y="157"/>
                  </a:cubicBezTo>
                  <a:cubicBezTo>
                    <a:pt x="907" y="81"/>
                    <a:pt x="843" y="26"/>
                    <a:pt x="769" y="26"/>
                  </a:cubicBezTo>
                  <a:close/>
                  <a:moveTo>
                    <a:pt x="3668" y="1"/>
                  </a:moveTo>
                  <a:cubicBezTo>
                    <a:pt x="3574" y="1"/>
                    <a:pt x="3497" y="76"/>
                    <a:pt x="3495" y="170"/>
                  </a:cubicBezTo>
                  <a:cubicBezTo>
                    <a:pt x="3495" y="267"/>
                    <a:pt x="3571" y="344"/>
                    <a:pt x="3667" y="346"/>
                  </a:cubicBezTo>
                  <a:lnTo>
                    <a:pt x="3668" y="346"/>
                  </a:lnTo>
                  <a:cubicBezTo>
                    <a:pt x="3763" y="346"/>
                    <a:pt x="3841" y="270"/>
                    <a:pt x="3841" y="175"/>
                  </a:cubicBezTo>
                  <a:cubicBezTo>
                    <a:pt x="3842" y="79"/>
                    <a:pt x="3766" y="2"/>
                    <a:pt x="3671" y="1"/>
                  </a:cubicBezTo>
                  <a:cubicBezTo>
                    <a:pt x="3670" y="1"/>
                    <a:pt x="3669" y="1"/>
                    <a:pt x="3668" y="1"/>
                  </a:cubicBezTo>
                  <a:close/>
                  <a:moveTo>
                    <a:pt x="4182" y="1"/>
                  </a:moveTo>
                  <a:cubicBezTo>
                    <a:pt x="4088" y="1"/>
                    <a:pt x="4011" y="76"/>
                    <a:pt x="4011" y="170"/>
                  </a:cubicBezTo>
                  <a:cubicBezTo>
                    <a:pt x="4009" y="267"/>
                    <a:pt x="4085" y="344"/>
                    <a:pt x="4180" y="346"/>
                  </a:cubicBezTo>
                  <a:lnTo>
                    <a:pt x="4185" y="346"/>
                  </a:lnTo>
                  <a:cubicBezTo>
                    <a:pt x="4279" y="346"/>
                    <a:pt x="4356" y="270"/>
                    <a:pt x="4356" y="175"/>
                  </a:cubicBezTo>
                  <a:cubicBezTo>
                    <a:pt x="4356" y="79"/>
                    <a:pt x="4280" y="2"/>
                    <a:pt x="4185" y="1"/>
                  </a:cubicBezTo>
                  <a:cubicBezTo>
                    <a:pt x="4184" y="1"/>
                    <a:pt x="4183" y="1"/>
                    <a:pt x="4182" y="1"/>
                  </a:cubicBezTo>
                  <a:close/>
                  <a:moveTo>
                    <a:pt x="4699" y="1"/>
                  </a:moveTo>
                  <a:cubicBezTo>
                    <a:pt x="4603" y="1"/>
                    <a:pt x="4527" y="76"/>
                    <a:pt x="4526" y="170"/>
                  </a:cubicBezTo>
                  <a:cubicBezTo>
                    <a:pt x="4524" y="267"/>
                    <a:pt x="4602" y="344"/>
                    <a:pt x="4697" y="346"/>
                  </a:cubicBezTo>
                  <a:lnTo>
                    <a:pt x="4698" y="346"/>
                  </a:lnTo>
                  <a:cubicBezTo>
                    <a:pt x="4794" y="346"/>
                    <a:pt x="4870" y="270"/>
                    <a:pt x="4871" y="175"/>
                  </a:cubicBezTo>
                  <a:cubicBezTo>
                    <a:pt x="4873" y="79"/>
                    <a:pt x="4797" y="2"/>
                    <a:pt x="4701" y="1"/>
                  </a:cubicBezTo>
                  <a:cubicBezTo>
                    <a:pt x="4700" y="1"/>
                    <a:pt x="4700" y="1"/>
                    <a:pt x="4699" y="1"/>
                  </a:cubicBezTo>
                  <a:close/>
                  <a:moveTo>
                    <a:pt x="5212" y="1"/>
                  </a:moveTo>
                  <a:cubicBezTo>
                    <a:pt x="5118" y="1"/>
                    <a:pt x="5041" y="76"/>
                    <a:pt x="5039" y="170"/>
                  </a:cubicBezTo>
                  <a:cubicBezTo>
                    <a:pt x="5039" y="267"/>
                    <a:pt x="5115" y="344"/>
                    <a:pt x="5211" y="346"/>
                  </a:cubicBezTo>
                  <a:lnTo>
                    <a:pt x="5215" y="346"/>
                  </a:lnTo>
                  <a:cubicBezTo>
                    <a:pt x="5309" y="346"/>
                    <a:pt x="5385" y="270"/>
                    <a:pt x="5385" y="175"/>
                  </a:cubicBezTo>
                  <a:cubicBezTo>
                    <a:pt x="5386" y="79"/>
                    <a:pt x="5310" y="2"/>
                    <a:pt x="5215" y="1"/>
                  </a:cubicBezTo>
                  <a:cubicBezTo>
                    <a:pt x="5214" y="1"/>
                    <a:pt x="5213" y="1"/>
                    <a:pt x="5212" y="1"/>
                  </a:cubicBezTo>
                  <a:close/>
                  <a:moveTo>
                    <a:pt x="5728" y="1"/>
                  </a:moveTo>
                  <a:cubicBezTo>
                    <a:pt x="5634" y="1"/>
                    <a:pt x="5558" y="76"/>
                    <a:pt x="5556" y="170"/>
                  </a:cubicBezTo>
                  <a:cubicBezTo>
                    <a:pt x="5555" y="267"/>
                    <a:pt x="5631" y="344"/>
                    <a:pt x="5727" y="346"/>
                  </a:cubicBezTo>
                  <a:lnTo>
                    <a:pt x="5729" y="346"/>
                  </a:lnTo>
                  <a:cubicBezTo>
                    <a:pt x="5823" y="346"/>
                    <a:pt x="5900" y="270"/>
                    <a:pt x="5902" y="175"/>
                  </a:cubicBezTo>
                  <a:cubicBezTo>
                    <a:pt x="5903" y="79"/>
                    <a:pt x="5826" y="2"/>
                    <a:pt x="5730" y="1"/>
                  </a:cubicBezTo>
                  <a:cubicBezTo>
                    <a:pt x="5729" y="1"/>
                    <a:pt x="5728" y="1"/>
                    <a:pt x="5728" y="1"/>
                  </a:cubicBezTo>
                  <a:close/>
                  <a:moveTo>
                    <a:pt x="6241" y="1"/>
                  </a:moveTo>
                  <a:cubicBezTo>
                    <a:pt x="6147" y="1"/>
                    <a:pt x="6071" y="76"/>
                    <a:pt x="6070" y="170"/>
                  </a:cubicBezTo>
                  <a:cubicBezTo>
                    <a:pt x="6068" y="267"/>
                    <a:pt x="6144" y="344"/>
                    <a:pt x="6241" y="346"/>
                  </a:cubicBezTo>
                  <a:lnTo>
                    <a:pt x="6244" y="346"/>
                  </a:lnTo>
                  <a:cubicBezTo>
                    <a:pt x="6339" y="346"/>
                    <a:pt x="6415" y="270"/>
                    <a:pt x="6415" y="175"/>
                  </a:cubicBezTo>
                  <a:cubicBezTo>
                    <a:pt x="6417" y="79"/>
                    <a:pt x="6341" y="2"/>
                    <a:pt x="6244" y="1"/>
                  </a:cubicBezTo>
                  <a:cubicBezTo>
                    <a:pt x="6243" y="1"/>
                    <a:pt x="6242" y="1"/>
                    <a:pt x="6241" y="1"/>
                  </a:cubicBezTo>
                  <a:close/>
                  <a:moveTo>
                    <a:pt x="148" y="714"/>
                  </a:moveTo>
                  <a:cubicBezTo>
                    <a:pt x="66" y="724"/>
                    <a:pt x="8" y="797"/>
                    <a:pt x="17" y="879"/>
                  </a:cubicBezTo>
                  <a:cubicBezTo>
                    <a:pt x="26" y="947"/>
                    <a:pt x="80" y="1003"/>
                    <a:pt x="148" y="1010"/>
                  </a:cubicBezTo>
                  <a:lnTo>
                    <a:pt x="750" y="1010"/>
                  </a:lnTo>
                  <a:cubicBezTo>
                    <a:pt x="751" y="1010"/>
                    <a:pt x="752" y="1010"/>
                    <a:pt x="752" y="1010"/>
                  </a:cubicBezTo>
                  <a:cubicBezTo>
                    <a:pt x="832" y="1010"/>
                    <a:pt x="897" y="945"/>
                    <a:pt x="899" y="866"/>
                  </a:cubicBezTo>
                  <a:lnTo>
                    <a:pt x="899" y="863"/>
                  </a:lnTo>
                  <a:cubicBezTo>
                    <a:pt x="899" y="781"/>
                    <a:pt x="832" y="714"/>
                    <a:pt x="750" y="714"/>
                  </a:cubicBezTo>
                  <a:close/>
                  <a:moveTo>
                    <a:pt x="1405" y="711"/>
                  </a:moveTo>
                  <a:cubicBezTo>
                    <a:pt x="1330" y="711"/>
                    <a:pt x="1264" y="767"/>
                    <a:pt x="1255" y="843"/>
                  </a:cubicBezTo>
                  <a:cubicBezTo>
                    <a:pt x="1246" y="925"/>
                    <a:pt x="1304" y="1000"/>
                    <a:pt x="1386" y="1010"/>
                  </a:cubicBezTo>
                  <a:cubicBezTo>
                    <a:pt x="1392" y="1011"/>
                    <a:pt x="1397" y="1011"/>
                    <a:pt x="1403" y="1011"/>
                  </a:cubicBezTo>
                  <a:cubicBezTo>
                    <a:pt x="1409" y="1011"/>
                    <a:pt x="1415" y="1011"/>
                    <a:pt x="1421" y="1010"/>
                  </a:cubicBezTo>
                  <a:lnTo>
                    <a:pt x="2997" y="1010"/>
                  </a:lnTo>
                  <a:cubicBezTo>
                    <a:pt x="3078" y="1010"/>
                    <a:pt x="3145" y="946"/>
                    <a:pt x="3147" y="864"/>
                  </a:cubicBezTo>
                  <a:lnTo>
                    <a:pt x="3147" y="863"/>
                  </a:lnTo>
                  <a:cubicBezTo>
                    <a:pt x="3147" y="779"/>
                    <a:pt x="3080" y="712"/>
                    <a:pt x="2997" y="712"/>
                  </a:cubicBezTo>
                  <a:lnTo>
                    <a:pt x="1421" y="712"/>
                  </a:lnTo>
                  <a:cubicBezTo>
                    <a:pt x="1416" y="712"/>
                    <a:pt x="1410" y="711"/>
                    <a:pt x="1405" y="711"/>
                  </a:cubicBezTo>
                  <a:close/>
                  <a:moveTo>
                    <a:pt x="148" y="1400"/>
                  </a:moveTo>
                  <a:cubicBezTo>
                    <a:pt x="66" y="1411"/>
                    <a:pt x="8" y="1485"/>
                    <a:pt x="17" y="1567"/>
                  </a:cubicBezTo>
                  <a:cubicBezTo>
                    <a:pt x="26" y="1634"/>
                    <a:pt x="80" y="1689"/>
                    <a:pt x="148" y="1696"/>
                  </a:cubicBezTo>
                  <a:lnTo>
                    <a:pt x="750" y="1696"/>
                  </a:lnTo>
                  <a:cubicBezTo>
                    <a:pt x="751" y="1696"/>
                    <a:pt x="752" y="1696"/>
                    <a:pt x="752" y="1696"/>
                  </a:cubicBezTo>
                  <a:cubicBezTo>
                    <a:pt x="832" y="1696"/>
                    <a:pt x="897" y="1632"/>
                    <a:pt x="899" y="1552"/>
                  </a:cubicBezTo>
                  <a:lnTo>
                    <a:pt x="899" y="1549"/>
                  </a:lnTo>
                  <a:cubicBezTo>
                    <a:pt x="899" y="1467"/>
                    <a:pt x="832" y="1400"/>
                    <a:pt x="750" y="1400"/>
                  </a:cubicBezTo>
                  <a:close/>
                  <a:moveTo>
                    <a:pt x="1402" y="1399"/>
                  </a:moveTo>
                  <a:cubicBezTo>
                    <a:pt x="1328" y="1399"/>
                    <a:pt x="1264" y="1454"/>
                    <a:pt x="1255" y="1530"/>
                  </a:cubicBezTo>
                  <a:cubicBezTo>
                    <a:pt x="1246" y="1612"/>
                    <a:pt x="1304" y="1686"/>
                    <a:pt x="1386" y="1696"/>
                  </a:cubicBezTo>
                  <a:cubicBezTo>
                    <a:pt x="1392" y="1697"/>
                    <a:pt x="1397" y="1698"/>
                    <a:pt x="1403" y="1698"/>
                  </a:cubicBezTo>
                  <a:cubicBezTo>
                    <a:pt x="1409" y="1698"/>
                    <a:pt x="1415" y="1697"/>
                    <a:pt x="1421" y="1696"/>
                  </a:cubicBezTo>
                  <a:lnTo>
                    <a:pt x="2997" y="1696"/>
                  </a:lnTo>
                  <a:cubicBezTo>
                    <a:pt x="3078" y="1696"/>
                    <a:pt x="3145" y="1632"/>
                    <a:pt x="3147" y="1551"/>
                  </a:cubicBezTo>
                  <a:lnTo>
                    <a:pt x="3147" y="1549"/>
                  </a:lnTo>
                  <a:cubicBezTo>
                    <a:pt x="3147" y="1466"/>
                    <a:pt x="3080" y="1400"/>
                    <a:pt x="2997" y="1400"/>
                  </a:cubicBezTo>
                  <a:lnTo>
                    <a:pt x="1421" y="1400"/>
                  </a:lnTo>
                  <a:cubicBezTo>
                    <a:pt x="1415" y="1399"/>
                    <a:pt x="1409" y="1399"/>
                    <a:pt x="1402" y="1399"/>
                  </a:cubicBezTo>
                  <a:close/>
                  <a:moveTo>
                    <a:pt x="3668" y="1373"/>
                  </a:moveTo>
                  <a:cubicBezTo>
                    <a:pt x="3573" y="1373"/>
                    <a:pt x="3497" y="1450"/>
                    <a:pt x="3495" y="1545"/>
                  </a:cubicBezTo>
                  <a:cubicBezTo>
                    <a:pt x="3494" y="1640"/>
                    <a:pt x="3571" y="1717"/>
                    <a:pt x="3667" y="1719"/>
                  </a:cubicBezTo>
                  <a:lnTo>
                    <a:pt x="3668" y="1719"/>
                  </a:lnTo>
                  <a:cubicBezTo>
                    <a:pt x="3763" y="1719"/>
                    <a:pt x="3839" y="1643"/>
                    <a:pt x="3841" y="1549"/>
                  </a:cubicBezTo>
                  <a:cubicBezTo>
                    <a:pt x="3842" y="1452"/>
                    <a:pt x="3766" y="1375"/>
                    <a:pt x="3671" y="1373"/>
                  </a:cubicBezTo>
                  <a:cubicBezTo>
                    <a:pt x="3670" y="1373"/>
                    <a:pt x="3669" y="1373"/>
                    <a:pt x="3668" y="1373"/>
                  </a:cubicBezTo>
                  <a:close/>
                  <a:moveTo>
                    <a:pt x="4182" y="1373"/>
                  </a:moveTo>
                  <a:cubicBezTo>
                    <a:pt x="4088" y="1373"/>
                    <a:pt x="4011" y="1450"/>
                    <a:pt x="4009" y="1545"/>
                  </a:cubicBezTo>
                  <a:cubicBezTo>
                    <a:pt x="4009" y="1640"/>
                    <a:pt x="4085" y="1717"/>
                    <a:pt x="4180" y="1719"/>
                  </a:cubicBezTo>
                  <a:lnTo>
                    <a:pt x="4185" y="1719"/>
                  </a:lnTo>
                  <a:cubicBezTo>
                    <a:pt x="4279" y="1719"/>
                    <a:pt x="4355" y="1643"/>
                    <a:pt x="4355" y="1549"/>
                  </a:cubicBezTo>
                  <a:cubicBezTo>
                    <a:pt x="4356" y="1452"/>
                    <a:pt x="4280" y="1375"/>
                    <a:pt x="4185" y="1373"/>
                  </a:cubicBezTo>
                  <a:cubicBezTo>
                    <a:pt x="4184" y="1373"/>
                    <a:pt x="4183" y="1373"/>
                    <a:pt x="4182" y="1373"/>
                  </a:cubicBezTo>
                  <a:close/>
                  <a:moveTo>
                    <a:pt x="4697" y="1373"/>
                  </a:moveTo>
                  <a:cubicBezTo>
                    <a:pt x="4603" y="1373"/>
                    <a:pt x="4527" y="1450"/>
                    <a:pt x="4526" y="1545"/>
                  </a:cubicBezTo>
                  <a:cubicBezTo>
                    <a:pt x="4524" y="1640"/>
                    <a:pt x="4600" y="1717"/>
                    <a:pt x="4697" y="1719"/>
                  </a:cubicBezTo>
                  <a:lnTo>
                    <a:pt x="4698" y="1719"/>
                  </a:lnTo>
                  <a:cubicBezTo>
                    <a:pt x="4792" y="1719"/>
                    <a:pt x="4870" y="1643"/>
                    <a:pt x="4871" y="1549"/>
                  </a:cubicBezTo>
                  <a:cubicBezTo>
                    <a:pt x="4873" y="1452"/>
                    <a:pt x="4795" y="1375"/>
                    <a:pt x="4700" y="1373"/>
                  </a:cubicBezTo>
                  <a:cubicBezTo>
                    <a:pt x="4699" y="1373"/>
                    <a:pt x="4698" y="1373"/>
                    <a:pt x="4697" y="1373"/>
                  </a:cubicBezTo>
                  <a:close/>
                  <a:moveTo>
                    <a:pt x="5211" y="1373"/>
                  </a:moveTo>
                  <a:cubicBezTo>
                    <a:pt x="5117" y="1373"/>
                    <a:pt x="5041" y="1450"/>
                    <a:pt x="5039" y="1545"/>
                  </a:cubicBezTo>
                  <a:cubicBezTo>
                    <a:pt x="5038" y="1640"/>
                    <a:pt x="5115" y="1717"/>
                    <a:pt x="5211" y="1719"/>
                  </a:cubicBezTo>
                  <a:lnTo>
                    <a:pt x="5215" y="1719"/>
                  </a:lnTo>
                  <a:cubicBezTo>
                    <a:pt x="5309" y="1719"/>
                    <a:pt x="5385" y="1643"/>
                    <a:pt x="5385" y="1549"/>
                  </a:cubicBezTo>
                  <a:cubicBezTo>
                    <a:pt x="5386" y="1452"/>
                    <a:pt x="5310" y="1375"/>
                    <a:pt x="5214" y="1373"/>
                  </a:cubicBezTo>
                  <a:cubicBezTo>
                    <a:pt x="5213" y="1373"/>
                    <a:pt x="5212" y="1373"/>
                    <a:pt x="5211" y="1373"/>
                  </a:cubicBezTo>
                  <a:close/>
                  <a:moveTo>
                    <a:pt x="5728" y="1373"/>
                  </a:moveTo>
                  <a:cubicBezTo>
                    <a:pt x="5634" y="1373"/>
                    <a:pt x="5556" y="1450"/>
                    <a:pt x="5556" y="1545"/>
                  </a:cubicBezTo>
                  <a:cubicBezTo>
                    <a:pt x="5555" y="1640"/>
                    <a:pt x="5631" y="1717"/>
                    <a:pt x="5726" y="1719"/>
                  </a:cubicBezTo>
                  <a:lnTo>
                    <a:pt x="5729" y="1719"/>
                  </a:lnTo>
                  <a:cubicBezTo>
                    <a:pt x="5823" y="1719"/>
                    <a:pt x="5900" y="1643"/>
                    <a:pt x="5902" y="1549"/>
                  </a:cubicBezTo>
                  <a:cubicBezTo>
                    <a:pt x="5902" y="1452"/>
                    <a:pt x="5826" y="1375"/>
                    <a:pt x="5730" y="1373"/>
                  </a:cubicBezTo>
                  <a:cubicBezTo>
                    <a:pt x="5729" y="1373"/>
                    <a:pt x="5728" y="1373"/>
                    <a:pt x="5728" y="1373"/>
                  </a:cubicBezTo>
                  <a:close/>
                  <a:moveTo>
                    <a:pt x="6241" y="1373"/>
                  </a:moveTo>
                  <a:cubicBezTo>
                    <a:pt x="6147" y="1373"/>
                    <a:pt x="6071" y="1450"/>
                    <a:pt x="6070" y="1545"/>
                  </a:cubicBezTo>
                  <a:cubicBezTo>
                    <a:pt x="6068" y="1640"/>
                    <a:pt x="6144" y="1717"/>
                    <a:pt x="6239" y="1719"/>
                  </a:cubicBezTo>
                  <a:lnTo>
                    <a:pt x="6244" y="1719"/>
                  </a:lnTo>
                  <a:cubicBezTo>
                    <a:pt x="6339" y="1719"/>
                    <a:pt x="6415" y="1643"/>
                    <a:pt x="6415" y="1549"/>
                  </a:cubicBezTo>
                  <a:cubicBezTo>
                    <a:pt x="6417" y="1452"/>
                    <a:pt x="6339" y="1375"/>
                    <a:pt x="6244" y="1373"/>
                  </a:cubicBezTo>
                  <a:cubicBezTo>
                    <a:pt x="6243" y="1373"/>
                    <a:pt x="6242" y="1373"/>
                    <a:pt x="6241" y="1373"/>
                  </a:cubicBezTo>
                  <a:close/>
                  <a:moveTo>
                    <a:pt x="1421" y="2087"/>
                  </a:moveTo>
                  <a:cubicBezTo>
                    <a:pt x="1338" y="2087"/>
                    <a:pt x="1272" y="2154"/>
                    <a:pt x="1272" y="2235"/>
                  </a:cubicBezTo>
                  <a:cubicBezTo>
                    <a:pt x="1272" y="2317"/>
                    <a:pt x="1338" y="2383"/>
                    <a:pt x="1418" y="2383"/>
                  </a:cubicBezTo>
                  <a:lnTo>
                    <a:pt x="2997" y="2383"/>
                  </a:lnTo>
                  <a:cubicBezTo>
                    <a:pt x="2998" y="2383"/>
                    <a:pt x="2998" y="2383"/>
                    <a:pt x="2999" y="2383"/>
                  </a:cubicBezTo>
                  <a:cubicBezTo>
                    <a:pt x="3080" y="2383"/>
                    <a:pt x="3146" y="2318"/>
                    <a:pt x="3147" y="2237"/>
                  </a:cubicBezTo>
                  <a:lnTo>
                    <a:pt x="3147" y="2235"/>
                  </a:lnTo>
                  <a:cubicBezTo>
                    <a:pt x="3147" y="2154"/>
                    <a:pt x="3080" y="2087"/>
                    <a:pt x="2997" y="2087"/>
                  </a:cubicBezTo>
                  <a:close/>
                  <a:moveTo>
                    <a:pt x="148" y="2087"/>
                  </a:moveTo>
                  <a:cubicBezTo>
                    <a:pt x="66" y="2088"/>
                    <a:pt x="1" y="2155"/>
                    <a:pt x="1" y="2235"/>
                  </a:cubicBezTo>
                  <a:cubicBezTo>
                    <a:pt x="1" y="2317"/>
                    <a:pt x="66" y="2383"/>
                    <a:pt x="148" y="2383"/>
                  </a:cubicBezTo>
                  <a:lnTo>
                    <a:pt x="750" y="2383"/>
                  </a:lnTo>
                  <a:cubicBezTo>
                    <a:pt x="751" y="2383"/>
                    <a:pt x="752" y="2383"/>
                    <a:pt x="753" y="2383"/>
                  </a:cubicBezTo>
                  <a:cubicBezTo>
                    <a:pt x="832" y="2383"/>
                    <a:pt x="897" y="2319"/>
                    <a:pt x="899" y="2238"/>
                  </a:cubicBezTo>
                  <a:lnTo>
                    <a:pt x="899" y="2235"/>
                  </a:lnTo>
                  <a:cubicBezTo>
                    <a:pt x="899" y="2154"/>
                    <a:pt x="832" y="2087"/>
                    <a:pt x="750" y="2087"/>
                  </a:cubicBezTo>
                  <a:close/>
                  <a:moveTo>
                    <a:pt x="1419" y="2774"/>
                  </a:moveTo>
                  <a:cubicBezTo>
                    <a:pt x="1338" y="2774"/>
                    <a:pt x="1272" y="2839"/>
                    <a:pt x="1271" y="2920"/>
                  </a:cubicBezTo>
                  <a:lnTo>
                    <a:pt x="1271" y="2922"/>
                  </a:lnTo>
                  <a:cubicBezTo>
                    <a:pt x="1271" y="3004"/>
                    <a:pt x="1338" y="3071"/>
                    <a:pt x="1421" y="3071"/>
                  </a:cubicBezTo>
                  <a:lnTo>
                    <a:pt x="2997" y="3071"/>
                  </a:lnTo>
                  <a:cubicBezTo>
                    <a:pt x="3080" y="3071"/>
                    <a:pt x="3147" y="3005"/>
                    <a:pt x="3147" y="2922"/>
                  </a:cubicBezTo>
                  <a:cubicBezTo>
                    <a:pt x="3147" y="2921"/>
                    <a:pt x="3147" y="2921"/>
                    <a:pt x="3147" y="2920"/>
                  </a:cubicBezTo>
                  <a:lnTo>
                    <a:pt x="3147" y="2920"/>
                  </a:lnTo>
                  <a:cubicBezTo>
                    <a:pt x="3146" y="2839"/>
                    <a:pt x="3079" y="2774"/>
                    <a:pt x="3000" y="2774"/>
                  </a:cubicBezTo>
                  <a:lnTo>
                    <a:pt x="1421" y="2774"/>
                  </a:lnTo>
                  <a:cubicBezTo>
                    <a:pt x="1420" y="2774"/>
                    <a:pt x="1419" y="2774"/>
                    <a:pt x="1419" y="2774"/>
                  </a:cubicBezTo>
                  <a:close/>
                  <a:moveTo>
                    <a:pt x="148" y="2776"/>
                  </a:moveTo>
                  <a:cubicBezTo>
                    <a:pt x="66" y="2776"/>
                    <a:pt x="1" y="2841"/>
                    <a:pt x="1" y="2923"/>
                  </a:cubicBezTo>
                  <a:cubicBezTo>
                    <a:pt x="1" y="3004"/>
                    <a:pt x="66" y="3071"/>
                    <a:pt x="148" y="3072"/>
                  </a:cubicBezTo>
                  <a:lnTo>
                    <a:pt x="750" y="3072"/>
                  </a:lnTo>
                  <a:cubicBezTo>
                    <a:pt x="832" y="3072"/>
                    <a:pt x="899" y="3005"/>
                    <a:pt x="899" y="2923"/>
                  </a:cubicBezTo>
                  <a:cubicBezTo>
                    <a:pt x="899" y="2841"/>
                    <a:pt x="833" y="2776"/>
                    <a:pt x="751" y="2776"/>
                  </a:cubicBezTo>
                  <a:close/>
                  <a:moveTo>
                    <a:pt x="5430" y="3348"/>
                  </a:moveTo>
                  <a:cubicBezTo>
                    <a:pt x="5334" y="3348"/>
                    <a:pt x="5255" y="3424"/>
                    <a:pt x="5255" y="3519"/>
                  </a:cubicBezTo>
                  <a:cubicBezTo>
                    <a:pt x="5254" y="3614"/>
                    <a:pt x="5330" y="3693"/>
                    <a:pt x="5425" y="3693"/>
                  </a:cubicBezTo>
                  <a:lnTo>
                    <a:pt x="5428" y="3693"/>
                  </a:lnTo>
                  <a:cubicBezTo>
                    <a:pt x="5522" y="3693"/>
                    <a:pt x="5599" y="3617"/>
                    <a:pt x="5601" y="3523"/>
                  </a:cubicBezTo>
                  <a:cubicBezTo>
                    <a:pt x="5601" y="3428"/>
                    <a:pt x="5525" y="3349"/>
                    <a:pt x="5430" y="3348"/>
                  </a:cubicBezTo>
                  <a:close/>
                  <a:moveTo>
                    <a:pt x="5943" y="3348"/>
                  </a:moveTo>
                  <a:cubicBezTo>
                    <a:pt x="5848" y="3348"/>
                    <a:pt x="5770" y="3424"/>
                    <a:pt x="5769" y="3519"/>
                  </a:cubicBezTo>
                  <a:cubicBezTo>
                    <a:pt x="5768" y="3614"/>
                    <a:pt x="5843" y="3693"/>
                    <a:pt x="5939" y="3693"/>
                  </a:cubicBezTo>
                  <a:lnTo>
                    <a:pt x="5943" y="3693"/>
                  </a:lnTo>
                  <a:cubicBezTo>
                    <a:pt x="6038" y="3693"/>
                    <a:pt x="6114" y="3617"/>
                    <a:pt x="6114" y="3523"/>
                  </a:cubicBezTo>
                  <a:cubicBezTo>
                    <a:pt x="6116" y="3428"/>
                    <a:pt x="6038" y="3349"/>
                    <a:pt x="5943" y="3348"/>
                  </a:cubicBezTo>
                  <a:close/>
                  <a:moveTo>
                    <a:pt x="6460" y="3348"/>
                  </a:moveTo>
                  <a:cubicBezTo>
                    <a:pt x="6365" y="3348"/>
                    <a:pt x="6286" y="3424"/>
                    <a:pt x="6284" y="3519"/>
                  </a:cubicBezTo>
                  <a:cubicBezTo>
                    <a:pt x="6284" y="3614"/>
                    <a:pt x="6360" y="3693"/>
                    <a:pt x="6455" y="3693"/>
                  </a:cubicBezTo>
                  <a:lnTo>
                    <a:pt x="6457" y="3693"/>
                  </a:lnTo>
                  <a:cubicBezTo>
                    <a:pt x="6552" y="3693"/>
                    <a:pt x="6630" y="3617"/>
                    <a:pt x="6630" y="3523"/>
                  </a:cubicBezTo>
                  <a:cubicBezTo>
                    <a:pt x="6631" y="3428"/>
                    <a:pt x="6555" y="3349"/>
                    <a:pt x="6460" y="3348"/>
                  </a:cubicBezTo>
                  <a:close/>
                  <a:moveTo>
                    <a:pt x="6975" y="3348"/>
                  </a:moveTo>
                  <a:cubicBezTo>
                    <a:pt x="6880" y="3348"/>
                    <a:pt x="6802" y="3424"/>
                    <a:pt x="6801" y="3519"/>
                  </a:cubicBezTo>
                  <a:cubicBezTo>
                    <a:pt x="6799" y="3614"/>
                    <a:pt x="6877" y="3693"/>
                    <a:pt x="6972" y="3693"/>
                  </a:cubicBezTo>
                  <a:lnTo>
                    <a:pt x="6974" y="3693"/>
                  </a:lnTo>
                  <a:cubicBezTo>
                    <a:pt x="7069" y="3693"/>
                    <a:pt x="7145" y="3617"/>
                    <a:pt x="7146" y="3523"/>
                  </a:cubicBezTo>
                  <a:cubicBezTo>
                    <a:pt x="7148" y="3428"/>
                    <a:pt x="7072" y="3349"/>
                    <a:pt x="6975" y="3348"/>
                  </a:cubicBezTo>
                  <a:close/>
                  <a:moveTo>
                    <a:pt x="7490" y="3348"/>
                  </a:moveTo>
                  <a:cubicBezTo>
                    <a:pt x="7393" y="3348"/>
                    <a:pt x="7316" y="3424"/>
                    <a:pt x="7315" y="3519"/>
                  </a:cubicBezTo>
                  <a:cubicBezTo>
                    <a:pt x="7313" y="3614"/>
                    <a:pt x="7390" y="3693"/>
                    <a:pt x="7486" y="3693"/>
                  </a:cubicBezTo>
                  <a:lnTo>
                    <a:pt x="7490" y="3693"/>
                  </a:lnTo>
                  <a:cubicBezTo>
                    <a:pt x="7584" y="3693"/>
                    <a:pt x="7660" y="3617"/>
                    <a:pt x="7660" y="3523"/>
                  </a:cubicBezTo>
                  <a:cubicBezTo>
                    <a:pt x="7661" y="3428"/>
                    <a:pt x="7585" y="3349"/>
                    <a:pt x="7490" y="3348"/>
                  </a:cubicBezTo>
                  <a:close/>
                  <a:moveTo>
                    <a:pt x="8005" y="3348"/>
                  </a:moveTo>
                  <a:cubicBezTo>
                    <a:pt x="7910" y="3348"/>
                    <a:pt x="7833" y="3424"/>
                    <a:pt x="7831" y="3519"/>
                  </a:cubicBezTo>
                  <a:cubicBezTo>
                    <a:pt x="7830" y="3614"/>
                    <a:pt x="7906" y="3693"/>
                    <a:pt x="8001" y="3693"/>
                  </a:cubicBezTo>
                  <a:lnTo>
                    <a:pt x="8004" y="3693"/>
                  </a:lnTo>
                  <a:cubicBezTo>
                    <a:pt x="8098" y="3693"/>
                    <a:pt x="8175" y="3617"/>
                    <a:pt x="8177" y="3523"/>
                  </a:cubicBezTo>
                  <a:cubicBezTo>
                    <a:pt x="8178" y="3428"/>
                    <a:pt x="8101" y="3349"/>
                    <a:pt x="8005" y="3348"/>
                  </a:cubicBezTo>
                  <a:close/>
                  <a:moveTo>
                    <a:pt x="3308" y="3461"/>
                  </a:moveTo>
                  <a:cubicBezTo>
                    <a:pt x="3226" y="3471"/>
                    <a:pt x="3168" y="3546"/>
                    <a:pt x="3178" y="3628"/>
                  </a:cubicBezTo>
                  <a:cubicBezTo>
                    <a:pt x="3186" y="3696"/>
                    <a:pt x="3239" y="3750"/>
                    <a:pt x="3308" y="3757"/>
                  </a:cubicBezTo>
                  <a:lnTo>
                    <a:pt x="4886" y="3757"/>
                  </a:lnTo>
                  <a:cubicBezTo>
                    <a:pt x="4968" y="3757"/>
                    <a:pt x="5033" y="3690"/>
                    <a:pt x="5033" y="3608"/>
                  </a:cubicBezTo>
                  <a:lnTo>
                    <a:pt x="5036" y="3608"/>
                  </a:lnTo>
                  <a:cubicBezTo>
                    <a:pt x="5036" y="3528"/>
                    <a:pt x="4969" y="3461"/>
                    <a:pt x="4889" y="3461"/>
                  </a:cubicBezTo>
                  <a:close/>
                  <a:moveTo>
                    <a:pt x="148" y="3462"/>
                  </a:moveTo>
                  <a:cubicBezTo>
                    <a:pt x="66" y="3471"/>
                    <a:pt x="7" y="3546"/>
                    <a:pt x="17" y="3628"/>
                  </a:cubicBezTo>
                  <a:cubicBezTo>
                    <a:pt x="26" y="3696"/>
                    <a:pt x="80" y="3750"/>
                    <a:pt x="148" y="3759"/>
                  </a:cubicBezTo>
                  <a:lnTo>
                    <a:pt x="750" y="3759"/>
                  </a:lnTo>
                  <a:cubicBezTo>
                    <a:pt x="832" y="3759"/>
                    <a:pt x="899" y="3692"/>
                    <a:pt x="899" y="3610"/>
                  </a:cubicBezTo>
                  <a:cubicBezTo>
                    <a:pt x="899" y="3528"/>
                    <a:pt x="833" y="3462"/>
                    <a:pt x="751" y="3462"/>
                  </a:cubicBezTo>
                  <a:close/>
                  <a:moveTo>
                    <a:pt x="148" y="4149"/>
                  </a:moveTo>
                  <a:cubicBezTo>
                    <a:pt x="66" y="4159"/>
                    <a:pt x="7" y="4232"/>
                    <a:pt x="17" y="4314"/>
                  </a:cubicBezTo>
                  <a:cubicBezTo>
                    <a:pt x="26" y="4382"/>
                    <a:pt x="80" y="4438"/>
                    <a:pt x="148" y="4445"/>
                  </a:cubicBezTo>
                  <a:lnTo>
                    <a:pt x="750" y="4445"/>
                  </a:lnTo>
                  <a:cubicBezTo>
                    <a:pt x="832" y="4445"/>
                    <a:pt x="899" y="4378"/>
                    <a:pt x="899" y="4296"/>
                  </a:cubicBezTo>
                  <a:cubicBezTo>
                    <a:pt x="899" y="4214"/>
                    <a:pt x="833" y="4149"/>
                    <a:pt x="751" y="4149"/>
                  </a:cubicBezTo>
                  <a:close/>
                  <a:moveTo>
                    <a:pt x="3308" y="4147"/>
                  </a:moveTo>
                  <a:cubicBezTo>
                    <a:pt x="3226" y="4158"/>
                    <a:pt x="3168" y="4232"/>
                    <a:pt x="3178" y="4314"/>
                  </a:cubicBezTo>
                  <a:cubicBezTo>
                    <a:pt x="3186" y="4382"/>
                    <a:pt x="3239" y="4436"/>
                    <a:pt x="3308" y="4445"/>
                  </a:cubicBezTo>
                  <a:lnTo>
                    <a:pt x="4886" y="4445"/>
                  </a:lnTo>
                  <a:cubicBezTo>
                    <a:pt x="4968" y="4444"/>
                    <a:pt x="5033" y="4377"/>
                    <a:pt x="5033" y="4295"/>
                  </a:cubicBezTo>
                  <a:lnTo>
                    <a:pt x="5036" y="4295"/>
                  </a:lnTo>
                  <a:cubicBezTo>
                    <a:pt x="5036" y="4214"/>
                    <a:pt x="4969" y="4147"/>
                    <a:pt x="4889" y="4147"/>
                  </a:cubicBezTo>
                  <a:close/>
                  <a:moveTo>
                    <a:pt x="5942" y="4767"/>
                  </a:moveTo>
                  <a:cubicBezTo>
                    <a:pt x="5846" y="4767"/>
                    <a:pt x="5769" y="4844"/>
                    <a:pt x="5769" y="4939"/>
                  </a:cubicBezTo>
                  <a:cubicBezTo>
                    <a:pt x="5769" y="5035"/>
                    <a:pt x="5846" y="5112"/>
                    <a:pt x="5942" y="5112"/>
                  </a:cubicBezTo>
                  <a:lnTo>
                    <a:pt x="5943" y="5112"/>
                  </a:lnTo>
                  <a:cubicBezTo>
                    <a:pt x="6037" y="5112"/>
                    <a:pt x="6114" y="5036"/>
                    <a:pt x="6114" y="4941"/>
                  </a:cubicBezTo>
                  <a:lnTo>
                    <a:pt x="6114" y="4939"/>
                  </a:lnTo>
                  <a:cubicBezTo>
                    <a:pt x="6114" y="4844"/>
                    <a:pt x="6037" y="4767"/>
                    <a:pt x="5942" y="4767"/>
                  </a:cubicBezTo>
                  <a:close/>
                  <a:moveTo>
                    <a:pt x="7487" y="4767"/>
                  </a:moveTo>
                  <a:cubicBezTo>
                    <a:pt x="7392" y="4767"/>
                    <a:pt x="7315" y="4844"/>
                    <a:pt x="7315" y="4939"/>
                  </a:cubicBezTo>
                  <a:cubicBezTo>
                    <a:pt x="7315" y="5035"/>
                    <a:pt x="7392" y="5112"/>
                    <a:pt x="7487" y="5112"/>
                  </a:cubicBezTo>
                  <a:lnTo>
                    <a:pt x="7490" y="5112"/>
                  </a:lnTo>
                  <a:cubicBezTo>
                    <a:pt x="7584" y="5112"/>
                    <a:pt x="7660" y="5036"/>
                    <a:pt x="7660" y="4941"/>
                  </a:cubicBezTo>
                  <a:lnTo>
                    <a:pt x="7660" y="4939"/>
                  </a:lnTo>
                  <a:cubicBezTo>
                    <a:pt x="7660" y="4844"/>
                    <a:pt x="7583" y="4767"/>
                    <a:pt x="7487" y="4767"/>
                  </a:cubicBezTo>
                  <a:close/>
                  <a:moveTo>
                    <a:pt x="5428" y="4767"/>
                  </a:moveTo>
                  <a:cubicBezTo>
                    <a:pt x="5333" y="4767"/>
                    <a:pt x="5255" y="4844"/>
                    <a:pt x="5255" y="4939"/>
                  </a:cubicBezTo>
                  <a:cubicBezTo>
                    <a:pt x="5255" y="5035"/>
                    <a:pt x="5333" y="5112"/>
                    <a:pt x="5428" y="5112"/>
                  </a:cubicBezTo>
                  <a:cubicBezTo>
                    <a:pt x="5429" y="5112"/>
                    <a:pt x="5430" y="5112"/>
                    <a:pt x="5431" y="5112"/>
                  </a:cubicBezTo>
                  <a:cubicBezTo>
                    <a:pt x="5523" y="5112"/>
                    <a:pt x="5599" y="5037"/>
                    <a:pt x="5601" y="4944"/>
                  </a:cubicBezTo>
                  <a:lnTo>
                    <a:pt x="5601" y="4939"/>
                  </a:lnTo>
                  <a:cubicBezTo>
                    <a:pt x="5601" y="4844"/>
                    <a:pt x="5523" y="4767"/>
                    <a:pt x="5428" y="4767"/>
                  </a:cubicBezTo>
                  <a:close/>
                  <a:moveTo>
                    <a:pt x="6457" y="4767"/>
                  </a:moveTo>
                  <a:cubicBezTo>
                    <a:pt x="6362" y="4767"/>
                    <a:pt x="6284" y="4844"/>
                    <a:pt x="6284" y="4939"/>
                  </a:cubicBezTo>
                  <a:cubicBezTo>
                    <a:pt x="6284" y="5035"/>
                    <a:pt x="6362" y="5112"/>
                    <a:pt x="6457" y="5112"/>
                  </a:cubicBezTo>
                  <a:cubicBezTo>
                    <a:pt x="6458" y="5112"/>
                    <a:pt x="6459" y="5112"/>
                    <a:pt x="6460" y="5112"/>
                  </a:cubicBezTo>
                  <a:cubicBezTo>
                    <a:pt x="6554" y="5112"/>
                    <a:pt x="6630" y="5037"/>
                    <a:pt x="6630" y="4944"/>
                  </a:cubicBezTo>
                  <a:lnTo>
                    <a:pt x="6630" y="4939"/>
                  </a:lnTo>
                  <a:cubicBezTo>
                    <a:pt x="6630" y="4844"/>
                    <a:pt x="6552" y="4767"/>
                    <a:pt x="6457" y="4767"/>
                  </a:cubicBezTo>
                  <a:close/>
                  <a:moveTo>
                    <a:pt x="6974" y="4767"/>
                  </a:moveTo>
                  <a:cubicBezTo>
                    <a:pt x="6878" y="4767"/>
                    <a:pt x="6801" y="4844"/>
                    <a:pt x="6801" y="4939"/>
                  </a:cubicBezTo>
                  <a:cubicBezTo>
                    <a:pt x="6801" y="5035"/>
                    <a:pt x="6878" y="5112"/>
                    <a:pt x="6974" y="5112"/>
                  </a:cubicBezTo>
                  <a:cubicBezTo>
                    <a:pt x="6974" y="5112"/>
                    <a:pt x="6975" y="5112"/>
                    <a:pt x="6976" y="5112"/>
                  </a:cubicBezTo>
                  <a:cubicBezTo>
                    <a:pt x="7069" y="5112"/>
                    <a:pt x="7145" y="5037"/>
                    <a:pt x="7146" y="4944"/>
                  </a:cubicBezTo>
                  <a:lnTo>
                    <a:pt x="7146" y="4939"/>
                  </a:lnTo>
                  <a:cubicBezTo>
                    <a:pt x="7146" y="4844"/>
                    <a:pt x="7069" y="4767"/>
                    <a:pt x="6974" y="4767"/>
                  </a:cubicBezTo>
                  <a:close/>
                  <a:moveTo>
                    <a:pt x="8004" y="4767"/>
                  </a:moveTo>
                  <a:cubicBezTo>
                    <a:pt x="7909" y="4767"/>
                    <a:pt x="7831" y="4844"/>
                    <a:pt x="7831" y="4939"/>
                  </a:cubicBezTo>
                  <a:cubicBezTo>
                    <a:pt x="7831" y="5035"/>
                    <a:pt x="7909" y="5112"/>
                    <a:pt x="8004" y="5112"/>
                  </a:cubicBezTo>
                  <a:cubicBezTo>
                    <a:pt x="8005" y="5112"/>
                    <a:pt x="8006" y="5112"/>
                    <a:pt x="8007" y="5112"/>
                  </a:cubicBezTo>
                  <a:cubicBezTo>
                    <a:pt x="8099" y="5112"/>
                    <a:pt x="8175" y="5037"/>
                    <a:pt x="8177" y="4944"/>
                  </a:cubicBezTo>
                  <a:lnTo>
                    <a:pt x="8177" y="4939"/>
                  </a:lnTo>
                  <a:cubicBezTo>
                    <a:pt x="8177" y="4844"/>
                    <a:pt x="8099" y="4767"/>
                    <a:pt x="8004" y="4767"/>
                  </a:cubicBezTo>
                  <a:close/>
                  <a:moveTo>
                    <a:pt x="148" y="4835"/>
                  </a:moveTo>
                  <a:cubicBezTo>
                    <a:pt x="66" y="4846"/>
                    <a:pt x="7" y="4920"/>
                    <a:pt x="17" y="5002"/>
                  </a:cubicBezTo>
                  <a:cubicBezTo>
                    <a:pt x="26" y="5069"/>
                    <a:pt x="80" y="5124"/>
                    <a:pt x="148" y="5131"/>
                  </a:cubicBezTo>
                  <a:lnTo>
                    <a:pt x="750" y="5131"/>
                  </a:lnTo>
                  <a:cubicBezTo>
                    <a:pt x="832" y="5131"/>
                    <a:pt x="899" y="5064"/>
                    <a:pt x="899" y="4983"/>
                  </a:cubicBezTo>
                  <a:cubicBezTo>
                    <a:pt x="899" y="4901"/>
                    <a:pt x="833" y="4835"/>
                    <a:pt x="751" y="4835"/>
                  </a:cubicBezTo>
                  <a:close/>
                  <a:moveTo>
                    <a:pt x="3308" y="4835"/>
                  </a:moveTo>
                  <a:cubicBezTo>
                    <a:pt x="3226" y="4844"/>
                    <a:pt x="3168" y="4918"/>
                    <a:pt x="3178" y="5000"/>
                  </a:cubicBezTo>
                  <a:cubicBezTo>
                    <a:pt x="3186" y="5069"/>
                    <a:pt x="3239" y="5122"/>
                    <a:pt x="3308" y="5131"/>
                  </a:cubicBezTo>
                  <a:lnTo>
                    <a:pt x="4886" y="5131"/>
                  </a:lnTo>
                  <a:cubicBezTo>
                    <a:pt x="4968" y="5130"/>
                    <a:pt x="5033" y="5063"/>
                    <a:pt x="5033" y="4981"/>
                  </a:cubicBezTo>
                  <a:lnTo>
                    <a:pt x="5036" y="4981"/>
                  </a:lnTo>
                  <a:cubicBezTo>
                    <a:pt x="5036" y="4901"/>
                    <a:pt x="4969" y="4835"/>
                    <a:pt x="4889"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93;p40">
              <a:extLst>
                <a:ext uri="{FF2B5EF4-FFF2-40B4-BE49-F238E27FC236}">
                  <a16:creationId xmlns:a16="http://schemas.microsoft.com/office/drawing/2014/main" id="{15B582A2-5EE1-3E4E-3806-6735DDB13C13}"/>
                </a:ext>
              </a:extLst>
            </p:cNvPr>
            <p:cNvSpPr/>
            <p:nvPr/>
          </p:nvSpPr>
          <p:spPr>
            <a:xfrm>
              <a:off x="4324225" y="4941225"/>
              <a:ext cx="204325" cy="128250"/>
            </a:xfrm>
            <a:custGeom>
              <a:avLst/>
              <a:gdLst/>
              <a:ahLst/>
              <a:cxnLst/>
              <a:rect l="l" t="t" r="r" b="b"/>
              <a:pathLst>
                <a:path w="8173" h="5130" extrusionOk="0">
                  <a:moveTo>
                    <a:pt x="762" y="26"/>
                  </a:moveTo>
                  <a:cubicBezTo>
                    <a:pt x="756" y="26"/>
                    <a:pt x="750" y="26"/>
                    <a:pt x="744" y="27"/>
                  </a:cubicBezTo>
                  <a:lnTo>
                    <a:pt x="142" y="27"/>
                  </a:lnTo>
                  <a:cubicBezTo>
                    <a:pt x="74" y="34"/>
                    <a:pt x="20" y="90"/>
                    <a:pt x="11" y="158"/>
                  </a:cubicBezTo>
                  <a:cubicBezTo>
                    <a:pt x="2" y="240"/>
                    <a:pt x="60" y="313"/>
                    <a:pt x="142" y="323"/>
                  </a:cubicBezTo>
                  <a:lnTo>
                    <a:pt x="744" y="323"/>
                  </a:lnTo>
                  <a:cubicBezTo>
                    <a:pt x="750" y="324"/>
                    <a:pt x="756" y="324"/>
                    <a:pt x="762" y="324"/>
                  </a:cubicBezTo>
                  <a:cubicBezTo>
                    <a:pt x="768" y="324"/>
                    <a:pt x="774" y="324"/>
                    <a:pt x="780" y="323"/>
                  </a:cubicBezTo>
                  <a:cubicBezTo>
                    <a:pt x="861" y="313"/>
                    <a:pt x="920" y="240"/>
                    <a:pt x="909" y="158"/>
                  </a:cubicBezTo>
                  <a:cubicBezTo>
                    <a:pt x="901" y="82"/>
                    <a:pt x="837" y="26"/>
                    <a:pt x="762" y="26"/>
                  </a:cubicBezTo>
                  <a:close/>
                  <a:moveTo>
                    <a:pt x="1396" y="26"/>
                  </a:moveTo>
                  <a:cubicBezTo>
                    <a:pt x="1322" y="26"/>
                    <a:pt x="1258" y="81"/>
                    <a:pt x="1249" y="157"/>
                  </a:cubicBezTo>
                  <a:cubicBezTo>
                    <a:pt x="1240" y="238"/>
                    <a:pt x="1298" y="313"/>
                    <a:pt x="1380" y="323"/>
                  </a:cubicBezTo>
                  <a:cubicBezTo>
                    <a:pt x="1386" y="324"/>
                    <a:pt x="1391" y="324"/>
                    <a:pt x="1397" y="324"/>
                  </a:cubicBezTo>
                  <a:cubicBezTo>
                    <a:pt x="1403" y="324"/>
                    <a:pt x="1409" y="324"/>
                    <a:pt x="1415" y="323"/>
                  </a:cubicBezTo>
                  <a:lnTo>
                    <a:pt x="2991" y="323"/>
                  </a:lnTo>
                  <a:cubicBezTo>
                    <a:pt x="3074" y="323"/>
                    <a:pt x="3139" y="256"/>
                    <a:pt x="3139" y="173"/>
                  </a:cubicBezTo>
                  <a:lnTo>
                    <a:pt x="3141" y="173"/>
                  </a:lnTo>
                  <a:cubicBezTo>
                    <a:pt x="3141" y="93"/>
                    <a:pt x="3074" y="27"/>
                    <a:pt x="2994" y="27"/>
                  </a:cubicBezTo>
                  <a:lnTo>
                    <a:pt x="1415" y="27"/>
                  </a:lnTo>
                  <a:cubicBezTo>
                    <a:pt x="1409" y="26"/>
                    <a:pt x="1403" y="26"/>
                    <a:pt x="1396" y="26"/>
                  </a:cubicBezTo>
                  <a:close/>
                  <a:moveTo>
                    <a:pt x="3662" y="0"/>
                  </a:moveTo>
                  <a:cubicBezTo>
                    <a:pt x="3567" y="0"/>
                    <a:pt x="3489" y="78"/>
                    <a:pt x="3489" y="173"/>
                  </a:cubicBezTo>
                  <a:cubicBezTo>
                    <a:pt x="3489" y="268"/>
                    <a:pt x="3567" y="346"/>
                    <a:pt x="3662" y="346"/>
                  </a:cubicBezTo>
                  <a:cubicBezTo>
                    <a:pt x="3759" y="346"/>
                    <a:pt x="3835" y="268"/>
                    <a:pt x="3835" y="173"/>
                  </a:cubicBezTo>
                  <a:cubicBezTo>
                    <a:pt x="3835" y="78"/>
                    <a:pt x="3757" y="0"/>
                    <a:pt x="3662" y="0"/>
                  </a:cubicBezTo>
                  <a:close/>
                  <a:moveTo>
                    <a:pt x="4177" y="0"/>
                  </a:moveTo>
                  <a:cubicBezTo>
                    <a:pt x="4082" y="0"/>
                    <a:pt x="4005" y="78"/>
                    <a:pt x="4005" y="173"/>
                  </a:cubicBezTo>
                  <a:cubicBezTo>
                    <a:pt x="4005" y="268"/>
                    <a:pt x="4082" y="346"/>
                    <a:pt x="4177" y="346"/>
                  </a:cubicBezTo>
                  <a:lnTo>
                    <a:pt x="4179" y="346"/>
                  </a:lnTo>
                  <a:cubicBezTo>
                    <a:pt x="4273" y="346"/>
                    <a:pt x="4350" y="270"/>
                    <a:pt x="4350" y="176"/>
                  </a:cubicBezTo>
                  <a:lnTo>
                    <a:pt x="4350" y="173"/>
                  </a:lnTo>
                  <a:cubicBezTo>
                    <a:pt x="4350" y="78"/>
                    <a:pt x="4273" y="0"/>
                    <a:pt x="4177" y="0"/>
                  </a:cubicBezTo>
                  <a:close/>
                  <a:moveTo>
                    <a:pt x="5206" y="0"/>
                  </a:moveTo>
                  <a:cubicBezTo>
                    <a:pt x="5111" y="0"/>
                    <a:pt x="5033" y="78"/>
                    <a:pt x="5033" y="173"/>
                  </a:cubicBezTo>
                  <a:cubicBezTo>
                    <a:pt x="5033" y="268"/>
                    <a:pt x="5111" y="346"/>
                    <a:pt x="5206" y="346"/>
                  </a:cubicBezTo>
                  <a:lnTo>
                    <a:pt x="5209" y="346"/>
                  </a:lnTo>
                  <a:cubicBezTo>
                    <a:pt x="5303" y="346"/>
                    <a:pt x="5379" y="270"/>
                    <a:pt x="5379" y="176"/>
                  </a:cubicBezTo>
                  <a:lnTo>
                    <a:pt x="5379" y="173"/>
                  </a:lnTo>
                  <a:cubicBezTo>
                    <a:pt x="5379" y="78"/>
                    <a:pt x="5301" y="0"/>
                    <a:pt x="5206" y="0"/>
                  </a:cubicBezTo>
                  <a:close/>
                  <a:moveTo>
                    <a:pt x="6236" y="0"/>
                  </a:moveTo>
                  <a:cubicBezTo>
                    <a:pt x="6141" y="0"/>
                    <a:pt x="6064" y="78"/>
                    <a:pt x="6064" y="173"/>
                  </a:cubicBezTo>
                  <a:cubicBezTo>
                    <a:pt x="6064" y="268"/>
                    <a:pt x="6141" y="346"/>
                    <a:pt x="6236" y="346"/>
                  </a:cubicBezTo>
                  <a:lnTo>
                    <a:pt x="6238" y="346"/>
                  </a:lnTo>
                  <a:cubicBezTo>
                    <a:pt x="6333" y="346"/>
                    <a:pt x="6409" y="270"/>
                    <a:pt x="6409" y="176"/>
                  </a:cubicBezTo>
                  <a:lnTo>
                    <a:pt x="6409" y="173"/>
                  </a:lnTo>
                  <a:cubicBezTo>
                    <a:pt x="6409" y="78"/>
                    <a:pt x="6332" y="0"/>
                    <a:pt x="6236" y="0"/>
                  </a:cubicBezTo>
                  <a:close/>
                  <a:moveTo>
                    <a:pt x="4692" y="0"/>
                  </a:moveTo>
                  <a:cubicBezTo>
                    <a:pt x="4597" y="0"/>
                    <a:pt x="4520" y="78"/>
                    <a:pt x="4520" y="173"/>
                  </a:cubicBezTo>
                  <a:cubicBezTo>
                    <a:pt x="4520" y="268"/>
                    <a:pt x="4597" y="346"/>
                    <a:pt x="4692" y="346"/>
                  </a:cubicBezTo>
                  <a:cubicBezTo>
                    <a:pt x="4693" y="346"/>
                    <a:pt x="4694" y="346"/>
                    <a:pt x="4695" y="346"/>
                  </a:cubicBezTo>
                  <a:cubicBezTo>
                    <a:pt x="4788" y="346"/>
                    <a:pt x="4864" y="270"/>
                    <a:pt x="4865" y="177"/>
                  </a:cubicBezTo>
                  <a:lnTo>
                    <a:pt x="4865" y="173"/>
                  </a:lnTo>
                  <a:cubicBezTo>
                    <a:pt x="4865" y="78"/>
                    <a:pt x="4788" y="0"/>
                    <a:pt x="4692" y="0"/>
                  </a:cubicBezTo>
                  <a:close/>
                  <a:moveTo>
                    <a:pt x="5723" y="0"/>
                  </a:moveTo>
                  <a:cubicBezTo>
                    <a:pt x="5628" y="0"/>
                    <a:pt x="5550" y="78"/>
                    <a:pt x="5550" y="173"/>
                  </a:cubicBezTo>
                  <a:cubicBezTo>
                    <a:pt x="5550" y="268"/>
                    <a:pt x="5628" y="346"/>
                    <a:pt x="5723" y="346"/>
                  </a:cubicBezTo>
                  <a:cubicBezTo>
                    <a:pt x="5724" y="346"/>
                    <a:pt x="5725" y="346"/>
                    <a:pt x="5726" y="346"/>
                  </a:cubicBezTo>
                  <a:cubicBezTo>
                    <a:pt x="5818" y="346"/>
                    <a:pt x="5894" y="270"/>
                    <a:pt x="5896" y="177"/>
                  </a:cubicBezTo>
                  <a:lnTo>
                    <a:pt x="5896" y="173"/>
                  </a:lnTo>
                  <a:cubicBezTo>
                    <a:pt x="5896" y="78"/>
                    <a:pt x="5818" y="0"/>
                    <a:pt x="5723" y="0"/>
                  </a:cubicBezTo>
                  <a:close/>
                  <a:moveTo>
                    <a:pt x="142" y="713"/>
                  </a:moveTo>
                  <a:cubicBezTo>
                    <a:pt x="60" y="724"/>
                    <a:pt x="1" y="798"/>
                    <a:pt x="11" y="880"/>
                  </a:cubicBezTo>
                  <a:cubicBezTo>
                    <a:pt x="20" y="949"/>
                    <a:pt x="74" y="1002"/>
                    <a:pt x="142" y="1010"/>
                  </a:cubicBezTo>
                  <a:lnTo>
                    <a:pt x="744" y="1010"/>
                  </a:lnTo>
                  <a:cubicBezTo>
                    <a:pt x="826" y="1010"/>
                    <a:pt x="893" y="943"/>
                    <a:pt x="893" y="861"/>
                  </a:cubicBezTo>
                  <a:cubicBezTo>
                    <a:pt x="893" y="779"/>
                    <a:pt x="827" y="713"/>
                    <a:pt x="745" y="713"/>
                  </a:cubicBezTo>
                  <a:close/>
                  <a:moveTo>
                    <a:pt x="1396" y="712"/>
                  </a:moveTo>
                  <a:cubicBezTo>
                    <a:pt x="1322" y="712"/>
                    <a:pt x="1258" y="767"/>
                    <a:pt x="1249" y="843"/>
                  </a:cubicBezTo>
                  <a:cubicBezTo>
                    <a:pt x="1240" y="925"/>
                    <a:pt x="1298" y="999"/>
                    <a:pt x="1380" y="1010"/>
                  </a:cubicBezTo>
                  <a:cubicBezTo>
                    <a:pt x="1386" y="1010"/>
                    <a:pt x="1391" y="1011"/>
                    <a:pt x="1397" y="1011"/>
                  </a:cubicBezTo>
                  <a:cubicBezTo>
                    <a:pt x="1403" y="1011"/>
                    <a:pt x="1409" y="1010"/>
                    <a:pt x="1415" y="1010"/>
                  </a:cubicBezTo>
                  <a:lnTo>
                    <a:pt x="2991" y="1010"/>
                  </a:lnTo>
                  <a:cubicBezTo>
                    <a:pt x="3074" y="1010"/>
                    <a:pt x="3139" y="943"/>
                    <a:pt x="3139" y="861"/>
                  </a:cubicBezTo>
                  <a:lnTo>
                    <a:pt x="3141" y="861"/>
                  </a:lnTo>
                  <a:cubicBezTo>
                    <a:pt x="3141" y="779"/>
                    <a:pt x="3074" y="713"/>
                    <a:pt x="2994" y="713"/>
                  </a:cubicBezTo>
                  <a:lnTo>
                    <a:pt x="1415" y="713"/>
                  </a:lnTo>
                  <a:cubicBezTo>
                    <a:pt x="1409" y="713"/>
                    <a:pt x="1403" y="712"/>
                    <a:pt x="1396" y="712"/>
                  </a:cubicBezTo>
                  <a:close/>
                  <a:moveTo>
                    <a:pt x="142" y="1400"/>
                  </a:moveTo>
                  <a:cubicBezTo>
                    <a:pt x="60" y="1410"/>
                    <a:pt x="1" y="1485"/>
                    <a:pt x="11" y="1567"/>
                  </a:cubicBezTo>
                  <a:cubicBezTo>
                    <a:pt x="20" y="1635"/>
                    <a:pt x="74" y="1689"/>
                    <a:pt x="142" y="1696"/>
                  </a:cubicBezTo>
                  <a:lnTo>
                    <a:pt x="744" y="1696"/>
                  </a:lnTo>
                  <a:cubicBezTo>
                    <a:pt x="824" y="1696"/>
                    <a:pt x="891" y="1631"/>
                    <a:pt x="893" y="1550"/>
                  </a:cubicBezTo>
                  <a:lnTo>
                    <a:pt x="893" y="1547"/>
                  </a:lnTo>
                  <a:cubicBezTo>
                    <a:pt x="893" y="1465"/>
                    <a:pt x="827" y="1400"/>
                    <a:pt x="745" y="1400"/>
                  </a:cubicBezTo>
                  <a:close/>
                  <a:moveTo>
                    <a:pt x="1396" y="1399"/>
                  </a:moveTo>
                  <a:cubicBezTo>
                    <a:pt x="1322" y="1399"/>
                    <a:pt x="1258" y="1454"/>
                    <a:pt x="1249" y="1529"/>
                  </a:cubicBezTo>
                  <a:cubicBezTo>
                    <a:pt x="1240" y="1611"/>
                    <a:pt x="1298" y="1686"/>
                    <a:pt x="1380" y="1696"/>
                  </a:cubicBezTo>
                  <a:cubicBezTo>
                    <a:pt x="1386" y="1697"/>
                    <a:pt x="1391" y="1697"/>
                    <a:pt x="1397" y="1697"/>
                  </a:cubicBezTo>
                  <a:cubicBezTo>
                    <a:pt x="1403" y="1697"/>
                    <a:pt x="1409" y="1697"/>
                    <a:pt x="1415" y="1696"/>
                  </a:cubicBezTo>
                  <a:lnTo>
                    <a:pt x="2991" y="1696"/>
                  </a:lnTo>
                  <a:cubicBezTo>
                    <a:pt x="3072" y="1696"/>
                    <a:pt x="3139" y="1631"/>
                    <a:pt x="3139" y="1549"/>
                  </a:cubicBezTo>
                  <a:lnTo>
                    <a:pt x="3139" y="1547"/>
                  </a:lnTo>
                  <a:lnTo>
                    <a:pt x="3141" y="1547"/>
                  </a:lnTo>
                  <a:cubicBezTo>
                    <a:pt x="3141" y="1465"/>
                    <a:pt x="3074" y="1400"/>
                    <a:pt x="2994" y="1400"/>
                  </a:cubicBezTo>
                  <a:lnTo>
                    <a:pt x="1415" y="1400"/>
                  </a:lnTo>
                  <a:cubicBezTo>
                    <a:pt x="1409" y="1399"/>
                    <a:pt x="1403" y="1399"/>
                    <a:pt x="1396" y="1399"/>
                  </a:cubicBezTo>
                  <a:close/>
                  <a:moveTo>
                    <a:pt x="3662" y="1376"/>
                  </a:moveTo>
                  <a:cubicBezTo>
                    <a:pt x="3567" y="1376"/>
                    <a:pt x="3489" y="1453"/>
                    <a:pt x="3489" y="1549"/>
                  </a:cubicBezTo>
                  <a:cubicBezTo>
                    <a:pt x="3489" y="1644"/>
                    <a:pt x="3567" y="1721"/>
                    <a:pt x="3662" y="1721"/>
                  </a:cubicBezTo>
                  <a:cubicBezTo>
                    <a:pt x="3757" y="1721"/>
                    <a:pt x="3835" y="1644"/>
                    <a:pt x="3835" y="1549"/>
                  </a:cubicBezTo>
                  <a:cubicBezTo>
                    <a:pt x="3835" y="1453"/>
                    <a:pt x="3757" y="1376"/>
                    <a:pt x="3662" y="1376"/>
                  </a:cubicBezTo>
                  <a:close/>
                  <a:moveTo>
                    <a:pt x="4176" y="1376"/>
                  </a:moveTo>
                  <a:cubicBezTo>
                    <a:pt x="4081" y="1376"/>
                    <a:pt x="4003" y="1453"/>
                    <a:pt x="4003" y="1549"/>
                  </a:cubicBezTo>
                  <a:cubicBezTo>
                    <a:pt x="4003" y="1644"/>
                    <a:pt x="4081" y="1721"/>
                    <a:pt x="4176" y="1721"/>
                  </a:cubicBezTo>
                  <a:lnTo>
                    <a:pt x="4179" y="1721"/>
                  </a:lnTo>
                  <a:cubicBezTo>
                    <a:pt x="4273" y="1721"/>
                    <a:pt x="4349" y="1645"/>
                    <a:pt x="4349" y="1550"/>
                  </a:cubicBezTo>
                  <a:lnTo>
                    <a:pt x="4349" y="1549"/>
                  </a:lnTo>
                  <a:cubicBezTo>
                    <a:pt x="4349" y="1453"/>
                    <a:pt x="4271" y="1376"/>
                    <a:pt x="4176" y="1376"/>
                  </a:cubicBezTo>
                  <a:close/>
                  <a:moveTo>
                    <a:pt x="5206" y="1376"/>
                  </a:moveTo>
                  <a:cubicBezTo>
                    <a:pt x="5111" y="1376"/>
                    <a:pt x="5033" y="1453"/>
                    <a:pt x="5033" y="1549"/>
                  </a:cubicBezTo>
                  <a:cubicBezTo>
                    <a:pt x="5033" y="1644"/>
                    <a:pt x="5111" y="1721"/>
                    <a:pt x="5206" y="1721"/>
                  </a:cubicBezTo>
                  <a:lnTo>
                    <a:pt x="5208" y="1721"/>
                  </a:lnTo>
                  <a:cubicBezTo>
                    <a:pt x="5303" y="1721"/>
                    <a:pt x="5379" y="1645"/>
                    <a:pt x="5379" y="1550"/>
                  </a:cubicBezTo>
                  <a:lnTo>
                    <a:pt x="5379" y="1549"/>
                  </a:lnTo>
                  <a:cubicBezTo>
                    <a:pt x="5379" y="1453"/>
                    <a:pt x="5301" y="1376"/>
                    <a:pt x="5206" y="1376"/>
                  </a:cubicBezTo>
                  <a:close/>
                  <a:moveTo>
                    <a:pt x="6236" y="1376"/>
                  </a:moveTo>
                  <a:cubicBezTo>
                    <a:pt x="6141" y="1376"/>
                    <a:pt x="6064" y="1453"/>
                    <a:pt x="6064" y="1549"/>
                  </a:cubicBezTo>
                  <a:cubicBezTo>
                    <a:pt x="6064" y="1644"/>
                    <a:pt x="6141" y="1721"/>
                    <a:pt x="6236" y="1721"/>
                  </a:cubicBezTo>
                  <a:lnTo>
                    <a:pt x="6238" y="1721"/>
                  </a:lnTo>
                  <a:cubicBezTo>
                    <a:pt x="6332" y="1721"/>
                    <a:pt x="6409" y="1645"/>
                    <a:pt x="6409" y="1550"/>
                  </a:cubicBezTo>
                  <a:lnTo>
                    <a:pt x="6409" y="1549"/>
                  </a:lnTo>
                  <a:cubicBezTo>
                    <a:pt x="6409" y="1453"/>
                    <a:pt x="6332" y="1376"/>
                    <a:pt x="6236" y="1376"/>
                  </a:cubicBezTo>
                  <a:close/>
                  <a:moveTo>
                    <a:pt x="4692" y="1376"/>
                  </a:moveTo>
                  <a:cubicBezTo>
                    <a:pt x="4597" y="1376"/>
                    <a:pt x="4520" y="1453"/>
                    <a:pt x="4520" y="1549"/>
                  </a:cubicBezTo>
                  <a:cubicBezTo>
                    <a:pt x="4520" y="1644"/>
                    <a:pt x="4597" y="1721"/>
                    <a:pt x="4692" y="1721"/>
                  </a:cubicBezTo>
                  <a:cubicBezTo>
                    <a:pt x="4693" y="1721"/>
                    <a:pt x="4694" y="1721"/>
                    <a:pt x="4695" y="1721"/>
                  </a:cubicBezTo>
                  <a:cubicBezTo>
                    <a:pt x="4788" y="1721"/>
                    <a:pt x="4864" y="1646"/>
                    <a:pt x="4865" y="1553"/>
                  </a:cubicBezTo>
                  <a:lnTo>
                    <a:pt x="4865" y="1549"/>
                  </a:lnTo>
                  <a:cubicBezTo>
                    <a:pt x="4865" y="1453"/>
                    <a:pt x="4788" y="1376"/>
                    <a:pt x="4692" y="1376"/>
                  </a:cubicBezTo>
                  <a:close/>
                  <a:moveTo>
                    <a:pt x="5723" y="1376"/>
                  </a:moveTo>
                  <a:cubicBezTo>
                    <a:pt x="5628" y="1376"/>
                    <a:pt x="5550" y="1453"/>
                    <a:pt x="5550" y="1549"/>
                  </a:cubicBezTo>
                  <a:cubicBezTo>
                    <a:pt x="5550" y="1644"/>
                    <a:pt x="5628" y="1721"/>
                    <a:pt x="5723" y="1721"/>
                  </a:cubicBezTo>
                  <a:cubicBezTo>
                    <a:pt x="5724" y="1721"/>
                    <a:pt x="5725" y="1721"/>
                    <a:pt x="5726" y="1721"/>
                  </a:cubicBezTo>
                  <a:cubicBezTo>
                    <a:pt x="5818" y="1721"/>
                    <a:pt x="5894" y="1646"/>
                    <a:pt x="5896" y="1553"/>
                  </a:cubicBezTo>
                  <a:lnTo>
                    <a:pt x="5896" y="1549"/>
                  </a:lnTo>
                  <a:cubicBezTo>
                    <a:pt x="5896" y="1453"/>
                    <a:pt x="5818" y="1376"/>
                    <a:pt x="5723" y="1376"/>
                  </a:cubicBezTo>
                  <a:close/>
                  <a:moveTo>
                    <a:pt x="1397" y="2085"/>
                  </a:moveTo>
                  <a:cubicBezTo>
                    <a:pt x="1322" y="2085"/>
                    <a:pt x="1258" y="2142"/>
                    <a:pt x="1249" y="2217"/>
                  </a:cubicBezTo>
                  <a:cubicBezTo>
                    <a:pt x="1240" y="2299"/>
                    <a:pt x="1298" y="2374"/>
                    <a:pt x="1380" y="2383"/>
                  </a:cubicBezTo>
                  <a:cubicBezTo>
                    <a:pt x="1386" y="2383"/>
                    <a:pt x="1391" y="2384"/>
                    <a:pt x="1397" y="2384"/>
                  </a:cubicBezTo>
                  <a:cubicBezTo>
                    <a:pt x="1403" y="2384"/>
                    <a:pt x="1409" y="2383"/>
                    <a:pt x="1415" y="2383"/>
                  </a:cubicBezTo>
                  <a:lnTo>
                    <a:pt x="2991" y="2383"/>
                  </a:lnTo>
                  <a:cubicBezTo>
                    <a:pt x="2992" y="2383"/>
                    <a:pt x="2992" y="2383"/>
                    <a:pt x="2993" y="2383"/>
                  </a:cubicBezTo>
                  <a:cubicBezTo>
                    <a:pt x="3074" y="2383"/>
                    <a:pt x="3140" y="2318"/>
                    <a:pt x="3141" y="2238"/>
                  </a:cubicBezTo>
                  <a:lnTo>
                    <a:pt x="3141" y="2235"/>
                  </a:lnTo>
                  <a:cubicBezTo>
                    <a:pt x="3141" y="2153"/>
                    <a:pt x="3074" y="2086"/>
                    <a:pt x="2991" y="2086"/>
                  </a:cubicBezTo>
                  <a:lnTo>
                    <a:pt x="1415" y="2086"/>
                  </a:lnTo>
                  <a:cubicBezTo>
                    <a:pt x="1409" y="2085"/>
                    <a:pt x="1403" y="2085"/>
                    <a:pt x="1397" y="2085"/>
                  </a:cubicBezTo>
                  <a:close/>
                  <a:moveTo>
                    <a:pt x="142" y="2086"/>
                  </a:moveTo>
                  <a:cubicBezTo>
                    <a:pt x="60" y="2097"/>
                    <a:pt x="2" y="2171"/>
                    <a:pt x="11" y="2253"/>
                  </a:cubicBezTo>
                  <a:cubicBezTo>
                    <a:pt x="20" y="2321"/>
                    <a:pt x="74" y="2375"/>
                    <a:pt x="142" y="2384"/>
                  </a:cubicBezTo>
                  <a:lnTo>
                    <a:pt x="744" y="2384"/>
                  </a:lnTo>
                  <a:cubicBezTo>
                    <a:pt x="824" y="2384"/>
                    <a:pt x="891" y="2320"/>
                    <a:pt x="893" y="2238"/>
                  </a:cubicBezTo>
                  <a:lnTo>
                    <a:pt x="893" y="2237"/>
                  </a:lnTo>
                  <a:cubicBezTo>
                    <a:pt x="893" y="2153"/>
                    <a:pt x="826" y="2086"/>
                    <a:pt x="744" y="2086"/>
                  </a:cubicBezTo>
                  <a:close/>
                  <a:moveTo>
                    <a:pt x="1399" y="2772"/>
                  </a:moveTo>
                  <a:cubicBezTo>
                    <a:pt x="1324" y="2772"/>
                    <a:pt x="1258" y="2827"/>
                    <a:pt x="1249" y="2904"/>
                  </a:cubicBezTo>
                  <a:cubicBezTo>
                    <a:pt x="1240" y="2986"/>
                    <a:pt x="1298" y="3060"/>
                    <a:pt x="1380" y="3069"/>
                  </a:cubicBezTo>
                  <a:cubicBezTo>
                    <a:pt x="1386" y="3070"/>
                    <a:pt x="1391" y="3070"/>
                    <a:pt x="1397" y="3070"/>
                  </a:cubicBezTo>
                  <a:cubicBezTo>
                    <a:pt x="1403" y="3070"/>
                    <a:pt x="1409" y="3070"/>
                    <a:pt x="1415" y="3069"/>
                  </a:cubicBezTo>
                  <a:lnTo>
                    <a:pt x="2991" y="3069"/>
                  </a:lnTo>
                  <a:cubicBezTo>
                    <a:pt x="2992" y="3069"/>
                    <a:pt x="2992" y="3069"/>
                    <a:pt x="2993" y="3069"/>
                  </a:cubicBezTo>
                  <a:cubicBezTo>
                    <a:pt x="3074" y="3069"/>
                    <a:pt x="3140" y="3005"/>
                    <a:pt x="3141" y="2924"/>
                  </a:cubicBezTo>
                  <a:lnTo>
                    <a:pt x="3141" y="2923"/>
                  </a:lnTo>
                  <a:cubicBezTo>
                    <a:pt x="3141" y="2840"/>
                    <a:pt x="3074" y="2773"/>
                    <a:pt x="2991" y="2773"/>
                  </a:cubicBezTo>
                  <a:lnTo>
                    <a:pt x="1415" y="2773"/>
                  </a:lnTo>
                  <a:cubicBezTo>
                    <a:pt x="1410" y="2772"/>
                    <a:pt x="1404" y="2772"/>
                    <a:pt x="1399" y="2772"/>
                  </a:cubicBezTo>
                  <a:close/>
                  <a:moveTo>
                    <a:pt x="142" y="2774"/>
                  </a:moveTo>
                  <a:cubicBezTo>
                    <a:pt x="60" y="2783"/>
                    <a:pt x="2" y="2857"/>
                    <a:pt x="11" y="2939"/>
                  </a:cubicBezTo>
                  <a:cubicBezTo>
                    <a:pt x="20" y="3008"/>
                    <a:pt x="74" y="3061"/>
                    <a:pt x="142" y="3070"/>
                  </a:cubicBezTo>
                  <a:lnTo>
                    <a:pt x="744" y="3070"/>
                  </a:lnTo>
                  <a:cubicBezTo>
                    <a:pt x="824" y="3070"/>
                    <a:pt x="891" y="3006"/>
                    <a:pt x="893" y="2924"/>
                  </a:cubicBezTo>
                  <a:lnTo>
                    <a:pt x="893" y="2923"/>
                  </a:lnTo>
                  <a:cubicBezTo>
                    <a:pt x="893" y="2840"/>
                    <a:pt x="826" y="2774"/>
                    <a:pt x="744" y="2774"/>
                  </a:cubicBezTo>
                  <a:close/>
                  <a:moveTo>
                    <a:pt x="5936" y="3350"/>
                  </a:moveTo>
                  <a:cubicBezTo>
                    <a:pt x="5840" y="3350"/>
                    <a:pt x="5763" y="3428"/>
                    <a:pt x="5763" y="3523"/>
                  </a:cubicBezTo>
                  <a:cubicBezTo>
                    <a:pt x="5763" y="3618"/>
                    <a:pt x="5840" y="3696"/>
                    <a:pt x="5936" y="3696"/>
                  </a:cubicBezTo>
                  <a:lnTo>
                    <a:pt x="5937" y="3696"/>
                  </a:lnTo>
                  <a:cubicBezTo>
                    <a:pt x="6031" y="3696"/>
                    <a:pt x="6108" y="3620"/>
                    <a:pt x="6108" y="3526"/>
                  </a:cubicBezTo>
                  <a:lnTo>
                    <a:pt x="6108" y="3523"/>
                  </a:lnTo>
                  <a:cubicBezTo>
                    <a:pt x="6108" y="3428"/>
                    <a:pt x="6031" y="3350"/>
                    <a:pt x="5936" y="3350"/>
                  </a:cubicBezTo>
                  <a:close/>
                  <a:moveTo>
                    <a:pt x="7481" y="3350"/>
                  </a:moveTo>
                  <a:cubicBezTo>
                    <a:pt x="7386" y="3350"/>
                    <a:pt x="7309" y="3428"/>
                    <a:pt x="7309" y="3523"/>
                  </a:cubicBezTo>
                  <a:cubicBezTo>
                    <a:pt x="7309" y="3618"/>
                    <a:pt x="7386" y="3696"/>
                    <a:pt x="7481" y="3696"/>
                  </a:cubicBezTo>
                  <a:lnTo>
                    <a:pt x="7484" y="3696"/>
                  </a:lnTo>
                  <a:cubicBezTo>
                    <a:pt x="7578" y="3696"/>
                    <a:pt x="7654" y="3620"/>
                    <a:pt x="7654" y="3526"/>
                  </a:cubicBezTo>
                  <a:lnTo>
                    <a:pt x="7654" y="3523"/>
                  </a:lnTo>
                  <a:cubicBezTo>
                    <a:pt x="7654" y="3428"/>
                    <a:pt x="7577" y="3350"/>
                    <a:pt x="7481" y="3350"/>
                  </a:cubicBezTo>
                  <a:close/>
                  <a:moveTo>
                    <a:pt x="5422" y="3350"/>
                  </a:moveTo>
                  <a:cubicBezTo>
                    <a:pt x="5327" y="3350"/>
                    <a:pt x="5249" y="3428"/>
                    <a:pt x="5249" y="3523"/>
                  </a:cubicBezTo>
                  <a:cubicBezTo>
                    <a:pt x="5249" y="3618"/>
                    <a:pt x="5327" y="3696"/>
                    <a:pt x="5422" y="3696"/>
                  </a:cubicBezTo>
                  <a:cubicBezTo>
                    <a:pt x="5423" y="3696"/>
                    <a:pt x="5424" y="3696"/>
                    <a:pt x="5425" y="3696"/>
                  </a:cubicBezTo>
                  <a:cubicBezTo>
                    <a:pt x="5517" y="3696"/>
                    <a:pt x="5593" y="3620"/>
                    <a:pt x="5595" y="3527"/>
                  </a:cubicBezTo>
                  <a:lnTo>
                    <a:pt x="5595" y="3523"/>
                  </a:lnTo>
                  <a:cubicBezTo>
                    <a:pt x="5595" y="3428"/>
                    <a:pt x="5517" y="3350"/>
                    <a:pt x="5422" y="3350"/>
                  </a:cubicBezTo>
                  <a:close/>
                  <a:moveTo>
                    <a:pt x="6451" y="3350"/>
                  </a:moveTo>
                  <a:cubicBezTo>
                    <a:pt x="6356" y="3350"/>
                    <a:pt x="6278" y="3428"/>
                    <a:pt x="6278" y="3523"/>
                  </a:cubicBezTo>
                  <a:cubicBezTo>
                    <a:pt x="6278" y="3618"/>
                    <a:pt x="6356" y="3696"/>
                    <a:pt x="6451" y="3696"/>
                  </a:cubicBezTo>
                  <a:cubicBezTo>
                    <a:pt x="6452" y="3696"/>
                    <a:pt x="6453" y="3696"/>
                    <a:pt x="6454" y="3696"/>
                  </a:cubicBezTo>
                  <a:cubicBezTo>
                    <a:pt x="6548" y="3696"/>
                    <a:pt x="6624" y="3620"/>
                    <a:pt x="6624" y="3527"/>
                  </a:cubicBezTo>
                  <a:lnTo>
                    <a:pt x="6624" y="3523"/>
                  </a:lnTo>
                  <a:cubicBezTo>
                    <a:pt x="6624" y="3428"/>
                    <a:pt x="6546" y="3350"/>
                    <a:pt x="6451" y="3350"/>
                  </a:cubicBezTo>
                  <a:close/>
                  <a:moveTo>
                    <a:pt x="6968" y="3350"/>
                  </a:moveTo>
                  <a:cubicBezTo>
                    <a:pt x="6872" y="3350"/>
                    <a:pt x="6795" y="3428"/>
                    <a:pt x="6795" y="3523"/>
                  </a:cubicBezTo>
                  <a:cubicBezTo>
                    <a:pt x="6795" y="3618"/>
                    <a:pt x="6872" y="3696"/>
                    <a:pt x="6968" y="3696"/>
                  </a:cubicBezTo>
                  <a:cubicBezTo>
                    <a:pt x="6968" y="3696"/>
                    <a:pt x="6969" y="3696"/>
                    <a:pt x="6970" y="3696"/>
                  </a:cubicBezTo>
                  <a:cubicBezTo>
                    <a:pt x="7063" y="3696"/>
                    <a:pt x="7139" y="3620"/>
                    <a:pt x="7140" y="3527"/>
                  </a:cubicBezTo>
                  <a:lnTo>
                    <a:pt x="7140" y="3523"/>
                  </a:lnTo>
                  <a:cubicBezTo>
                    <a:pt x="7140" y="3428"/>
                    <a:pt x="7063" y="3350"/>
                    <a:pt x="6968" y="3350"/>
                  </a:cubicBezTo>
                  <a:close/>
                  <a:moveTo>
                    <a:pt x="7998" y="3350"/>
                  </a:moveTo>
                  <a:cubicBezTo>
                    <a:pt x="7903" y="3350"/>
                    <a:pt x="7825" y="3428"/>
                    <a:pt x="7825" y="3523"/>
                  </a:cubicBezTo>
                  <a:cubicBezTo>
                    <a:pt x="7825" y="3618"/>
                    <a:pt x="7903" y="3696"/>
                    <a:pt x="7998" y="3696"/>
                  </a:cubicBezTo>
                  <a:cubicBezTo>
                    <a:pt x="7999" y="3696"/>
                    <a:pt x="8000" y="3696"/>
                    <a:pt x="8001" y="3696"/>
                  </a:cubicBezTo>
                  <a:cubicBezTo>
                    <a:pt x="8093" y="3696"/>
                    <a:pt x="8169" y="3620"/>
                    <a:pt x="8171" y="3527"/>
                  </a:cubicBezTo>
                  <a:lnTo>
                    <a:pt x="8171" y="3523"/>
                  </a:lnTo>
                  <a:cubicBezTo>
                    <a:pt x="8171" y="3428"/>
                    <a:pt x="8093" y="3350"/>
                    <a:pt x="7998" y="3350"/>
                  </a:cubicBezTo>
                  <a:close/>
                  <a:moveTo>
                    <a:pt x="3302" y="3460"/>
                  </a:moveTo>
                  <a:cubicBezTo>
                    <a:pt x="3220" y="3469"/>
                    <a:pt x="3162" y="3544"/>
                    <a:pt x="3172" y="3626"/>
                  </a:cubicBezTo>
                  <a:cubicBezTo>
                    <a:pt x="3180" y="3694"/>
                    <a:pt x="3235" y="3748"/>
                    <a:pt x="3302" y="3757"/>
                  </a:cubicBezTo>
                  <a:lnTo>
                    <a:pt x="4880" y="3757"/>
                  </a:lnTo>
                  <a:cubicBezTo>
                    <a:pt x="4962" y="3757"/>
                    <a:pt x="5027" y="3690"/>
                    <a:pt x="5027" y="3609"/>
                  </a:cubicBezTo>
                  <a:lnTo>
                    <a:pt x="5030" y="3609"/>
                  </a:lnTo>
                  <a:cubicBezTo>
                    <a:pt x="5030" y="3526"/>
                    <a:pt x="4963" y="3460"/>
                    <a:pt x="4880" y="3460"/>
                  </a:cubicBezTo>
                  <a:close/>
                  <a:moveTo>
                    <a:pt x="142" y="3460"/>
                  </a:moveTo>
                  <a:cubicBezTo>
                    <a:pt x="60" y="3469"/>
                    <a:pt x="2" y="3544"/>
                    <a:pt x="11" y="3626"/>
                  </a:cubicBezTo>
                  <a:cubicBezTo>
                    <a:pt x="20" y="3694"/>
                    <a:pt x="74" y="3748"/>
                    <a:pt x="142" y="3757"/>
                  </a:cubicBezTo>
                  <a:lnTo>
                    <a:pt x="744" y="3757"/>
                  </a:lnTo>
                  <a:cubicBezTo>
                    <a:pt x="745" y="3757"/>
                    <a:pt x="746" y="3757"/>
                    <a:pt x="746" y="3757"/>
                  </a:cubicBezTo>
                  <a:cubicBezTo>
                    <a:pt x="826" y="3757"/>
                    <a:pt x="891" y="3692"/>
                    <a:pt x="893" y="3611"/>
                  </a:cubicBezTo>
                  <a:lnTo>
                    <a:pt x="893" y="3609"/>
                  </a:lnTo>
                  <a:cubicBezTo>
                    <a:pt x="893" y="3527"/>
                    <a:pt x="826" y="3460"/>
                    <a:pt x="744" y="3460"/>
                  </a:cubicBezTo>
                  <a:close/>
                  <a:moveTo>
                    <a:pt x="3302" y="4147"/>
                  </a:moveTo>
                  <a:cubicBezTo>
                    <a:pt x="3220" y="4156"/>
                    <a:pt x="3162" y="4230"/>
                    <a:pt x="3172" y="4312"/>
                  </a:cubicBezTo>
                  <a:cubicBezTo>
                    <a:pt x="3180" y="4381"/>
                    <a:pt x="3235" y="4434"/>
                    <a:pt x="3302" y="4443"/>
                  </a:cubicBezTo>
                  <a:lnTo>
                    <a:pt x="4880" y="4443"/>
                  </a:lnTo>
                  <a:cubicBezTo>
                    <a:pt x="4962" y="4443"/>
                    <a:pt x="5027" y="4378"/>
                    <a:pt x="5027" y="4296"/>
                  </a:cubicBezTo>
                  <a:lnTo>
                    <a:pt x="5030" y="4296"/>
                  </a:lnTo>
                  <a:cubicBezTo>
                    <a:pt x="5030" y="4214"/>
                    <a:pt x="4963" y="4147"/>
                    <a:pt x="4880" y="4147"/>
                  </a:cubicBezTo>
                  <a:close/>
                  <a:moveTo>
                    <a:pt x="142" y="4147"/>
                  </a:moveTo>
                  <a:cubicBezTo>
                    <a:pt x="60" y="4156"/>
                    <a:pt x="2" y="4230"/>
                    <a:pt x="11" y="4312"/>
                  </a:cubicBezTo>
                  <a:cubicBezTo>
                    <a:pt x="20" y="4381"/>
                    <a:pt x="74" y="4434"/>
                    <a:pt x="142" y="4443"/>
                  </a:cubicBezTo>
                  <a:lnTo>
                    <a:pt x="744" y="4443"/>
                  </a:lnTo>
                  <a:cubicBezTo>
                    <a:pt x="745" y="4443"/>
                    <a:pt x="746" y="4443"/>
                    <a:pt x="746" y="4443"/>
                  </a:cubicBezTo>
                  <a:cubicBezTo>
                    <a:pt x="826" y="4443"/>
                    <a:pt x="891" y="4378"/>
                    <a:pt x="893" y="4299"/>
                  </a:cubicBezTo>
                  <a:lnTo>
                    <a:pt x="893" y="4296"/>
                  </a:lnTo>
                  <a:cubicBezTo>
                    <a:pt x="893" y="4214"/>
                    <a:pt x="826" y="4147"/>
                    <a:pt x="744" y="4147"/>
                  </a:cubicBezTo>
                  <a:close/>
                  <a:moveTo>
                    <a:pt x="5424" y="4766"/>
                  </a:moveTo>
                  <a:cubicBezTo>
                    <a:pt x="5328" y="4766"/>
                    <a:pt x="5249" y="4842"/>
                    <a:pt x="5249" y="4938"/>
                  </a:cubicBezTo>
                  <a:cubicBezTo>
                    <a:pt x="5248" y="5033"/>
                    <a:pt x="5324" y="5112"/>
                    <a:pt x="5419" y="5112"/>
                  </a:cubicBezTo>
                  <a:lnTo>
                    <a:pt x="5422" y="5112"/>
                  </a:lnTo>
                  <a:cubicBezTo>
                    <a:pt x="5517" y="5112"/>
                    <a:pt x="5594" y="5035"/>
                    <a:pt x="5595" y="4940"/>
                  </a:cubicBezTo>
                  <a:lnTo>
                    <a:pt x="5595" y="4940"/>
                  </a:lnTo>
                  <a:cubicBezTo>
                    <a:pt x="5595" y="4941"/>
                    <a:pt x="5595" y="4941"/>
                    <a:pt x="5595" y="4942"/>
                  </a:cubicBezTo>
                  <a:lnTo>
                    <a:pt x="5595" y="4939"/>
                  </a:lnTo>
                  <a:cubicBezTo>
                    <a:pt x="5595" y="4940"/>
                    <a:pt x="5595" y="4940"/>
                    <a:pt x="5595" y="4940"/>
                  </a:cubicBezTo>
                  <a:lnTo>
                    <a:pt x="5595" y="4940"/>
                  </a:lnTo>
                  <a:cubicBezTo>
                    <a:pt x="5594" y="4846"/>
                    <a:pt x="5518" y="4768"/>
                    <a:pt x="5424" y="4766"/>
                  </a:cubicBezTo>
                  <a:close/>
                  <a:moveTo>
                    <a:pt x="5937" y="4766"/>
                  </a:moveTo>
                  <a:cubicBezTo>
                    <a:pt x="5842" y="4766"/>
                    <a:pt x="5764" y="4842"/>
                    <a:pt x="5763" y="4938"/>
                  </a:cubicBezTo>
                  <a:cubicBezTo>
                    <a:pt x="5762" y="5033"/>
                    <a:pt x="5837" y="5112"/>
                    <a:pt x="5933" y="5112"/>
                  </a:cubicBezTo>
                  <a:lnTo>
                    <a:pt x="5937" y="5112"/>
                  </a:lnTo>
                  <a:cubicBezTo>
                    <a:pt x="6032" y="5112"/>
                    <a:pt x="6108" y="5036"/>
                    <a:pt x="6108" y="4942"/>
                  </a:cubicBezTo>
                  <a:cubicBezTo>
                    <a:pt x="6110" y="4847"/>
                    <a:pt x="6032" y="4768"/>
                    <a:pt x="5937" y="4766"/>
                  </a:cubicBezTo>
                  <a:close/>
                  <a:moveTo>
                    <a:pt x="6454" y="4766"/>
                  </a:moveTo>
                  <a:cubicBezTo>
                    <a:pt x="6359" y="4766"/>
                    <a:pt x="6280" y="4842"/>
                    <a:pt x="6278" y="4938"/>
                  </a:cubicBezTo>
                  <a:cubicBezTo>
                    <a:pt x="6278" y="5033"/>
                    <a:pt x="6354" y="5112"/>
                    <a:pt x="6449" y="5112"/>
                  </a:cubicBezTo>
                  <a:lnTo>
                    <a:pt x="6451" y="5112"/>
                  </a:lnTo>
                  <a:cubicBezTo>
                    <a:pt x="6548" y="5112"/>
                    <a:pt x="6624" y="5034"/>
                    <a:pt x="6624" y="4939"/>
                  </a:cubicBezTo>
                  <a:lnTo>
                    <a:pt x="6624" y="4942"/>
                  </a:lnTo>
                  <a:cubicBezTo>
                    <a:pt x="6625" y="4847"/>
                    <a:pt x="6549" y="4768"/>
                    <a:pt x="6454" y="4766"/>
                  </a:cubicBezTo>
                  <a:close/>
                  <a:moveTo>
                    <a:pt x="6969" y="4766"/>
                  </a:moveTo>
                  <a:cubicBezTo>
                    <a:pt x="6874" y="4766"/>
                    <a:pt x="6796" y="4842"/>
                    <a:pt x="6795" y="4938"/>
                  </a:cubicBezTo>
                  <a:cubicBezTo>
                    <a:pt x="6793" y="5033"/>
                    <a:pt x="6871" y="5112"/>
                    <a:pt x="6966" y="5112"/>
                  </a:cubicBezTo>
                  <a:lnTo>
                    <a:pt x="6968" y="5112"/>
                  </a:lnTo>
                  <a:cubicBezTo>
                    <a:pt x="7063" y="5112"/>
                    <a:pt x="7140" y="5034"/>
                    <a:pt x="7140" y="4939"/>
                  </a:cubicBezTo>
                  <a:lnTo>
                    <a:pt x="7140" y="4942"/>
                  </a:lnTo>
                  <a:cubicBezTo>
                    <a:pt x="7142" y="4847"/>
                    <a:pt x="7066" y="4768"/>
                    <a:pt x="6969" y="4766"/>
                  </a:cubicBezTo>
                  <a:close/>
                  <a:moveTo>
                    <a:pt x="7484" y="4766"/>
                  </a:moveTo>
                  <a:cubicBezTo>
                    <a:pt x="7387" y="4766"/>
                    <a:pt x="7310" y="4842"/>
                    <a:pt x="7309" y="4938"/>
                  </a:cubicBezTo>
                  <a:cubicBezTo>
                    <a:pt x="7307" y="5033"/>
                    <a:pt x="7384" y="5112"/>
                    <a:pt x="7480" y="5112"/>
                  </a:cubicBezTo>
                  <a:lnTo>
                    <a:pt x="7484" y="5112"/>
                  </a:lnTo>
                  <a:cubicBezTo>
                    <a:pt x="7578" y="5112"/>
                    <a:pt x="7654" y="5036"/>
                    <a:pt x="7654" y="4942"/>
                  </a:cubicBezTo>
                  <a:cubicBezTo>
                    <a:pt x="7655" y="4847"/>
                    <a:pt x="7579" y="4768"/>
                    <a:pt x="7484" y="4766"/>
                  </a:cubicBezTo>
                  <a:close/>
                  <a:moveTo>
                    <a:pt x="7999" y="4766"/>
                  </a:moveTo>
                  <a:cubicBezTo>
                    <a:pt x="7904" y="4766"/>
                    <a:pt x="7827" y="4842"/>
                    <a:pt x="7825" y="4938"/>
                  </a:cubicBezTo>
                  <a:cubicBezTo>
                    <a:pt x="7824" y="5033"/>
                    <a:pt x="7900" y="5112"/>
                    <a:pt x="7995" y="5112"/>
                  </a:cubicBezTo>
                  <a:lnTo>
                    <a:pt x="7998" y="5112"/>
                  </a:lnTo>
                  <a:cubicBezTo>
                    <a:pt x="8093" y="5112"/>
                    <a:pt x="8171" y="5034"/>
                    <a:pt x="8171" y="4939"/>
                  </a:cubicBezTo>
                  <a:lnTo>
                    <a:pt x="8171" y="4942"/>
                  </a:lnTo>
                  <a:cubicBezTo>
                    <a:pt x="8172" y="4847"/>
                    <a:pt x="8095" y="4768"/>
                    <a:pt x="7999" y="4766"/>
                  </a:cubicBezTo>
                  <a:close/>
                  <a:moveTo>
                    <a:pt x="3302" y="4833"/>
                  </a:moveTo>
                  <a:cubicBezTo>
                    <a:pt x="3220" y="4842"/>
                    <a:pt x="3162" y="4917"/>
                    <a:pt x="3172" y="4999"/>
                  </a:cubicBezTo>
                  <a:cubicBezTo>
                    <a:pt x="3180" y="5067"/>
                    <a:pt x="3235" y="5121"/>
                    <a:pt x="3302" y="5130"/>
                  </a:cubicBezTo>
                  <a:lnTo>
                    <a:pt x="4880" y="5130"/>
                  </a:lnTo>
                  <a:cubicBezTo>
                    <a:pt x="4962" y="5130"/>
                    <a:pt x="5027" y="5064"/>
                    <a:pt x="5027" y="4982"/>
                  </a:cubicBezTo>
                  <a:lnTo>
                    <a:pt x="5030" y="4982"/>
                  </a:lnTo>
                  <a:cubicBezTo>
                    <a:pt x="5030" y="4900"/>
                    <a:pt x="4963" y="4833"/>
                    <a:pt x="4880" y="4833"/>
                  </a:cubicBezTo>
                  <a:close/>
                  <a:moveTo>
                    <a:pt x="142" y="4833"/>
                  </a:moveTo>
                  <a:cubicBezTo>
                    <a:pt x="60" y="4844"/>
                    <a:pt x="2" y="4917"/>
                    <a:pt x="11" y="4999"/>
                  </a:cubicBezTo>
                  <a:cubicBezTo>
                    <a:pt x="20" y="5067"/>
                    <a:pt x="74" y="5122"/>
                    <a:pt x="142" y="5130"/>
                  </a:cubicBezTo>
                  <a:lnTo>
                    <a:pt x="744" y="5130"/>
                  </a:lnTo>
                  <a:cubicBezTo>
                    <a:pt x="745" y="5130"/>
                    <a:pt x="746" y="5130"/>
                    <a:pt x="746" y="5130"/>
                  </a:cubicBezTo>
                  <a:cubicBezTo>
                    <a:pt x="826" y="5130"/>
                    <a:pt x="891" y="5065"/>
                    <a:pt x="893" y="4985"/>
                  </a:cubicBezTo>
                  <a:lnTo>
                    <a:pt x="893" y="4982"/>
                  </a:lnTo>
                  <a:cubicBezTo>
                    <a:pt x="893" y="4900"/>
                    <a:pt x="826" y="4833"/>
                    <a:pt x="744" y="483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94;p40">
              <a:extLst>
                <a:ext uri="{FF2B5EF4-FFF2-40B4-BE49-F238E27FC236}">
                  <a16:creationId xmlns:a16="http://schemas.microsoft.com/office/drawing/2014/main" id="{BCA86915-6577-1FAD-57DA-BCFB761A1F48}"/>
                </a:ext>
              </a:extLst>
            </p:cNvPr>
            <p:cNvSpPr/>
            <p:nvPr/>
          </p:nvSpPr>
          <p:spPr>
            <a:xfrm>
              <a:off x="4554750" y="4663125"/>
              <a:ext cx="204450" cy="128225"/>
            </a:xfrm>
            <a:custGeom>
              <a:avLst/>
              <a:gdLst/>
              <a:ahLst/>
              <a:cxnLst/>
              <a:rect l="l" t="t" r="r" b="b"/>
              <a:pathLst>
                <a:path w="8178" h="5129" extrusionOk="0">
                  <a:moveTo>
                    <a:pt x="768" y="24"/>
                  </a:moveTo>
                  <a:cubicBezTo>
                    <a:pt x="762" y="24"/>
                    <a:pt x="756" y="25"/>
                    <a:pt x="750" y="26"/>
                  </a:cubicBezTo>
                  <a:lnTo>
                    <a:pt x="148" y="26"/>
                  </a:lnTo>
                  <a:cubicBezTo>
                    <a:pt x="80" y="33"/>
                    <a:pt x="26" y="88"/>
                    <a:pt x="19" y="157"/>
                  </a:cubicBezTo>
                  <a:cubicBezTo>
                    <a:pt x="8" y="239"/>
                    <a:pt x="66" y="312"/>
                    <a:pt x="148" y="322"/>
                  </a:cubicBezTo>
                  <a:lnTo>
                    <a:pt x="750" y="322"/>
                  </a:lnTo>
                  <a:cubicBezTo>
                    <a:pt x="756" y="323"/>
                    <a:pt x="762" y="323"/>
                    <a:pt x="768" y="323"/>
                  </a:cubicBezTo>
                  <a:cubicBezTo>
                    <a:pt x="774" y="323"/>
                    <a:pt x="779" y="323"/>
                    <a:pt x="785" y="322"/>
                  </a:cubicBezTo>
                  <a:cubicBezTo>
                    <a:pt x="867" y="312"/>
                    <a:pt x="925" y="239"/>
                    <a:pt x="916" y="157"/>
                  </a:cubicBezTo>
                  <a:cubicBezTo>
                    <a:pt x="907" y="81"/>
                    <a:pt x="843" y="24"/>
                    <a:pt x="768" y="24"/>
                  </a:cubicBezTo>
                  <a:close/>
                  <a:moveTo>
                    <a:pt x="1402" y="24"/>
                  </a:moveTo>
                  <a:cubicBezTo>
                    <a:pt x="1328" y="24"/>
                    <a:pt x="1264" y="80"/>
                    <a:pt x="1256" y="155"/>
                  </a:cubicBezTo>
                  <a:cubicBezTo>
                    <a:pt x="1246" y="237"/>
                    <a:pt x="1304" y="312"/>
                    <a:pt x="1385" y="322"/>
                  </a:cubicBezTo>
                  <a:cubicBezTo>
                    <a:pt x="1391" y="323"/>
                    <a:pt x="1397" y="323"/>
                    <a:pt x="1403" y="323"/>
                  </a:cubicBezTo>
                  <a:cubicBezTo>
                    <a:pt x="1409" y="323"/>
                    <a:pt x="1415" y="323"/>
                    <a:pt x="1421" y="322"/>
                  </a:cubicBezTo>
                  <a:lnTo>
                    <a:pt x="2998" y="322"/>
                  </a:lnTo>
                  <a:cubicBezTo>
                    <a:pt x="3080" y="322"/>
                    <a:pt x="3147" y="255"/>
                    <a:pt x="3147" y="172"/>
                  </a:cubicBezTo>
                  <a:cubicBezTo>
                    <a:pt x="3147" y="91"/>
                    <a:pt x="3081" y="26"/>
                    <a:pt x="2999" y="26"/>
                  </a:cubicBezTo>
                  <a:lnTo>
                    <a:pt x="1421" y="26"/>
                  </a:lnTo>
                  <a:cubicBezTo>
                    <a:pt x="1415" y="25"/>
                    <a:pt x="1408" y="24"/>
                    <a:pt x="1402" y="24"/>
                  </a:cubicBezTo>
                  <a:close/>
                  <a:moveTo>
                    <a:pt x="4700" y="2"/>
                  </a:moveTo>
                  <a:cubicBezTo>
                    <a:pt x="4605" y="12"/>
                    <a:pt x="4536" y="97"/>
                    <a:pt x="4546" y="192"/>
                  </a:cubicBezTo>
                  <a:cubicBezTo>
                    <a:pt x="4555" y="273"/>
                    <a:pt x="4619" y="335"/>
                    <a:pt x="4700" y="344"/>
                  </a:cubicBezTo>
                  <a:cubicBezTo>
                    <a:pt x="4795" y="344"/>
                    <a:pt x="4872" y="268"/>
                    <a:pt x="4873" y="173"/>
                  </a:cubicBezTo>
                  <a:lnTo>
                    <a:pt x="4873" y="173"/>
                  </a:lnTo>
                  <a:cubicBezTo>
                    <a:pt x="4873" y="173"/>
                    <a:pt x="4873" y="173"/>
                    <a:pt x="4873" y="173"/>
                  </a:cubicBezTo>
                  <a:lnTo>
                    <a:pt x="4873" y="172"/>
                  </a:lnTo>
                  <a:cubicBezTo>
                    <a:pt x="4873" y="172"/>
                    <a:pt x="4873" y="172"/>
                    <a:pt x="4873" y="173"/>
                  </a:cubicBezTo>
                  <a:lnTo>
                    <a:pt x="4873" y="173"/>
                  </a:lnTo>
                  <a:cubicBezTo>
                    <a:pt x="4871" y="78"/>
                    <a:pt x="4794" y="2"/>
                    <a:pt x="4700" y="2"/>
                  </a:cubicBezTo>
                  <a:close/>
                  <a:moveTo>
                    <a:pt x="3667" y="0"/>
                  </a:moveTo>
                  <a:cubicBezTo>
                    <a:pt x="3571" y="0"/>
                    <a:pt x="3494" y="78"/>
                    <a:pt x="3494" y="173"/>
                  </a:cubicBezTo>
                  <a:cubicBezTo>
                    <a:pt x="3494" y="268"/>
                    <a:pt x="3571" y="346"/>
                    <a:pt x="3667" y="346"/>
                  </a:cubicBezTo>
                  <a:lnTo>
                    <a:pt x="3670" y="346"/>
                  </a:lnTo>
                  <a:cubicBezTo>
                    <a:pt x="3763" y="346"/>
                    <a:pt x="3839" y="268"/>
                    <a:pt x="3839" y="175"/>
                  </a:cubicBezTo>
                  <a:lnTo>
                    <a:pt x="3839" y="173"/>
                  </a:lnTo>
                  <a:cubicBezTo>
                    <a:pt x="3839" y="76"/>
                    <a:pt x="3762" y="0"/>
                    <a:pt x="3667" y="0"/>
                  </a:cubicBezTo>
                  <a:close/>
                  <a:moveTo>
                    <a:pt x="4183" y="0"/>
                  </a:moveTo>
                  <a:cubicBezTo>
                    <a:pt x="4088" y="0"/>
                    <a:pt x="4010" y="78"/>
                    <a:pt x="4010" y="173"/>
                  </a:cubicBezTo>
                  <a:cubicBezTo>
                    <a:pt x="4010" y="268"/>
                    <a:pt x="4088" y="346"/>
                    <a:pt x="4183" y="346"/>
                  </a:cubicBezTo>
                  <a:cubicBezTo>
                    <a:pt x="4277" y="346"/>
                    <a:pt x="4354" y="271"/>
                    <a:pt x="4356" y="178"/>
                  </a:cubicBezTo>
                  <a:lnTo>
                    <a:pt x="4356" y="173"/>
                  </a:lnTo>
                  <a:cubicBezTo>
                    <a:pt x="4356" y="76"/>
                    <a:pt x="4278" y="0"/>
                    <a:pt x="4183" y="0"/>
                  </a:cubicBezTo>
                  <a:close/>
                  <a:moveTo>
                    <a:pt x="5214" y="0"/>
                  </a:moveTo>
                  <a:cubicBezTo>
                    <a:pt x="5118" y="0"/>
                    <a:pt x="5041" y="78"/>
                    <a:pt x="5041" y="173"/>
                  </a:cubicBezTo>
                  <a:cubicBezTo>
                    <a:pt x="5041" y="268"/>
                    <a:pt x="5118" y="346"/>
                    <a:pt x="5214" y="346"/>
                  </a:cubicBezTo>
                  <a:lnTo>
                    <a:pt x="5215" y="346"/>
                  </a:lnTo>
                  <a:cubicBezTo>
                    <a:pt x="5309" y="346"/>
                    <a:pt x="5386" y="268"/>
                    <a:pt x="5386" y="175"/>
                  </a:cubicBezTo>
                  <a:lnTo>
                    <a:pt x="5386" y="173"/>
                  </a:lnTo>
                  <a:cubicBezTo>
                    <a:pt x="5386" y="76"/>
                    <a:pt x="5309" y="0"/>
                    <a:pt x="5214" y="0"/>
                  </a:cubicBezTo>
                  <a:close/>
                  <a:moveTo>
                    <a:pt x="5729" y="0"/>
                  </a:moveTo>
                  <a:cubicBezTo>
                    <a:pt x="5633" y="0"/>
                    <a:pt x="5556" y="78"/>
                    <a:pt x="5556" y="173"/>
                  </a:cubicBezTo>
                  <a:cubicBezTo>
                    <a:pt x="5556" y="268"/>
                    <a:pt x="5633" y="346"/>
                    <a:pt x="5729" y="346"/>
                  </a:cubicBezTo>
                  <a:cubicBezTo>
                    <a:pt x="5824" y="346"/>
                    <a:pt x="5901" y="271"/>
                    <a:pt x="5901" y="178"/>
                  </a:cubicBezTo>
                  <a:lnTo>
                    <a:pt x="5901" y="173"/>
                  </a:lnTo>
                  <a:cubicBezTo>
                    <a:pt x="5901" y="76"/>
                    <a:pt x="5824" y="0"/>
                    <a:pt x="5729" y="0"/>
                  </a:cubicBezTo>
                  <a:close/>
                  <a:moveTo>
                    <a:pt x="6244" y="0"/>
                  </a:moveTo>
                  <a:cubicBezTo>
                    <a:pt x="6149" y="0"/>
                    <a:pt x="6071" y="78"/>
                    <a:pt x="6071" y="173"/>
                  </a:cubicBezTo>
                  <a:cubicBezTo>
                    <a:pt x="6071" y="268"/>
                    <a:pt x="6149" y="346"/>
                    <a:pt x="6244" y="346"/>
                  </a:cubicBezTo>
                  <a:lnTo>
                    <a:pt x="6245" y="346"/>
                  </a:lnTo>
                  <a:cubicBezTo>
                    <a:pt x="6339" y="346"/>
                    <a:pt x="6417" y="268"/>
                    <a:pt x="6417" y="175"/>
                  </a:cubicBezTo>
                  <a:lnTo>
                    <a:pt x="6417" y="173"/>
                  </a:lnTo>
                  <a:cubicBezTo>
                    <a:pt x="6417" y="76"/>
                    <a:pt x="6339" y="0"/>
                    <a:pt x="6244" y="0"/>
                  </a:cubicBezTo>
                  <a:close/>
                  <a:moveTo>
                    <a:pt x="148" y="712"/>
                  </a:moveTo>
                  <a:cubicBezTo>
                    <a:pt x="66" y="722"/>
                    <a:pt x="8" y="797"/>
                    <a:pt x="19" y="879"/>
                  </a:cubicBezTo>
                  <a:cubicBezTo>
                    <a:pt x="26" y="946"/>
                    <a:pt x="80" y="1001"/>
                    <a:pt x="148" y="1008"/>
                  </a:cubicBezTo>
                  <a:lnTo>
                    <a:pt x="750" y="1008"/>
                  </a:lnTo>
                  <a:cubicBezTo>
                    <a:pt x="832" y="1008"/>
                    <a:pt x="899" y="941"/>
                    <a:pt x="899" y="859"/>
                  </a:cubicBezTo>
                  <a:cubicBezTo>
                    <a:pt x="899" y="778"/>
                    <a:pt x="832" y="712"/>
                    <a:pt x="750" y="712"/>
                  </a:cubicBezTo>
                  <a:close/>
                  <a:moveTo>
                    <a:pt x="1402" y="711"/>
                  </a:moveTo>
                  <a:cubicBezTo>
                    <a:pt x="1328" y="711"/>
                    <a:pt x="1264" y="766"/>
                    <a:pt x="1256" y="842"/>
                  </a:cubicBezTo>
                  <a:cubicBezTo>
                    <a:pt x="1246" y="923"/>
                    <a:pt x="1304" y="998"/>
                    <a:pt x="1385" y="1008"/>
                  </a:cubicBezTo>
                  <a:cubicBezTo>
                    <a:pt x="1391" y="1009"/>
                    <a:pt x="1397" y="1009"/>
                    <a:pt x="1403" y="1009"/>
                  </a:cubicBezTo>
                  <a:cubicBezTo>
                    <a:pt x="1409" y="1009"/>
                    <a:pt x="1415" y="1009"/>
                    <a:pt x="1421" y="1008"/>
                  </a:cubicBezTo>
                  <a:lnTo>
                    <a:pt x="2998" y="1008"/>
                  </a:lnTo>
                  <a:cubicBezTo>
                    <a:pt x="3080" y="1008"/>
                    <a:pt x="3147" y="941"/>
                    <a:pt x="3147" y="858"/>
                  </a:cubicBezTo>
                  <a:cubicBezTo>
                    <a:pt x="3147" y="778"/>
                    <a:pt x="3081" y="712"/>
                    <a:pt x="2999" y="712"/>
                  </a:cubicBezTo>
                  <a:lnTo>
                    <a:pt x="1421" y="712"/>
                  </a:lnTo>
                  <a:cubicBezTo>
                    <a:pt x="1415" y="711"/>
                    <a:pt x="1408" y="711"/>
                    <a:pt x="1402" y="711"/>
                  </a:cubicBezTo>
                  <a:close/>
                  <a:moveTo>
                    <a:pt x="148" y="1398"/>
                  </a:moveTo>
                  <a:cubicBezTo>
                    <a:pt x="66" y="1409"/>
                    <a:pt x="8" y="1483"/>
                    <a:pt x="19" y="1565"/>
                  </a:cubicBezTo>
                  <a:cubicBezTo>
                    <a:pt x="26" y="1634"/>
                    <a:pt x="80" y="1687"/>
                    <a:pt x="148" y="1695"/>
                  </a:cubicBezTo>
                  <a:lnTo>
                    <a:pt x="750" y="1695"/>
                  </a:lnTo>
                  <a:cubicBezTo>
                    <a:pt x="832" y="1695"/>
                    <a:pt x="899" y="1629"/>
                    <a:pt x="899" y="1549"/>
                  </a:cubicBezTo>
                  <a:cubicBezTo>
                    <a:pt x="899" y="1465"/>
                    <a:pt x="832" y="1398"/>
                    <a:pt x="750" y="1398"/>
                  </a:cubicBezTo>
                  <a:close/>
                  <a:moveTo>
                    <a:pt x="1402" y="1397"/>
                  </a:moveTo>
                  <a:cubicBezTo>
                    <a:pt x="1328" y="1397"/>
                    <a:pt x="1264" y="1453"/>
                    <a:pt x="1256" y="1528"/>
                  </a:cubicBezTo>
                  <a:cubicBezTo>
                    <a:pt x="1246" y="1610"/>
                    <a:pt x="1304" y="1684"/>
                    <a:pt x="1385" y="1695"/>
                  </a:cubicBezTo>
                  <a:cubicBezTo>
                    <a:pt x="1391" y="1696"/>
                    <a:pt x="1397" y="1696"/>
                    <a:pt x="1403" y="1696"/>
                  </a:cubicBezTo>
                  <a:cubicBezTo>
                    <a:pt x="1409" y="1696"/>
                    <a:pt x="1415" y="1696"/>
                    <a:pt x="1421" y="1695"/>
                  </a:cubicBezTo>
                  <a:lnTo>
                    <a:pt x="2998" y="1695"/>
                  </a:lnTo>
                  <a:cubicBezTo>
                    <a:pt x="2999" y="1695"/>
                    <a:pt x="3000" y="1695"/>
                    <a:pt x="3001" y="1695"/>
                  </a:cubicBezTo>
                  <a:cubicBezTo>
                    <a:pt x="3080" y="1695"/>
                    <a:pt x="3145" y="1630"/>
                    <a:pt x="3147" y="1550"/>
                  </a:cubicBezTo>
                  <a:lnTo>
                    <a:pt x="3147" y="1547"/>
                  </a:lnTo>
                  <a:cubicBezTo>
                    <a:pt x="3147" y="1465"/>
                    <a:pt x="3080" y="1398"/>
                    <a:pt x="2998" y="1398"/>
                  </a:cubicBezTo>
                  <a:lnTo>
                    <a:pt x="1421" y="1398"/>
                  </a:lnTo>
                  <a:cubicBezTo>
                    <a:pt x="1415" y="1398"/>
                    <a:pt x="1408" y="1397"/>
                    <a:pt x="1402" y="1397"/>
                  </a:cubicBezTo>
                  <a:close/>
                  <a:moveTo>
                    <a:pt x="3667" y="1373"/>
                  </a:moveTo>
                  <a:cubicBezTo>
                    <a:pt x="3573" y="1373"/>
                    <a:pt x="3495" y="1449"/>
                    <a:pt x="3494" y="1544"/>
                  </a:cubicBezTo>
                  <a:cubicBezTo>
                    <a:pt x="3494" y="1640"/>
                    <a:pt x="3570" y="1717"/>
                    <a:pt x="3665" y="1719"/>
                  </a:cubicBezTo>
                  <a:lnTo>
                    <a:pt x="3670" y="1719"/>
                  </a:lnTo>
                  <a:cubicBezTo>
                    <a:pt x="3763" y="1719"/>
                    <a:pt x="3839" y="1643"/>
                    <a:pt x="3839" y="1547"/>
                  </a:cubicBezTo>
                  <a:cubicBezTo>
                    <a:pt x="3841" y="1452"/>
                    <a:pt x="3765" y="1375"/>
                    <a:pt x="3670" y="1373"/>
                  </a:cubicBezTo>
                  <a:cubicBezTo>
                    <a:pt x="3669" y="1373"/>
                    <a:pt x="3668" y="1373"/>
                    <a:pt x="3667" y="1373"/>
                  </a:cubicBezTo>
                  <a:close/>
                  <a:moveTo>
                    <a:pt x="4182" y="1373"/>
                  </a:moveTo>
                  <a:cubicBezTo>
                    <a:pt x="4088" y="1373"/>
                    <a:pt x="4012" y="1449"/>
                    <a:pt x="4010" y="1544"/>
                  </a:cubicBezTo>
                  <a:cubicBezTo>
                    <a:pt x="4009" y="1640"/>
                    <a:pt x="4085" y="1717"/>
                    <a:pt x="4182" y="1719"/>
                  </a:cubicBezTo>
                  <a:lnTo>
                    <a:pt x="4183" y="1719"/>
                  </a:lnTo>
                  <a:cubicBezTo>
                    <a:pt x="4277" y="1719"/>
                    <a:pt x="4354" y="1643"/>
                    <a:pt x="4356" y="1547"/>
                  </a:cubicBezTo>
                  <a:cubicBezTo>
                    <a:pt x="4357" y="1452"/>
                    <a:pt x="4281" y="1375"/>
                    <a:pt x="4185" y="1373"/>
                  </a:cubicBezTo>
                  <a:cubicBezTo>
                    <a:pt x="4184" y="1373"/>
                    <a:pt x="4183" y="1373"/>
                    <a:pt x="4182" y="1373"/>
                  </a:cubicBezTo>
                  <a:close/>
                  <a:moveTo>
                    <a:pt x="5212" y="1373"/>
                  </a:moveTo>
                  <a:cubicBezTo>
                    <a:pt x="5118" y="1373"/>
                    <a:pt x="5041" y="1449"/>
                    <a:pt x="5041" y="1544"/>
                  </a:cubicBezTo>
                  <a:cubicBezTo>
                    <a:pt x="5039" y="1640"/>
                    <a:pt x="5115" y="1717"/>
                    <a:pt x="5211" y="1719"/>
                  </a:cubicBezTo>
                  <a:lnTo>
                    <a:pt x="5215" y="1719"/>
                  </a:lnTo>
                  <a:cubicBezTo>
                    <a:pt x="5309" y="1719"/>
                    <a:pt x="5386" y="1643"/>
                    <a:pt x="5386" y="1547"/>
                  </a:cubicBezTo>
                  <a:cubicBezTo>
                    <a:pt x="5386" y="1452"/>
                    <a:pt x="5310" y="1375"/>
                    <a:pt x="5215" y="1373"/>
                  </a:cubicBezTo>
                  <a:cubicBezTo>
                    <a:pt x="5214" y="1373"/>
                    <a:pt x="5213" y="1373"/>
                    <a:pt x="5212" y="1373"/>
                  </a:cubicBezTo>
                  <a:close/>
                  <a:moveTo>
                    <a:pt x="5729" y="1373"/>
                  </a:moveTo>
                  <a:cubicBezTo>
                    <a:pt x="5635" y="1373"/>
                    <a:pt x="5557" y="1449"/>
                    <a:pt x="5556" y="1544"/>
                  </a:cubicBezTo>
                  <a:cubicBezTo>
                    <a:pt x="5556" y="1640"/>
                    <a:pt x="5632" y="1717"/>
                    <a:pt x="5727" y="1719"/>
                  </a:cubicBezTo>
                  <a:lnTo>
                    <a:pt x="5729" y="1719"/>
                  </a:lnTo>
                  <a:cubicBezTo>
                    <a:pt x="5824" y="1719"/>
                    <a:pt x="5901" y="1643"/>
                    <a:pt x="5901" y="1547"/>
                  </a:cubicBezTo>
                  <a:cubicBezTo>
                    <a:pt x="5903" y="1452"/>
                    <a:pt x="5827" y="1375"/>
                    <a:pt x="5732" y="1373"/>
                  </a:cubicBezTo>
                  <a:cubicBezTo>
                    <a:pt x="5731" y="1373"/>
                    <a:pt x="5730" y="1373"/>
                    <a:pt x="5729" y="1373"/>
                  </a:cubicBezTo>
                  <a:close/>
                  <a:moveTo>
                    <a:pt x="6243" y="1373"/>
                  </a:moveTo>
                  <a:cubicBezTo>
                    <a:pt x="6149" y="1373"/>
                    <a:pt x="6071" y="1449"/>
                    <a:pt x="6070" y="1544"/>
                  </a:cubicBezTo>
                  <a:cubicBezTo>
                    <a:pt x="6070" y="1640"/>
                    <a:pt x="6146" y="1717"/>
                    <a:pt x="6241" y="1719"/>
                  </a:cubicBezTo>
                  <a:lnTo>
                    <a:pt x="6245" y="1719"/>
                  </a:lnTo>
                  <a:cubicBezTo>
                    <a:pt x="6339" y="1719"/>
                    <a:pt x="6417" y="1643"/>
                    <a:pt x="6417" y="1547"/>
                  </a:cubicBezTo>
                  <a:lnTo>
                    <a:pt x="6415" y="1547"/>
                  </a:lnTo>
                  <a:cubicBezTo>
                    <a:pt x="6417" y="1452"/>
                    <a:pt x="6341" y="1375"/>
                    <a:pt x="6245" y="1373"/>
                  </a:cubicBezTo>
                  <a:cubicBezTo>
                    <a:pt x="6244" y="1373"/>
                    <a:pt x="6244" y="1373"/>
                    <a:pt x="6243" y="1373"/>
                  </a:cubicBezTo>
                  <a:close/>
                  <a:moveTo>
                    <a:pt x="4700" y="1375"/>
                  </a:moveTo>
                  <a:cubicBezTo>
                    <a:pt x="4605" y="1375"/>
                    <a:pt x="4527" y="1452"/>
                    <a:pt x="4527" y="1547"/>
                  </a:cubicBezTo>
                  <a:cubicBezTo>
                    <a:pt x="4527" y="1643"/>
                    <a:pt x="4605" y="1720"/>
                    <a:pt x="4700" y="1720"/>
                  </a:cubicBezTo>
                  <a:cubicBezTo>
                    <a:pt x="4795" y="1720"/>
                    <a:pt x="4873" y="1643"/>
                    <a:pt x="4873" y="1547"/>
                  </a:cubicBezTo>
                  <a:cubicBezTo>
                    <a:pt x="4873" y="1452"/>
                    <a:pt x="4795" y="1375"/>
                    <a:pt x="4700" y="1375"/>
                  </a:cubicBezTo>
                  <a:close/>
                  <a:moveTo>
                    <a:pt x="1403" y="2084"/>
                  </a:moveTo>
                  <a:cubicBezTo>
                    <a:pt x="1328" y="2084"/>
                    <a:pt x="1264" y="2140"/>
                    <a:pt x="1256" y="2216"/>
                  </a:cubicBezTo>
                  <a:cubicBezTo>
                    <a:pt x="1246" y="2298"/>
                    <a:pt x="1304" y="2372"/>
                    <a:pt x="1385" y="2381"/>
                  </a:cubicBezTo>
                  <a:cubicBezTo>
                    <a:pt x="1391" y="2382"/>
                    <a:pt x="1397" y="2382"/>
                    <a:pt x="1403" y="2382"/>
                  </a:cubicBezTo>
                  <a:cubicBezTo>
                    <a:pt x="1409" y="2382"/>
                    <a:pt x="1415" y="2382"/>
                    <a:pt x="1421" y="2381"/>
                  </a:cubicBezTo>
                  <a:lnTo>
                    <a:pt x="2998" y="2381"/>
                  </a:lnTo>
                  <a:cubicBezTo>
                    <a:pt x="2999" y="2381"/>
                    <a:pt x="3000" y="2381"/>
                    <a:pt x="3001" y="2381"/>
                  </a:cubicBezTo>
                  <a:cubicBezTo>
                    <a:pt x="3080" y="2381"/>
                    <a:pt x="3145" y="2316"/>
                    <a:pt x="3147" y="2237"/>
                  </a:cubicBezTo>
                  <a:lnTo>
                    <a:pt x="3147" y="2234"/>
                  </a:lnTo>
                  <a:cubicBezTo>
                    <a:pt x="3147" y="2152"/>
                    <a:pt x="3080" y="2085"/>
                    <a:pt x="2998" y="2085"/>
                  </a:cubicBezTo>
                  <a:lnTo>
                    <a:pt x="1421" y="2085"/>
                  </a:lnTo>
                  <a:cubicBezTo>
                    <a:pt x="1415" y="2084"/>
                    <a:pt x="1409" y="2084"/>
                    <a:pt x="1403" y="2084"/>
                  </a:cubicBezTo>
                  <a:close/>
                  <a:moveTo>
                    <a:pt x="148" y="2085"/>
                  </a:moveTo>
                  <a:cubicBezTo>
                    <a:pt x="66" y="2095"/>
                    <a:pt x="8" y="2170"/>
                    <a:pt x="19" y="2252"/>
                  </a:cubicBezTo>
                  <a:cubicBezTo>
                    <a:pt x="26" y="2320"/>
                    <a:pt x="80" y="2374"/>
                    <a:pt x="148" y="2383"/>
                  </a:cubicBezTo>
                  <a:lnTo>
                    <a:pt x="750" y="2383"/>
                  </a:lnTo>
                  <a:cubicBezTo>
                    <a:pt x="832" y="2383"/>
                    <a:pt x="899" y="2317"/>
                    <a:pt x="899" y="2235"/>
                  </a:cubicBezTo>
                  <a:cubicBezTo>
                    <a:pt x="899" y="2152"/>
                    <a:pt x="832" y="2085"/>
                    <a:pt x="750" y="2085"/>
                  </a:cubicBezTo>
                  <a:close/>
                  <a:moveTo>
                    <a:pt x="1405" y="2770"/>
                  </a:moveTo>
                  <a:cubicBezTo>
                    <a:pt x="1329" y="2770"/>
                    <a:pt x="1264" y="2826"/>
                    <a:pt x="1256" y="2902"/>
                  </a:cubicBezTo>
                  <a:cubicBezTo>
                    <a:pt x="1246" y="2984"/>
                    <a:pt x="1304" y="3059"/>
                    <a:pt x="1385" y="3068"/>
                  </a:cubicBezTo>
                  <a:cubicBezTo>
                    <a:pt x="1391" y="3068"/>
                    <a:pt x="1397" y="3069"/>
                    <a:pt x="1403" y="3069"/>
                  </a:cubicBezTo>
                  <a:cubicBezTo>
                    <a:pt x="1409" y="3069"/>
                    <a:pt x="1415" y="3068"/>
                    <a:pt x="1421" y="3068"/>
                  </a:cubicBezTo>
                  <a:lnTo>
                    <a:pt x="2998" y="3068"/>
                  </a:lnTo>
                  <a:cubicBezTo>
                    <a:pt x="2999" y="3068"/>
                    <a:pt x="3000" y="3068"/>
                    <a:pt x="3001" y="3068"/>
                  </a:cubicBezTo>
                  <a:cubicBezTo>
                    <a:pt x="3080" y="3068"/>
                    <a:pt x="3145" y="3004"/>
                    <a:pt x="3147" y="2923"/>
                  </a:cubicBezTo>
                  <a:lnTo>
                    <a:pt x="3147" y="2922"/>
                  </a:lnTo>
                  <a:cubicBezTo>
                    <a:pt x="3147" y="2838"/>
                    <a:pt x="3080" y="2771"/>
                    <a:pt x="2998" y="2771"/>
                  </a:cubicBezTo>
                  <a:lnTo>
                    <a:pt x="1421" y="2771"/>
                  </a:lnTo>
                  <a:cubicBezTo>
                    <a:pt x="1416" y="2771"/>
                    <a:pt x="1410" y="2770"/>
                    <a:pt x="1405" y="2770"/>
                  </a:cubicBezTo>
                  <a:close/>
                  <a:moveTo>
                    <a:pt x="148" y="2773"/>
                  </a:moveTo>
                  <a:cubicBezTo>
                    <a:pt x="66" y="2782"/>
                    <a:pt x="8" y="2856"/>
                    <a:pt x="19" y="2938"/>
                  </a:cubicBezTo>
                  <a:cubicBezTo>
                    <a:pt x="26" y="3007"/>
                    <a:pt x="80" y="3060"/>
                    <a:pt x="148" y="3069"/>
                  </a:cubicBezTo>
                  <a:lnTo>
                    <a:pt x="750" y="3069"/>
                  </a:lnTo>
                  <a:cubicBezTo>
                    <a:pt x="832" y="3069"/>
                    <a:pt x="899" y="3004"/>
                    <a:pt x="899" y="2922"/>
                  </a:cubicBezTo>
                  <a:cubicBezTo>
                    <a:pt x="899" y="2838"/>
                    <a:pt x="832" y="2773"/>
                    <a:pt x="750" y="2773"/>
                  </a:cubicBezTo>
                  <a:close/>
                  <a:moveTo>
                    <a:pt x="5428" y="3347"/>
                  </a:moveTo>
                  <a:cubicBezTo>
                    <a:pt x="5334" y="3347"/>
                    <a:pt x="5257" y="3424"/>
                    <a:pt x="5255" y="3519"/>
                  </a:cubicBezTo>
                  <a:cubicBezTo>
                    <a:pt x="5255" y="3614"/>
                    <a:pt x="5331" y="3691"/>
                    <a:pt x="5426" y="3693"/>
                  </a:cubicBezTo>
                  <a:lnTo>
                    <a:pt x="5428" y="3693"/>
                  </a:lnTo>
                  <a:cubicBezTo>
                    <a:pt x="5523" y="3693"/>
                    <a:pt x="5601" y="3617"/>
                    <a:pt x="5601" y="3523"/>
                  </a:cubicBezTo>
                  <a:cubicBezTo>
                    <a:pt x="5602" y="3426"/>
                    <a:pt x="5526" y="3349"/>
                    <a:pt x="5431" y="3347"/>
                  </a:cubicBezTo>
                  <a:cubicBezTo>
                    <a:pt x="5430" y="3347"/>
                    <a:pt x="5429" y="3347"/>
                    <a:pt x="5428" y="3347"/>
                  </a:cubicBezTo>
                  <a:close/>
                  <a:moveTo>
                    <a:pt x="5942" y="3347"/>
                  </a:moveTo>
                  <a:cubicBezTo>
                    <a:pt x="5848" y="3347"/>
                    <a:pt x="5770" y="3424"/>
                    <a:pt x="5769" y="3519"/>
                  </a:cubicBezTo>
                  <a:cubicBezTo>
                    <a:pt x="5769" y="3614"/>
                    <a:pt x="5845" y="3691"/>
                    <a:pt x="5940" y="3693"/>
                  </a:cubicBezTo>
                  <a:lnTo>
                    <a:pt x="5945" y="3693"/>
                  </a:lnTo>
                  <a:cubicBezTo>
                    <a:pt x="6038" y="3693"/>
                    <a:pt x="6116" y="3617"/>
                    <a:pt x="6116" y="3523"/>
                  </a:cubicBezTo>
                  <a:lnTo>
                    <a:pt x="6114" y="3523"/>
                  </a:lnTo>
                  <a:cubicBezTo>
                    <a:pt x="6116" y="3426"/>
                    <a:pt x="6040" y="3349"/>
                    <a:pt x="5945" y="3347"/>
                  </a:cubicBezTo>
                  <a:cubicBezTo>
                    <a:pt x="5944" y="3347"/>
                    <a:pt x="5943" y="3347"/>
                    <a:pt x="5942" y="3347"/>
                  </a:cubicBezTo>
                  <a:close/>
                  <a:moveTo>
                    <a:pt x="6457" y="3347"/>
                  </a:moveTo>
                  <a:cubicBezTo>
                    <a:pt x="6363" y="3347"/>
                    <a:pt x="6287" y="3424"/>
                    <a:pt x="6286" y="3519"/>
                  </a:cubicBezTo>
                  <a:cubicBezTo>
                    <a:pt x="6284" y="3614"/>
                    <a:pt x="6361" y="3691"/>
                    <a:pt x="6457" y="3693"/>
                  </a:cubicBezTo>
                  <a:lnTo>
                    <a:pt x="6458" y="3693"/>
                  </a:lnTo>
                  <a:cubicBezTo>
                    <a:pt x="6554" y="3693"/>
                    <a:pt x="6630" y="3617"/>
                    <a:pt x="6631" y="3523"/>
                  </a:cubicBezTo>
                  <a:cubicBezTo>
                    <a:pt x="6632" y="3426"/>
                    <a:pt x="6557" y="3349"/>
                    <a:pt x="6460" y="3347"/>
                  </a:cubicBezTo>
                  <a:cubicBezTo>
                    <a:pt x="6459" y="3347"/>
                    <a:pt x="6458" y="3347"/>
                    <a:pt x="6457" y="3347"/>
                  </a:cubicBezTo>
                  <a:close/>
                  <a:moveTo>
                    <a:pt x="6972" y="3347"/>
                  </a:moveTo>
                  <a:cubicBezTo>
                    <a:pt x="6877" y="3347"/>
                    <a:pt x="6801" y="3424"/>
                    <a:pt x="6799" y="3519"/>
                  </a:cubicBezTo>
                  <a:cubicBezTo>
                    <a:pt x="6798" y="3614"/>
                    <a:pt x="6875" y="3691"/>
                    <a:pt x="6970" y="3693"/>
                  </a:cubicBezTo>
                  <a:lnTo>
                    <a:pt x="6975" y="3693"/>
                  </a:lnTo>
                  <a:cubicBezTo>
                    <a:pt x="7069" y="3693"/>
                    <a:pt x="7145" y="3617"/>
                    <a:pt x="7145" y="3523"/>
                  </a:cubicBezTo>
                  <a:cubicBezTo>
                    <a:pt x="7146" y="3426"/>
                    <a:pt x="7070" y="3349"/>
                    <a:pt x="6975" y="3347"/>
                  </a:cubicBezTo>
                  <a:cubicBezTo>
                    <a:pt x="6974" y="3347"/>
                    <a:pt x="6973" y="3347"/>
                    <a:pt x="6972" y="3347"/>
                  </a:cubicBezTo>
                  <a:close/>
                  <a:moveTo>
                    <a:pt x="7487" y="3347"/>
                  </a:moveTo>
                  <a:cubicBezTo>
                    <a:pt x="7393" y="3347"/>
                    <a:pt x="7317" y="3424"/>
                    <a:pt x="7316" y="3519"/>
                  </a:cubicBezTo>
                  <a:cubicBezTo>
                    <a:pt x="7314" y="3614"/>
                    <a:pt x="7390" y="3691"/>
                    <a:pt x="7486" y="3693"/>
                  </a:cubicBezTo>
                  <a:lnTo>
                    <a:pt x="7489" y="3693"/>
                  </a:lnTo>
                  <a:cubicBezTo>
                    <a:pt x="7582" y="3693"/>
                    <a:pt x="7660" y="3617"/>
                    <a:pt x="7661" y="3523"/>
                  </a:cubicBezTo>
                  <a:cubicBezTo>
                    <a:pt x="7663" y="3426"/>
                    <a:pt x="7585" y="3349"/>
                    <a:pt x="7490" y="3347"/>
                  </a:cubicBezTo>
                  <a:cubicBezTo>
                    <a:pt x="7489" y="3347"/>
                    <a:pt x="7488" y="3347"/>
                    <a:pt x="7487" y="3347"/>
                  </a:cubicBezTo>
                  <a:close/>
                  <a:moveTo>
                    <a:pt x="8004" y="3347"/>
                  </a:moveTo>
                  <a:cubicBezTo>
                    <a:pt x="7910" y="3347"/>
                    <a:pt x="7833" y="3424"/>
                    <a:pt x="7831" y="3519"/>
                  </a:cubicBezTo>
                  <a:cubicBezTo>
                    <a:pt x="7831" y="3614"/>
                    <a:pt x="7907" y="3691"/>
                    <a:pt x="8002" y="3693"/>
                  </a:cubicBezTo>
                  <a:lnTo>
                    <a:pt x="8004" y="3693"/>
                  </a:lnTo>
                  <a:cubicBezTo>
                    <a:pt x="8098" y="3691"/>
                    <a:pt x="8174" y="3617"/>
                    <a:pt x="8175" y="3523"/>
                  </a:cubicBezTo>
                  <a:lnTo>
                    <a:pt x="8176" y="3523"/>
                  </a:lnTo>
                  <a:cubicBezTo>
                    <a:pt x="8178" y="3426"/>
                    <a:pt x="8102" y="3349"/>
                    <a:pt x="8007" y="3347"/>
                  </a:cubicBezTo>
                  <a:cubicBezTo>
                    <a:pt x="8006" y="3347"/>
                    <a:pt x="8005" y="3347"/>
                    <a:pt x="8004" y="3347"/>
                  </a:cubicBezTo>
                  <a:close/>
                  <a:moveTo>
                    <a:pt x="148" y="3459"/>
                  </a:moveTo>
                  <a:cubicBezTo>
                    <a:pt x="66" y="3468"/>
                    <a:pt x="8" y="3543"/>
                    <a:pt x="19" y="3624"/>
                  </a:cubicBezTo>
                  <a:cubicBezTo>
                    <a:pt x="26" y="3693"/>
                    <a:pt x="80" y="3747"/>
                    <a:pt x="148" y="3755"/>
                  </a:cubicBezTo>
                  <a:lnTo>
                    <a:pt x="750" y="3755"/>
                  </a:lnTo>
                  <a:cubicBezTo>
                    <a:pt x="832" y="3755"/>
                    <a:pt x="899" y="3690"/>
                    <a:pt x="899" y="3608"/>
                  </a:cubicBezTo>
                  <a:cubicBezTo>
                    <a:pt x="899" y="3526"/>
                    <a:pt x="832" y="3459"/>
                    <a:pt x="750" y="3459"/>
                  </a:cubicBezTo>
                  <a:close/>
                  <a:moveTo>
                    <a:pt x="3309" y="3459"/>
                  </a:moveTo>
                  <a:cubicBezTo>
                    <a:pt x="3227" y="3468"/>
                    <a:pt x="3169" y="3543"/>
                    <a:pt x="3178" y="3624"/>
                  </a:cubicBezTo>
                  <a:cubicBezTo>
                    <a:pt x="3187" y="3693"/>
                    <a:pt x="3241" y="3747"/>
                    <a:pt x="3309" y="3755"/>
                  </a:cubicBezTo>
                  <a:lnTo>
                    <a:pt x="4887" y="3755"/>
                  </a:lnTo>
                  <a:cubicBezTo>
                    <a:pt x="4969" y="3755"/>
                    <a:pt x="5035" y="3690"/>
                    <a:pt x="5036" y="3608"/>
                  </a:cubicBezTo>
                  <a:cubicBezTo>
                    <a:pt x="5036" y="3525"/>
                    <a:pt x="4969" y="3459"/>
                    <a:pt x="4887" y="3459"/>
                  </a:cubicBezTo>
                  <a:close/>
                  <a:moveTo>
                    <a:pt x="148" y="4146"/>
                  </a:moveTo>
                  <a:cubicBezTo>
                    <a:pt x="66" y="4154"/>
                    <a:pt x="8" y="4229"/>
                    <a:pt x="19" y="4311"/>
                  </a:cubicBezTo>
                  <a:cubicBezTo>
                    <a:pt x="26" y="4379"/>
                    <a:pt x="80" y="4433"/>
                    <a:pt x="148" y="4442"/>
                  </a:cubicBezTo>
                  <a:lnTo>
                    <a:pt x="750" y="4442"/>
                  </a:lnTo>
                  <a:cubicBezTo>
                    <a:pt x="832" y="4442"/>
                    <a:pt x="899" y="4376"/>
                    <a:pt x="899" y="4294"/>
                  </a:cubicBezTo>
                  <a:cubicBezTo>
                    <a:pt x="899" y="4213"/>
                    <a:pt x="832" y="4146"/>
                    <a:pt x="750" y="4146"/>
                  </a:cubicBezTo>
                  <a:close/>
                  <a:moveTo>
                    <a:pt x="3309" y="4146"/>
                  </a:moveTo>
                  <a:cubicBezTo>
                    <a:pt x="3227" y="4154"/>
                    <a:pt x="3169" y="4229"/>
                    <a:pt x="3178" y="4311"/>
                  </a:cubicBezTo>
                  <a:cubicBezTo>
                    <a:pt x="3187" y="4379"/>
                    <a:pt x="3241" y="4433"/>
                    <a:pt x="3309" y="4442"/>
                  </a:cubicBezTo>
                  <a:lnTo>
                    <a:pt x="4887" y="4442"/>
                  </a:lnTo>
                  <a:cubicBezTo>
                    <a:pt x="4969" y="4442"/>
                    <a:pt x="5035" y="4376"/>
                    <a:pt x="5036" y="4294"/>
                  </a:cubicBezTo>
                  <a:cubicBezTo>
                    <a:pt x="5036" y="4213"/>
                    <a:pt x="4969" y="4146"/>
                    <a:pt x="4887" y="4146"/>
                  </a:cubicBezTo>
                  <a:close/>
                  <a:moveTo>
                    <a:pt x="5428" y="4763"/>
                  </a:moveTo>
                  <a:cubicBezTo>
                    <a:pt x="5334" y="4763"/>
                    <a:pt x="5257" y="4840"/>
                    <a:pt x="5255" y="4935"/>
                  </a:cubicBezTo>
                  <a:cubicBezTo>
                    <a:pt x="5255" y="5030"/>
                    <a:pt x="5331" y="5107"/>
                    <a:pt x="5426" y="5109"/>
                  </a:cubicBezTo>
                  <a:lnTo>
                    <a:pt x="5428" y="5109"/>
                  </a:lnTo>
                  <a:cubicBezTo>
                    <a:pt x="5523" y="5109"/>
                    <a:pt x="5601" y="5033"/>
                    <a:pt x="5601" y="4939"/>
                  </a:cubicBezTo>
                  <a:cubicBezTo>
                    <a:pt x="5602" y="4842"/>
                    <a:pt x="5526" y="4765"/>
                    <a:pt x="5431" y="4763"/>
                  </a:cubicBezTo>
                  <a:cubicBezTo>
                    <a:pt x="5430" y="4763"/>
                    <a:pt x="5429" y="4763"/>
                    <a:pt x="5428" y="4763"/>
                  </a:cubicBezTo>
                  <a:close/>
                  <a:moveTo>
                    <a:pt x="5942" y="4763"/>
                  </a:moveTo>
                  <a:cubicBezTo>
                    <a:pt x="5848" y="4763"/>
                    <a:pt x="5770" y="4840"/>
                    <a:pt x="5769" y="4935"/>
                  </a:cubicBezTo>
                  <a:cubicBezTo>
                    <a:pt x="5769" y="5030"/>
                    <a:pt x="5845" y="5107"/>
                    <a:pt x="5940" y="5109"/>
                  </a:cubicBezTo>
                  <a:lnTo>
                    <a:pt x="5945" y="5109"/>
                  </a:lnTo>
                  <a:cubicBezTo>
                    <a:pt x="6038" y="5109"/>
                    <a:pt x="6116" y="5033"/>
                    <a:pt x="6116" y="4939"/>
                  </a:cubicBezTo>
                  <a:lnTo>
                    <a:pt x="6114" y="4939"/>
                  </a:lnTo>
                  <a:cubicBezTo>
                    <a:pt x="6116" y="4842"/>
                    <a:pt x="6040" y="4765"/>
                    <a:pt x="5945" y="4763"/>
                  </a:cubicBezTo>
                  <a:cubicBezTo>
                    <a:pt x="5944" y="4763"/>
                    <a:pt x="5943" y="4763"/>
                    <a:pt x="5942" y="4763"/>
                  </a:cubicBezTo>
                  <a:close/>
                  <a:moveTo>
                    <a:pt x="6457" y="4763"/>
                  </a:moveTo>
                  <a:cubicBezTo>
                    <a:pt x="6363" y="4763"/>
                    <a:pt x="6287" y="4840"/>
                    <a:pt x="6286" y="4935"/>
                  </a:cubicBezTo>
                  <a:cubicBezTo>
                    <a:pt x="6284" y="5030"/>
                    <a:pt x="6361" y="5107"/>
                    <a:pt x="6457" y="5109"/>
                  </a:cubicBezTo>
                  <a:lnTo>
                    <a:pt x="6458" y="5109"/>
                  </a:lnTo>
                  <a:cubicBezTo>
                    <a:pt x="6554" y="5109"/>
                    <a:pt x="6630" y="5033"/>
                    <a:pt x="6631" y="4939"/>
                  </a:cubicBezTo>
                  <a:cubicBezTo>
                    <a:pt x="6632" y="4842"/>
                    <a:pt x="6557" y="4765"/>
                    <a:pt x="6460" y="4763"/>
                  </a:cubicBezTo>
                  <a:cubicBezTo>
                    <a:pt x="6459" y="4763"/>
                    <a:pt x="6458" y="4763"/>
                    <a:pt x="6457" y="4763"/>
                  </a:cubicBezTo>
                  <a:close/>
                  <a:moveTo>
                    <a:pt x="6972" y="4763"/>
                  </a:moveTo>
                  <a:cubicBezTo>
                    <a:pt x="6877" y="4763"/>
                    <a:pt x="6801" y="4840"/>
                    <a:pt x="6799" y="4935"/>
                  </a:cubicBezTo>
                  <a:cubicBezTo>
                    <a:pt x="6798" y="5030"/>
                    <a:pt x="6875" y="5107"/>
                    <a:pt x="6970" y="5109"/>
                  </a:cubicBezTo>
                  <a:lnTo>
                    <a:pt x="6975" y="5109"/>
                  </a:lnTo>
                  <a:cubicBezTo>
                    <a:pt x="7069" y="5109"/>
                    <a:pt x="7145" y="5033"/>
                    <a:pt x="7145" y="4939"/>
                  </a:cubicBezTo>
                  <a:cubicBezTo>
                    <a:pt x="7146" y="4842"/>
                    <a:pt x="7070" y="4765"/>
                    <a:pt x="6975" y="4763"/>
                  </a:cubicBezTo>
                  <a:cubicBezTo>
                    <a:pt x="6974" y="4763"/>
                    <a:pt x="6973" y="4763"/>
                    <a:pt x="6972" y="4763"/>
                  </a:cubicBezTo>
                  <a:close/>
                  <a:moveTo>
                    <a:pt x="7487" y="4763"/>
                  </a:moveTo>
                  <a:cubicBezTo>
                    <a:pt x="7393" y="4763"/>
                    <a:pt x="7317" y="4840"/>
                    <a:pt x="7316" y="4935"/>
                  </a:cubicBezTo>
                  <a:cubicBezTo>
                    <a:pt x="7314" y="5030"/>
                    <a:pt x="7390" y="5107"/>
                    <a:pt x="7486" y="5109"/>
                  </a:cubicBezTo>
                  <a:lnTo>
                    <a:pt x="7489" y="5109"/>
                  </a:lnTo>
                  <a:cubicBezTo>
                    <a:pt x="7582" y="5109"/>
                    <a:pt x="7660" y="5033"/>
                    <a:pt x="7661" y="4939"/>
                  </a:cubicBezTo>
                  <a:cubicBezTo>
                    <a:pt x="7663" y="4842"/>
                    <a:pt x="7585" y="4765"/>
                    <a:pt x="7490" y="4763"/>
                  </a:cubicBezTo>
                  <a:cubicBezTo>
                    <a:pt x="7489" y="4763"/>
                    <a:pt x="7488" y="4763"/>
                    <a:pt x="7487" y="4763"/>
                  </a:cubicBezTo>
                  <a:close/>
                  <a:moveTo>
                    <a:pt x="8004" y="4763"/>
                  </a:moveTo>
                  <a:cubicBezTo>
                    <a:pt x="7910" y="4763"/>
                    <a:pt x="7833" y="4840"/>
                    <a:pt x="7831" y="4935"/>
                  </a:cubicBezTo>
                  <a:cubicBezTo>
                    <a:pt x="7831" y="5030"/>
                    <a:pt x="7907" y="5107"/>
                    <a:pt x="8002" y="5109"/>
                  </a:cubicBezTo>
                  <a:lnTo>
                    <a:pt x="8004" y="5109"/>
                  </a:lnTo>
                  <a:cubicBezTo>
                    <a:pt x="8098" y="5107"/>
                    <a:pt x="8174" y="5033"/>
                    <a:pt x="8175" y="4939"/>
                  </a:cubicBezTo>
                  <a:lnTo>
                    <a:pt x="8176" y="4939"/>
                  </a:lnTo>
                  <a:cubicBezTo>
                    <a:pt x="8178" y="4842"/>
                    <a:pt x="8102" y="4765"/>
                    <a:pt x="8007" y="4763"/>
                  </a:cubicBezTo>
                  <a:cubicBezTo>
                    <a:pt x="8006" y="4763"/>
                    <a:pt x="8005" y="4763"/>
                    <a:pt x="8004" y="4763"/>
                  </a:cubicBezTo>
                  <a:close/>
                  <a:moveTo>
                    <a:pt x="148" y="4832"/>
                  </a:moveTo>
                  <a:cubicBezTo>
                    <a:pt x="66" y="4833"/>
                    <a:pt x="1" y="4899"/>
                    <a:pt x="1" y="4981"/>
                  </a:cubicBezTo>
                  <a:cubicBezTo>
                    <a:pt x="1" y="5063"/>
                    <a:pt x="68" y="5128"/>
                    <a:pt x="148" y="5128"/>
                  </a:cubicBezTo>
                  <a:lnTo>
                    <a:pt x="750" y="5128"/>
                  </a:lnTo>
                  <a:cubicBezTo>
                    <a:pt x="832" y="5128"/>
                    <a:pt x="899" y="5063"/>
                    <a:pt x="899" y="4981"/>
                  </a:cubicBezTo>
                  <a:cubicBezTo>
                    <a:pt x="899" y="4899"/>
                    <a:pt x="832" y="4833"/>
                    <a:pt x="750" y="4832"/>
                  </a:cubicBezTo>
                  <a:close/>
                  <a:moveTo>
                    <a:pt x="3309" y="4832"/>
                  </a:moveTo>
                  <a:cubicBezTo>
                    <a:pt x="3227" y="4833"/>
                    <a:pt x="3162" y="4900"/>
                    <a:pt x="3162" y="4981"/>
                  </a:cubicBezTo>
                  <a:cubicBezTo>
                    <a:pt x="3162" y="5063"/>
                    <a:pt x="3227" y="5128"/>
                    <a:pt x="3309" y="5128"/>
                  </a:cubicBezTo>
                  <a:lnTo>
                    <a:pt x="4887" y="5128"/>
                  </a:lnTo>
                  <a:cubicBezTo>
                    <a:pt x="4969" y="5128"/>
                    <a:pt x="5035" y="5063"/>
                    <a:pt x="5036" y="4981"/>
                  </a:cubicBezTo>
                  <a:cubicBezTo>
                    <a:pt x="5035" y="4899"/>
                    <a:pt x="4969" y="4833"/>
                    <a:pt x="4887" y="4832"/>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95;p40">
              <a:extLst>
                <a:ext uri="{FF2B5EF4-FFF2-40B4-BE49-F238E27FC236}">
                  <a16:creationId xmlns:a16="http://schemas.microsoft.com/office/drawing/2014/main" id="{7F9250A3-6C5A-D428-3028-44BA0632B35A}"/>
                </a:ext>
              </a:extLst>
            </p:cNvPr>
            <p:cNvSpPr/>
            <p:nvPr/>
          </p:nvSpPr>
          <p:spPr>
            <a:xfrm>
              <a:off x="4554750" y="4803800"/>
              <a:ext cx="204425" cy="128275"/>
            </a:xfrm>
            <a:custGeom>
              <a:avLst/>
              <a:gdLst/>
              <a:ahLst/>
              <a:cxnLst/>
              <a:rect l="l" t="t" r="r" b="b"/>
              <a:pathLst>
                <a:path w="8177" h="5131" extrusionOk="0">
                  <a:moveTo>
                    <a:pt x="1421" y="25"/>
                  </a:moveTo>
                  <a:cubicBezTo>
                    <a:pt x="1339" y="25"/>
                    <a:pt x="1272" y="92"/>
                    <a:pt x="1272" y="176"/>
                  </a:cubicBezTo>
                  <a:cubicBezTo>
                    <a:pt x="1272" y="256"/>
                    <a:pt x="1338" y="322"/>
                    <a:pt x="1420" y="322"/>
                  </a:cubicBezTo>
                  <a:lnTo>
                    <a:pt x="2998" y="322"/>
                  </a:lnTo>
                  <a:cubicBezTo>
                    <a:pt x="2999" y="322"/>
                    <a:pt x="3000" y="322"/>
                    <a:pt x="3001" y="322"/>
                  </a:cubicBezTo>
                  <a:cubicBezTo>
                    <a:pt x="3080" y="322"/>
                    <a:pt x="3145" y="258"/>
                    <a:pt x="3147" y="177"/>
                  </a:cubicBezTo>
                  <a:lnTo>
                    <a:pt x="3147" y="176"/>
                  </a:lnTo>
                  <a:cubicBezTo>
                    <a:pt x="3147" y="92"/>
                    <a:pt x="3080" y="25"/>
                    <a:pt x="2998" y="25"/>
                  </a:cubicBezTo>
                  <a:close/>
                  <a:moveTo>
                    <a:pt x="148" y="27"/>
                  </a:moveTo>
                  <a:cubicBezTo>
                    <a:pt x="66" y="27"/>
                    <a:pt x="1" y="94"/>
                    <a:pt x="1" y="176"/>
                  </a:cubicBezTo>
                  <a:cubicBezTo>
                    <a:pt x="1" y="256"/>
                    <a:pt x="68" y="323"/>
                    <a:pt x="148" y="323"/>
                  </a:cubicBezTo>
                  <a:lnTo>
                    <a:pt x="750" y="323"/>
                  </a:lnTo>
                  <a:cubicBezTo>
                    <a:pt x="832" y="323"/>
                    <a:pt x="899" y="258"/>
                    <a:pt x="899" y="176"/>
                  </a:cubicBezTo>
                  <a:cubicBezTo>
                    <a:pt x="899" y="94"/>
                    <a:pt x="832" y="27"/>
                    <a:pt x="750" y="27"/>
                  </a:cubicBezTo>
                  <a:close/>
                  <a:moveTo>
                    <a:pt x="3667" y="0"/>
                  </a:moveTo>
                  <a:cubicBezTo>
                    <a:pt x="3573" y="0"/>
                    <a:pt x="3495" y="75"/>
                    <a:pt x="3494" y="171"/>
                  </a:cubicBezTo>
                  <a:cubicBezTo>
                    <a:pt x="3494" y="267"/>
                    <a:pt x="3570" y="344"/>
                    <a:pt x="3665" y="345"/>
                  </a:cubicBezTo>
                  <a:lnTo>
                    <a:pt x="3670" y="345"/>
                  </a:lnTo>
                  <a:cubicBezTo>
                    <a:pt x="3763" y="345"/>
                    <a:pt x="3841" y="270"/>
                    <a:pt x="3841" y="174"/>
                  </a:cubicBezTo>
                  <a:lnTo>
                    <a:pt x="3839" y="174"/>
                  </a:lnTo>
                  <a:cubicBezTo>
                    <a:pt x="3841" y="79"/>
                    <a:pt x="3765" y="2"/>
                    <a:pt x="3670" y="0"/>
                  </a:cubicBezTo>
                  <a:cubicBezTo>
                    <a:pt x="3669" y="0"/>
                    <a:pt x="3668" y="0"/>
                    <a:pt x="3667" y="0"/>
                  </a:cubicBezTo>
                  <a:close/>
                  <a:moveTo>
                    <a:pt x="4182" y="0"/>
                  </a:moveTo>
                  <a:cubicBezTo>
                    <a:pt x="4088" y="0"/>
                    <a:pt x="4012" y="75"/>
                    <a:pt x="4010" y="171"/>
                  </a:cubicBezTo>
                  <a:cubicBezTo>
                    <a:pt x="4009" y="267"/>
                    <a:pt x="4086" y="344"/>
                    <a:pt x="4182" y="345"/>
                  </a:cubicBezTo>
                  <a:lnTo>
                    <a:pt x="4183" y="345"/>
                  </a:lnTo>
                  <a:cubicBezTo>
                    <a:pt x="4278" y="345"/>
                    <a:pt x="4354" y="270"/>
                    <a:pt x="4356" y="174"/>
                  </a:cubicBezTo>
                  <a:cubicBezTo>
                    <a:pt x="4357" y="79"/>
                    <a:pt x="4281" y="2"/>
                    <a:pt x="4185" y="0"/>
                  </a:cubicBezTo>
                  <a:cubicBezTo>
                    <a:pt x="4184" y="0"/>
                    <a:pt x="4183" y="0"/>
                    <a:pt x="4182" y="0"/>
                  </a:cubicBezTo>
                  <a:close/>
                  <a:moveTo>
                    <a:pt x="5212" y="0"/>
                  </a:moveTo>
                  <a:cubicBezTo>
                    <a:pt x="5118" y="0"/>
                    <a:pt x="5042" y="75"/>
                    <a:pt x="5041" y="171"/>
                  </a:cubicBezTo>
                  <a:cubicBezTo>
                    <a:pt x="5039" y="267"/>
                    <a:pt x="5115" y="344"/>
                    <a:pt x="5211" y="345"/>
                  </a:cubicBezTo>
                  <a:lnTo>
                    <a:pt x="5215" y="345"/>
                  </a:lnTo>
                  <a:cubicBezTo>
                    <a:pt x="5310" y="345"/>
                    <a:pt x="5386" y="270"/>
                    <a:pt x="5386" y="174"/>
                  </a:cubicBezTo>
                  <a:cubicBezTo>
                    <a:pt x="5388" y="79"/>
                    <a:pt x="5310" y="2"/>
                    <a:pt x="5215" y="0"/>
                  </a:cubicBezTo>
                  <a:cubicBezTo>
                    <a:pt x="5214" y="0"/>
                    <a:pt x="5213" y="0"/>
                    <a:pt x="5212" y="0"/>
                  </a:cubicBezTo>
                  <a:close/>
                  <a:moveTo>
                    <a:pt x="5729" y="0"/>
                  </a:moveTo>
                  <a:cubicBezTo>
                    <a:pt x="5635" y="0"/>
                    <a:pt x="5557" y="75"/>
                    <a:pt x="5556" y="171"/>
                  </a:cubicBezTo>
                  <a:cubicBezTo>
                    <a:pt x="5556" y="267"/>
                    <a:pt x="5632" y="344"/>
                    <a:pt x="5727" y="345"/>
                  </a:cubicBezTo>
                  <a:lnTo>
                    <a:pt x="5729" y="345"/>
                  </a:lnTo>
                  <a:cubicBezTo>
                    <a:pt x="5824" y="345"/>
                    <a:pt x="5901" y="270"/>
                    <a:pt x="5901" y="174"/>
                  </a:cubicBezTo>
                  <a:cubicBezTo>
                    <a:pt x="5903" y="79"/>
                    <a:pt x="5827" y="2"/>
                    <a:pt x="5732" y="0"/>
                  </a:cubicBezTo>
                  <a:cubicBezTo>
                    <a:pt x="5731" y="0"/>
                    <a:pt x="5730" y="0"/>
                    <a:pt x="5729" y="0"/>
                  </a:cubicBezTo>
                  <a:close/>
                  <a:moveTo>
                    <a:pt x="6243" y="0"/>
                  </a:moveTo>
                  <a:cubicBezTo>
                    <a:pt x="6149" y="0"/>
                    <a:pt x="6071" y="75"/>
                    <a:pt x="6071" y="171"/>
                  </a:cubicBezTo>
                  <a:cubicBezTo>
                    <a:pt x="6070" y="267"/>
                    <a:pt x="6146" y="344"/>
                    <a:pt x="6241" y="345"/>
                  </a:cubicBezTo>
                  <a:lnTo>
                    <a:pt x="6245" y="345"/>
                  </a:lnTo>
                  <a:cubicBezTo>
                    <a:pt x="6339" y="345"/>
                    <a:pt x="6417" y="270"/>
                    <a:pt x="6417" y="174"/>
                  </a:cubicBezTo>
                  <a:cubicBezTo>
                    <a:pt x="6417" y="79"/>
                    <a:pt x="6341" y="2"/>
                    <a:pt x="6245" y="0"/>
                  </a:cubicBezTo>
                  <a:cubicBezTo>
                    <a:pt x="6244" y="0"/>
                    <a:pt x="6244" y="0"/>
                    <a:pt x="6243" y="0"/>
                  </a:cubicBezTo>
                  <a:close/>
                  <a:moveTo>
                    <a:pt x="4700" y="2"/>
                  </a:moveTo>
                  <a:cubicBezTo>
                    <a:pt x="4605" y="2"/>
                    <a:pt x="4527" y="79"/>
                    <a:pt x="4527" y="174"/>
                  </a:cubicBezTo>
                  <a:cubicBezTo>
                    <a:pt x="4527" y="270"/>
                    <a:pt x="4605" y="347"/>
                    <a:pt x="4700" y="347"/>
                  </a:cubicBezTo>
                  <a:cubicBezTo>
                    <a:pt x="4795" y="347"/>
                    <a:pt x="4873" y="270"/>
                    <a:pt x="4873" y="174"/>
                  </a:cubicBezTo>
                  <a:cubicBezTo>
                    <a:pt x="4873" y="79"/>
                    <a:pt x="4795" y="2"/>
                    <a:pt x="4700" y="2"/>
                  </a:cubicBezTo>
                  <a:close/>
                  <a:moveTo>
                    <a:pt x="148" y="715"/>
                  </a:moveTo>
                  <a:cubicBezTo>
                    <a:pt x="68" y="715"/>
                    <a:pt x="1" y="782"/>
                    <a:pt x="1" y="862"/>
                  </a:cubicBezTo>
                  <a:cubicBezTo>
                    <a:pt x="1" y="944"/>
                    <a:pt x="66" y="1011"/>
                    <a:pt x="148" y="1011"/>
                  </a:cubicBezTo>
                  <a:lnTo>
                    <a:pt x="750" y="1011"/>
                  </a:lnTo>
                  <a:cubicBezTo>
                    <a:pt x="832" y="1011"/>
                    <a:pt x="899" y="944"/>
                    <a:pt x="899" y="862"/>
                  </a:cubicBezTo>
                  <a:cubicBezTo>
                    <a:pt x="899" y="780"/>
                    <a:pt x="832" y="715"/>
                    <a:pt x="750" y="715"/>
                  </a:cubicBezTo>
                  <a:close/>
                  <a:moveTo>
                    <a:pt x="1418" y="715"/>
                  </a:moveTo>
                  <a:cubicBezTo>
                    <a:pt x="1338" y="715"/>
                    <a:pt x="1274" y="780"/>
                    <a:pt x="1272" y="859"/>
                  </a:cubicBezTo>
                  <a:lnTo>
                    <a:pt x="1272" y="862"/>
                  </a:lnTo>
                  <a:cubicBezTo>
                    <a:pt x="1272" y="944"/>
                    <a:pt x="1339" y="1011"/>
                    <a:pt x="1421" y="1011"/>
                  </a:cubicBezTo>
                  <a:lnTo>
                    <a:pt x="2998" y="1011"/>
                  </a:lnTo>
                  <a:cubicBezTo>
                    <a:pt x="3080" y="1011"/>
                    <a:pt x="3147" y="944"/>
                    <a:pt x="3147" y="862"/>
                  </a:cubicBezTo>
                  <a:cubicBezTo>
                    <a:pt x="3147" y="780"/>
                    <a:pt x="3081" y="715"/>
                    <a:pt x="2999" y="715"/>
                  </a:cubicBezTo>
                  <a:lnTo>
                    <a:pt x="1421" y="715"/>
                  </a:lnTo>
                  <a:cubicBezTo>
                    <a:pt x="1420" y="715"/>
                    <a:pt x="1419" y="715"/>
                    <a:pt x="1418" y="715"/>
                  </a:cubicBezTo>
                  <a:close/>
                  <a:moveTo>
                    <a:pt x="148" y="1401"/>
                  </a:moveTo>
                  <a:cubicBezTo>
                    <a:pt x="66" y="1412"/>
                    <a:pt x="8" y="1486"/>
                    <a:pt x="19" y="1568"/>
                  </a:cubicBezTo>
                  <a:cubicBezTo>
                    <a:pt x="26" y="1636"/>
                    <a:pt x="80" y="1690"/>
                    <a:pt x="148" y="1697"/>
                  </a:cubicBezTo>
                  <a:lnTo>
                    <a:pt x="750" y="1697"/>
                  </a:lnTo>
                  <a:cubicBezTo>
                    <a:pt x="832" y="1697"/>
                    <a:pt x="899" y="1632"/>
                    <a:pt x="899" y="1549"/>
                  </a:cubicBezTo>
                  <a:cubicBezTo>
                    <a:pt x="899" y="1468"/>
                    <a:pt x="832" y="1401"/>
                    <a:pt x="750" y="1401"/>
                  </a:cubicBezTo>
                  <a:close/>
                  <a:moveTo>
                    <a:pt x="1403" y="1400"/>
                  </a:moveTo>
                  <a:cubicBezTo>
                    <a:pt x="1328" y="1400"/>
                    <a:pt x="1264" y="1457"/>
                    <a:pt x="1256" y="1532"/>
                  </a:cubicBezTo>
                  <a:cubicBezTo>
                    <a:pt x="1246" y="1614"/>
                    <a:pt x="1304" y="1689"/>
                    <a:pt x="1385" y="1697"/>
                  </a:cubicBezTo>
                  <a:cubicBezTo>
                    <a:pt x="1391" y="1698"/>
                    <a:pt x="1397" y="1699"/>
                    <a:pt x="1403" y="1699"/>
                  </a:cubicBezTo>
                  <a:cubicBezTo>
                    <a:pt x="1409" y="1699"/>
                    <a:pt x="1415" y="1698"/>
                    <a:pt x="1421" y="1697"/>
                  </a:cubicBezTo>
                  <a:lnTo>
                    <a:pt x="2998" y="1697"/>
                  </a:lnTo>
                  <a:cubicBezTo>
                    <a:pt x="3080" y="1697"/>
                    <a:pt x="3147" y="1630"/>
                    <a:pt x="3147" y="1549"/>
                  </a:cubicBezTo>
                  <a:cubicBezTo>
                    <a:pt x="3147" y="1467"/>
                    <a:pt x="3081" y="1401"/>
                    <a:pt x="2999" y="1401"/>
                  </a:cubicBezTo>
                  <a:lnTo>
                    <a:pt x="1421" y="1401"/>
                  </a:lnTo>
                  <a:cubicBezTo>
                    <a:pt x="1415" y="1400"/>
                    <a:pt x="1409" y="1400"/>
                    <a:pt x="1403" y="1400"/>
                  </a:cubicBezTo>
                  <a:close/>
                  <a:moveTo>
                    <a:pt x="3667" y="1376"/>
                  </a:moveTo>
                  <a:cubicBezTo>
                    <a:pt x="3571" y="1376"/>
                    <a:pt x="3494" y="1453"/>
                    <a:pt x="3494" y="1549"/>
                  </a:cubicBezTo>
                  <a:cubicBezTo>
                    <a:pt x="3494" y="1644"/>
                    <a:pt x="3571" y="1721"/>
                    <a:pt x="3667" y="1721"/>
                  </a:cubicBezTo>
                  <a:lnTo>
                    <a:pt x="3670" y="1721"/>
                  </a:lnTo>
                  <a:cubicBezTo>
                    <a:pt x="3763" y="1721"/>
                    <a:pt x="3839" y="1644"/>
                    <a:pt x="3839" y="1550"/>
                  </a:cubicBezTo>
                  <a:lnTo>
                    <a:pt x="3839" y="1549"/>
                  </a:lnTo>
                  <a:cubicBezTo>
                    <a:pt x="3839" y="1453"/>
                    <a:pt x="3762" y="1376"/>
                    <a:pt x="3667" y="1376"/>
                  </a:cubicBezTo>
                  <a:close/>
                  <a:moveTo>
                    <a:pt x="4183" y="1376"/>
                  </a:moveTo>
                  <a:cubicBezTo>
                    <a:pt x="4088" y="1376"/>
                    <a:pt x="4010" y="1453"/>
                    <a:pt x="4010" y="1549"/>
                  </a:cubicBezTo>
                  <a:cubicBezTo>
                    <a:pt x="4010" y="1644"/>
                    <a:pt x="4088" y="1721"/>
                    <a:pt x="4183" y="1721"/>
                  </a:cubicBezTo>
                  <a:cubicBezTo>
                    <a:pt x="4277" y="1721"/>
                    <a:pt x="4354" y="1647"/>
                    <a:pt x="4356" y="1553"/>
                  </a:cubicBezTo>
                  <a:lnTo>
                    <a:pt x="4356" y="1549"/>
                  </a:lnTo>
                  <a:cubicBezTo>
                    <a:pt x="4356" y="1453"/>
                    <a:pt x="4278" y="1376"/>
                    <a:pt x="4183" y="1376"/>
                  </a:cubicBezTo>
                  <a:close/>
                  <a:moveTo>
                    <a:pt x="4700" y="1377"/>
                  </a:moveTo>
                  <a:cubicBezTo>
                    <a:pt x="4605" y="1388"/>
                    <a:pt x="4536" y="1474"/>
                    <a:pt x="4546" y="1568"/>
                  </a:cubicBezTo>
                  <a:cubicBezTo>
                    <a:pt x="4555" y="1648"/>
                    <a:pt x="4619" y="1712"/>
                    <a:pt x="4700" y="1721"/>
                  </a:cubicBezTo>
                  <a:cubicBezTo>
                    <a:pt x="4795" y="1721"/>
                    <a:pt x="4873" y="1644"/>
                    <a:pt x="4873" y="1549"/>
                  </a:cubicBezTo>
                  <a:cubicBezTo>
                    <a:pt x="4871" y="1453"/>
                    <a:pt x="4794" y="1377"/>
                    <a:pt x="4700" y="1377"/>
                  </a:cubicBezTo>
                  <a:close/>
                  <a:moveTo>
                    <a:pt x="5214" y="1376"/>
                  </a:moveTo>
                  <a:cubicBezTo>
                    <a:pt x="5118" y="1376"/>
                    <a:pt x="5041" y="1453"/>
                    <a:pt x="5041" y="1549"/>
                  </a:cubicBezTo>
                  <a:cubicBezTo>
                    <a:pt x="5041" y="1644"/>
                    <a:pt x="5118" y="1721"/>
                    <a:pt x="5214" y="1721"/>
                  </a:cubicBezTo>
                  <a:lnTo>
                    <a:pt x="5215" y="1721"/>
                  </a:lnTo>
                  <a:cubicBezTo>
                    <a:pt x="5309" y="1721"/>
                    <a:pt x="5386" y="1644"/>
                    <a:pt x="5386" y="1550"/>
                  </a:cubicBezTo>
                  <a:lnTo>
                    <a:pt x="5386" y="1549"/>
                  </a:lnTo>
                  <a:cubicBezTo>
                    <a:pt x="5386" y="1453"/>
                    <a:pt x="5309" y="1376"/>
                    <a:pt x="5214" y="1376"/>
                  </a:cubicBezTo>
                  <a:close/>
                  <a:moveTo>
                    <a:pt x="5729" y="1376"/>
                  </a:moveTo>
                  <a:cubicBezTo>
                    <a:pt x="5633" y="1376"/>
                    <a:pt x="5556" y="1453"/>
                    <a:pt x="5556" y="1549"/>
                  </a:cubicBezTo>
                  <a:cubicBezTo>
                    <a:pt x="5556" y="1644"/>
                    <a:pt x="5633" y="1721"/>
                    <a:pt x="5729" y="1721"/>
                  </a:cubicBezTo>
                  <a:cubicBezTo>
                    <a:pt x="5824" y="1721"/>
                    <a:pt x="5901" y="1647"/>
                    <a:pt x="5901" y="1553"/>
                  </a:cubicBezTo>
                  <a:lnTo>
                    <a:pt x="5901" y="1549"/>
                  </a:lnTo>
                  <a:cubicBezTo>
                    <a:pt x="5901" y="1453"/>
                    <a:pt x="5824" y="1376"/>
                    <a:pt x="5729" y="1376"/>
                  </a:cubicBezTo>
                  <a:close/>
                  <a:moveTo>
                    <a:pt x="6242" y="1376"/>
                  </a:moveTo>
                  <a:cubicBezTo>
                    <a:pt x="6147" y="1376"/>
                    <a:pt x="6070" y="1453"/>
                    <a:pt x="6070" y="1549"/>
                  </a:cubicBezTo>
                  <a:cubicBezTo>
                    <a:pt x="6070" y="1644"/>
                    <a:pt x="6147" y="1721"/>
                    <a:pt x="6242" y="1721"/>
                  </a:cubicBezTo>
                  <a:lnTo>
                    <a:pt x="6245" y="1721"/>
                  </a:lnTo>
                  <a:cubicBezTo>
                    <a:pt x="6339" y="1721"/>
                    <a:pt x="6415" y="1644"/>
                    <a:pt x="6415" y="1550"/>
                  </a:cubicBezTo>
                  <a:lnTo>
                    <a:pt x="6415" y="1549"/>
                  </a:lnTo>
                  <a:cubicBezTo>
                    <a:pt x="6415" y="1453"/>
                    <a:pt x="6338" y="1376"/>
                    <a:pt x="6242" y="1376"/>
                  </a:cubicBezTo>
                  <a:close/>
                  <a:moveTo>
                    <a:pt x="1405" y="2087"/>
                  </a:moveTo>
                  <a:cubicBezTo>
                    <a:pt x="1329" y="2087"/>
                    <a:pt x="1264" y="2142"/>
                    <a:pt x="1256" y="2219"/>
                  </a:cubicBezTo>
                  <a:cubicBezTo>
                    <a:pt x="1246" y="2300"/>
                    <a:pt x="1304" y="2375"/>
                    <a:pt x="1385" y="2384"/>
                  </a:cubicBezTo>
                  <a:cubicBezTo>
                    <a:pt x="1391" y="2385"/>
                    <a:pt x="1397" y="2385"/>
                    <a:pt x="1403" y="2385"/>
                  </a:cubicBezTo>
                  <a:cubicBezTo>
                    <a:pt x="1409" y="2385"/>
                    <a:pt x="1415" y="2385"/>
                    <a:pt x="1421" y="2384"/>
                  </a:cubicBezTo>
                  <a:lnTo>
                    <a:pt x="2998" y="2384"/>
                  </a:lnTo>
                  <a:cubicBezTo>
                    <a:pt x="3080" y="2384"/>
                    <a:pt x="3147" y="2317"/>
                    <a:pt x="3147" y="2235"/>
                  </a:cubicBezTo>
                  <a:cubicBezTo>
                    <a:pt x="3147" y="2153"/>
                    <a:pt x="3081" y="2088"/>
                    <a:pt x="2999" y="2088"/>
                  </a:cubicBezTo>
                  <a:lnTo>
                    <a:pt x="1421" y="2088"/>
                  </a:lnTo>
                  <a:cubicBezTo>
                    <a:pt x="1416" y="2087"/>
                    <a:pt x="1410" y="2087"/>
                    <a:pt x="1405" y="2087"/>
                  </a:cubicBezTo>
                  <a:close/>
                  <a:moveTo>
                    <a:pt x="148" y="2088"/>
                  </a:moveTo>
                  <a:cubicBezTo>
                    <a:pt x="66" y="2098"/>
                    <a:pt x="8" y="2172"/>
                    <a:pt x="19" y="2254"/>
                  </a:cubicBezTo>
                  <a:cubicBezTo>
                    <a:pt x="26" y="2323"/>
                    <a:pt x="80" y="2376"/>
                    <a:pt x="148" y="2385"/>
                  </a:cubicBezTo>
                  <a:lnTo>
                    <a:pt x="750" y="2385"/>
                  </a:lnTo>
                  <a:cubicBezTo>
                    <a:pt x="832" y="2385"/>
                    <a:pt x="899" y="2318"/>
                    <a:pt x="899" y="2235"/>
                  </a:cubicBezTo>
                  <a:cubicBezTo>
                    <a:pt x="899" y="2155"/>
                    <a:pt x="832" y="2088"/>
                    <a:pt x="750" y="2088"/>
                  </a:cubicBezTo>
                  <a:close/>
                  <a:moveTo>
                    <a:pt x="1405" y="2773"/>
                  </a:moveTo>
                  <a:cubicBezTo>
                    <a:pt x="1329" y="2773"/>
                    <a:pt x="1264" y="2829"/>
                    <a:pt x="1256" y="2905"/>
                  </a:cubicBezTo>
                  <a:cubicBezTo>
                    <a:pt x="1246" y="2987"/>
                    <a:pt x="1304" y="3061"/>
                    <a:pt x="1385" y="3070"/>
                  </a:cubicBezTo>
                  <a:cubicBezTo>
                    <a:pt x="1391" y="3071"/>
                    <a:pt x="1397" y="3071"/>
                    <a:pt x="1403" y="3071"/>
                  </a:cubicBezTo>
                  <a:cubicBezTo>
                    <a:pt x="1409" y="3071"/>
                    <a:pt x="1415" y="3071"/>
                    <a:pt x="1421" y="3070"/>
                  </a:cubicBezTo>
                  <a:lnTo>
                    <a:pt x="2998" y="3070"/>
                  </a:lnTo>
                  <a:cubicBezTo>
                    <a:pt x="3080" y="3070"/>
                    <a:pt x="3147" y="3005"/>
                    <a:pt x="3147" y="2921"/>
                  </a:cubicBezTo>
                  <a:cubicBezTo>
                    <a:pt x="3147" y="2841"/>
                    <a:pt x="3081" y="2774"/>
                    <a:pt x="2999" y="2774"/>
                  </a:cubicBezTo>
                  <a:lnTo>
                    <a:pt x="1421" y="2774"/>
                  </a:lnTo>
                  <a:cubicBezTo>
                    <a:pt x="1416" y="2773"/>
                    <a:pt x="1410" y="2773"/>
                    <a:pt x="1405" y="2773"/>
                  </a:cubicBezTo>
                  <a:close/>
                  <a:moveTo>
                    <a:pt x="148" y="2775"/>
                  </a:moveTo>
                  <a:cubicBezTo>
                    <a:pt x="66" y="2784"/>
                    <a:pt x="8" y="2859"/>
                    <a:pt x="19" y="2941"/>
                  </a:cubicBezTo>
                  <a:cubicBezTo>
                    <a:pt x="26" y="3009"/>
                    <a:pt x="80" y="3063"/>
                    <a:pt x="148" y="3072"/>
                  </a:cubicBezTo>
                  <a:lnTo>
                    <a:pt x="750" y="3072"/>
                  </a:lnTo>
                  <a:cubicBezTo>
                    <a:pt x="832" y="3072"/>
                    <a:pt x="899" y="3005"/>
                    <a:pt x="899" y="2921"/>
                  </a:cubicBezTo>
                  <a:cubicBezTo>
                    <a:pt x="899" y="2841"/>
                    <a:pt x="832" y="2775"/>
                    <a:pt x="750" y="2775"/>
                  </a:cubicBezTo>
                  <a:close/>
                  <a:moveTo>
                    <a:pt x="5942" y="3350"/>
                  </a:moveTo>
                  <a:cubicBezTo>
                    <a:pt x="5846" y="3350"/>
                    <a:pt x="5769" y="3428"/>
                    <a:pt x="5769" y="3523"/>
                  </a:cubicBezTo>
                  <a:cubicBezTo>
                    <a:pt x="5769" y="3618"/>
                    <a:pt x="5846" y="3696"/>
                    <a:pt x="5942" y="3696"/>
                  </a:cubicBezTo>
                  <a:lnTo>
                    <a:pt x="5945" y="3696"/>
                  </a:lnTo>
                  <a:cubicBezTo>
                    <a:pt x="6038" y="3696"/>
                    <a:pt x="6114" y="3620"/>
                    <a:pt x="6114" y="3524"/>
                  </a:cubicBezTo>
                  <a:lnTo>
                    <a:pt x="6114" y="3523"/>
                  </a:lnTo>
                  <a:cubicBezTo>
                    <a:pt x="6114" y="3428"/>
                    <a:pt x="6037" y="3350"/>
                    <a:pt x="5942" y="3350"/>
                  </a:cubicBezTo>
                  <a:close/>
                  <a:moveTo>
                    <a:pt x="6972" y="3350"/>
                  </a:moveTo>
                  <a:cubicBezTo>
                    <a:pt x="6877" y="3350"/>
                    <a:pt x="6799" y="3428"/>
                    <a:pt x="6799" y="3523"/>
                  </a:cubicBezTo>
                  <a:cubicBezTo>
                    <a:pt x="6799" y="3618"/>
                    <a:pt x="6877" y="3696"/>
                    <a:pt x="6972" y="3696"/>
                  </a:cubicBezTo>
                  <a:lnTo>
                    <a:pt x="6975" y="3696"/>
                  </a:lnTo>
                  <a:cubicBezTo>
                    <a:pt x="7069" y="3696"/>
                    <a:pt x="7145" y="3620"/>
                    <a:pt x="7145" y="3524"/>
                  </a:cubicBezTo>
                  <a:lnTo>
                    <a:pt x="7145" y="3523"/>
                  </a:lnTo>
                  <a:cubicBezTo>
                    <a:pt x="7145" y="3428"/>
                    <a:pt x="7067" y="3350"/>
                    <a:pt x="6972" y="3350"/>
                  </a:cubicBezTo>
                  <a:close/>
                  <a:moveTo>
                    <a:pt x="8004" y="3350"/>
                  </a:moveTo>
                  <a:cubicBezTo>
                    <a:pt x="7908" y="3350"/>
                    <a:pt x="7831" y="3428"/>
                    <a:pt x="7831" y="3523"/>
                  </a:cubicBezTo>
                  <a:cubicBezTo>
                    <a:pt x="7831" y="3618"/>
                    <a:pt x="7908" y="3696"/>
                    <a:pt x="8004" y="3696"/>
                  </a:cubicBezTo>
                  <a:cubicBezTo>
                    <a:pt x="8099" y="3696"/>
                    <a:pt x="8175" y="3620"/>
                    <a:pt x="8175" y="3524"/>
                  </a:cubicBezTo>
                  <a:lnTo>
                    <a:pt x="8175" y="3523"/>
                  </a:lnTo>
                  <a:lnTo>
                    <a:pt x="8176" y="3523"/>
                  </a:lnTo>
                  <a:cubicBezTo>
                    <a:pt x="8176" y="3428"/>
                    <a:pt x="8099" y="3350"/>
                    <a:pt x="8004" y="3350"/>
                  </a:cubicBezTo>
                  <a:close/>
                  <a:moveTo>
                    <a:pt x="5428" y="3350"/>
                  </a:moveTo>
                  <a:cubicBezTo>
                    <a:pt x="5333" y="3350"/>
                    <a:pt x="5255" y="3428"/>
                    <a:pt x="5255" y="3523"/>
                  </a:cubicBezTo>
                  <a:cubicBezTo>
                    <a:pt x="5255" y="3618"/>
                    <a:pt x="5333" y="3696"/>
                    <a:pt x="5428" y="3696"/>
                  </a:cubicBezTo>
                  <a:cubicBezTo>
                    <a:pt x="5429" y="3696"/>
                    <a:pt x="5430" y="3696"/>
                    <a:pt x="5431" y="3696"/>
                  </a:cubicBezTo>
                  <a:cubicBezTo>
                    <a:pt x="5525" y="3696"/>
                    <a:pt x="5601" y="3620"/>
                    <a:pt x="5601" y="3527"/>
                  </a:cubicBezTo>
                  <a:lnTo>
                    <a:pt x="5601" y="3523"/>
                  </a:lnTo>
                  <a:cubicBezTo>
                    <a:pt x="5601" y="3428"/>
                    <a:pt x="5523" y="3350"/>
                    <a:pt x="5428" y="3350"/>
                  </a:cubicBezTo>
                  <a:close/>
                  <a:moveTo>
                    <a:pt x="6458" y="3350"/>
                  </a:moveTo>
                  <a:cubicBezTo>
                    <a:pt x="6363" y="3350"/>
                    <a:pt x="6286" y="3428"/>
                    <a:pt x="6286" y="3523"/>
                  </a:cubicBezTo>
                  <a:cubicBezTo>
                    <a:pt x="6286" y="3618"/>
                    <a:pt x="6363" y="3696"/>
                    <a:pt x="6458" y="3696"/>
                  </a:cubicBezTo>
                  <a:cubicBezTo>
                    <a:pt x="6459" y="3696"/>
                    <a:pt x="6460" y="3696"/>
                    <a:pt x="6461" y="3696"/>
                  </a:cubicBezTo>
                  <a:cubicBezTo>
                    <a:pt x="6554" y="3696"/>
                    <a:pt x="6630" y="3620"/>
                    <a:pt x="6631" y="3527"/>
                  </a:cubicBezTo>
                  <a:lnTo>
                    <a:pt x="6631" y="3523"/>
                  </a:lnTo>
                  <a:cubicBezTo>
                    <a:pt x="6631" y="3428"/>
                    <a:pt x="6554" y="3350"/>
                    <a:pt x="6458" y="3350"/>
                  </a:cubicBezTo>
                  <a:close/>
                  <a:moveTo>
                    <a:pt x="7489" y="3350"/>
                  </a:moveTo>
                  <a:cubicBezTo>
                    <a:pt x="7393" y="3350"/>
                    <a:pt x="7316" y="3428"/>
                    <a:pt x="7316" y="3523"/>
                  </a:cubicBezTo>
                  <a:cubicBezTo>
                    <a:pt x="7316" y="3618"/>
                    <a:pt x="7393" y="3696"/>
                    <a:pt x="7489" y="3696"/>
                  </a:cubicBezTo>
                  <a:cubicBezTo>
                    <a:pt x="7490" y="3696"/>
                    <a:pt x="7490" y="3696"/>
                    <a:pt x="7491" y="3696"/>
                  </a:cubicBezTo>
                  <a:cubicBezTo>
                    <a:pt x="7584" y="3696"/>
                    <a:pt x="7660" y="3620"/>
                    <a:pt x="7661" y="3527"/>
                  </a:cubicBezTo>
                  <a:lnTo>
                    <a:pt x="7661" y="3523"/>
                  </a:lnTo>
                  <a:cubicBezTo>
                    <a:pt x="7661" y="3428"/>
                    <a:pt x="7584" y="3350"/>
                    <a:pt x="7489" y="3350"/>
                  </a:cubicBezTo>
                  <a:close/>
                  <a:moveTo>
                    <a:pt x="148" y="3462"/>
                  </a:moveTo>
                  <a:cubicBezTo>
                    <a:pt x="66" y="3471"/>
                    <a:pt x="8" y="3545"/>
                    <a:pt x="19" y="3627"/>
                  </a:cubicBezTo>
                  <a:cubicBezTo>
                    <a:pt x="26" y="3696"/>
                    <a:pt x="80" y="3749"/>
                    <a:pt x="148" y="3758"/>
                  </a:cubicBezTo>
                  <a:lnTo>
                    <a:pt x="750" y="3758"/>
                  </a:lnTo>
                  <a:cubicBezTo>
                    <a:pt x="832" y="3758"/>
                    <a:pt x="899" y="3691"/>
                    <a:pt x="899" y="3609"/>
                  </a:cubicBezTo>
                  <a:cubicBezTo>
                    <a:pt x="899" y="3527"/>
                    <a:pt x="832" y="3462"/>
                    <a:pt x="750" y="3462"/>
                  </a:cubicBezTo>
                  <a:close/>
                  <a:moveTo>
                    <a:pt x="3309" y="3460"/>
                  </a:moveTo>
                  <a:cubicBezTo>
                    <a:pt x="3227" y="3471"/>
                    <a:pt x="3169" y="3545"/>
                    <a:pt x="3178" y="3627"/>
                  </a:cubicBezTo>
                  <a:cubicBezTo>
                    <a:pt x="3187" y="3696"/>
                    <a:pt x="3241" y="3749"/>
                    <a:pt x="3309" y="3758"/>
                  </a:cubicBezTo>
                  <a:lnTo>
                    <a:pt x="4887" y="3758"/>
                  </a:lnTo>
                  <a:cubicBezTo>
                    <a:pt x="4969" y="3758"/>
                    <a:pt x="5036" y="3691"/>
                    <a:pt x="5036" y="3608"/>
                  </a:cubicBezTo>
                  <a:cubicBezTo>
                    <a:pt x="5035" y="3527"/>
                    <a:pt x="4968" y="3460"/>
                    <a:pt x="4887" y="3460"/>
                  </a:cubicBezTo>
                  <a:close/>
                  <a:moveTo>
                    <a:pt x="148" y="4148"/>
                  </a:moveTo>
                  <a:cubicBezTo>
                    <a:pt x="66" y="4157"/>
                    <a:pt x="8" y="4232"/>
                    <a:pt x="19" y="4314"/>
                  </a:cubicBezTo>
                  <a:cubicBezTo>
                    <a:pt x="26" y="4382"/>
                    <a:pt x="80" y="4436"/>
                    <a:pt x="148" y="4445"/>
                  </a:cubicBezTo>
                  <a:lnTo>
                    <a:pt x="750" y="4445"/>
                  </a:lnTo>
                  <a:cubicBezTo>
                    <a:pt x="832" y="4445"/>
                    <a:pt x="899" y="4378"/>
                    <a:pt x="899" y="4296"/>
                  </a:cubicBezTo>
                  <a:cubicBezTo>
                    <a:pt x="899" y="4214"/>
                    <a:pt x="832" y="4148"/>
                    <a:pt x="750" y="4148"/>
                  </a:cubicBezTo>
                  <a:close/>
                  <a:moveTo>
                    <a:pt x="3309" y="4148"/>
                  </a:moveTo>
                  <a:cubicBezTo>
                    <a:pt x="3227" y="4157"/>
                    <a:pt x="3169" y="4232"/>
                    <a:pt x="3178" y="4314"/>
                  </a:cubicBezTo>
                  <a:cubicBezTo>
                    <a:pt x="3187" y="4382"/>
                    <a:pt x="3241" y="4436"/>
                    <a:pt x="3309" y="4445"/>
                  </a:cubicBezTo>
                  <a:lnTo>
                    <a:pt x="4887" y="4445"/>
                  </a:lnTo>
                  <a:cubicBezTo>
                    <a:pt x="4969" y="4445"/>
                    <a:pt x="5036" y="4378"/>
                    <a:pt x="5036" y="4294"/>
                  </a:cubicBezTo>
                  <a:cubicBezTo>
                    <a:pt x="5035" y="4214"/>
                    <a:pt x="4968" y="4148"/>
                    <a:pt x="4887" y="4148"/>
                  </a:cubicBezTo>
                  <a:close/>
                  <a:moveTo>
                    <a:pt x="5942" y="4766"/>
                  </a:moveTo>
                  <a:cubicBezTo>
                    <a:pt x="5846" y="4766"/>
                    <a:pt x="5769" y="4844"/>
                    <a:pt x="5769" y="4939"/>
                  </a:cubicBezTo>
                  <a:cubicBezTo>
                    <a:pt x="5769" y="5034"/>
                    <a:pt x="5846" y="5112"/>
                    <a:pt x="5942" y="5112"/>
                  </a:cubicBezTo>
                  <a:lnTo>
                    <a:pt x="5945" y="5112"/>
                  </a:lnTo>
                  <a:cubicBezTo>
                    <a:pt x="6038" y="5112"/>
                    <a:pt x="6114" y="5036"/>
                    <a:pt x="6114" y="4940"/>
                  </a:cubicBezTo>
                  <a:lnTo>
                    <a:pt x="6114" y="4939"/>
                  </a:lnTo>
                  <a:cubicBezTo>
                    <a:pt x="6114" y="4844"/>
                    <a:pt x="6037" y="4766"/>
                    <a:pt x="5942" y="4766"/>
                  </a:cubicBezTo>
                  <a:close/>
                  <a:moveTo>
                    <a:pt x="6972" y="4766"/>
                  </a:moveTo>
                  <a:cubicBezTo>
                    <a:pt x="6877" y="4766"/>
                    <a:pt x="6799" y="4844"/>
                    <a:pt x="6799" y="4939"/>
                  </a:cubicBezTo>
                  <a:cubicBezTo>
                    <a:pt x="6799" y="5034"/>
                    <a:pt x="6877" y="5112"/>
                    <a:pt x="6972" y="5112"/>
                  </a:cubicBezTo>
                  <a:lnTo>
                    <a:pt x="6975" y="5112"/>
                  </a:lnTo>
                  <a:cubicBezTo>
                    <a:pt x="7069" y="5112"/>
                    <a:pt x="7145" y="5036"/>
                    <a:pt x="7145" y="4940"/>
                  </a:cubicBezTo>
                  <a:lnTo>
                    <a:pt x="7145" y="4939"/>
                  </a:lnTo>
                  <a:cubicBezTo>
                    <a:pt x="7145" y="4844"/>
                    <a:pt x="7067" y="4766"/>
                    <a:pt x="6972" y="4766"/>
                  </a:cubicBezTo>
                  <a:close/>
                  <a:moveTo>
                    <a:pt x="8004" y="4766"/>
                  </a:moveTo>
                  <a:cubicBezTo>
                    <a:pt x="7908" y="4766"/>
                    <a:pt x="7831" y="4844"/>
                    <a:pt x="7831" y="4939"/>
                  </a:cubicBezTo>
                  <a:cubicBezTo>
                    <a:pt x="7831" y="5034"/>
                    <a:pt x="7908" y="5112"/>
                    <a:pt x="8004" y="5112"/>
                  </a:cubicBezTo>
                  <a:cubicBezTo>
                    <a:pt x="8099" y="5112"/>
                    <a:pt x="8175" y="5036"/>
                    <a:pt x="8175" y="4940"/>
                  </a:cubicBezTo>
                  <a:lnTo>
                    <a:pt x="8175" y="4939"/>
                  </a:lnTo>
                  <a:lnTo>
                    <a:pt x="8176" y="4939"/>
                  </a:lnTo>
                  <a:cubicBezTo>
                    <a:pt x="8176" y="4844"/>
                    <a:pt x="8099" y="4766"/>
                    <a:pt x="8004" y="4766"/>
                  </a:cubicBezTo>
                  <a:close/>
                  <a:moveTo>
                    <a:pt x="5428" y="4766"/>
                  </a:moveTo>
                  <a:cubicBezTo>
                    <a:pt x="5333" y="4766"/>
                    <a:pt x="5255" y="4844"/>
                    <a:pt x="5255" y="4939"/>
                  </a:cubicBezTo>
                  <a:cubicBezTo>
                    <a:pt x="5255" y="5034"/>
                    <a:pt x="5333" y="5112"/>
                    <a:pt x="5428" y="5112"/>
                  </a:cubicBezTo>
                  <a:cubicBezTo>
                    <a:pt x="5429" y="5112"/>
                    <a:pt x="5430" y="5112"/>
                    <a:pt x="5431" y="5112"/>
                  </a:cubicBezTo>
                  <a:cubicBezTo>
                    <a:pt x="5525" y="5112"/>
                    <a:pt x="5601" y="5036"/>
                    <a:pt x="5601" y="4943"/>
                  </a:cubicBezTo>
                  <a:lnTo>
                    <a:pt x="5601" y="4939"/>
                  </a:lnTo>
                  <a:cubicBezTo>
                    <a:pt x="5601" y="4844"/>
                    <a:pt x="5523" y="4766"/>
                    <a:pt x="5428" y="4766"/>
                  </a:cubicBezTo>
                  <a:close/>
                  <a:moveTo>
                    <a:pt x="6458" y="4766"/>
                  </a:moveTo>
                  <a:cubicBezTo>
                    <a:pt x="6363" y="4766"/>
                    <a:pt x="6286" y="4844"/>
                    <a:pt x="6286" y="4939"/>
                  </a:cubicBezTo>
                  <a:cubicBezTo>
                    <a:pt x="6286" y="5034"/>
                    <a:pt x="6363" y="5112"/>
                    <a:pt x="6458" y="5112"/>
                  </a:cubicBezTo>
                  <a:cubicBezTo>
                    <a:pt x="6459" y="5112"/>
                    <a:pt x="6460" y="5112"/>
                    <a:pt x="6461" y="5112"/>
                  </a:cubicBezTo>
                  <a:cubicBezTo>
                    <a:pt x="6554" y="5112"/>
                    <a:pt x="6630" y="5036"/>
                    <a:pt x="6631" y="4943"/>
                  </a:cubicBezTo>
                  <a:lnTo>
                    <a:pt x="6631" y="4939"/>
                  </a:lnTo>
                  <a:cubicBezTo>
                    <a:pt x="6631" y="4844"/>
                    <a:pt x="6554" y="4766"/>
                    <a:pt x="6458" y="4766"/>
                  </a:cubicBezTo>
                  <a:close/>
                  <a:moveTo>
                    <a:pt x="7489" y="4766"/>
                  </a:moveTo>
                  <a:cubicBezTo>
                    <a:pt x="7393" y="4766"/>
                    <a:pt x="7316" y="4844"/>
                    <a:pt x="7316" y="4939"/>
                  </a:cubicBezTo>
                  <a:cubicBezTo>
                    <a:pt x="7316" y="5034"/>
                    <a:pt x="7393" y="5112"/>
                    <a:pt x="7489" y="5112"/>
                  </a:cubicBezTo>
                  <a:cubicBezTo>
                    <a:pt x="7490" y="5112"/>
                    <a:pt x="7490" y="5112"/>
                    <a:pt x="7491" y="5112"/>
                  </a:cubicBezTo>
                  <a:cubicBezTo>
                    <a:pt x="7584" y="5112"/>
                    <a:pt x="7660" y="5036"/>
                    <a:pt x="7661" y="4943"/>
                  </a:cubicBezTo>
                  <a:lnTo>
                    <a:pt x="7661" y="4939"/>
                  </a:lnTo>
                  <a:cubicBezTo>
                    <a:pt x="7661" y="4844"/>
                    <a:pt x="7584" y="4766"/>
                    <a:pt x="7489" y="4766"/>
                  </a:cubicBezTo>
                  <a:close/>
                  <a:moveTo>
                    <a:pt x="148" y="4835"/>
                  </a:moveTo>
                  <a:cubicBezTo>
                    <a:pt x="66" y="4845"/>
                    <a:pt x="8" y="4919"/>
                    <a:pt x="19" y="5001"/>
                  </a:cubicBezTo>
                  <a:cubicBezTo>
                    <a:pt x="26" y="5068"/>
                    <a:pt x="80" y="5123"/>
                    <a:pt x="148" y="5131"/>
                  </a:cubicBezTo>
                  <a:lnTo>
                    <a:pt x="750" y="5131"/>
                  </a:lnTo>
                  <a:cubicBezTo>
                    <a:pt x="832" y="5131"/>
                    <a:pt x="899" y="5065"/>
                    <a:pt x="899" y="4984"/>
                  </a:cubicBezTo>
                  <a:cubicBezTo>
                    <a:pt x="899" y="4902"/>
                    <a:pt x="832" y="4835"/>
                    <a:pt x="750" y="4835"/>
                  </a:cubicBezTo>
                  <a:close/>
                  <a:moveTo>
                    <a:pt x="3309" y="4835"/>
                  </a:moveTo>
                  <a:cubicBezTo>
                    <a:pt x="3227" y="4844"/>
                    <a:pt x="3169" y="4918"/>
                    <a:pt x="3178" y="5000"/>
                  </a:cubicBezTo>
                  <a:cubicBezTo>
                    <a:pt x="3187" y="5068"/>
                    <a:pt x="3241" y="5122"/>
                    <a:pt x="3309" y="5131"/>
                  </a:cubicBezTo>
                  <a:lnTo>
                    <a:pt x="4887" y="5131"/>
                  </a:lnTo>
                  <a:cubicBezTo>
                    <a:pt x="4969" y="5131"/>
                    <a:pt x="5035" y="5065"/>
                    <a:pt x="5036" y="4984"/>
                  </a:cubicBezTo>
                  <a:cubicBezTo>
                    <a:pt x="5036" y="4902"/>
                    <a:pt x="4969" y="4835"/>
                    <a:pt x="4887"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96;p40">
              <a:extLst>
                <a:ext uri="{FF2B5EF4-FFF2-40B4-BE49-F238E27FC236}">
                  <a16:creationId xmlns:a16="http://schemas.microsoft.com/office/drawing/2014/main" id="{D77E4B13-DD9B-F385-CA83-5A9885912DC2}"/>
                </a:ext>
              </a:extLst>
            </p:cNvPr>
            <p:cNvSpPr/>
            <p:nvPr/>
          </p:nvSpPr>
          <p:spPr>
            <a:xfrm>
              <a:off x="4779175" y="4910650"/>
              <a:ext cx="1850" cy="300"/>
            </a:xfrm>
            <a:custGeom>
              <a:avLst/>
              <a:gdLst/>
              <a:ahLst/>
              <a:cxnLst/>
              <a:rect l="l" t="t" r="r" b="b"/>
              <a:pathLst>
                <a:path w="74" h="12" extrusionOk="0">
                  <a:moveTo>
                    <a:pt x="1" y="1"/>
                  </a:moveTo>
                  <a:lnTo>
                    <a:pt x="74" y="1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97;p40">
              <a:extLst>
                <a:ext uri="{FF2B5EF4-FFF2-40B4-BE49-F238E27FC236}">
                  <a16:creationId xmlns:a16="http://schemas.microsoft.com/office/drawing/2014/main" id="{491E2476-F46E-CDBC-4362-C45E828CBA37}"/>
                </a:ext>
              </a:extLst>
            </p:cNvPr>
            <p:cNvSpPr/>
            <p:nvPr/>
          </p:nvSpPr>
          <p:spPr>
            <a:xfrm>
              <a:off x="4776500" y="4907975"/>
              <a:ext cx="7175" cy="5600"/>
            </a:xfrm>
            <a:custGeom>
              <a:avLst/>
              <a:gdLst/>
              <a:ahLst/>
              <a:cxnLst/>
              <a:rect l="l" t="t" r="r" b="b"/>
              <a:pathLst>
                <a:path w="287" h="224" extrusionOk="0">
                  <a:moveTo>
                    <a:pt x="106" y="1"/>
                  </a:moveTo>
                  <a:cubicBezTo>
                    <a:pt x="55" y="1"/>
                    <a:pt x="10" y="39"/>
                    <a:pt x="2" y="91"/>
                  </a:cubicBezTo>
                  <a:cubicBezTo>
                    <a:pt x="0" y="97"/>
                    <a:pt x="0" y="102"/>
                    <a:pt x="0" y="108"/>
                  </a:cubicBezTo>
                  <a:cubicBezTo>
                    <a:pt x="0" y="160"/>
                    <a:pt x="39" y="205"/>
                    <a:pt x="91" y="214"/>
                  </a:cubicBezTo>
                  <a:lnTo>
                    <a:pt x="164" y="224"/>
                  </a:lnTo>
                  <a:lnTo>
                    <a:pt x="181" y="224"/>
                  </a:lnTo>
                  <a:cubicBezTo>
                    <a:pt x="233" y="224"/>
                    <a:pt x="277" y="187"/>
                    <a:pt x="285" y="133"/>
                  </a:cubicBezTo>
                  <a:cubicBezTo>
                    <a:pt x="286" y="129"/>
                    <a:pt x="286" y="123"/>
                    <a:pt x="286" y="118"/>
                  </a:cubicBezTo>
                  <a:cubicBezTo>
                    <a:pt x="286" y="66"/>
                    <a:pt x="249" y="20"/>
                    <a:pt x="195" y="12"/>
                  </a:cubicBezTo>
                  <a:lnTo>
                    <a:pt x="122" y="2"/>
                  </a:lnTo>
                  <a:cubicBezTo>
                    <a:pt x="117" y="1"/>
                    <a:pt x="112" y="1"/>
                    <a:pt x="1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98;p40">
              <a:extLst>
                <a:ext uri="{FF2B5EF4-FFF2-40B4-BE49-F238E27FC236}">
                  <a16:creationId xmlns:a16="http://schemas.microsoft.com/office/drawing/2014/main" id="{08F70929-EA2C-F984-D5D0-AF3505E26C23}"/>
                </a:ext>
              </a:extLst>
            </p:cNvPr>
            <p:cNvSpPr/>
            <p:nvPr/>
          </p:nvSpPr>
          <p:spPr>
            <a:xfrm>
              <a:off x="4804825" y="4914350"/>
              <a:ext cx="23625" cy="2650"/>
            </a:xfrm>
            <a:custGeom>
              <a:avLst/>
              <a:gdLst/>
              <a:ahLst/>
              <a:cxnLst/>
              <a:rect l="l" t="t" r="r" b="b"/>
              <a:pathLst>
                <a:path w="945" h="106" extrusionOk="0">
                  <a:moveTo>
                    <a:pt x="0" y="0"/>
                  </a:moveTo>
                  <a:cubicBezTo>
                    <a:pt x="49" y="6"/>
                    <a:pt x="97" y="12"/>
                    <a:pt x="146" y="18"/>
                  </a:cubicBezTo>
                  <a:lnTo>
                    <a:pt x="146" y="18"/>
                  </a:lnTo>
                  <a:cubicBezTo>
                    <a:pt x="97" y="12"/>
                    <a:pt x="49" y="6"/>
                    <a:pt x="0" y="0"/>
                  </a:cubicBezTo>
                  <a:close/>
                  <a:moveTo>
                    <a:pt x="146" y="18"/>
                  </a:moveTo>
                  <a:lnTo>
                    <a:pt x="146" y="18"/>
                  </a:lnTo>
                  <a:cubicBezTo>
                    <a:pt x="370" y="46"/>
                    <a:pt x="593" y="71"/>
                    <a:pt x="815" y="93"/>
                  </a:cubicBezTo>
                  <a:lnTo>
                    <a:pt x="815" y="93"/>
                  </a:lnTo>
                  <a:cubicBezTo>
                    <a:pt x="593" y="69"/>
                    <a:pt x="369" y="45"/>
                    <a:pt x="146" y="18"/>
                  </a:cubicBezTo>
                  <a:close/>
                  <a:moveTo>
                    <a:pt x="815" y="93"/>
                  </a:moveTo>
                  <a:cubicBezTo>
                    <a:pt x="822" y="94"/>
                    <a:pt x="829" y="95"/>
                    <a:pt x="836" y="95"/>
                  </a:cubicBezTo>
                  <a:lnTo>
                    <a:pt x="911" y="103"/>
                  </a:lnTo>
                  <a:lnTo>
                    <a:pt x="911" y="103"/>
                  </a:lnTo>
                  <a:cubicBezTo>
                    <a:pt x="879" y="100"/>
                    <a:pt x="847" y="96"/>
                    <a:pt x="815" y="93"/>
                  </a:cubicBezTo>
                  <a:close/>
                  <a:moveTo>
                    <a:pt x="911" y="103"/>
                  </a:moveTo>
                  <a:cubicBezTo>
                    <a:pt x="922" y="104"/>
                    <a:pt x="933" y="105"/>
                    <a:pt x="944" y="106"/>
                  </a:cubicBezTo>
                  <a:lnTo>
                    <a:pt x="911" y="103"/>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99;p40">
              <a:extLst>
                <a:ext uri="{FF2B5EF4-FFF2-40B4-BE49-F238E27FC236}">
                  <a16:creationId xmlns:a16="http://schemas.microsoft.com/office/drawing/2014/main" id="{C5007573-B3F1-1099-A2E5-883CD0866CD8}"/>
                </a:ext>
              </a:extLst>
            </p:cNvPr>
            <p:cNvSpPr/>
            <p:nvPr/>
          </p:nvSpPr>
          <p:spPr>
            <a:xfrm>
              <a:off x="4801950" y="4911675"/>
              <a:ext cx="29300" cy="8025"/>
            </a:xfrm>
            <a:custGeom>
              <a:avLst/>
              <a:gdLst/>
              <a:ahLst/>
              <a:cxnLst/>
              <a:rect l="l" t="t" r="r" b="b"/>
              <a:pathLst>
                <a:path w="1172" h="321" extrusionOk="0">
                  <a:moveTo>
                    <a:pt x="115" y="1"/>
                  </a:moveTo>
                  <a:cubicBezTo>
                    <a:pt x="62" y="1"/>
                    <a:pt x="16" y="39"/>
                    <a:pt x="8" y="94"/>
                  </a:cubicBezTo>
                  <a:cubicBezTo>
                    <a:pt x="1" y="152"/>
                    <a:pt x="42" y="205"/>
                    <a:pt x="101" y="213"/>
                  </a:cubicBezTo>
                  <a:cubicBezTo>
                    <a:pt x="171" y="222"/>
                    <a:pt x="239" y="229"/>
                    <a:pt x="307" y="238"/>
                  </a:cubicBezTo>
                  <a:cubicBezTo>
                    <a:pt x="574" y="271"/>
                    <a:pt x="818" y="298"/>
                    <a:pt x="1049" y="320"/>
                  </a:cubicBezTo>
                  <a:lnTo>
                    <a:pt x="1059" y="320"/>
                  </a:lnTo>
                  <a:cubicBezTo>
                    <a:pt x="1114" y="320"/>
                    <a:pt x="1161" y="278"/>
                    <a:pt x="1165" y="223"/>
                  </a:cubicBezTo>
                  <a:cubicBezTo>
                    <a:pt x="1171" y="165"/>
                    <a:pt x="1128" y="113"/>
                    <a:pt x="1070" y="107"/>
                  </a:cubicBezTo>
                  <a:lnTo>
                    <a:pt x="934" y="94"/>
                  </a:lnTo>
                  <a:cubicBezTo>
                    <a:pt x="735" y="71"/>
                    <a:pt x="535" y="51"/>
                    <a:pt x="334" y="27"/>
                  </a:cubicBezTo>
                  <a:cubicBezTo>
                    <a:pt x="267" y="18"/>
                    <a:pt x="199" y="10"/>
                    <a:pt x="129" y="1"/>
                  </a:cubicBezTo>
                  <a:cubicBezTo>
                    <a:pt x="124" y="1"/>
                    <a:pt x="120" y="1"/>
                    <a:pt x="11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00;p40">
              <a:extLst>
                <a:ext uri="{FF2B5EF4-FFF2-40B4-BE49-F238E27FC236}">
                  <a16:creationId xmlns:a16="http://schemas.microsoft.com/office/drawing/2014/main" id="{AE2F8D00-9280-2F94-5BB1-DAD7719AFE1D}"/>
                </a:ext>
              </a:extLst>
            </p:cNvPr>
            <p:cNvSpPr/>
            <p:nvPr/>
          </p:nvSpPr>
          <p:spPr>
            <a:xfrm>
              <a:off x="5252950" y="3360675"/>
              <a:ext cx="3575" cy="1250"/>
            </a:xfrm>
            <a:custGeom>
              <a:avLst/>
              <a:gdLst/>
              <a:ahLst/>
              <a:cxnLst/>
              <a:rect l="l" t="t" r="r" b="b"/>
              <a:pathLst>
                <a:path w="143" h="50" extrusionOk="0">
                  <a:moveTo>
                    <a:pt x="1" y="0"/>
                  </a:moveTo>
                  <a:lnTo>
                    <a:pt x="45" y="17"/>
                  </a:lnTo>
                  <a:lnTo>
                    <a:pt x="142" y="50"/>
                  </a:lnTo>
                  <a:lnTo>
                    <a:pt x="142" y="50"/>
                  </a:lnTo>
                  <a:lnTo>
                    <a:pt x="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01;p40">
              <a:extLst>
                <a:ext uri="{FF2B5EF4-FFF2-40B4-BE49-F238E27FC236}">
                  <a16:creationId xmlns:a16="http://schemas.microsoft.com/office/drawing/2014/main" id="{C9FD2488-0007-3B5C-7D2E-1CC1A1DED670}"/>
                </a:ext>
              </a:extLst>
            </p:cNvPr>
            <p:cNvSpPr/>
            <p:nvPr/>
          </p:nvSpPr>
          <p:spPr>
            <a:xfrm>
              <a:off x="5249975" y="3358000"/>
              <a:ext cx="9525" cy="6575"/>
            </a:xfrm>
            <a:custGeom>
              <a:avLst/>
              <a:gdLst/>
              <a:ahLst/>
              <a:cxnLst/>
              <a:rect l="l" t="t" r="r" b="b"/>
              <a:pathLst>
                <a:path w="381" h="263" extrusionOk="0">
                  <a:moveTo>
                    <a:pt x="120" y="0"/>
                  </a:moveTo>
                  <a:cubicBezTo>
                    <a:pt x="77" y="0"/>
                    <a:pt x="36" y="27"/>
                    <a:pt x="20" y="70"/>
                  </a:cubicBezTo>
                  <a:cubicBezTo>
                    <a:pt x="1" y="125"/>
                    <a:pt x="27" y="186"/>
                    <a:pt x="82" y="207"/>
                  </a:cubicBezTo>
                  <a:lnTo>
                    <a:pt x="227" y="258"/>
                  </a:lnTo>
                  <a:cubicBezTo>
                    <a:pt x="239" y="261"/>
                    <a:pt x="249" y="262"/>
                    <a:pt x="261" y="262"/>
                  </a:cubicBezTo>
                  <a:cubicBezTo>
                    <a:pt x="304" y="262"/>
                    <a:pt x="346" y="236"/>
                    <a:pt x="361" y="191"/>
                  </a:cubicBezTo>
                  <a:cubicBezTo>
                    <a:pt x="380" y="134"/>
                    <a:pt x="350" y="75"/>
                    <a:pt x="295" y="55"/>
                  </a:cubicBezTo>
                  <a:lnTo>
                    <a:pt x="155" y="6"/>
                  </a:lnTo>
                  <a:cubicBezTo>
                    <a:pt x="144" y="2"/>
                    <a:pt x="132" y="0"/>
                    <a:pt x="12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02;p40">
              <a:extLst>
                <a:ext uri="{FF2B5EF4-FFF2-40B4-BE49-F238E27FC236}">
                  <a16:creationId xmlns:a16="http://schemas.microsoft.com/office/drawing/2014/main" id="{C9BCEDFE-9268-85B8-6F0C-50863067D11C}"/>
                </a:ext>
              </a:extLst>
            </p:cNvPr>
            <p:cNvSpPr/>
            <p:nvPr/>
          </p:nvSpPr>
          <p:spPr>
            <a:xfrm>
              <a:off x="4811750" y="4674325"/>
              <a:ext cx="539975" cy="642400"/>
            </a:xfrm>
            <a:custGeom>
              <a:avLst/>
              <a:gdLst/>
              <a:ahLst/>
              <a:cxnLst/>
              <a:rect l="l" t="t" r="r" b="b"/>
              <a:pathLst>
                <a:path w="21599" h="25696" extrusionOk="0">
                  <a:moveTo>
                    <a:pt x="0" y="1"/>
                  </a:moveTo>
                  <a:lnTo>
                    <a:pt x="0" y="14896"/>
                  </a:lnTo>
                  <a:cubicBezTo>
                    <a:pt x="0" y="20861"/>
                    <a:pt x="4835" y="25695"/>
                    <a:pt x="10800" y="25695"/>
                  </a:cubicBezTo>
                  <a:cubicBezTo>
                    <a:pt x="16764" y="25695"/>
                    <a:pt x="21599" y="20861"/>
                    <a:pt x="21599" y="14896"/>
                  </a:cubicBezTo>
                  <a:lnTo>
                    <a:pt x="21599" y="373"/>
                  </a:lnTo>
                  <a:lnTo>
                    <a:pt x="0"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03;p40">
              <a:extLst>
                <a:ext uri="{FF2B5EF4-FFF2-40B4-BE49-F238E27FC236}">
                  <a16:creationId xmlns:a16="http://schemas.microsoft.com/office/drawing/2014/main" id="{4A27A8FC-EEA5-112C-A92D-2AAC00941F05}"/>
                </a:ext>
              </a:extLst>
            </p:cNvPr>
            <p:cNvSpPr/>
            <p:nvPr/>
          </p:nvSpPr>
          <p:spPr>
            <a:xfrm>
              <a:off x="4809075" y="4671650"/>
              <a:ext cx="545325" cy="647700"/>
            </a:xfrm>
            <a:custGeom>
              <a:avLst/>
              <a:gdLst/>
              <a:ahLst/>
              <a:cxnLst/>
              <a:rect l="l" t="t" r="r" b="b"/>
              <a:pathLst>
                <a:path w="21813" h="25908" extrusionOk="0">
                  <a:moveTo>
                    <a:pt x="215" y="215"/>
                  </a:moveTo>
                  <a:lnTo>
                    <a:pt x="21599" y="585"/>
                  </a:lnTo>
                  <a:lnTo>
                    <a:pt x="21599" y="15003"/>
                  </a:lnTo>
                  <a:cubicBezTo>
                    <a:pt x="21599" y="20899"/>
                    <a:pt x="16803" y="25695"/>
                    <a:pt x="10907" y="25695"/>
                  </a:cubicBezTo>
                  <a:cubicBezTo>
                    <a:pt x="5010" y="25695"/>
                    <a:pt x="215" y="20899"/>
                    <a:pt x="215" y="15003"/>
                  </a:cubicBezTo>
                  <a:lnTo>
                    <a:pt x="215" y="215"/>
                  </a:lnTo>
                  <a:close/>
                  <a:moveTo>
                    <a:pt x="103" y="0"/>
                  </a:moveTo>
                  <a:cubicBezTo>
                    <a:pt x="73" y="0"/>
                    <a:pt x="51" y="12"/>
                    <a:pt x="33" y="32"/>
                  </a:cubicBezTo>
                  <a:cubicBezTo>
                    <a:pt x="12" y="51"/>
                    <a:pt x="0" y="78"/>
                    <a:pt x="0" y="108"/>
                  </a:cubicBezTo>
                  <a:lnTo>
                    <a:pt x="0" y="15003"/>
                  </a:lnTo>
                  <a:cubicBezTo>
                    <a:pt x="0" y="21017"/>
                    <a:pt x="4893" y="25908"/>
                    <a:pt x="10907" y="25908"/>
                  </a:cubicBezTo>
                  <a:cubicBezTo>
                    <a:pt x="16920" y="25908"/>
                    <a:pt x="21813" y="21017"/>
                    <a:pt x="21813" y="15003"/>
                  </a:cubicBezTo>
                  <a:lnTo>
                    <a:pt x="21813" y="480"/>
                  </a:lnTo>
                  <a:cubicBezTo>
                    <a:pt x="21813" y="422"/>
                    <a:pt x="21765" y="374"/>
                    <a:pt x="21707" y="374"/>
                  </a:cubicBezTo>
                  <a:lnTo>
                    <a:pt x="109" y="0"/>
                  </a:lnTo>
                  <a:cubicBezTo>
                    <a:pt x="107" y="0"/>
                    <a:pt x="105" y="0"/>
                    <a:pt x="10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04;p40">
              <a:extLst>
                <a:ext uri="{FF2B5EF4-FFF2-40B4-BE49-F238E27FC236}">
                  <a16:creationId xmlns:a16="http://schemas.microsoft.com/office/drawing/2014/main" id="{FC9A0D28-A027-8FDC-6C54-4F60E18EDA97}"/>
                </a:ext>
              </a:extLst>
            </p:cNvPr>
            <p:cNvSpPr/>
            <p:nvPr/>
          </p:nvSpPr>
          <p:spPr>
            <a:xfrm>
              <a:off x="5232225" y="4898700"/>
              <a:ext cx="65000" cy="94025"/>
            </a:xfrm>
            <a:custGeom>
              <a:avLst/>
              <a:gdLst/>
              <a:ahLst/>
              <a:cxnLst/>
              <a:rect l="l" t="t" r="r" b="b"/>
              <a:pathLst>
                <a:path w="2600" h="3761" extrusionOk="0">
                  <a:moveTo>
                    <a:pt x="1299" y="1"/>
                  </a:moveTo>
                  <a:cubicBezTo>
                    <a:pt x="582" y="1"/>
                    <a:pt x="0" y="841"/>
                    <a:pt x="0" y="1880"/>
                  </a:cubicBezTo>
                  <a:cubicBezTo>
                    <a:pt x="0" y="2918"/>
                    <a:pt x="581" y="3760"/>
                    <a:pt x="1299" y="3760"/>
                  </a:cubicBezTo>
                  <a:cubicBezTo>
                    <a:pt x="2018" y="3760"/>
                    <a:pt x="2600" y="2918"/>
                    <a:pt x="2600" y="1880"/>
                  </a:cubicBezTo>
                  <a:cubicBezTo>
                    <a:pt x="2600" y="841"/>
                    <a:pt x="2016" y="1"/>
                    <a:pt x="1299" y="1"/>
                  </a:cubicBezTo>
                  <a:close/>
                </a:path>
              </a:pathLst>
            </a:custGeom>
            <a:solidFill>
              <a:srgbClr val="3D3D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05;p40">
              <a:extLst>
                <a:ext uri="{FF2B5EF4-FFF2-40B4-BE49-F238E27FC236}">
                  <a16:creationId xmlns:a16="http://schemas.microsoft.com/office/drawing/2014/main" id="{2635829F-54C9-F7E9-0E9E-BD6539D359AF}"/>
                </a:ext>
              </a:extLst>
            </p:cNvPr>
            <p:cNvSpPr/>
            <p:nvPr/>
          </p:nvSpPr>
          <p:spPr>
            <a:xfrm>
              <a:off x="5229550" y="4896025"/>
              <a:ext cx="70375" cy="99375"/>
            </a:xfrm>
            <a:custGeom>
              <a:avLst/>
              <a:gdLst/>
              <a:ahLst/>
              <a:cxnLst/>
              <a:rect l="l" t="t" r="r" b="b"/>
              <a:pathLst>
                <a:path w="2815" h="3975" extrusionOk="0">
                  <a:moveTo>
                    <a:pt x="1406" y="215"/>
                  </a:moveTo>
                  <a:cubicBezTo>
                    <a:pt x="2065" y="215"/>
                    <a:pt x="2600" y="1009"/>
                    <a:pt x="2600" y="1987"/>
                  </a:cubicBezTo>
                  <a:cubicBezTo>
                    <a:pt x="2600" y="2965"/>
                    <a:pt x="2064" y="3760"/>
                    <a:pt x="1406" y="3760"/>
                  </a:cubicBezTo>
                  <a:cubicBezTo>
                    <a:pt x="749" y="3760"/>
                    <a:pt x="215" y="2964"/>
                    <a:pt x="215" y="1987"/>
                  </a:cubicBezTo>
                  <a:cubicBezTo>
                    <a:pt x="215" y="1010"/>
                    <a:pt x="749" y="215"/>
                    <a:pt x="1406" y="215"/>
                  </a:cubicBezTo>
                  <a:close/>
                  <a:moveTo>
                    <a:pt x="1406" y="1"/>
                  </a:moveTo>
                  <a:cubicBezTo>
                    <a:pt x="631" y="1"/>
                    <a:pt x="0" y="891"/>
                    <a:pt x="0" y="1987"/>
                  </a:cubicBezTo>
                  <a:cubicBezTo>
                    <a:pt x="0" y="3083"/>
                    <a:pt x="631" y="3975"/>
                    <a:pt x="1406" y="3975"/>
                  </a:cubicBezTo>
                  <a:cubicBezTo>
                    <a:pt x="2181" y="3975"/>
                    <a:pt x="2814" y="3081"/>
                    <a:pt x="2814" y="1987"/>
                  </a:cubicBezTo>
                  <a:cubicBezTo>
                    <a:pt x="2814" y="893"/>
                    <a:pt x="2181" y="1"/>
                    <a:pt x="14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06;p40">
              <a:extLst>
                <a:ext uri="{FF2B5EF4-FFF2-40B4-BE49-F238E27FC236}">
                  <a16:creationId xmlns:a16="http://schemas.microsoft.com/office/drawing/2014/main" id="{03188E6E-AA9D-F9CB-0F87-C247BCB4E31D}"/>
                </a:ext>
              </a:extLst>
            </p:cNvPr>
            <p:cNvSpPr/>
            <p:nvPr/>
          </p:nvSpPr>
          <p:spPr>
            <a:xfrm>
              <a:off x="5232225" y="5059450"/>
              <a:ext cx="65000" cy="94000"/>
            </a:xfrm>
            <a:custGeom>
              <a:avLst/>
              <a:gdLst/>
              <a:ahLst/>
              <a:cxnLst/>
              <a:rect l="l" t="t" r="r" b="b"/>
              <a:pathLst>
                <a:path w="2600" h="3760" extrusionOk="0">
                  <a:moveTo>
                    <a:pt x="1299" y="0"/>
                  </a:moveTo>
                  <a:cubicBezTo>
                    <a:pt x="582" y="0"/>
                    <a:pt x="0" y="852"/>
                    <a:pt x="0" y="1879"/>
                  </a:cubicBezTo>
                  <a:cubicBezTo>
                    <a:pt x="0" y="2906"/>
                    <a:pt x="581" y="3760"/>
                    <a:pt x="1299" y="3760"/>
                  </a:cubicBezTo>
                  <a:cubicBezTo>
                    <a:pt x="2018" y="3760"/>
                    <a:pt x="2600" y="2917"/>
                    <a:pt x="2600" y="1879"/>
                  </a:cubicBezTo>
                  <a:cubicBezTo>
                    <a:pt x="2600" y="843"/>
                    <a:pt x="2016" y="0"/>
                    <a:pt x="1299" y="0"/>
                  </a:cubicBezTo>
                  <a:close/>
                </a:path>
              </a:pathLst>
            </a:custGeom>
            <a:solidFill>
              <a:srgbClr val="3D3D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07;p40">
              <a:extLst>
                <a:ext uri="{FF2B5EF4-FFF2-40B4-BE49-F238E27FC236}">
                  <a16:creationId xmlns:a16="http://schemas.microsoft.com/office/drawing/2014/main" id="{C45D67D0-988B-65E1-3ED7-BCACDF177B0F}"/>
                </a:ext>
              </a:extLst>
            </p:cNvPr>
            <p:cNvSpPr/>
            <p:nvPr/>
          </p:nvSpPr>
          <p:spPr>
            <a:xfrm>
              <a:off x="5229550" y="5056750"/>
              <a:ext cx="70375" cy="99375"/>
            </a:xfrm>
            <a:custGeom>
              <a:avLst/>
              <a:gdLst/>
              <a:ahLst/>
              <a:cxnLst/>
              <a:rect l="l" t="t" r="r" b="b"/>
              <a:pathLst>
                <a:path w="2815" h="3975" extrusionOk="0">
                  <a:moveTo>
                    <a:pt x="1406" y="215"/>
                  </a:moveTo>
                  <a:cubicBezTo>
                    <a:pt x="2065" y="215"/>
                    <a:pt x="2600" y="1009"/>
                    <a:pt x="2600" y="1987"/>
                  </a:cubicBezTo>
                  <a:cubicBezTo>
                    <a:pt x="2600" y="2965"/>
                    <a:pt x="2064" y="3762"/>
                    <a:pt x="1406" y="3762"/>
                  </a:cubicBezTo>
                  <a:cubicBezTo>
                    <a:pt x="749" y="3762"/>
                    <a:pt x="215" y="2947"/>
                    <a:pt x="215" y="1987"/>
                  </a:cubicBezTo>
                  <a:cubicBezTo>
                    <a:pt x="215" y="1027"/>
                    <a:pt x="759" y="215"/>
                    <a:pt x="1406" y="215"/>
                  </a:cubicBezTo>
                  <a:close/>
                  <a:moveTo>
                    <a:pt x="1406" y="1"/>
                  </a:moveTo>
                  <a:cubicBezTo>
                    <a:pt x="631" y="1"/>
                    <a:pt x="0" y="891"/>
                    <a:pt x="0" y="1987"/>
                  </a:cubicBezTo>
                  <a:cubicBezTo>
                    <a:pt x="0" y="3083"/>
                    <a:pt x="631" y="3975"/>
                    <a:pt x="1406" y="3975"/>
                  </a:cubicBezTo>
                  <a:cubicBezTo>
                    <a:pt x="2181" y="3975"/>
                    <a:pt x="2814" y="3081"/>
                    <a:pt x="2814" y="1987"/>
                  </a:cubicBezTo>
                  <a:cubicBezTo>
                    <a:pt x="2814" y="893"/>
                    <a:pt x="2181" y="1"/>
                    <a:pt x="14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08;p40">
              <a:extLst>
                <a:ext uri="{FF2B5EF4-FFF2-40B4-BE49-F238E27FC236}">
                  <a16:creationId xmlns:a16="http://schemas.microsoft.com/office/drawing/2014/main" id="{11C13ED6-07A6-3CFC-C4EE-ADBA2D589729}"/>
                </a:ext>
              </a:extLst>
            </p:cNvPr>
            <p:cNvSpPr/>
            <p:nvPr/>
          </p:nvSpPr>
          <p:spPr>
            <a:xfrm>
              <a:off x="4441675" y="3321075"/>
              <a:ext cx="1197300" cy="1599800"/>
            </a:xfrm>
            <a:custGeom>
              <a:avLst/>
              <a:gdLst/>
              <a:ahLst/>
              <a:cxnLst/>
              <a:rect l="l" t="t" r="r" b="b"/>
              <a:pathLst>
                <a:path w="47892" h="63992" extrusionOk="0">
                  <a:moveTo>
                    <a:pt x="23543" y="0"/>
                  </a:moveTo>
                  <a:cubicBezTo>
                    <a:pt x="21917" y="0"/>
                    <a:pt x="20292" y="147"/>
                    <a:pt x="18686" y="441"/>
                  </a:cubicBezTo>
                  <a:cubicBezTo>
                    <a:pt x="8131" y="2383"/>
                    <a:pt x="2307" y="12573"/>
                    <a:pt x="1458" y="16821"/>
                  </a:cubicBezTo>
                  <a:cubicBezTo>
                    <a:pt x="609" y="21069"/>
                    <a:pt x="970" y="29441"/>
                    <a:pt x="970" y="32236"/>
                  </a:cubicBezTo>
                  <a:cubicBezTo>
                    <a:pt x="970" y="35029"/>
                    <a:pt x="0" y="39514"/>
                    <a:pt x="1577" y="43884"/>
                  </a:cubicBezTo>
                  <a:cubicBezTo>
                    <a:pt x="3155" y="48252"/>
                    <a:pt x="6794" y="56252"/>
                    <a:pt x="7762" y="58320"/>
                  </a:cubicBezTo>
                  <a:cubicBezTo>
                    <a:pt x="8730" y="60389"/>
                    <a:pt x="9824" y="62932"/>
                    <a:pt x="13465" y="63539"/>
                  </a:cubicBezTo>
                  <a:cubicBezTo>
                    <a:pt x="13475" y="63555"/>
                    <a:pt x="13487" y="63572"/>
                    <a:pt x="13501" y="63588"/>
                  </a:cubicBezTo>
                  <a:lnTo>
                    <a:pt x="13574" y="63599"/>
                  </a:lnTo>
                  <a:cubicBezTo>
                    <a:pt x="14175" y="63692"/>
                    <a:pt x="14772" y="63767"/>
                    <a:pt x="15363" y="63829"/>
                  </a:cubicBezTo>
                  <a:lnTo>
                    <a:pt x="15473" y="63840"/>
                  </a:lnTo>
                  <a:cubicBezTo>
                    <a:pt x="15817" y="63873"/>
                    <a:pt x="16158" y="63901"/>
                    <a:pt x="16495" y="63925"/>
                  </a:cubicBezTo>
                  <a:cubicBezTo>
                    <a:pt x="16831" y="63946"/>
                    <a:pt x="17162" y="63963"/>
                    <a:pt x="17488" y="63975"/>
                  </a:cubicBezTo>
                  <a:cubicBezTo>
                    <a:pt x="17812" y="63986"/>
                    <a:pt x="18130" y="63992"/>
                    <a:pt x="18441" y="63992"/>
                  </a:cubicBezTo>
                  <a:cubicBezTo>
                    <a:pt x="20064" y="63992"/>
                    <a:pt x="21490" y="63842"/>
                    <a:pt x="22519" y="63539"/>
                  </a:cubicBezTo>
                  <a:cubicBezTo>
                    <a:pt x="24584" y="62930"/>
                    <a:pt x="38780" y="55771"/>
                    <a:pt x="40842" y="53589"/>
                  </a:cubicBezTo>
                  <a:cubicBezTo>
                    <a:pt x="42335" y="52000"/>
                    <a:pt x="43264" y="45020"/>
                    <a:pt x="43654" y="41333"/>
                  </a:cubicBezTo>
                  <a:lnTo>
                    <a:pt x="43654" y="41333"/>
                  </a:lnTo>
                  <a:cubicBezTo>
                    <a:pt x="43098" y="41546"/>
                    <a:pt x="42505" y="41656"/>
                    <a:pt x="41908" y="41656"/>
                  </a:cubicBezTo>
                  <a:cubicBezTo>
                    <a:pt x="38093" y="41656"/>
                    <a:pt x="35001" y="37179"/>
                    <a:pt x="35001" y="31665"/>
                  </a:cubicBezTo>
                  <a:cubicBezTo>
                    <a:pt x="35001" y="26153"/>
                    <a:pt x="38093" y="21678"/>
                    <a:pt x="41908" y="21678"/>
                  </a:cubicBezTo>
                  <a:cubicBezTo>
                    <a:pt x="44299" y="21678"/>
                    <a:pt x="46406" y="23435"/>
                    <a:pt x="47645" y="26104"/>
                  </a:cubicBezTo>
                  <a:cubicBezTo>
                    <a:pt x="47814" y="24839"/>
                    <a:pt x="47892" y="23561"/>
                    <a:pt x="47878" y="22285"/>
                  </a:cubicBezTo>
                  <a:cubicBezTo>
                    <a:pt x="47759" y="14397"/>
                    <a:pt x="41208" y="6267"/>
                    <a:pt x="36840" y="3597"/>
                  </a:cubicBezTo>
                  <a:lnTo>
                    <a:pt x="36838" y="3597"/>
                  </a:lnTo>
                  <a:cubicBezTo>
                    <a:pt x="36838" y="3597"/>
                    <a:pt x="36688" y="3499"/>
                    <a:pt x="36412" y="3343"/>
                  </a:cubicBezTo>
                  <a:cubicBezTo>
                    <a:pt x="36235" y="3243"/>
                    <a:pt x="36004" y="3117"/>
                    <a:pt x="35726" y="2975"/>
                  </a:cubicBezTo>
                  <a:lnTo>
                    <a:pt x="35706" y="2975"/>
                  </a:lnTo>
                  <a:lnTo>
                    <a:pt x="35431" y="2835"/>
                  </a:lnTo>
                  <a:lnTo>
                    <a:pt x="35397" y="2819"/>
                  </a:lnTo>
                  <a:lnTo>
                    <a:pt x="35103" y="2677"/>
                  </a:lnTo>
                  <a:lnTo>
                    <a:pt x="35050" y="2652"/>
                  </a:lnTo>
                  <a:lnTo>
                    <a:pt x="34736" y="2508"/>
                  </a:lnTo>
                  <a:lnTo>
                    <a:pt x="34672" y="2478"/>
                  </a:lnTo>
                  <a:lnTo>
                    <a:pt x="34331" y="2326"/>
                  </a:lnTo>
                  <a:lnTo>
                    <a:pt x="34265" y="2299"/>
                  </a:lnTo>
                  <a:lnTo>
                    <a:pt x="33891" y="2141"/>
                  </a:lnTo>
                  <a:lnTo>
                    <a:pt x="33728" y="2074"/>
                  </a:lnTo>
                  <a:lnTo>
                    <a:pt x="33422" y="1954"/>
                  </a:lnTo>
                  <a:lnTo>
                    <a:pt x="33229" y="1878"/>
                  </a:lnTo>
                  <a:lnTo>
                    <a:pt x="32947" y="1772"/>
                  </a:lnTo>
                  <a:lnTo>
                    <a:pt x="32947" y="1772"/>
                  </a:lnTo>
                  <a:lnTo>
                    <a:pt x="33086" y="1823"/>
                  </a:lnTo>
                  <a:lnTo>
                    <a:pt x="33011" y="1793"/>
                  </a:lnTo>
                  <a:lnTo>
                    <a:pt x="32755" y="1702"/>
                  </a:lnTo>
                  <a:lnTo>
                    <a:pt x="32498" y="1610"/>
                  </a:lnTo>
                  <a:lnTo>
                    <a:pt x="32216" y="1511"/>
                  </a:lnTo>
                  <a:lnTo>
                    <a:pt x="31932" y="1418"/>
                  </a:lnTo>
                  <a:lnTo>
                    <a:pt x="32070" y="1462"/>
                  </a:lnTo>
                  <a:lnTo>
                    <a:pt x="31913" y="1409"/>
                  </a:lnTo>
                  <a:cubicBezTo>
                    <a:pt x="31680" y="1333"/>
                    <a:pt x="31439" y="1258"/>
                    <a:pt x="31192" y="1185"/>
                  </a:cubicBezTo>
                  <a:lnTo>
                    <a:pt x="30979" y="1124"/>
                  </a:lnTo>
                  <a:lnTo>
                    <a:pt x="30961" y="1124"/>
                  </a:lnTo>
                  <a:cubicBezTo>
                    <a:pt x="30789" y="1072"/>
                    <a:pt x="30613" y="1023"/>
                    <a:pt x="30433" y="977"/>
                  </a:cubicBezTo>
                  <a:lnTo>
                    <a:pt x="30186" y="888"/>
                  </a:lnTo>
                  <a:lnTo>
                    <a:pt x="29590" y="742"/>
                  </a:lnTo>
                  <a:lnTo>
                    <a:pt x="29401" y="696"/>
                  </a:lnTo>
                  <a:lnTo>
                    <a:pt x="29603" y="678"/>
                  </a:lnTo>
                  <a:lnTo>
                    <a:pt x="29474" y="649"/>
                  </a:lnTo>
                  <a:cubicBezTo>
                    <a:pt x="29242" y="599"/>
                    <a:pt x="29008" y="550"/>
                    <a:pt x="28770" y="503"/>
                  </a:cubicBezTo>
                  <a:lnTo>
                    <a:pt x="28741" y="503"/>
                  </a:lnTo>
                  <a:cubicBezTo>
                    <a:pt x="28490" y="456"/>
                    <a:pt x="28232" y="411"/>
                    <a:pt x="27971" y="367"/>
                  </a:cubicBezTo>
                  <a:cubicBezTo>
                    <a:pt x="26505" y="122"/>
                    <a:pt x="25024" y="0"/>
                    <a:pt x="235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9;p40">
              <a:extLst>
                <a:ext uri="{FF2B5EF4-FFF2-40B4-BE49-F238E27FC236}">
                  <a16:creationId xmlns:a16="http://schemas.microsoft.com/office/drawing/2014/main" id="{2AE9F78F-4C4B-C390-19D4-81BCB4C83750}"/>
                </a:ext>
              </a:extLst>
            </p:cNvPr>
            <p:cNvSpPr/>
            <p:nvPr/>
          </p:nvSpPr>
          <p:spPr>
            <a:xfrm>
              <a:off x="4448775" y="3318375"/>
              <a:ext cx="1192850" cy="1605175"/>
            </a:xfrm>
            <a:custGeom>
              <a:avLst/>
              <a:gdLst/>
              <a:ahLst/>
              <a:cxnLst/>
              <a:rect l="l" t="t" r="r" b="b"/>
              <a:pathLst>
                <a:path w="47714" h="64207" extrusionOk="0">
                  <a:moveTo>
                    <a:pt x="23259" y="214"/>
                  </a:moveTo>
                  <a:cubicBezTo>
                    <a:pt x="24732" y="214"/>
                    <a:pt x="26205" y="335"/>
                    <a:pt x="27670" y="579"/>
                  </a:cubicBezTo>
                  <a:cubicBezTo>
                    <a:pt x="27929" y="623"/>
                    <a:pt x="28186" y="670"/>
                    <a:pt x="28457" y="717"/>
                  </a:cubicBezTo>
                  <a:lnTo>
                    <a:pt x="28465" y="716"/>
                  </a:lnTo>
                  <a:cubicBezTo>
                    <a:pt x="28651" y="751"/>
                    <a:pt x="28832" y="790"/>
                    <a:pt x="29013" y="829"/>
                  </a:cubicBezTo>
                  <a:cubicBezTo>
                    <a:pt x="29022" y="866"/>
                    <a:pt x="29051" y="896"/>
                    <a:pt x="29090" y="906"/>
                  </a:cubicBezTo>
                  <a:lnTo>
                    <a:pt x="29864" y="1095"/>
                  </a:lnTo>
                  <a:lnTo>
                    <a:pt x="30122" y="1188"/>
                  </a:lnTo>
                  <a:cubicBezTo>
                    <a:pt x="30299" y="1234"/>
                    <a:pt x="30475" y="1283"/>
                    <a:pt x="30647" y="1334"/>
                  </a:cubicBezTo>
                  <a:cubicBezTo>
                    <a:pt x="30656" y="1337"/>
                    <a:pt x="30667" y="1338"/>
                    <a:pt x="30677" y="1338"/>
                  </a:cubicBezTo>
                  <a:lnTo>
                    <a:pt x="30878" y="1396"/>
                  </a:lnTo>
                  <a:cubicBezTo>
                    <a:pt x="31124" y="1468"/>
                    <a:pt x="31364" y="1542"/>
                    <a:pt x="31594" y="1618"/>
                  </a:cubicBezTo>
                  <a:lnTo>
                    <a:pt x="31596" y="1618"/>
                  </a:lnTo>
                  <a:cubicBezTo>
                    <a:pt x="31602" y="1622"/>
                    <a:pt x="31608" y="1625"/>
                    <a:pt x="31614" y="1627"/>
                  </a:cubicBezTo>
                  <a:lnTo>
                    <a:pt x="32610" y="1972"/>
                  </a:lnTo>
                  <a:cubicBezTo>
                    <a:pt x="32614" y="1975"/>
                    <a:pt x="32620" y="1977"/>
                    <a:pt x="32625" y="1980"/>
                  </a:cubicBezTo>
                  <a:lnTo>
                    <a:pt x="32906" y="2086"/>
                  </a:lnTo>
                  <a:lnTo>
                    <a:pt x="33939" y="2505"/>
                  </a:lnTo>
                  <a:lnTo>
                    <a:pt x="34718" y="2857"/>
                  </a:lnTo>
                  <a:lnTo>
                    <a:pt x="35373" y="3178"/>
                  </a:lnTo>
                  <a:cubicBezTo>
                    <a:pt x="35382" y="3181"/>
                    <a:pt x="35397" y="3184"/>
                    <a:pt x="35411" y="3187"/>
                  </a:cubicBezTo>
                  <a:cubicBezTo>
                    <a:pt x="35644" y="3306"/>
                    <a:pt x="35868" y="3427"/>
                    <a:pt x="36075" y="3545"/>
                  </a:cubicBezTo>
                  <a:cubicBezTo>
                    <a:pt x="36344" y="3697"/>
                    <a:pt x="36494" y="3793"/>
                    <a:pt x="36496" y="3795"/>
                  </a:cubicBezTo>
                  <a:cubicBezTo>
                    <a:pt x="36497" y="3795"/>
                    <a:pt x="36497" y="3796"/>
                    <a:pt x="36499" y="3796"/>
                  </a:cubicBezTo>
                  <a:cubicBezTo>
                    <a:pt x="40917" y="6494"/>
                    <a:pt x="47371" y="14672"/>
                    <a:pt x="47487" y="22393"/>
                  </a:cubicBezTo>
                  <a:cubicBezTo>
                    <a:pt x="47499" y="23541"/>
                    <a:pt x="47437" y="24700"/>
                    <a:pt x="47300" y="25842"/>
                  </a:cubicBezTo>
                  <a:cubicBezTo>
                    <a:pt x="45980" y="23227"/>
                    <a:pt x="43880" y="21678"/>
                    <a:pt x="41624" y="21678"/>
                  </a:cubicBezTo>
                  <a:cubicBezTo>
                    <a:pt x="37756" y="21678"/>
                    <a:pt x="34610" y="26206"/>
                    <a:pt x="34610" y="31773"/>
                  </a:cubicBezTo>
                  <a:cubicBezTo>
                    <a:pt x="34610" y="37342"/>
                    <a:pt x="37756" y="41871"/>
                    <a:pt x="41624" y="41871"/>
                  </a:cubicBezTo>
                  <a:cubicBezTo>
                    <a:pt x="42178" y="41870"/>
                    <a:pt x="42723" y="41779"/>
                    <a:pt x="43245" y="41599"/>
                  </a:cubicBezTo>
                  <a:lnTo>
                    <a:pt x="43245" y="41599"/>
                  </a:lnTo>
                  <a:cubicBezTo>
                    <a:pt x="42900" y="44818"/>
                    <a:pt x="41972" y="52035"/>
                    <a:pt x="40480" y="53622"/>
                  </a:cubicBezTo>
                  <a:cubicBezTo>
                    <a:pt x="38390" y="55836"/>
                    <a:pt x="24096" y="62988"/>
                    <a:pt x="22204" y="63544"/>
                  </a:cubicBezTo>
                  <a:cubicBezTo>
                    <a:pt x="21204" y="63839"/>
                    <a:pt x="19784" y="63994"/>
                    <a:pt x="18140" y="63994"/>
                  </a:cubicBezTo>
                  <a:cubicBezTo>
                    <a:pt x="17837" y="63994"/>
                    <a:pt x="17526" y="63988"/>
                    <a:pt x="17208" y="63978"/>
                  </a:cubicBezTo>
                  <a:cubicBezTo>
                    <a:pt x="16882" y="63964"/>
                    <a:pt x="16553" y="63948"/>
                    <a:pt x="16217" y="63926"/>
                  </a:cubicBezTo>
                  <a:cubicBezTo>
                    <a:pt x="15853" y="63900"/>
                    <a:pt x="15520" y="63873"/>
                    <a:pt x="15198" y="63841"/>
                  </a:cubicBezTo>
                  <a:lnTo>
                    <a:pt x="15090" y="63830"/>
                  </a:lnTo>
                  <a:cubicBezTo>
                    <a:pt x="14452" y="63763"/>
                    <a:pt x="13869" y="63689"/>
                    <a:pt x="13304" y="63601"/>
                  </a:cubicBezTo>
                  <a:lnTo>
                    <a:pt x="13275" y="63596"/>
                  </a:lnTo>
                  <a:cubicBezTo>
                    <a:pt x="13273" y="63594"/>
                    <a:pt x="13272" y="63592"/>
                    <a:pt x="13270" y="63589"/>
                  </a:cubicBezTo>
                  <a:cubicBezTo>
                    <a:pt x="13254" y="63564"/>
                    <a:pt x="13227" y="63546"/>
                    <a:pt x="13197" y="63541"/>
                  </a:cubicBezTo>
                  <a:cubicBezTo>
                    <a:pt x="9710" y="62959"/>
                    <a:pt x="8617" y="60617"/>
                    <a:pt x="7652" y="58550"/>
                  </a:cubicBezTo>
                  <a:lnTo>
                    <a:pt x="7573" y="58384"/>
                  </a:lnTo>
                  <a:cubicBezTo>
                    <a:pt x="6677" y="56466"/>
                    <a:pt x="3000" y="48400"/>
                    <a:pt x="1393" y="43954"/>
                  </a:cubicBezTo>
                  <a:cubicBezTo>
                    <a:pt x="217" y="40695"/>
                    <a:pt x="465" y="37387"/>
                    <a:pt x="665" y="34727"/>
                  </a:cubicBezTo>
                  <a:cubicBezTo>
                    <a:pt x="730" y="33861"/>
                    <a:pt x="791" y="33044"/>
                    <a:pt x="791" y="32342"/>
                  </a:cubicBezTo>
                  <a:cubicBezTo>
                    <a:pt x="791" y="31818"/>
                    <a:pt x="780" y="31090"/>
                    <a:pt x="765" y="30246"/>
                  </a:cubicBezTo>
                  <a:cubicBezTo>
                    <a:pt x="699" y="26559"/>
                    <a:pt x="590" y="20391"/>
                    <a:pt x="1278" y="16950"/>
                  </a:cubicBezTo>
                  <a:cubicBezTo>
                    <a:pt x="2006" y="13306"/>
                    <a:pt x="7422" y="2677"/>
                    <a:pt x="18422" y="653"/>
                  </a:cubicBezTo>
                  <a:cubicBezTo>
                    <a:pt x="20025" y="360"/>
                    <a:pt x="21642" y="214"/>
                    <a:pt x="23259" y="214"/>
                  </a:cubicBezTo>
                  <a:close/>
                  <a:moveTo>
                    <a:pt x="23260" y="1"/>
                  </a:moveTo>
                  <a:cubicBezTo>
                    <a:pt x="21629" y="1"/>
                    <a:pt x="19999" y="149"/>
                    <a:pt x="18383" y="445"/>
                  </a:cubicBezTo>
                  <a:cubicBezTo>
                    <a:pt x="7274" y="2486"/>
                    <a:pt x="1805" y="13227"/>
                    <a:pt x="1070" y="16908"/>
                  </a:cubicBezTo>
                  <a:cubicBezTo>
                    <a:pt x="377" y="20371"/>
                    <a:pt x="486" y="26555"/>
                    <a:pt x="552" y="30249"/>
                  </a:cubicBezTo>
                  <a:cubicBezTo>
                    <a:pt x="567" y="31092"/>
                    <a:pt x="578" y="31820"/>
                    <a:pt x="578" y="32342"/>
                  </a:cubicBezTo>
                  <a:cubicBezTo>
                    <a:pt x="578" y="33035"/>
                    <a:pt x="517" y="33849"/>
                    <a:pt x="452" y="34711"/>
                  </a:cubicBezTo>
                  <a:cubicBezTo>
                    <a:pt x="251" y="37390"/>
                    <a:pt x="1" y="40725"/>
                    <a:pt x="1193" y="44027"/>
                  </a:cubicBezTo>
                  <a:cubicBezTo>
                    <a:pt x="2801" y="48481"/>
                    <a:pt x="6484" y="56555"/>
                    <a:pt x="7381" y="58473"/>
                  </a:cubicBezTo>
                  <a:lnTo>
                    <a:pt x="7459" y="58641"/>
                  </a:lnTo>
                  <a:cubicBezTo>
                    <a:pt x="8394" y="60642"/>
                    <a:pt x="9555" y="63130"/>
                    <a:pt x="13118" y="63744"/>
                  </a:cubicBezTo>
                  <a:cubicBezTo>
                    <a:pt x="13124" y="63751"/>
                    <a:pt x="13129" y="63759"/>
                    <a:pt x="13135" y="63765"/>
                  </a:cubicBezTo>
                  <a:cubicBezTo>
                    <a:pt x="13153" y="63784"/>
                    <a:pt x="13175" y="63798"/>
                    <a:pt x="13200" y="63800"/>
                  </a:cubicBezTo>
                  <a:lnTo>
                    <a:pt x="13272" y="63812"/>
                  </a:lnTo>
                  <a:cubicBezTo>
                    <a:pt x="13840" y="63900"/>
                    <a:pt x="14427" y="63976"/>
                    <a:pt x="15067" y="64043"/>
                  </a:cubicBezTo>
                  <a:lnTo>
                    <a:pt x="15177" y="64054"/>
                  </a:lnTo>
                  <a:cubicBezTo>
                    <a:pt x="15501" y="64086"/>
                    <a:pt x="15837" y="64113"/>
                    <a:pt x="16203" y="64138"/>
                  </a:cubicBezTo>
                  <a:cubicBezTo>
                    <a:pt x="16541" y="64161"/>
                    <a:pt x="16873" y="64177"/>
                    <a:pt x="17201" y="64191"/>
                  </a:cubicBezTo>
                  <a:cubicBezTo>
                    <a:pt x="17521" y="64201"/>
                    <a:pt x="17835" y="64207"/>
                    <a:pt x="18142" y="64207"/>
                  </a:cubicBezTo>
                  <a:cubicBezTo>
                    <a:pt x="19805" y="64207"/>
                    <a:pt x="21246" y="64048"/>
                    <a:pt x="22265" y="63748"/>
                  </a:cubicBezTo>
                  <a:cubicBezTo>
                    <a:pt x="24165" y="63190"/>
                    <a:pt x="38531" y="55997"/>
                    <a:pt x="40635" y="53770"/>
                  </a:cubicBezTo>
                  <a:cubicBezTo>
                    <a:pt x="42142" y="52164"/>
                    <a:pt x="43062" y="45363"/>
                    <a:pt x="43476" y="41452"/>
                  </a:cubicBezTo>
                  <a:cubicBezTo>
                    <a:pt x="43481" y="41416"/>
                    <a:pt x="43464" y="41379"/>
                    <a:pt x="43434" y="41356"/>
                  </a:cubicBezTo>
                  <a:cubicBezTo>
                    <a:pt x="43416" y="41342"/>
                    <a:pt x="43393" y="41334"/>
                    <a:pt x="43370" y="41334"/>
                  </a:cubicBezTo>
                  <a:cubicBezTo>
                    <a:pt x="43357" y="41334"/>
                    <a:pt x="43344" y="41337"/>
                    <a:pt x="43332" y="41341"/>
                  </a:cubicBezTo>
                  <a:cubicBezTo>
                    <a:pt x="42784" y="41551"/>
                    <a:pt x="42209" y="41657"/>
                    <a:pt x="41624" y="41659"/>
                  </a:cubicBezTo>
                  <a:cubicBezTo>
                    <a:pt x="37873" y="41659"/>
                    <a:pt x="34822" y="37223"/>
                    <a:pt x="34822" y="31773"/>
                  </a:cubicBezTo>
                  <a:cubicBezTo>
                    <a:pt x="34822" y="26324"/>
                    <a:pt x="37873" y="21891"/>
                    <a:pt x="41624" y="21891"/>
                  </a:cubicBezTo>
                  <a:cubicBezTo>
                    <a:pt x="43886" y="21891"/>
                    <a:pt x="45994" y="23523"/>
                    <a:pt x="47264" y="26257"/>
                  </a:cubicBezTo>
                  <a:cubicBezTo>
                    <a:pt x="47281" y="26296"/>
                    <a:pt x="47319" y="26319"/>
                    <a:pt x="47361" y="26319"/>
                  </a:cubicBezTo>
                  <a:cubicBezTo>
                    <a:pt x="47366" y="26319"/>
                    <a:pt x="47371" y="26319"/>
                    <a:pt x="47376" y="26318"/>
                  </a:cubicBezTo>
                  <a:cubicBezTo>
                    <a:pt x="47423" y="26311"/>
                    <a:pt x="47459" y="26273"/>
                    <a:pt x="47465" y="26226"/>
                  </a:cubicBezTo>
                  <a:cubicBezTo>
                    <a:pt x="47635" y="24959"/>
                    <a:pt x="47714" y="23668"/>
                    <a:pt x="47702" y="22390"/>
                  </a:cubicBezTo>
                  <a:cubicBezTo>
                    <a:pt x="47583" y="14593"/>
                    <a:pt x="41070" y="6339"/>
                    <a:pt x="36611" y="3615"/>
                  </a:cubicBezTo>
                  <a:cubicBezTo>
                    <a:pt x="36596" y="3604"/>
                    <a:pt x="36445" y="3509"/>
                    <a:pt x="36180" y="3359"/>
                  </a:cubicBezTo>
                  <a:cubicBezTo>
                    <a:pt x="35966" y="3236"/>
                    <a:pt x="35734" y="3111"/>
                    <a:pt x="35489" y="2988"/>
                  </a:cubicBezTo>
                  <a:cubicBezTo>
                    <a:pt x="35482" y="2983"/>
                    <a:pt x="35466" y="2980"/>
                    <a:pt x="35452" y="2977"/>
                  </a:cubicBezTo>
                  <a:lnTo>
                    <a:pt x="34496" y="2519"/>
                  </a:lnTo>
                  <a:lnTo>
                    <a:pt x="33646" y="2150"/>
                  </a:lnTo>
                  <a:lnTo>
                    <a:pt x="32853" y="1838"/>
                  </a:lnTo>
                  <a:cubicBezTo>
                    <a:pt x="32850" y="1835"/>
                    <a:pt x="32845" y="1834"/>
                    <a:pt x="32841" y="1832"/>
                  </a:cubicBezTo>
                  <a:lnTo>
                    <a:pt x="31834" y="1475"/>
                  </a:lnTo>
                  <a:cubicBezTo>
                    <a:pt x="31830" y="1474"/>
                    <a:pt x="31825" y="1471"/>
                    <a:pt x="31821" y="1469"/>
                  </a:cubicBezTo>
                  <a:lnTo>
                    <a:pt x="31661" y="1416"/>
                  </a:lnTo>
                  <a:cubicBezTo>
                    <a:pt x="31428" y="1338"/>
                    <a:pt x="31186" y="1264"/>
                    <a:pt x="30938" y="1191"/>
                  </a:cubicBezTo>
                  <a:lnTo>
                    <a:pt x="30758" y="1139"/>
                  </a:lnTo>
                  <a:cubicBezTo>
                    <a:pt x="30743" y="1130"/>
                    <a:pt x="30725" y="1125"/>
                    <a:pt x="30706" y="1125"/>
                  </a:cubicBezTo>
                  <a:lnTo>
                    <a:pt x="30692" y="1125"/>
                  </a:lnTo>
                  <a:cubicBezTo>
                    <a:pt x="30524" y="1075"/>
                    <a:pt x="30351" y="1027"/>
                    <a:pt x="30184" y="984"/>
                  </a:cubicBezTo>
                  <a:lnTo>
                    <a:pt x="29927" y="891"/>
                  </a:lnTo>
                  <a:lnTo>
                    <a:pt x="29424" y="768"/>
                  </a:lnTo>
                  <a:cubicBezTo>
                    <a:pt x="29418" y="726"/>
                    <a:pt x="29385" y="690"/>
                    <a:pt x="29342" y="681"/>
                  </a:cubicBezTo>
                  <a:lnTo>
                    <a:pt x="29212" y="653"/>
                  </a:lnTo>
                  <a:cubicBezTo>
                    <a:pt x="28978" y="603"/>
                    <a:pt x="28745" y="553"/>
                    <a:pt x="28486" y="504"/>
                  </a:cubicBezTo>
                  <a:lnTo>
                    <a:pt x="28477" y="506"/>
                  </a:lnTo>
                  <a:cubicBezTo>
                    <a:pt x="28225" y="460"/>
                    <a:pt x="27966" y="413"/>
                    <a:pt x="27705" y="369"/>
                  </a:cubicBezTo>
                  <a:cubicBezTo>
                    <a:pt x="26229" y="123"/>
                    <a:pt x="24744" y="1"/>
                    <a:pt x="2326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0;p40">
              <a:extLst>
                <a:ext uri="{FF2B5EF4-FFF2-40B4-BE49-F238E27FC236}">
                  <a16:creationId xmlns:a16="http://schemas.microsoft.com/office/drawing/2014/main" id="{DBC6C180-B53D-C063-28CA-786234FF58B6}"/>
                </a:ext>
              </a:extLst>
            </p:cNvPr>
            <p:cNvSpPr/>
            <p:nvPr/>
          </p:nvSpPr>
          <p:spPr>
            <a:xfrm>
              <a:off x="5277475" y="3369800"/>
              <a:ext cx="3650" cy="1400"/>
            </a:xfrm>
            <a:custGeom>
              <a:avLst/>
              <a:gdLst/>
              <a:ahLst/>
              <a:cxnLst/>
              <a:rect l="l" t="t" r="r" b="b"/>
              <a:pathLst>
                <a:path w="146" h="56" extrusionOk="0">
                  <a:moveTo>
                    <a:pt x="1" y="0"/>
                  </a:moveTo>
                  <a:lnTo>
                    <a:pt x="145" y="55"/>
                  </a:lnTo>
                  <a:lnTo>
                    <a:pt x="123" y="45"/>
                  </a:lnTo>
                  <a:lnTo>
                    <a:pt x="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11;p40">
              <a:extLst>
                <a:ext uri="{FF2B5EF4-FFF2-40B4-BE49-F238E27FC236}">
                  <a16:creationId xmlns:a16="http://schemas.microsoft.com/office/drawing/2014/main" id="{FD4E54E0-DF4F-2FFF-E09C-D7AD2281376B}"/>
                </a:ext>
              </a:extLst>
            </p:cNvPr>
            <p:cNvSpPr/>
            <p:nvPr/>
          </p:nvSpPr>
          <p:spPr>
            <a:xfrm>
              <a:off x="5274475" y="3367125"/>
              <a:ext cx="9650" cy="6750"/>
            </a:xfrm>
            <a:custGeom>
              <a:avLst/>
              <a:gdLst/>
              <a:ahLst/>
              <a:cxnLst/>
              <a:rect l="l" t="t" r="r" b="b"/>
              <a:pathLst>
                <a:path w="386" h="270" extrusionOk="0">
                  <a:moveTo>
                    <a:pt x="121" y="1"/>
                  </a:moveTo>
                  <a:cubicBezTo>
                    <a:pt x="78" y="1"/>
                    <a:pt x="37" y="27"/>
                    <a:pt x="21" y="70"/>
                  </a:cubicBezTo>
                  <a:cubicBezTo>
                    <a:pt x="0" y="124"/>
                    <a:pt x="29" y="186"/>
                    <a:pt x="82" y="207"/>
                  </a:cubicBezTo>
                  <a:lnTo>
                    <a:pt x="228" y="262"/>
                  </a:lnTo>
                  <a:cubicBezTo>
                    <a:pt x="240" y="267"/>
                    <a:pt x="253" y="270"/>
                    <a:pt x="265" y="270"/>
                  </a:cubicBezTo>
                  <a:cubicBezTo>
                    <a:pt x="307" y="270"/>
                    <a:pt x="347" y="244"/>
                    <a:pt x="364" y="204"/>
                  </a:cubicBezTo>
                  <a:cubicBezTo>
                    <a:pt x="386" y="150"/>
                    <a:pt x="362" y="89"/>
                    <a:pt x="310" y="66"/>
                  </a:cubicBezTo>
                  <a:lnTo>
                    <a:pt x="286" y="55"/>
                  </a:lnTo>
                  <a:cubicBezTo>
                    <a:pt x="285" y="54"/>
                    <a:pt x="282" y="52"/>
                    <a:pt x="279" y="52"/>
                  </a:cubicBezTo>
                  <a:lnTo>
                    <a:pt x="158" y="7"/>
                  </a:lnTo>
                  <a:cubicBezTo>
                    <a:pt x="146" y="3"/>
                    <a:pt x="133" y="1"/>
                    <a:pt x="12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12;p40">
              <a:extLst>
                <a:ext uri="{FF2B5EF4-FFF2-40B4-BE49-F238E27FC236}">
                  <a16:creationId xmlns:a16="http://schemas.microsoft.com/office/drawing/2014/main" id="{EDE23602-1330-810C-FEED-04B70BE44D7A}"/>
                </a:ext>
              </a:extLst>
            </p:cNvPr>
            <p:cNvSpPr/>
            <p:nvPr/>
          </p:nvSpPr>
          <p:spPr>
            <a:xfrm>
              <a:off x="5253800" y="3361050"/>
              <a:ext cx="13125" cy="4625"/>
            </a:xfrm>
            <a:custGeom>
              <a:avLst/>
              <a:gdLst/>
              <a:ahLst/>
              <a:cxnLst/>
              <a:rect l="l" t="t" r="r" b="b"/>
              <a:pathLst>
                <a:path w="525" h="185" extrusionOk="0">
                  <a:moveTo>
                    <a:pt x="1" y="0"/>
                  </a:moveTo>
                  <a:lnTo>
                    <a:pt x="104" y="38"/>
                  </a:lnTo>
                  <a:lnTo>
                    <a:pt x="113" y="38"/>
                  </a:lnTo>
                  <a:lnTo>
                    <a:pt x="1" y="0"/>
                  </a:lnTo>
                  <a:close/>
                  <a:moveTo>
                    <a:pt x="99" y="38"/>
                  </a:moveTo>
                  <a:lnTo>
                    <a:pt x="261" y="99"/>
                  </a:lnTo>
                  <a:lnTo>
                    <a:pt x="282" y="99"/>
                  </a:lnTo>
                  <a:lnTo>
                    <a:pt x="113" y="41"/>
                  </a:lnTo>
                  <a:lnTo>
                    <a:pt x="104" y="38"/>
                  </a:lnTo>
                  <a:close/>
                  <a:moveTo>
                    <a:pt x="282" y="99"/>
                  </a:moveTo>
                  <a:lnTo>
                    <a:pt x="289" y="101"/>
                  </a:lnTo>
                  <a:lnTo>
                    <a:pt x="289" y="101"/>
                  </a:lnTo>
                  <a:lnTo>
                    <a:pt x="282" y="99"/>
                  </a:lnTo>
                  <a:close/>
                  <a:moveTo>
                    <a:pt x="289" y="101"/>
                  </a:moveTo>
                  <a:lnTo>
                    <a:pt x="525" y="185"/>
                  </a:lnTo>
                  <a:lnTo>
                    <a:pt x="525" y="185"/>
                  </a:lnTo>
                  <a:lnTo>
                    <a:pt x="413" y="145"/>
                  </a:lnTo>
                  <a:lnTo>
                    <a:pt x="325" y="114"/>
                  </a:lnTo>
                  <a:lnTo>
                    <a:pt x="289" y="10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13;p40">
              <a:extLst>
                <a:ext uri="{FF2B5EF4-FFF2-40B4-BE49-F238E27FC236}">
                  <a16:creationId xmlns:a16="http://schemas.microsoft.com/office/drawing/2014/main" id="{5445BA53-B06B-7030-EAF9-4FA1525AD09A}"/>
                </a:ext>
              </a:extLst>
            </p:cNvPr>
            <p:cNvSpPr/>
            <p:nvPr/>
          </p:nvSpPr>
          <p:spPr>
            <a:xfrm>
              <a:off x="5250800" y="3358375"/>
              <a:ext cx="19150" cy="10000"/>
            </a:xfrm>
            <a:custGeom>
              <a:avLst/>
              <a:gdLst/>
              <a:ahLst/>
              <a:cxnLst/>
              <a:rect l="l" t="t" r="r" b="b"/>
              <a:pathLst>
                <a:path w="766" h="400" extrusionOk="0">
                  <a:moveTo>
                    <a:pt x="120" y="0"/>
                  </a:moveTo>
                  <a:cubicBezTo>
                    <a:pt x="77" y="0"/>
                    <a:pt x="36" y="27"/>
                    <a:pt x="21" y="70"/>
                  </a:cubicBezTo>
                  <a:cubicBezTo>
                    <a:pt x="0" y="127"/>
                    <a:pt x="29" y="186"/>
                    <a:pt x="84" y="207"/>
                  </a:cubicBezTo>
                  <a:lnTo>
                    <a:pt x="163" y="235"/>
                  </a:lnTo>
                  <a:cubicBezTo>
                    <a:pt x="169" y="240"/>
                    <a:pt x="175" y="243"/>
                    <a:pt x="182" y="246"/>
                  </a:cubicBezTo>
                  <a:lnTo>
                    <a:pt x="344" y="305"/>
                  </a:lnTo>
                  <a:cubicBezTo>
                    <a:pt x="356" y="310"/>
                    <a:pt x="368" y="311"/>
                    <a:pt x="381" y="311"/>
                  </a:cubicBezTo>
                  <a:lnTo>
                    <a:pt x="609" y="393"/>
                  </a:lnTo>
                  <a:cubicBezTo>
                    <a:pt x="621" y="398"/>
                    <a:pt x="633" y="399"/>
                    <a:pt x="645" y="399"/>
                  </a:cubicBezTo>
                  <a:cubicBezTo>
                    <a:pt x="690" y="399"/>
                    <a:pt x="730" y="372"/>
                    <a:pt x="746" y="328"/>
                  </a:cubicBezTo>
                  <a:cubicBezTo>
                    <a:pt x="766" y="273"/>
                    <a:pt x="737" y="212"/>
                    <a:pt x="681" y="192"/>
                  </a:cubicBezTo>
                  <a:lnTo>
                    <a:pt x="438" y="104"/>
                  </a:lnTo>
                  <a:cubicBezTo>
                    <a:pt x="435" y="103"/>
                    <a:pt x="431" y="101"/>
                    <a:pt x="426" y="101"/>
                  </a:cubicBezTo>
                  <a:lnTo>
                    <a:pt x="285" y="52"/>
                  </a:lnTo>
                  <a:cubicBezTo>
                    <a:pt x="279" y="49"/>
                    <a:pt x="273" y="46"/>
                    <a:pt x="267" y="45"/>
                  </a:cubicBezTo>
                  <a:lnTo>
                    <a:pt x="157" y="6"/>
                  </a:lnTo>
                  <a:cubicBezTo>
                    <a:pt x="145" y="2"/>
                    <a:pt x="132" y="0"/>
                    <a:pt x="12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714;p40">
              <a:extLst>
                <a:ext uri="{FF2B5EF4-FFF2-40B4-BE49-F238E27FC236}">
                  <a16:creationId xmlns:a16="http://schemas.microsoft.com/office/drawing/2014/main" id="{E6A0453E-F26A-328D-BB7D-C3603BF200C2}"/>
                </a:ext>
              </a:extLst>
            </p:cNvPr>
            <p:cNvSpPr/>
            <p:nvPr/>
          </p:nvSpPr>
          <p:spPr>
            <a:xfrm>
              <a:off x="5274575" y="3367225"/>
              <a:ext cx="5500" cy="5350"/>
            </a:xfrm>
            <a:custGeom>
              <a:avLst/>
              <a:gdLst/>
              <a:ahLst/>
              <a:cxnLst/>
              <a:rect l="l" t="t" r="r" b="b"/>
              <a:pathLst>
                <a:path w="220" h="214" extrusionOk="0">
                  <a:moveTo>
                    <a:pt x="102" y="1"/>
                  </a:moveTo>
                  <a:cubicBezTo>
                    <a:pt x="42" y="1"/>
                    <a:pt x="1" y="48"/>
                    <a:pt x="1" y="108"/>
                  </a:cubicBezTo>
                  <a:cubicBezTo>
                    <a:pt x="1" y="166"/>
                    <a:pt x="54" y="213"/>
                    <a:pt x="112" y="213"/>
                  </a:cubicBezTo>
                  <a:cubicBezTo>
                    <a:pt x="172" y="213"/>
                    <a:pt x="220" y="166"/>
                    <a:pt x="220" y="108"/>
                  </a:cubicBezTo>
                  <a:cubicBezTo>
                    <a:pt x="220" y="48"/>
                    <a:pt x="172" y="1"/>
                    <a:pt x="11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715;p40">
              <a:extLst>
                <a:ext uri="{FF2B5EF4-FFF2-40B4-BE49-F238E27FC236}">
                  <a16:creationId xmlns:a16="http://schemas.microsoft.com/office/drawing/2014/main" id="{D5A03A64-45E9-FDE4-3DFA-C6111FB9FEC3}"/>
                </a:ext>
              </a:extLst>
            </p:cNvPr>
            <p:cNvSpPr/>
            <p:nvPr/>
          </p:nvSpPr>
          <p:spPr>
            <a:xfrm>
              <a:off x="5239475" y="3356100"/>
              <a:ext cx="3975" cy="1325"/>
            </a:xfrm>
            <a:custGeom>
              <a:avLst/>
              <a:gdLst/>
              <a:ahLst/>
              <a:cxnLst/>
              <a:rect l="l" t="t" r="r" b="b"/>
              <a:pathLst>
                <a:path w="159" h="53" extrusionOk="0">
                  <a:moveTo>
                    <a:pt x="158" y="52"/>
                  </a:moveTo>
                  <a:lnTo>
                    <a:pt x="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716;p40">
              <a:extLst>
                <a:ext uri="{FF2B5EF4-FFF2-40B4-BE49-F238E27FC236}">
                  <a16:creationId xmlns:a16="http://schemas.microsoft.com/office/drawing/2014/main" id="{D1AEE7F9-5A70-D3CD-B283-560C7F326A28}"/>
                </a:ext>
              </a:extLst>
            </p:cNvPr>
            <p:cNvSpPr/>
            <p:nvPr/>
          </p:nvSpPr>
          <p:spPr>
            <a:xfrm>
              <a:off x="5236800" y="3353425"/>
              <a:ext cx="9300" cy="6675"/>
            </a:xfrm>
            <a:custGeom>
              <a:avLst/>
              <a:gdLst/>
              <a:ahLst/>
              <a:cxnLst/>
              <a:rect l="l" t="t" r="r" b="b"/>
              <a:pathLst>
                <a:path w="372" h="267" extrusionOk="0">
                  <a:moveTo>
                    <a:pt x="107" y="0"/>
                  </a:moveTo>
                  <a:cubicBezTo>
                    <a:pt x="62" y="0"/>
                    <a:pt x="22" y="28"/>
                    <a:pt x="6" y="73"/>
                  </a:cubicBezTo>
                  <a:cubicBezTo>
                    <a:pt x="2" y="83"/>
                    <a:pt x="0" y="95"/>
                    <a:pt x="0" y="107"/>
                  </a:cubicBezTo>
                  <a:cubicBezTo>
                    <a:pt x="0" y="152"/>
                    <a:pt x="29" y="192"/>
                    <a:pt x="73" y="207"/>
                  </a:cubicBezTo>
                  <a:lnTo>
                    <a:pt x="231" y="261"/>
                  </a:lnTo>
                  <a:cubicBezTo>
                    <a:pt x="242" y="265"/>
                    <a:pt x="254" y="267"/>
                    <a:pt x="265" y="267"/>
                  </a:cubicBezTo>
                  <a:cubicBezTo>
                    <a:pt x="310" y="267"/>
                    <a:pt x="350" y="238"/>
                    <a:pt x="365" y="194"/>
                  </a:cubicBezTo>
                  <a:cubicBezTo>
                    <a:pt x="370" y="183"/>
                    <a:pt x="371" y="171"/>
                    <a:pt x="371" y="159"/>
                  </a:cubicBezTo>
                  <a:cubicBezTo>
                    <a:pt x="371" y="115"/>
                    <a:pt x="343" y="75"/>
                    <a:pt x="300" y="60"/>
                  </a:cubicBezTo>
                  <a:lnTo>
                    <a:pt x="142" y="6"/>
                  </a:lnTo>
                  <a:cubicBezTo>
                    <a:pt x="130" y="2"/>
                    <a:pt x="118" y="0"/>
                    <a:pt x="10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717;p40">
              <a:extLst>
                <a:ext uri="{FF2B5EF4-FFF2-40B4-BE49-F238E27FC236}">
                  <a16:creationId xmlns:a16="http://schemas.microsoft.com/office/drawing/2014/main" id="{E1E1DA1B-7514-82B3-032D-781E0A4AA4B7}"/>
                </a:ext>
              </a:extLst>
            </p:cNvPr>
            <p:cNvSpPr/>
            <p:nvPr/>
          </p:nvSpPr>
          <p:spPr>
            <a:xfrm>
              <a:off x="5267775" y="3366000"/>
              <a:ext cx="12050" cy="4675"/>
            </a:xfrm>
            <a:custGeom>
              <a:avLst/>
              <a:gdLst/>
              <a:ahLst/>
              <a:cxnLst/>
              <a:rect l="l" t="t" r="r" b="b"/>
              <a:pathLst>
                <a:path w="482" h="187" extrusionOk="0">
                  <a:moveTo>
                    <a:pt x="0" y="0"/>
                  </a:moveTo>
                  <a:lnTo>
                    <a:pt x="64" y="26"/>
                  </a:lnTo>
                  <a:lnTo>
                    <a:pt x="42" y="26"/>
                  </a:lnTo>
                  <a:lnTo>
                    <a:pt x="185" y="81"/>
                  </a:lnTo>
                  <a:lnTo>
                    <a:pt x="230" y="90"/>
                  </a:lnTo>
                  <a:lnTo>
                    <a:pt x="230" y="90"/>
                  </a:lnTo>
                  <a:lnTo>
                    <a:pt x="481" y="186"/>
                  </a:lnTo>
                  <a:lnTo>
                    <a:pt x="481" y="186"/>
                  </a:lnTo>
                  <a:lnTo>
                    <a:pt x="350" y="136"/>
                  </a:lnTo>
                  <a:lnTo>
                    <a:pt x="255" y="99"/>
                  </a:lnTo>
                  <a:lnTo>
                    <a:pt x="67" y="26"/>
                  </a:lnTo>
                  <a:lnTo>
                    <a:pt x="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718;p40">
              <a:extLst>
                <a:ext uri="{FF2B5EF4-FFF2-40B4-BE49-F238E27FC236}">
                  <a16:creationId xmlns:a16="http://schemas.microsoft.com/office/drawing/2014/main" id="{00C696FE-39FB-5C59-DA3A-B161DDC658F0}"/>
                </a:ext>
              </a:extLst>
            </p:cNvPr>
            <p:cNvSpPr/>
            <p:nvPr/>
          </p:nvSpPr>
          <p:spPr>
            <a:xfrm>
              <a:off x="5264750" y="3363325"/>
              <a:ext cx="18075" cy="10000"/>
            </a:xfrm>
            <a:custGeom>
              <a:avLst/>
              <a:gdLst/>
              <a:ahLst/>
              <a:cxnLst/>
              <a:rect l="l" t="t" r="r" b="b"/>
              <a:pathLst>
                <a:path w="723" h="400" extrusionOk="0">
                  <a:moveTo>
                    <a:pt x="122" y="1"/>
                  </a:moveTo>
                  <a:cubicBezTo>
                    <a:pt x="80" y="1"/>
                    <a:pt x="39" y="26"/>
                    <a:pt x="23" y="69"/>
                  </a:cubicBezTo>
                  <a:cubicBezTo>
                    <a:pt x="1" y="122"/>
                    <a:pt x="27" y="185"/>
                    <a:pt x="83" y="206"/>
                  </a:cubicBezTo>
                  <a:lnTo>
                    <a:pt x="87" y="209"/>
                  </a:lnTo>
                  <a:cubicBezTo>
                    <a:pt x="97" y="219"/>
                    <a:pt x="109" y="226"/>
                    <a:pt x="124" y="232"/>
                  </a:cubicBezTo>
                  <a:lnTo>
                    <a:pt x="563" y="393"/>
                  </a:lnTo>
                  <a:cubicBezTo>
                    <a:pt x="577" y="398"/>
                    <a:pt x="589" y="399"/>
                    <a:pt x="602" y="399"/>
                  </a:cubicBezTo>
                  <a:cubicBezTo>
                    <a:pt x="645" y="399"/>
                    <a:pt x="686" y="374"/>
                    <a:pt x="702" y="331"/>
                  </a:cubicBezTo>
                  <a:cubicBezTo>
                    <a:pt x="723" y="276"/>
                    <a:pt x="694" y="215"/>
                    <a:pt x="639" y="194"/>
                  </a:cubicBezTo>
                  <a:lnTo>
                    <a:pt x="160" y="8"/>
                  </a:lnTo>
                  <a:cubicBezTo>
                    <a:pt x="148" y="3"/>
                    <a:pt x="135" y="1"/>
                    <a:pt x="12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719;p40">
              <a:extLst>
                <a:ext uri="{FF2B5EF4-FFF2-40B4-BE49-F238E27FC236}">
                  <a16:creationId xmlns:a16="http://schemas.microsoft.com/office/drawing/2014/main" id="{B867FE9A-F0BD-C816-64C3-1598053DAA31}"/>
                </a:ext>
              </a:extLst>
            </p:cNvPr>
            <p:cNvSpPr/>
            <p:nvPr/>
          </p:nvSpPr>
          <p:spPr>
            <a:xfrm>
              <a:off x="5243525" y="3357400"/>
              <a:ext cx="9800" cy="3400"/>
            </a:xfrm>
            <a:custGeom>
              <a:avLst/>
              <a:gdLst/>
              <a:ahLst/>
              <a:cxnLst/>
              <a:rect l="l" t="t" r="r" b="b"/>
              <a:pathLst>
                <a:path w="392" h="136" extrusionOk="0">
                  <a:moveTo>
                    <a:pt x="1" y="0"/>
                  </a:moveTo>
                  <a:lnTo>
                    <a:pt x="141" y="50"/>
                  </a:lnTo>
                  <a:lnTo>
                    <a:pt x="186" y="65"/>
                  </a:lnTo>
                  <a:lnTo>
                    <a:pt x="186" y="65"/>
                  </a:lnTo>
                  <a:lnTo>
                    <a:pt x="1" y="0"/>
                  </a:lnTo>
                  <a:close/>
                  <a:moveTo>
                    <a:pt x="186" y="65"/>
                  </a:moveTo>
                  <a:lnTo>
                    <a:pt x="214" y="75"/>
                  </a:lnTo>
                  <a:lnTo>
                    <a:pt x="235" y="82"/>
                  </a:lnTo>
                  <a:lnTo>
                    <a:pt x="235" y="82"/>
                  </a:lnTo>
                  <a:lnTo>
                    <a:pt x="186" y="65"/>
                  </a:lnTo>
                  <a:close/>
                  <a:moveTo>
                    <a:pt x="235" y="82"/>
                  </a:moveTo>
                  <a:lnTo>
                    <a:pt x="391" y="136"/>
                  </a:lnTo>
                  <a:lnTo>
                    <a:pt x="297" y="103"/>
                  </a:lnTo>
                  <a:lnTo>
                    <a:pt x="235" y="82"/>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720;p40">
              <a:extLst>
                <a:ext uri="{FF2B5EF4-FFF2-40B4-BE49-F238E27FC236}">
                  <a16:creationId xmlns:a16="http://schemas.microsoft.com/office/drawing/2014/main" id="{D8973240-3856-A7E2-E4F2-92DDB9670FDC}"/>
                </a:ext>
              </a:extLst>
            </p:cNvPr>
            <p:cNvSpPr/>
            <p:nvPr/>
          </p:nvSpPr>
          <p:spPr>
            <a:xfrm>
              <a:off x="5240525" y="3354750"/>
              <a:ext cx="15775" cy="8700"/>
            </a:xfrm>
            <a:custGeom>
              <a:avLst/>
              <a:gdLst/>
              <a:ahLst/>
              <a:cxnLst/>
              <a:rect l="l" t="t" r="r" b="b"/>
              <a:pathLst>
                <a:path w="631" h="348" extrusionOk="0">
                  <a:moveTo>
                    <a:pt x="120" y="1"/>
                  </a:moveTo>
                  <a:cubicBezTo>
                    <a:pt x="76" y="1"/>
                    <a:pt x="35" y="28"/>
                    <a:pt x="20" y="72"/>
                  </a:cubicBezTo>
                  <a:cubicBezTo>
                    <a:pt x="0" y="127"/>
                    <a:pt x="30" y="188"/>
                    <a:pt x="85" y="208"/>
                  </a:cubicBezTo>
                  <a:lnTo>
                    <a:pt x="477" y="342"/>
                  </a:lnTo>
                  <a:cubicBezTo>
                    <a:pt x="489" y="346"/>
                    <a:pt x="499" y="348"/>
                    <a:pt x="511" y="348"/>
                  </a:cubicBezTo>
                  <a:cubicBezTo>
                    <a:pt x="556" y="348"/>
                    <a:pt x="596" y="319"/>
                    <a:pt x="612" y="276"/>
                  </a:cubicBezTo>
                  <a:cubicBezTo>
                    <a:pt x="630" y="220"/>
                    <a:pt x="600" y="160"/>
                    <a:pt x="545" y="141"/>
                  </a:cubicBezTo>
                  <a:lnTo>
                    <a:pt x="155" y="7"/>
                  </a:lnTo>
                  <a:cubicBezTo>
                    <a:pt x="144" y="3"/>
                    <a:pt x="132" y="1"/>
                    <a:pt x="12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721;p40">
              <a:extLst>
                <a:ext uri="{FF2B5EF4-FFF2-40B4-BE49-F238E27FC236}">
                  <a16:creationId xmlns:a16="http://schemas.microsoft.com/office/drawing/2014/main" id="{03D3228C-6A8E-F70B-5298-7A333A52D9EE}"/>
                </a:ext>
              </a:extLst>
            </p:cNvPr>
            <p:cNvSpPr/>
            <p:nvPr/>
          </p:nvSpPr>
          <p:spPr>
            <a:xfrm>
              <a:off x="5138200" y="3329850"/>
              <a:ext cx="2550" cy="425"/>
            </a:xfrm>
            <a:custGeom>
              <a:avLst/>
              <a:gdLst/>
              <a:ahLst/>
              <a:cxnLst/>
              <a:rect l="l" t="t" r="r" b="b"/>
              <a:pathLst>
                <a:path w="102" h="17" extrusionOk="0">
                  <a:moveTo>
                    <a:pt x="0" y="1"/>
                  </a:moveTo>
                  <a:lnTo>
                    <a:pt x="102" y="17"/>
                  </a:lnTo>
                  <a:lnTo>
                    <a:pt x="102" y="17"/>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722;p40">
              <a:extLst>
                <a:ext uri="{FF2B5EF4-FFF2-40B4-BE49-F238E27FC236}">
                  <a16:creationId xmlns:a16="http://schemas.microsoft.com/office/drawing/2014/main" id="{7E308304-1487-55BD-F97B-267137CDDC66}"/>
                </a:ext>
              </a:extLst>
            </p:cNvPr>
            <p:cNvSpPr/>
            <p:nvPr/>
          </p:nvSpPr>
          <p:spPr>
            <a:xfrm>
              <a:off x="5135525" y="3327175"/>
              <a:ext cx="7900" cy="5800"/>
            </a:xfrm>
            <a:custGeom>
              <a:avLst/>
              <a:gdLst/>
              <a:ahLst/>
              <a:cxnLst/>
              <a:rect l="l" t="t" r="r" b="b"/>
              <a:pathLst>
                <a:path w="316" h="232" extrusionOk="0">
                  <a:moveTo>
                    <a:pt x="105" y="0"/>
                  </a:moveTo>
                  <a:cubicBezTo>
                    <a:pt x="54" y="0"/>
                    <a:pt x="10" y="38"/>
                    <a:pt x="2" y="90"/>
                  </a:cubicBezTo>
                  <a:cubicBezTo>
                    <a:pt x="0" y="96"/>
                    <a:pt x="0" y="102"/>
                    <a:pt x="0" y="108"/>
                  </a:cubicBezTo>
                  <a:cubicBezTo>
                    <a:pt x="0" y="158"/>
                    <a:pt x="37" y="204"/>
                    <a:pt x="89" y="213"/>
                  </a:cubicBezTo>
                  <a:lnTo>
                    <a:pt x="192" y="230"/>
                  </a:lnTo>
                  <a:cubicBezTo>
                    <a:pt x="198" y="231"/>
                    <a:pt x="204" y="231"/>
                    <a:pt x="209" y="231"/>
                  </a:cubicBezTo>
                  <a:cubicBezTo>
                    <a:pt x="261" y="231"/>
                    <a:pt x="305" y="194"/>
                    <a:pt x="314" y="142"/>
                  </a:cubicBezTo>
                  <a:cubicBezTo>
                    <a:pt x="316" y="136"/>
                    <a:pt x="316" y="130"/>
                    <a:pt x="316" y="124"/>
                  </a:cubicBezTo>
                  <a:cubicBezTo>
                    <a:pt x="316" y="73"/>
                    <a:pt x="279" y="27"/>
                    <a:pt x="226" y="20"/>
                  </a:cubicBezTo>
                  <a:lnTo>
                    <a:pt x="124" y="2"/>
                  </a:lnTo>
                  <a:cubicBezTo>
                    <a:pt x="117" y="1"/>
                    <a:pt x="111" y="0"/>
                    <a:pt x="10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723;p40">
              <a:extLst>
                <a:ext uri="{FF2B5EF4-FFF2-40B4-BE49-F238E27FC236}">
                  <a16:creationId xmlns:a16="http://schemas.microsoft.com/office/drawing/2014/main" id="{A4AFFEAA-8948-585A-B680-7D557A543715}"/>
                </a:ext>
              </a:extLst>
            </p:cNvPr>
            <p:cNvSpPr/>
            <p:nvPr/>
          </p:nvSpPr>
          <p:spPr>
            <a:xfrm>
              <a:off x="4846575" y="3893975"/>
              <a:ext cx="318750" cy="318725"/>
            </a:xfrm>
            <a:custGeom>
              <a:avLst/>
              <a:gdLst/>
              <a:ahLst/>
              <a:cxnLst/>
              <a:rect l="l" t="t" r="r" b="b"/>
              <a:pathLst>
                <a:path w="12750" h="12749" extrusionOk="0">
                  <a:moveTo>
                    <a:pt x="6375" y="0"/>
                  </a:moveTo>
                  <a:cubicBezTo>
                    <a:pt x="2855" y="0"/>
                    <a:pt x="1" y="2855"/>
                    <a:pt x="1" y="6375"/>
                  </a:cubicBezTo>
                  <a:cubicBezTo>
                    <a:pt x="1" y="9894"/>
                    <a:pt x="2855" y="12749"/>
                    <a:pt x="6375" y="12749"/>
                  </a:cubicBezTo>
                  <a:cubicBezTo>
                    <a:pt x="9895" y="12749"/>
                    <a:pt x="12749" y="9894"/>
                    <a:pt x="12749" y="6375"/>
                  </a:cubicBezTo>
                  <a:cubicBezTo>
                    <a:pt x="12749" y="2855"/>
                    <a:pt x="9895" y="0"/>
                    <a:pt x="63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724;p40">
              <a:extLst>
                <a:ext uri="{FF2B5EF4-FFF2-40B4-BE49-F238E27FC236}">
                  <a16:creationId xmlns:a16="http://schemas.microsoft.com/office/drawing/2014/main" id="{9C1975CA-0C47-E7A9-3570-5D892BB625F7}"/>
                </a:ext>
              </a:extLst>
            </p:cNvPr>
            <p:cNvSpPr/>
            <p:nvPr/>
          </p:nvSpPr>
          <p:spPr>
            <a:xfrm>
              <a:off x="4831800" y="3891300"/>
              <a:ext cx="348300" cy="324075"/>
            </a:xfrm>
            <a:custGeom>
              <a:avLst/>
              <a:gdLst/>
              <a:ahLst/>
              <a:cxnLst/>
              <a:rect l="l" t="t" r="r" b="b"/>
              <a:pathLst>
                <a:path w="13932" h="12963" extrusionOk="0">
                  <a:moveTo>
                    <a:pt x="6969" y="214"/>
                  </a:moveTo>
                  <a:cubicBezTo>
                    <a:pt x="9991" y="214"/>
                    <a:pt x="12660" y="2411"/>
                    <a:pt x="13154" y="5487"/>
                  </a:cubicBezTo>
                  <a:cubicBezTo>
                    <a:pt x="13702" y="8900"/>
                    <a:pt x="11373" y="12122"/>
                    <a:pt x="7961" y="12670"/>
                  </a:cubicBezTo>
                  <a:cubicBezTo>
                    <a:pt x="7624" y="12725"/>
                    <a:pt x="7292" y="12750"/>
                    <a:pt x="6963" y="12750"/>
                  </a:cubicBezTo>
                  <a:cubicBezTo>
                    <a:pt x="3941" y="12750"/>
                    <a:pt x="1272" y="10552"/>
                    <a:pt x="778" y="7476"/>
                  </a:cubicBezTo>
                  <a:cubicBezTo>
                    <a:pt x="230" y="4064"/>
                    <a:pt x="2559" y="842"/>
                    <a:pt x="5972" y="294"/>
                  </a:cubicBezTo>
                  <a:cubicBezTo>
                    <a:pt x="6307" y="240"/>
                    <a:pt x="6640" y="214"/>
                    <a:pt x="6969" y="214"/>
                  </a:cubicBezTo>
                  <a:close/>
                  <a:moveTo>
                    <a:pt x="6970" y="1"/>
                  </a:moveTo>
                  <a:cubicBezTo>
                    <a:pt x="6629" y="1"/>
                    <a:pt x="6284" y="28"/>
                    <a:pt x="5937" y="84"/>
                  </a:cubicBezTo>
                  <a:cubicBezTo>
                    <a:pt x="2410" y="649"/>
                    <a:pt x="1" y="3982"/>
                    <a:pt x="567" y="7510"/>
                  </a:cubicBezTo>
                  <a:cubicBezTo>
                    <a:pt x="1079" y="10692"/>
                    <a:pt x="3837" y="12963"/>
                    <a:pt x="6962" y="12963"/>
                  </a:cubicBezTo>
                  <a:lnTo>
                    <a:pt x="6962" y="12963"/>
                  </a:lnTo>
                  <a:cubicBezTo>
                    <a:pt x="7303" y="12963"/>
                    <a:pt x="7648" y="12936"/>
                    <a:pt x="7993" y="12881"/>
                  </a:cubicBezTo>
                  <a:cubicBezTo>
                    <a:pt x="11522" y="12314"/>
                    <a:pt x="13931" y="8982"/>
                    <a:pt x="13364" y="5453"/>
                  </a:cubicBezTo>
                  <a:cubicBezTo>
                    <a:pt x="12854" y="2272"/>
                    <a:pt x="10096" y="1"/>
                    <a:pt x="6970" y="1"/>
                  </a:cubicBezTo>
                  <a:close/>
                  <a:moveTo>
                    <a:pt x="6962" y="12963"/>
                  </a:moveTo>
                  <a:lnTo>
                    <a:pt x="6962" y="12963"/>
                  </a:lnTo>
                  <a:cubicBezTo>
                    <a:pt x="6962" y="12963"/>
                    <a:pt x="6962" y="12963"/>
                    <a:pt x="6962" y="12963"/>
                  </a:cubicBezTo>
                  <a:lnTo>
                    <a:pt x="6963" y="12963"/>
                  </a:lnTo>
                  <a:cubicBezTo>
                    <a:pt x="6963" y="12963"/>
                    <a:pt x="6963" y="12963"/>
                    <a:pt x="6962" y="12963"/>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725;p40">
              <a:extLst>
                <a:ext uri="{FF2B5EF4-FFF2-40B4-BE49-F238E27FC236}">
                  <a16:creationId xmlns:a16="http://schemas.microsoft.com/office/drawing/2014/main" id="{073ED5C0-50EA-BEEC-7D3A-E3281F094940}"/>
                </a:ext>
              </a:extLst>
            </p:cNvPr>
            <p:cNvSpPr/>
            <p:nvPr/>
          </p:nvSpPr>
          <p:spPr>
            <a:xfrm>
              <a:off x="4926100" y="3973450"/>
              <a:ext cx="159750" cy="159750"/>
            </a:xfrm>
            <a:custGeom>
              <a:avLst/>
              <a:gdLst/>
              <a:ahLst/>
              <a:cxnLst/>
              <a:rect l="l" t="t" r="r" b="b"/>
              <a:pathLst>
                <a:path w="6390" h="6390" extrusionOk="0">
                  <a:moveTo>
                    <a:pt x="3196" y="0"/>
                  </a:moveTo>
                  <a:cubicBezTo>
                    <a:pt x="1431" y="0"/>
                    <a:pt x="0" y="1431"/>
                    <a:pt x="0" y="3194"/>
                  </a:cubicBezTo>
                  <a:cubicBezTo>
                    <a:pt x="0" y="4958"/>
                    <a:pt x="1431" y="6389"/>
                    <a:pt x="3196" y="6389"/>
                  </a:cubicBezTo>
                  <a:cubicBezTo>
                    <a:pt x="4958" y="6389"/>
                    <a:pt x="6389" y="4958"/>
                    <a:pt x="6389" y="3194"/>
                  </a:cubicBezTo>
                  <a:cubicBezTo>
                    <a:pt x="6389" y="1431"/>
                    <a:pt x="4958" y="0"/>
                    <a:pt x="3196" y="0"/>
                  </a:cubicBezTo>
                  <a:close/>
                </a:path>
              </a:pathLst>
            </a:custGeom>
            <a:solidFill>
              <a:srgbClr val="BCC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726;p40">
              <a:extLst>
                <a:ext uri="{FF2B5EF4-FFF2-40B4-BE49-F238E27FC236}">
                  <a16:creationId xmlns:a16="http://schemas.microsoft.com/office/drawing/2014/main" id="{1758B5A2-C811-C492-A706-1421F1FA8DAE}"/>
                </a:ext>
              </a:extLst>
            </p:cNvPr>
            <p:cNvSpPr/>
            <p:nvPr/>
          </p:nvSpPr>
          <p:spPr>
            <a:xfrm>
              <a:off x="4923425" y="3970775"/>
              <a:ext cx="165100" cy="165100"/>
            </a:xfrm>
            <a:custGeom>
              <a:avLst/>
              <a:gdLst/>
              <a:ahLst/>
              <a:cxnLst/>
              <a:rect l="l" t="t" r="r" b="b"/>
              <a:pathLst>
                <a:path w="6604" h="6604" extrusionOk="0">
                  <a:moveTo>
                    <a:pt x="3303" y="215"/>
                  </a:moveTo>
                  <a:cubicBezTo>
                    <a:pt x="5004" y="215"/>
                    <a:pt x="6389" y="1599"/>
                    <a:pt x="6389" y="3303"/>
                  </a:cubicBezTo>
                  <a:cubicBezTo>
                    <a:pt x="6389" y="5004"/>
                    <a:pt x="5004" y="6389"/>
                    <a:pt x="3303" y="6389"/>
                  </a:cubicBezTo>
                  <a:cubicBezTo>
                    <a:pt x="1599" y="6389"/>
                    <a:pt x="215" y="5004"/>
                    <a:pt x="215" y="3303"/>
                  </a:cubicBezTo>
                  <a:cubicBezTo>
                    <a:pt x="215" y="1599"/>
                    <a:pt x="1599" y="215"/>
                    <a:pt x="3303" y="215"/>
                  </a:cubicBezTo>
                  <a:close/>
                  <a:moveTo>
                    <a:pt x="3303" y="0"/>
                  </a:moveTo>
                  <a:cubicBezTo>
                    <a:pt x="1482" y="0"/>
                    <a:pt x="0" y="1482"/>
                    <a:pt x="0" y="3303"/>
                  </a:cubicBezTo>
                  <a:cubicBezTo>
                    <a:pt x="0" y="5122"/>
                    <a:pt x="1482" y="6604"/>
                    <a:pt x="3303" y="6604"/>
                  </a:cubicBezTo>
                  <a:cubicBezTo>
                    <a:pt x="5122" y="6604"/>
                    <a:pt x="6604" y="5122"/>
                    <a:pt x="6604" y="3303"/>
                  </a:cubicBezTo>
                  <a:cubicBezTo>
                    <a:pt x="6604" y="1482"/>
                    <a:pt x="5122" y="0"/>
                    <a:pt x="330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727;p40">
              <a:extLst>
                <a:ext uri="{FF2B5EF4-FFF2-40B4-BE49-F238E27FC236}">
                  <a16:creationId xmlns:a16="http://schemas.microsoft.com/office/drawing/2014/main" id="{99B10526-2DEF-5D6F-BDB2-492E684C08C6}"/>
                </a:ext>
              </a:extLst>
            </p:cNvPr>
            <p:cNvSpPr/>
            <p:nvPr/>
          </p:nvSpPr>
          <p:spPr>
            <a:xfrm>
              <a:off x="4946050" y="3993400"/>
              <a:ext cx="119850" cy="119850"/>
            </a:xfrm>
            <a:custGeom>
              <a:avLst/>
              <a:gdLst/>
              <a:ahLst/>
              <a:cxnLst/>
              <a:rect l="l" t="t" r="r" b="b"/>
              <a:pathLst>
                <a:path w="4794" h="4794" extrusionOk="0">
                  <a:moveTo>
                    <a:pt x="2398" y="0"/>
                  </a:moveTo>
                  <a:cubicBezTo>
                    <a:pt x="1072" y="0"/>
                    <a:pt x="0" y="1072"/>
                    <a:pt x="0" y="2396"/>
                  </a:cubicBezTo>
                  <a:cubicBezTo>
                    <a:pt x="0" y="3721"/>
                    <a:pt x="1072" y="4793"/>
                    <a:pt x="2398" y="4793"/>
                  </a:cubicBezTo>
                  <a:cubicBezTo>
                    <a:pt x="3721" y="4793"/>
                    <a:pt x="4793" y="3721"/>
                    <a:pt x="4793" y="2396"/>
                  </a:cubicBezTo>
                  <a:cubicBezTo>
                    <a:pt x="4793" y="1072"/>
                    <a:pt x="3721" y="0"/>
                    <a:pt x="239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728;p40">
              <a:extLst>
                <a:ext uri="{FF2B5EF4-FFF2-40B4-BE49-F238E27FC236}">
                  <a16:creationId xmlns:a16="http://schemas.microsoft.com/office/drawing/2014/main" id="{0450074F-A7C9-73DB-8E4F-39D2986A269D}"/>
                </a:ext>
              </a:extLst>
            </p:cNvPr>
            <p:cNvSpPr/>
            <p:nvPr/>
          </p:nvSpPr>
          <p:spPr>
            <a:xfrm>
              <a:off x="4943375" y="3990725"/>
              <a:ext cx="125200" cy="125200"/>
            </a:xfrm>
            <a:custGeom>
              <a:avLst/>
              <a:gdLst/>
              <a:ahLst/>
              <a:cxnLst/>
              <a:rect l="l" t="t" r="r" b="b"/>
              <a:pathLst>
                <a:path w="5008" h="5008" extrusionOk="0">
                  <a:moveTo>
                    <a:pt x="2505" y="213"/>
                  </a:moveTo>
                  <a:cubicBezTo>
                    <a:pt x="3767" y="213"/>
                    <a:pt x="4795" y="1240"/>
                    <a:pt x="4795" y="2505"/>
                  </a:cubicBezTo>
                  <a:cubicBezTo>
                    <a:pt x="4795" y="3767"/>
                    <a:pt x="3767" y="4795"/>
                    <a:pt x="2505" y="4795"/>
                  </a:cubicBezTo>
                  <a:cubicBezTo>
                    <a:pt x="1240" y="4795"/>
                    <a:pt x="213" y="3767"/>
                    <a:pt x="213" y="2505"/>
                  </a:cubicBezTo>
                  <a:cubicBezTo>
                    <a:pt x="213" y="1240"/>
                    <a:pt x="1240" y="213"/>
                    <a:pt x="2505" y="213"/>
                  </a:cubicBezTo>
                  <a:close/>
                  <a:moveTo>
                    <a:pt x="2505" y="0"/>
                  </a:moveTo>
                  <a:cubicBezTo>
                    <a:pt x="1124" y="0"/>
                    <a:pt x="0" y="1123"/>
                    <a:pt x="0" y="2505"/>
                  </a:cubicBezTo>
                  <a:cubicBezTo>
                    <a:pt x="0" y="3885"/>
                    <a:pt x="1123" y="5007"/>
                    <a:pt x="2505" y="5007"/>
                  </a:cubicBezTo>
                  <a:cubicBezTo>
                    <a:pt x="3885" y="5007"/>
                    <a:pt x="5007" y="3883"/>
                    <a:pt x="5007" y="2505"/>
                  </a:cubicBezTo>
                  <a:cubicBezTo>
                    <a:pt x="5007" y="1124"/>
                    <a:pt x="3883" y="0"/>
                    <a:pt x="250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729;p40">
              <a:extLst>
                <a:ext uri="{FF2B5EF4-FFF2-40B4-BE49-F238E27FC236}">
                  <a16:creationId xmlns:a16="http://schemas.microsoft.com/office/drawing/2014/main" id="{0D080508-FFA3-9DEE-6928-AF4D92915755}"/>
                </a:ext>
              </a:extLst>
            </p:cNvPr>
            <p:cNvSpPr/>
            <p:nvPr/>
          </p:nvSpPr>
          <p:spPr>
            <a:xfrm>
              <a:off x="4971000" y="4018325"/>
              <a:ext cx="69950" cy="69975"/>
            </a:xfrm>
            <a:custGeom>
              <a:avLst/>
              <a:gdLst/>
              <a:ahLst/>
              <a:cxnLst/>
              <a:rect l="l" t="t" r="r" b="b"/>
              <a:pathLst>
                <a:path w="2798" h="2799" extrusionOk="0">
                  <a:moveTo>
                    <a:pt x="1400" y="1"/>
                  </a:moveTo>
                  <a:cubicBezTo>
                    <a:pt x="627" y="1"/>
                    <a:pt x="0" y="628"/>
                    <a:pt x="0" y="1399"/>
                  </a:cubicBezTo>
                  <a:cubicBezTo>
                    <a:pt x="0" y="2172"/>
                    <a:pt x="627" y="2799"/>
                    <a:pt x="1400" y="2799"/>
                  </a:cubicBezTo>
                  <a:cubicBezTo>
                    <a:pt x="2171" y="2799"/>
                    <a:pt x="2798" y="2172"/>
                    <a:pt x="2798" y="1399"/>
                  </a:cubicBezTo>
                  <a:cubicBezTo>
                    <a:pt x="2798" y="628"/>
                    <a:pt x="2171" y="1"/>
                    <a:pt x="1400"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730;p40">
              <a:extLst>
                <a:ext uri="{FF2B5EF4-FFF2-40B4-BE49-F238E27FC236}">
                  <a16:creationId xmlns:a16="http://schemas.microsoft.com/office/drawing/2014/main" id="{E83DCF71-8C0F-402E-6BA2-E8EFE484C7EB}"/>
                </a:ext>
              </a:extLst>
            </p:cNvPr>
            <p:cNvSpPr/>
            <p:nvPr/>
          </p:nvSpPr>
          <p:spPr>
            <a:xfrm>
              <a:off x="4968300" y="4015650"/>
              <a:ext cx="75325" cy="75325"/>
            </a:xfrm>
            <a:custGeom>
              <a:avLst/>
              <a:gdLst/>
              <a:ahLst/>
              <a:cxnLst/>
              <a:rect l="l" t="t" r="r" b="b"/>
              <a:pathLst>
                <a:path w="3013" h="3013" extrusionOk="0">
                  <a:moveTo>
                    <a:pt x="1508" y="215"/>
                  </a:moveTo>
                  <a:cubicBezTo>
                    <a:pt x="2219" y="215"/>
                    <a:pt x="2800" y="794"/>
                    <a:pt x="2800" y="1508"/>
                  </a:cubicBezTo>
                  <a:cubicBezTo>
                    <a:pt x="2800" y="2219"/>
                    <a:pt x="2219" y="2800"/>
                    <a:pt x="1508" y="2800"/>
                  </a:cubicBezTo>
                  <a:cubicBezTo>
                    <a:pt x="794" y="2800"/>
                    <a:pt x="215" y="2219"/>
                    <a:pt x="215" y="1508"/>
                  </a:cubicBezTo>
                  <a:cubicBezTo>
                    <a:pt x="215" y="794"/>
                    <a:pt x="794" y="215"/>
                    <a:pt x="1508" y="215"/>
                  </a:cubicBezTo>
                  <a:close/>
                  <a:moveTo>
                    <a:pt x="1508" y="1"/>
                  </a:moveTo>
                  <a:cubicBezTo>
                    <a:pt x="677" y="1"/>
                    <a:pt x="1" y="677"/>
                    <a:pt x="1" y="1508"/>
                  </a:cubicBezTo>
                  <a:cubicBezTo>
                    <a:pt x="1" y="2337"/>
                    <a:pt x="677" y="3013"/>
                    <a:pt x="1508" y="3013"/>
                  </a:cubicBezTo>
                  <a:cubicBezTo>
                    <a:pt x="2337" y="3013"/>
                    <a:pt x="3013" y="2337"/>
                    <a:pt x="3013" y="1508"/>
                  </a:cubicBezTo>
                  <a:cubicBezTo>
                    <a:pt x="3013" y="677"/>
                    <a:pt x="2337" y="1"/>
                    <a:pt x="15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731;p40">
              <a:extLst>
                <a:ext uri="{FF2B5EF4-FFF2-40B4-BE49-F238E27FC236}">
                  <a16:creationId xmlns:a16="http://schemas.microsoft.com/office/drawing/2014/main" id="{FA27B613-DECA-295F-5696-D4D9BFFB0735}"/>
                </a:ext>
              </a:extLst>
            </p:cNvPr>
            <p:cNvSpPr/>
            <p:nvPr/>
          </p:nvSpPr>
          <p:spPr>
            <a:xfrm>
              <a:off x="4475650" y="3893925"/>
              <a:ext cx="242050" cy="318750"/>
            </a:xfrm>
            <a:custGeom>
              <a:avLst/>
              <a:gdLst/>
              <a:ahLst/>
              <a:cxnLst/>
              <a:rect l="l" t="t" r="r" b="b"/>
              <a:pathLst>
                <a:path w="9682" h="12750" extrusionOk="0">
                  <a:moveTo>
                    <a:pt x="4841" y="1"/>
                  </a:moveTo>
                  <a:cubicBezTo>
                    <a:pt x="2169" y="1"/>
                    <a:pt x="1" y="2855"/>
                    <a:pt x="1" y="6375"/>
                  </a:cubicBezTo>
                  <a:cubicBezTo>
                    <a:pt x="1" y="9896"/>
                    <a:pt x="2169" y="12749"/>
                    <a:pt x="4841" y="12749"/>
                  </a:cubicBezTo>
                  <a:cubicBezTo>
                    <a:pt x="7515" y="12749"/>
                    <a:pt x="9682" y="9896"/>
                    <a:pt x="9682" y="6375"/>
                  </a:cubicBezTo>
                  <a:cubicBezTo>
                    <a:pt x="9682" y="2855"/>
                    <a:pt x="7515" y="1"/>
                    <a:pt x="484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732;p40">
              <a:extLst>
                <a:ext uri="{FF2B5EF4-FFF2-40B4-BE49-F238E27FC236}">
                  <a16:creationId xmlns:a16="http://schemas.microsoft.com/office/drawing/2014/main" id="{DBD6317E-EE60-013B-A8F7-7969B9FC00EC}"/>
                </a:ext>
              </a:extLst>
            </p:cNvPr>
            <p:cNvSpPr/>
            <p:nvPr/>
          </p:nvSpPr>
          <p:spPr>
            <a:xfrm>
              <a:off x="4472975" y="3891300"/>
              <a:ext cx="247425" cy="324050"/>
            </a:xfrm>
            <a:custGeom>
              <a:avLst/>
              <a:gdLst/>
              <a:ahLst/>
              <a:cxnLst/>
              <a:rect l="l" t="t" r="r" b="b"/>
              <a:pathLst>
                <a:path w="9897" h="12962" extrusionOk="0">
                  <a:moveTo>
                    <a:pt x="4948" y="213"/>
                  </a:moveTo>
                  <a:cubicBezTo>
                    <a:pt x="7558" y="213"/>
                    <a:pt x="9683" y="3026"/>
                    <a:pt x="9683" y="6482"/>
                  </a:cubicBezTo>
                  <a:cubicBezTo>
                    <a:pt x="9683" y="9937"/>
                    <a:pt x="7558" y="12749"/>
                    <a:pt x="4948" y="12749"/>
                  </a:cubicBezTo>
                  <a:cubicBezTo>
                    <a:pt x="2338" y="12749"/>
                    <a:pt x="214" y="9937"/>
                    <a:pt x="214" y="6482"/>
                  </a:cubicBezTo>
                  <a:cubicBezTo>
                    <a:pt x="214" y="3026"/>
                    <a:pt x="2338" y="213"/>
                    <a:pt x="4948" y="213"/>
                  </a:cubicBezTo>
                  <a:close/>
                  <a:moveTo>
                    <a:pt x="4948" y="0"/>
                  </a:moveTo>
                  <a:cubicBezTo>
                    <a:pt x="2221" y="0"/>
                    <a:pt x="1" y="2908"/>
                    <a:pt x="1" y="6482"/>
                  </a:cubicBezTo>
                  <a:cubicBezTo>
                    <a:pt x="1" y="10055"/>
                    <a:pt x="2221" y="12961"/>
                    <a:pt x="4948" y="12961"/>
                  </a:cubicBezTo>
                  <a:cubicBezTo>
                    <a:pt x="7676" y="12961"/>
                    <a:pt x="9896" y="10055"/>
                    <a:pt x="9896" y="6482"/>
                  </a:cubicBezTo>
                  <a:cubicBezTo>
                    <a:pt x="9896" y="2908"/>
                    <a:pt x="7676" y="0"/>
                    <a:pt x="494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733;p40">
              <a:extLst>
                <a:ext uri="{FF2B5EF4-FFF2-40B4-BE49-F238E27FC236}">
                  <a16:creationId xmlns:a16="http://schemas.microsoft.com/office/drawing/2014/main" id="{1842F0A4-2725-57F8-F11F-F71CE6A73E25}"/>
                </a:ext>
              </a:extLst>
            </p:cNvPr>
            <p:cNvSpPr/>
            <p:nvPr/>
          </p:nvSpPr>
          <p:spPr>
            <a:xfrm>
              <a:off x="4520100" y="3973450"/>
              <a:ext cx="121375" cy="159750"/>
            </a:xfrm>
            <a:custGeom>
              <a:avLst/>
              <a:gdLst/>
              <a:ahLst/>
              <a:cxnLst/>
              <a:rect l="l" t="t" r="r" b="b"/>
              <a:pathLst>
                <a:path w="4855" h="6390" extrusionOk="0">
                  <a:moveTo>
                    <a:pt x="2428" y="0"/>
                  </a:moveTo>
                  <a:cubicBezTo>
                    <a:pt x="1088" y="0"/>
                    <a:pt x="1" y="1431"/>
                    <a:pt x="1" y="3194"/>
                  </a:cubicBezTo>
                  <a:cubicBezTo>
                    <a:pt x="1" y="4958"/>
                    <a:pt x="1088" y="6389"/>
                    <a:pt x="2428" y="6389"/>
                  </a:cubicBezTo>
                  <a:cubicBezTo>
                    <a:pt x="3768" y="6389"/>
                    <a:pt x="4855" y="4958"/>
                    <a:pt x="4855" y="3194"/>
                  </a:cubicBezTo>
                  <a:cubicBezTo>
                    <a:pt x="4855" y="1431"/>
                    <a:pt x="3768" y="0"/>
                    <a:pt x="2428" y="0"/>
                  </a:cubicBezTo>
                  <a:close/>
                </a:path>
              </a:pathLst>
            </a:custGeom>
            <a:solidFill>
              <a:srgbClr val="BCC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734;p40">
              <a:extLst>
                <a:ext uri="{FF2B5EF4-FFF2-40B4-BE49-F238E27FC236}">
                  <a16:creationId xmlns:a16="http://schemas.microsoft.com/office/drawing/2014/main" id="{30680C25-7D72-DDB1-279D-26E45BFFD487}"/>
                </a:ext>
              </a:extLst>
            </p:cNvPr>
            <p:cNvSpPr/>
            <p:nvPr/>
          </p:nvSpPr>
          <p:spPr>
            <a:xfrm>
              <a:off x="4517450" y="3970775"/>
              <a:ext cx="126700" cy="165100"/>
            </a:xfrm>
            <a:custGeom>
              <a:avLst/>
              <a:gdLst/>
              <a:ahLst/>
              <a:cxnLst/>
              <a:rect l="l" t="t" r="r" b="b"/>
              <a:pathLst>
                <a:path w="5068" h="6604" extrusionOk="0">
                  <a:moveTo>
                    <a:pt x="2534" y="215"/>
                  </a:moveTo>
                  <a:cubicBezTo>
                    <a:pt x="3814" y="215"/>
                    <a:pt x="4855" y="1599"/>
                    <a:pt x="4855" y="3303"/>
                  </a:cubicBezTo>
                  <a:cubicBezTo>
                    <a:pt x="4855" y="5004"/>
                    <a:pt x="3813" y="6389"/>
                    <a:pt x="2534" y="6389"/>
                  </a:cubicBezTo>
                  <a:cubicBezTo>
                    <a:pt x="1255" y="6389"/>
                    <a:pt x="214" y="5004"/>
                    <a:pt x="214" y="3303"/>
                  </a:cubicBezTo>
                  <a:cubicBezTo>
                    <a:pt x="214" y="1599"/>
                    <a:pt x="1255" y="215"/>
                    <a:pt x="2534" y="215"/>
                  </a:cubicBezTo>
                  <a:close/>
                  <a:moveTo>
                    <a:pt x="2534" y="0"/>
                  </a:moveTo>
                  <a:cubicBezTo>
                    <a:pt x="1137" y="0"/>
                    <a:pt x="1" y="1482"/>
                    <a:pt x="1" y="3303"/>
                  </a:cubicBezTo>
                  <a:cubicBezTo>
                    <a:pt x="1" y="5122"/>
                    <a:pt x="1137" y="6604"/>
                    <a:pt x="2534" y="6604"/>
                  </a:cubicBezTo>
                  <a:cubicBezTo>
                    <a:pt x="3932" y="6604"/>
                    <a:pt x="5068" y="5122"/>
                    <a:pt x="5068" y="3303"/>
                  </a:cubicBezTo>
                  <a:cubicBezTo>
                    <a:pt x="5068" y="1482"/>
                    <a:pt x="3932" y="0"/>
                    <a:pt x="253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735;p40">
              <a:extLst>
                <a:ext uri="{FF2B5EF4-FFF2-40B4-BE49-F238E27FC236}">
                  <a16:creationId xmlns:a16="http://schemas.microsoft.com/office/drawing/2014/main" id="{6EB8C78D-8B4C-22A9-8C4D-856B4D405D1A}"/>
                </a:ext>
              </a:extLst>
            </p:cNvPr>
            <p:cNvSpPr/>
            <p:nvPr/>
          </p:nvSpPr>
          <p:spPr>
            <a:xfrm>
              <a:off x="4535250" y="3993400"/>
              <a:ext cx="91075" cy="119850"/>
            </a:xfrm>
            <a:custGeom>
              <a:avLst/>
              <a:gdLst/>
              <a:ahLst/>
              <a:cxnLst/>
              <a:rect l="l" t="t" r="r" b="b"/>
              <a:pathLst>
                <a:path w="3643" h="4794" extrusionOk="0">
                  <a:moveTo>
                    <a:pt x="1822" y="0"/>
                  </a:moveTo>
                  <a:cubicBezTo>
                    <a:pt x="817" y="0"/>
                    <a:pt x="1" y="1072"/>
                    <a:pt x="1" y="2396"/>
                  </a:cubicBezTo>
                  <a:cubicBezTo>
                    <a:pt x="1" y="3721"/>
                    <a:pt x="817" y="4793"/>
                    <a:pt x="1822" y="4793"/>
                  </a:cubicBezTo>
                  <a:cubicBezTo>
                    <a:pt x="2828" y="4793"/>
                    <a:pt x="3643" y="3721"/>
                    <a:pt x="3643" y="2396"/>
                  </a:cubicBezTo>
                  <a:cubicBezTo>
                    <a:pt x="3643" y="1072"/>
                    <a:pt x="2828" y="0"/>
                    <a:pt x="182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736;p40">
              <a:extLst>
                <a:ext uri="{FF2B5EF4-FFF2-40B4-BE49-F238E27FC236}">
                  <a16:creationId xmlns:a16="http://schemas.microsoft.com/office/drawing/2014/main" id="{9DADE166-6C73-E4C8-9125-237897E59F75}"/>
                </a:ext>
              </a:extLst>
            </p:cNvPr>
            <p:cNvSpPr/>
            <p:nvPr/>
          </p:nvSpPr>
          <p:spPr>
            <a:xfrm>
              <a:off x="4532600" y="3990725"/>
              <a:ext cx="96400" cy="125200"/>
            </a:xfrm>
            <a:custGeom>
              <a:avLst/>
              <a:gdLst/>
              <a:ahLst/>
              <a:cxnLst/>
              <a:rect l="l" t="t" r="r" b="b"/>
              <a:pathLst>
                <a:path w="3856" h="5008" extrusionOk="0">
                  <a:moveTo>
                    <a:pt x="1928" y="213"/>
                  </a:moveTo>
                  <a:cubicBezTo>
                    <a:pt x="2873" y="213"/>
                    <a:pt x="3643" y="1240"/>
                    <a:pt x="3643" y="2505"/>
                  </a:cubicBezTo>
                  <a:cubicBezTo>
                    <a:pt x="3643" y="3767"/>
                    <a:pt x="2873" y="4795"/>
                    <a:pt x="1928" y="4795"/>
                  </a:cubicBezTo>
                  <a:cubicBezTo>
                    <a:pt x="982" y="4795"/>
                    <a:pt x="214" y="3767"/>
                    <a:pt x="214" y="2505"/>
                  </a:cubicBezTo>
                  <a:cubicBezTo>
                    <a:pt x="214" y="1240"/>
                    <a:pt x="982" y="213"/>
                    <a:pt x="1928" y="213"/>
                  </a:cubicBezTo>
                  <a:close/>
                  <a:moveTo>
                    <a:pt x="1928" y="0"/>
                  </a:moveTo>
                  <a:cubicBezTo>
                    <a:pt x="864" y="0"/>
                    <a:pt x="1" y="1123"/>
                    <a:pt x="1" y="2505"/>
                  </a:cubicBezTo>
                  <a:cubicBezTo>
                    <a:pt x="1" y="3885"/>
                    <a:pt x="864" y="5007"/>
                    <a:pt x="1928" y="5007"/>
                  </a:cubicBezTo>
                  <a:cubicBezTo>
                    <a:pt x="2991" y="5007"/>
                    <a:pt x="3856" y="3883"/>
                    <a:pt x="3856" y="2505"/>
                  </a:cubicBezTo>
                  <a:cubicBezTo>
                    <a:pt x="3856" y="1124"/>
                    <a:pt x="2991" y="0"/>
                    <a:pt x="192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737;p40">
              <a:extLst>
                <a:ext uri="{FF2B5EF4-FFF2-40B4-BE49-F238E27FC236}">
                  <a16:creationId xmlns:a16="http://schemas.microsoft.com/office/drawing/2014/main" id="{44FA0332-F28D-4416-97E8-019855AAF8B1}"/>
                </a:ext>
              </a:extLst>
            </p:cNvPr>
            <p:cNvSpPr/>
            <p:nvPr/>
          </p:nvSpPr>
          <p:spPr>
            <a:xfrm>
              <a:off x="4554025" y="4018325"/>
              <a:ext cx="53350" cy="69950"/>
            </a:xfrm>
            <a:custGeom>
              <a:avLst/>
              <a:gdLst/>
              <a:ahLst/>
              <a:cxnLst/>
              <a:rect l="l" t="t" r="r" b="b"/>
              <a:pathLst>
                <a:path w="2134" h="2798" extrusionOk="0">
                  <a:moveTo>
                    <a:pt x="1066" y="1"/>
                  </a:moveTo>
                  <a:cubicBezTo>
                    <a:pt x="476" y="1"/>
                    <a:pt x="0" y="628"/>
                    <a:pt x="0" y="1401"/>
                  </a:cubicBezTo>
                  <a:cubicBezTo>
                    <a:pt x="0" y="2172"/>
                    <a:pt x="476" y="2797"/>
                    <a:pt x="1066" y="2797"/>
                  </a:cubicBezTo>
                  <a:cubicBezTo>
                    <a:pt x="1657" y="2797"/>
                    <a:pt x="2134" y="2172"/>
                    <a:pt x="2134" y="1401"/>
                  </a:cubicBezTo>
                  <a:cubicBezTo>
                    <a:pt x="2134" y="628"/>
                    <a:pt x="1657" y="1"/>
                    <a:pt x="1066"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738;p40">
              <a:extLst>
                <a:ext uri="{FF2B5EF4-FFF2-40B4-BE49-F238E27FC236}">
                  <a16:creationId xmlns:a16="http://schemas.microsoft.com/office/drawing/2014/main" id="{EA6152A2-E94C-6678-1DAB-897D164AEB79}"/>
                </a:ext>
              </a:extLst>
            </p:cNvPr>
            <p:cNvSpPr/>
            <p:nvPr/>
          </p:nvSpPr>
          <p:spPr>
            <a:xfrm>
              <a:off x="4551375" y="4015650"/>
              <a:ext cx="58650" cy="75250"/>
            </a:xfrm>
            <a:custGeom>
              <a:avLst/>
              <a:gdLst/>
              <a:ahLst/>
              <a:cxnLst/>
              <a:rect l="l" t="t" r="r" b="b"/>
              <a:pathLst>
                <a:path w="2346" h="3010" extrusionOk="0">
                  <a:moveTo>
                    <a:pt x="1172" y="215"/>
                  </a:moveTo>
                  <a:cubicBezTo>
                    <a:pt x="1702" y="215"/>
                    <a:pt x="2132" y="796"/>
                    <a:pt x="2132" y="1508"/>
                  </a:cubicBezTo>
                  <a:cubicBezTo>
                    <a:pt x="2132" y="2218"/>
                    <a:pt x="1702" y="2797"/>
                    <a:pt x="1172" y="2797"/>
                  </a:cubicBezTo>
                  <a:cubicBezTo>
                    <a:pt x="644" y="2797"/>
                    <a:pt x="213" y="2219"/>
                    <a:pt x="213" y="1508"/>
                  </a:cubicBezTo>
                  <a:cubicBezTo>
                    <a:pt x="213" y="794"/>
                    <a:pt x="644" y="215"/>
                    <a:pt x="1172" y="215"/>
                  </a:cubicBezTo>
                  <a:close/>
                  <a:moveTo>
                    <a:pt x="1172" y="1"/>
                  </a:moveTo>
                  <a:cubicBezTo>
                    <a:pt x="526" y="1"/>
                    <a:pt x="0" y="678"/>
                    <a:pt x="0" y="1508"/>
                  </a:cubicBezTo>
                  <a:cubicBezTo>
                    <a:pt x="0" y="2335"/>
                    <a:pt x="526" y="3010"/>
                    <a:pt x="1172" y="3010"/>
                  </a:cubicBezTo>
                  <a:cubicBezTo>
                    <a:pt x="1820" y="3010"/>
                    <a:pt x="2345" y="2337"/>
                    <a:pt x="2345" y="1508"/>
                  </a:cubicBezTo>
                  <a:cubicBezTo>
                    <a:pt x="2345" y="677"/>
                    <a:pt x="1820" y="1"/>
                    <a:pt x="117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739;p40">
              <a:extLst>
                <a:ext uri="{FF2B5EF4-FFF2-40B4-BE49-F238E27FC236}">
                  <a16:creationId xmlns:a16="http://schemas.microsoft.com/office/drawing/2014/main" id="{28987A69-6136-B818-5834-EF08E7BC6364}"/>
                </a:ext>
              </a:extLst>
            </p:cNvPr>
            <p:cNvSpPr/>
            <p:nvPr/>
          </p:nvSpPr>
          <p:spPr>
            <a:xfrm>
              <a:off x="4611675" y="4264750"/>
              <a:ext cx="240675" cy="151225"/>
            </a:xfrm>
            <a:custGeom>
              <a:avLst/>
              <a:gdLst/>
              <a:ahLst/>
              <a:cxnLst/>
              <a:rect l="l" t="t" r="r" b="b"/>
              <a:pathLst>
                <a:path w="9627" h="6049" extrusionOk="0">
                  <a:moveTo>
                    <a:pt x="3224" y="0"/>
                  </a:moveTo>
                  <a:cubicBezTo>
                    <a:pt x="2303" y="0"/>
                    <a:pt x="1611" y="737"/>
                    <a:pt x="1357" y="1564"/>
                  </a:cubicBezTo>
                  <a:cubicBezTo>
                    <a:pt x="864" y="3168"/>
                    <a:pt x="0" y="4401"/>
                    <a:pt x="740" y="5017"/>
                  </a:cubicBezTo>
                  <a:cubicBezTo>
                    <a:pt x="1480" y="5632"/>
                    <a:pt x="4668" y="6004"/>
                    <a:pt x="4668" y="6004"/>
                  </a:cubicBezTo>
                  <a:lnTo>
                    <a:pt x="4653" y="5965"/>
                  </a:lnTo>
                  <a:lnTo>
                    <a:pt x="4653" y="5965"/>
                  </a:lnTo>
                  <a:cubicBezTo>
                    <a:pt x="5014" y="5994"/>
                    <a:pt x="5801" y="6049"/>
                    <a:pt x="6607" y="6049"/>
                  </a:cubicBezTo>
                  <a:cubicBezTo>
                    <a:pt x="7522" y="6049"/>
                    <a:pt x="8462" y="5978"/>
                    <a:pt x="8827" y="5718"/>
                  </a:cubicBezTo>
                  <a:cubicBezTo>
                    <a:pt x="9626" y="5151"/>
                    <a:pt x="6992" y="2060"/>
                    <a:pt x="5276" y="802"/>
                  </a:cubicBezTo>
                  <a:cubicBezTo>
                    <a:pt x="4710" y="352"/>
                    <a:pt x="4026" y="74"/>
                    <a:pt x="3307" y="2"/>
                  </a:cubicBezTo>
                  <a:cubicBezTo>
                    <a:pt x="3279" y="1"/>
                    <a:pt x="3251" y="0"/>
                    <a:pt x="32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740;p40">
              <a:extLst>
                <a:ext uri="{FF2B5EF4-FFF2-40B4-BE49-F238E27FC236}">
                  <a16:creationId xmlns:a16="http://schemas.microsoft.com/office/drawing/2014/main" id="{C4E277C7-A87B-CD77-0FBF-5AC9BF62C6F5}"/>
                </a:ext>
              </a:extLst>
            </p:cNvPr>
            <p:cNvSpPr/>
            <p:nvPr/>
          </p:nvSpPr>
          <p:spPr>
            <a:xfrm>
              <a:off x="4613575" y="4262075"/>
              <a:ext cx="225325" cy="156625"/>
            </a:xfrm>
            <a:custGeom>
              <a:avLst/>
              <a:gdLst/>
              <a:ahLst/>
              <a:cxnLst/>
              <a:rect l="l" t="t" r="r" b="b"/>
              <a:pathLst>
                <a:path w="9013" h="6265" extrusionOk="0">
                  <a:moveTo>
                    <a:pt x="3131" y="214"/>
                  </a:moveTo>
                  <a:cubicBezTo>
                    <a:pt x="3160" y="214"/>
                    <a:pt x="3191" y="215"/>
                    <a:pt x="3221" y="216"/>
                  </a:cubicBezTo>
                  <a:cubicBezTo>
                    <a:pt x="3922" y="285"/>
                    <a:pt x="4583" y="554"/>
                    <a:pt x="5133" y="992"/>
                  </a:cubicBezTo>
                  <a:cubicBezTo>
                    <a:pt x="5134" y="994"/>
                    <a:pt x="5136" y="995"/>
                    <a:pt x="5137" y="995"/>
                  </a:cubicBezTo>
                  <a:cubicBezTo>
                    <a:pt x="6671" y="2121"/>
                    <a:pt x="8798" y="4600"/>
                    <a:pt x="8791" y="5502"/>
                  </a:cubicBezTo>
                  <a:cubicBezTo>
                    <a:pt x="8791" y="5612"/>
                    <a:pt x="8757" y="5690"/>
                    <a:pt x="8688" y="5739"/>
                  </a:cubicBezTo>
                  <a:cubicBezTo>
                    <a:pt x="8369" y="5966"/>
                    <a:pt x="7508" y="6049"/>
                    <a:pt x="6510" y="6049"/>
                  </a:cubicBezTo>
                  <a:cubicBezTo>
                    <a:pt x="5889" y="6049"/>
                    <a:pt x="5216" y="6017"/>
                    <a:pt x="4586" y="5967"/>
                  </a:cubicBezTo>
                  <a:cubicBezTo>
                    <a:pt x="4583" y="5967"/>
                    <a:pt x="4580" y="5965"/>
                    <a:pt x="4577" y="5965"/>
                  </a:cubicBezTo>
                  <a:cubicBezTo>
                    <a:pt x="4550" y="5965"/>
                    <a:pt x="4525" y="5976"/>
                    <a:pt x="4506" y="5992"/>
                  </a:cubicBezTo>
                  <a:cubicBezTo>
                    <a:pt x="3967" y="5925"/>
                    <a:pt x="1369" y="5571"/>
                    <a:pt x="733" y="5042"/>
                  </a:cubicBezTo>
                  <a:cubicBezTo>
                    <a:pt x="256" y="4645"/>
                    <a:pt x="538" y="3933"/>
                    <a:pt x="928" y="2949"/>
                  </a:cubicBezTo>
                  <a:cubicBezTo>
                    <a:pt x="1077" y="2573"/>
                    <a:pt x="1245" y="2149"/>
                    <a:pt x="1382" y="1702"/>
                  </a:cubicBezTo>
                  <a:cubicBezTo>
                    <a:pt x="1613" y="955"/>
                    <a:pt x="2242" y="214"/>
                    <a:pt x="3131" y="214"/>
                  </a:cubicBezTo>
                  <a:close/>
                  <a:moveTo>
                    <a:pt x="3136" y="1"/>
                  </a:moveTo>
                  <a:cubicBezTo>
                    <a:pt x="2129" y="1"/>
                    <a:pt x="1432" y="815"/>
                    <a:pt x="1178" y="1640"/>
                  </a:cubicBezTo>
                  <a:cubicBezTo>
                    <a:pt x="1044" y="2078"/>
                    <a:pt x="877" y="2497"/>
                    <a:pt x="730" y="2870"/>
                  </a:cubicBezTo>
                  <a:cubicBezTo>
                    <a:pt x="322" y="3897"/>
                    <a:pt x="0" y="4710"/>
                    <a:pt x="596" y="5204"/>
                  </a:cubicBezTo>
                  <a:cubicBezTo>
                    <a:pt x="1351" y="5834"/>
                    <a:pt x="4448" y="6202"/>
                    <a:pt x="4580" y="6217"/>
                  </a:cubicBezTo>
                  <a:cubicBezTo>
                    <a:pt x="4584" y="6217"/>
                    <a:pt x="4587" y="6217"/>
                    <a:pt x="4591" y="6217"/>
                  </a:cubicBezTo>
                  <a:cubicBezTo>
                    <a:pt x="4619" y="6217"/>
                    <a:pt x="4647" y="6207"/>
                    <a:pt x="4667" y="6187"/>
                  </a:cubicBezTo>
                  <a:cubicBezTo>
                    <a:pt x="5133" y="6223"/>
                    <a:pt x="5828" y="6265"/>
                    <a:pt x="6526" y="6265"/>
                  </a:cubicBezTo>
                  <a:cubicBezTo>
                    <a:pt x="7473" y="6265"/>
                    <a:pt x="8426" y="6187"/>
                    <a:pt x="8812" y="5912"/>
                  </a:cubicBezTo>
                  <a:cubicBezTo>
                    <a:pt x="8900" y="5851"/>
                    <a:pt x="9002" y="5730"/>
                    <a:pt x="9004" y="5504"/>
                  </a:cubicBezTo>
                  <a:cubicBezTo>
                    <a:pt x="9013" y="4441"/>
                    <a:pt x="6748" y="1912"/>
                    <a:pt x="5265" y="825"/>
                  </a:cubicBezTo>
                  <a:cubicBezTo>
                    <a:pt x="4681" y="361"/>
                    <a:pt x="3983" y="76"/>
                    <a:pt x="3237" y="4"/>
                  </a:cubicBezTo>
                  <a:cubicBezTo>
                    <a:pt x="3203" y="2"/>
                    <a:pt x="3170" y="1"/>
                    <a:pt x="313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741;p40">
              <a:extLst>
                <a:ext uri="{FF2B5EF4-FFF2-40B4-BE49-F238E27FC236}">
                  <a16:creationId xmlns:a16="http://schemas.microsoft.com/office/drawing/2014/main" id="{D59357B2-35D9-5BEB-E7B8-04274AA5E449}"/>
                </a:ext>
              </a:extLst>
            </p:cNvPr>
            <p:cNvSpPr/>
            <p:nvPr/>
          </p:nvSpPr>
          <p:spPr>
            <a:xfrm>
              <a:off x="4960800" y="4183425"/>
              <a:ext cx="461575" cy="392300"/>
            </a:xfrm>
            <a:custGeom>
              <a:avLst/>
              <a:gdLst/>
              <a:ahLst/>
              <a:cxnLst/>
              <a:rect l="l" t="t" r="r" b="b"/>
              <a:pathLst>
                <a:path w="18463" h="15692" extrusionOk="0">
                  <a:moveTo>
                    <a:pt x="13461" y="1"/>
                  </a:moveTo>
                  <a:cubicBezTo>
                    <a:pt x="12070" y="1"/>
                    <a:pt x="11011" y="714"/>
                    <a:pt x="11011" y="714"/>
                  </a:cubicBezTo>
                  <a:cubicBezTo>
                    <a:pt x="5944" y="3121"/>
                    <a:pt x="5944" y="9419"/>
                    <a:pt x="5944" y="9419"/>
                  </a:cubicBezTo>
                  <a:lnTo>
                    <a:pt x="1216" y="11684"/>
                  </a:lnTo>
                  <a:lnTo>
                    <a:pt x="399" y="13816"/>
                  </a:lnTo>
                  <a:lnTo>
                    <a:pt x="372" y="13816"/>
                  </a:lnTo>
                  <a:lnTo>
                    <a:pt x="389" y="13845"/>
                  </a:lnTo>
                  <a:lnTo>
                    <a:pt x="372" y="13886"/>
                  </a:lnTo>
                  <a:lnTo>
                    <a:pt x="412" y="13886"/>
                  </a:lnTo>
                  <a:lnTo>
                    <a:pt x="730" y="14430"/>
                  </a:lnTo>
                  <a:lnTo>
                    <a:pt x="0" y="14906"/>
                  </a:lnTo>
                  <a:cubicBezTo>
                    <a:pt x="359" y="14975"/>
                    <a:pt x="733" y="15036"/>
                    <a:pt x="1114" y="15091"/>
                  </a:cubicBezTo>
                  <a:lnTo>
                    <a:pt x="1216" y="15266"/>
                  </a:lnTo>
                  <a:cubicBezTo>
                    <a:pt x="1216" y="15266"/>
                    <a:pt x="4516" y="15692"/>
                    <a:pt x="7780" y="15692"/>
                  </a:cubicBezTo>
                  <a:cubicBezTo>
                    <a:pt x="8907" y="15692"/>
                    <a:pt x="10029" y="15641"/>
                    <a:pt x="11011" y="15505"/>
                  </a:cubicBezTo>
                  <a:cubicBezTo>
                    <a:pt x="11011" y="15505"/>
                    <a:pt x="14557" y="14458"/>
                    <a:pt x="15702" y="12577"/>
                  </a:cubicBezTo>
                  <a:cubicBezTo>
                    <a:pt x="16847" y="10695"/>
                    <a:pt x="18463" y="4962"/>
                    <a:pt x="18463" y="4962"/>
                  </a:cubicBezTo>
                  <a:cubicBezTo>
                    <a:pt x="17088" y="938"/>
                    <a:pt x="15056" y="1"/>
                    <a:pt x="1346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742;p40">
              <a:extLst>
                <a:ext uri="{FF2B5EF4-FFF2-40B4-BE49-F238E27FC236}">
                  <a16:creationId xmlns:a16="http://schemas.microsoft.com/office/drawing/2014/main" id="{598F8AD0-9D33-145F-7FD5-D12B46EF6383}"/>
                </a:ext>
              </a:extLst>
            </p:cNvPr>
            <p:cNvSpPr/>
            <p:nvPr/>
          </p:nvSpPr>
          <p:spPr>
            <a:xfrm>
              <a:off x="4958000" y="4180725"/>
              <a:ext cx="467050" cy="397600"/>
            </a:xfrm>
            <a:custGeom>
              <a:avLst/>
              <a:gdLst/>
              <a:ahLst/>
              <a:cxnLst/>
              <a:rect l="l" t="t" r="r" b="b"/>
              <a:pathLst>
                <a:path w="18682" h="15904" extrusionOk="0">
                  <a:moveTo>
                    <a:pt x="13580" y="218"/>
                  </a:moveTo>
                  <a:cubicBezTo>
                    <a:pt x="13959" y="218"/>
                    <a:pt x="14362" y="272"/>
                    <a:pt x="14774" y="411"/>
                  </a:cubicBezTo>
                  <a:cubicBezTo>
                    <a:pt x="16340" y="939"/>
                    <a:pt x="17580" y="2507"/>
                    <a:pt x="18462" y="5073"/>
                  </a:cubicBezTo>
                  <a:cubicBezTo>
                    <a:pt x="18331" y="5536"/>
                    <a:pt x="16803" y="10854"/>
                    <a:pt x="15723" y="12629"/>
                  </a:cubicBezTo>
                  <a:cubicBezTo>
                    <a:pt x="14613" y="14453"/>
                    <a:pt x="11127" y="15501"/>
                    <a:pt x="11108" y="15507"/>
                  </a:cubicBezTo>
                  <a:cubicBezTo>
                    <a:pt x="10140" y="15642"/>
                    <a:pt x="9027" y="15692"/>
                    <a:pt x="7908" y="15692"/>
                  </a:cubicBezTo>
                  <a:cubicBezTo>
                    <a:pt x="4893" y="15692"/>
                    <a:pt x="1827" y="15328"/>
                    <a:pt x="1394" y="15275"/>
                  </a:cubicBezTo>
                  <a:lnTo>
                    <a:pt x="1318" y="15145"/>
                  </a:lnTo>
                  <a:cubicBezTo>
                    <a:pt x="1302" y="15117"/>
                    <a:pt x="1273" y="15099"/>
                    <a:pt x="1241" y="15093"/>
                  </a:cubicBezTo>
                  <a:cubicBezTo>
                    <a:pt x="949" y="15051"/>
                    <a:pt x="666" y="15005"/>
                    <a:pt x="395" y="14958"/>
                  </a:cubicBezTo>
                  <a:lnTo>
                    <a:pt x="900" y="14627"/>
                  </a:lnTo>
                  <a:cubicBezTo>
                    <a:pt x="947" y="14596"/>
                    <a:pt x="962" y="14533"/>
                    <a:pt x="934" y="14484"/>
                  </a:cubicBezTo>
                  <a:lnTo>
                    <a:pt x="618" y="13944"/>
                  </a:lnTo>
                  <a:lnTo>
                    <a:pt x="1412" y="11870"/>
                  </a:lnTo>
                  <a:lnTo>
                    <a:pt x="6102" y="9623"/>
                  </a:lnTo>
                  <a:cubicBezTo>
                    <a:pt x="6139" y="9605"/>
                    <a:pt x="6163" y="9568"/>
                    <a:pt x="6163" y="9526"/>
                  </a:cubicBezTo>
                  <a:cubicBezTo>
                    <a:pt x="6163" y="9465"/>
                    <a:pt x="6223" y="3268"/>
                    <a:pt x="11169" y="918"/>
                  </a:cubicBezTo>
                  <a:cubicBezTo>
                    <a:pt x="11173" y="915"/>
                    <a:pt x="11178" y="912"/>
                    <a:pt x="11182" y="909"/>
                  </a:cubicBezTo>
                  <a:cubicBezTo>
                    <a:pt x="11195" y="901"/>
                    <a:pt x="12234" y="218"/>
                    <a:pt x="13580" y="218"/>
                  </a:cubicBezTo>
                  <a:close/>
                  <a:moveTo>
                    <a:pt x="13562" y="1"/>
                  </a:moveTo>
                  <a:cubicBezTo>
                    <a:pt x="12210" y="1"/>
                    <a:pt x="11177" y="658"/>
                    <a:pt x="11071" y="729"/>
                  </a:cubicBezTo>
                  <a:cubicBezTo>
                    <a:pt x="6291" y="3004"/>
                    <a:pt x="5972" y="8767"/>
                    <a:pt x="5952" y="9459"/>
                  </a:cubicBezTo>
                  <a:lnTo>
                    <a:pt x="1282" y="11695"/>
                  </a:lnTo>
                  <a:cubicBezTo>
                    <a:pt x="1257" y="11707"/>
                    <a:pt x="1238" y="11728"/>
                    <a:pt x="1229" y="11753"/>
                  </a:cubicBezTo>
                  <a:lnTo>
                    <a:pt x="434" y="13830"/>
                  </a:lnTo>
                  <a:cubicBezTo>
                    <a:pt x="416" y="13839"/>
                    <a:pt x="401" y="13854"/>
                    <a:pt x="390" y="13872"/>
                  </a:cubicBezTo>
                  <a:cubicBezTo>
                    <a:pt x="376" y="13899"/>
                    <a:pt x="373" y="13930"/>
                    <a:pt x="383" y="13959"/>
                  </a:cubicBezTo>
                  <a:cubicBezTo>
                    <a:pt x="373" y="13991"/>
                    <a:pt x="377" y="14026"/>
                    <a:pt x="395" y="14054"/>
                  </a:cubicBezTo>
                  <a:cubicBezTo>
                    <a:pt x="411" y="14078"/>
                    <a:pt x="435" y="14093"/>
                    <a:pt x="462" y="14098"/>
                  </a:cubicBezTo>
                  <a:lnTo>
                    <a:pt x="699" y="14503"/>
                  </a:lnTo>
                  <a:lnTo>
                    <a:pt x="54" y="14925"/>
                  </a:lnTo>
                  <a:cubicBezTo>
                    <a:pt x="18" y="14949"/>
                    <a:pt x="0" y="14992"/>
                    <a:pt x="8" y="15034"/>
                  </a:cubicBezTo>
                  <a:cubicBezTo>
                    <a:pt x="17" y="15077"/>
                    <a:pt x="50" y="15109"/>
                    <a:pt x="93" y="15118"/>
                  </a:cubicBezTo>
                  <a:cubicBezTo>
                    <a:pt x="428" y="15182"/>
                    <a:pt x="787" y="15242"/>
                    <a:pt x="1160" y="15297"/>
                  </a:cubicBezTo>
                  <a:lnTo>
                    <a:pt x="1236" y="15428"/>
                  </a:lnTo>
                  <a:cubicBezTo>
                    <a:pt x="1253" y="15456"/>
                    <a:pt x="1282" y="15476"/>
                    <a:pt x="1315" y="15480"/>
                  </a:cubicBezTo>
                  <a:cubicBezTo>
                    <a:pt x="1358" y="15486"/>
                    <a:pt x="4649" y="15903"/>
                    <a:pt x="7901" y="15903"/>
                  </a:cubicBezTo>
                  <a:cubicBezTo>
                    <a:pt x="9037" y="15903"/>
                    <a:pt x="10167" y="15852"/>
                    <a:pt x="11154" y="15715"/>
                  </a:cubicBezTo>
                  <a:cubicBezTo>
                    <a:pt x="11300" y="15672"/>
                    <a:pt x="14753" y="14634"/>
                    <a:pt x="15905" y="12741"/>
                  </a:cubicBezTo>
                  <a:cubicBezTo>
                    <a:pt x="17046" y="10869"/>
                    <a:pt x="18611" y="5333"/>
                    <a:pt x="18678" y="5099"/>
                  </a:cubicBezTo>
                  <a:cubicBezTo>
                    <a:pt x="18682" y="5079"/>
                    <a:pt x="18682" y="5056"/>
                    <a:pt x="18675" y="5035"/>
                  </a:cubicBezTo>
                  <a:cubicBezTo>
                    <a:pt x="17769" y="2384"/>
                    <a:pt x="16480" y="759"/>
                    <a:pt x="14839" y="208"/>
                  </a:cubicBezTo>
                  <a:cubicBezTo>
                    <a:pt x="14396" y="59"/>
                    <a:pt x="13965" y="1"/>
                    <a:pt x="1356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743;p40">
              <a:extLst>
                <a:ext uri="{FF2B5EF4-FFF2-40B4-BE49-F238E27FC236}">
                  <a16:creationId xmlns:a16="http://schemas.microsoft.com/office/drawing/2014/main" id="{7E83429E-E95B-7F93-6155-686BD5E9B27D}"/>
                </a:ext>
              </a:extLst>
            </p:cNvPr>
            <p:cNvSpPr/>
            <p:nvPr/>
          </p:nvSpPr>
          <p:spPr>
            <a:xfrm>
              <a:off x="4451750" y="4187925"/>
              <a:ext cx="170975" cy="386900"/>
            </a:xfrm>
            <a:custGeom>
              <a:avLst/>
              <a:gdLst/>
              <a:ahLst/>
              <a:cxnLst/>
              <a:rect l="l" t="t" r="r" b="b"/>
              <a:pathLst>
                <a:path w="6839" h="15476" extrusionOk="0">
                  <a:moveTo>
                    <a:pt x="428" y="1"/>
                  </a:moveTo>
                  <a:lnTo>
                    <a:pt x="428" y="1"/>
                  </a:lnTo>
                  <a:cubicBezTo>
                    <a:pt x="229" y="2636"/>
                    <a:pt x="1" y="5955"/>
                    <a:pt x="1165" y="9207"/>
                  </a:cubicBezTo>
                  <a:cubicBezTo>
                    <a:pt x="1788" y="10923"/>
                    <a:pt x="2727" y="13203"/>
                    <a:pt x="3696" y="15474"/>
                  </a:cubicBezTo>
                  <a:lnTo>
                    <a:pt x="3696" y="15475"/>
                  </a:lnTo>
                  <a:cubicBezTo>
                    <a:pt x="4541" y="15407"/>
                    <a:pt x="5377" y="15277"/>
                    <a:pt x="6202" y="15088"/>
                  </a:cubicBezTo>
                  <a:lnTo>
                    <a:pt x="6256" y="14914"/>
                  </a:lnTo>
                  <a:cubicBezTo>
                    <a:pt x="6457" y="14859"/>
                    <a:pt x="6650" y="14796"/>
                    <a:pt x="6838" y="14728"/>
                  </a:cubicBezTo>
                  <a:lnTo>
                    <a:pt x="6455" y="14253"/>
                  </a:lnTo>
                  <a:lnTo>
                    <a:pt x="6622" y="13709"/>
                  </a:lnTo>
                  <a:lnTo>
                    <a:pt x="6645" y="13709"/>
                  </a:lnTo>
                  <a:lnTo>
                    <a:pt x="6645" y="13638"/>
                  </a:lnTo>
                  <a:lnTo>
                    <a:pt x="6631" y="13638"/>
                  </a:lnTo>
                  <a:lnTo>
                    <a:pt x="6204" y="11506"/>
                  </a:lnTo>
                  <a:lnTo>
                    <a:pt x="3722" y="9239"/>
                  </a:lnTo>
                  <a:cubicBezTo>
                    <a:pt x="3722" y="9239"/>
                    <a:pt x="3722" y="2941"/>
                    <a:pt x="1067" y="534"/>
                  </a:cubicBezTo>
                  <a:cubicBezTo>
                    <a:pt x="888" y="319"/>
                    <a:pt x="671" y="138"/>
                    <a:pt x="42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744;p40">
              <a:extLst>
                <a:ext uri="{FF2B5EF4-FFF2-40B4-BE49-F238E27FC236}">
                  <a16:creationId xmlns:a16="http://schemas.microsoft.com/office/drawing/2014/main" id="{A29F48DE-4FC4-46BD-8BD9-854707AB9F16}"/>
                </a:ext>
              </a:extLst>
            </p:cNvPr>
            <p:cNvSpPr/>
            <p:nvPr/>
          </p:nvSpPr>
          <p:spPr>
            <a:xfrm>
              <a:off x="4448625" y="4185250"/>
              <a:ext cx="176875" cy="392200"/>
            </a:xfrm>
            <a:custGeom>
              <a:avLst/>
              <a:gdLst/>
              <a:ahLst/>
              <a:cxnLst/>
              <a:rect l="l" t="t" r="r" b="b"/>
              <a:pathLst>
                <a:path w="7075" h="15688" extrusionOk="0">
                  <a:moveTo>
                    <a:pt x="646" y="291"/>
                  </a:moveTo>
                  <a:lnTo>
                    <a:pt x="646" y="291"/>
                  </a:lnTo>
                  <a:cubicBezTo>
                    <a:pt x="820" y="407"/>
                    <a:pt x="978" y="550"/>
                    <a:pt x="1121" y="720"/>
                  </a:cubicBezTo>
                  <a:cubicBezTo>
                    <a:pt x="3710" y="3068"/>
                    <a:pt x="3741" y="9284"/>
                    <a:pt x="3741" y="9346"/>
                  </a:cubicBezTo>
                  <a:cubicBezTo>
                    <a:pt x="3741" y="9376"/>
                    <a:pt x="3753" y="9405"/>
                    <a:pt x="3775" y="9424"/>
                  </a:cubicBezTo>
                  <a:lnTo>
                    <a:pt x="6232" y="11668"/>
                  </a:lnTo>
                  <a:lnTo>
                    <a:pt x="6652" y="13766"/>
                  </a:lnTo>
                  <a:cubicBezTo>
                    <a:pt x="6652" y="13767"/>
                    <a:pt x="6652" y="13767"/>
                    <a:pt x="6652" y="13769"/>
                  </a:cubicBezTo>
                  <a:cubicBezTo>
                    <a:pt x="6650" y="13773"/>
                    <a:pt x="6647" y="13779"/>
                    <a:pt x="6646" y="13783"/>
                  </a:cubicBezTo>
                  <a:lnTo>
                    <a:pt x="6479" y="14328"/>
                  </a:lnTo>
                  <a:cubicBezTo>
                    <a:pt x="6469" y="14361"/>
                    <a:pt x="6476" y="14398"/>
                    <a:pt x="6499" y="14425"/>
                  </a:cubicBezTo>
                  <a:lnTo>
                    <a:pt x="6786" y="14784"/>
                  </a:lnTo>
                  <a:cubicBezTo>
                    <a:pt x="6644" y="14832"/>
                    <a:pt x="6500" y="14876"/>
                    <a:pt x="6353" y="14918"/>
                  </a:cubicBezTo>
                  <a:cubicBezTo>
                    <a:pt x="6317" y="14927"/>
                    <a:pt x="6290" y="14955"/>
                    <a:pt x="6280" y="14990"/>
                  </a:cubicBezTo>
                  <a:lnTo>
                    <a:pt x="6244" y="15106"/>
                  </a:lnTo>
                  <a:cubicBezTo>
                    <a:pt x="5470" y="15280"/>
                    <a:pt x="4679" y="15402"/>
                    <a:pt x="3890" y="15469"/>
                  </a:cubicBezTo>
                  <a:cubicBezTo>
                    <a:pt x="2772" y="12851"/>
                    <a:pt x="1932" y="10768"/>
                    <a:pt x="1391" y="9278"/>
                  </a:cubicBezTo>
                  <a:cubicBezTo>
                    <a:pt x="244" y="6074"/>
                    <a:pt x="461" y="2756"/>
                    <a:pt x="646" y="291"/>
                  </a:cubicBezTo>
                  <a:close/>
                  <a:moveTo>
                    <a:pt x="552" y="1"/>
                  </a:moveTo>
                  <a:cubicBezTo>
                    <a:pt x="535" y="1"/>
                    <a:pt x="518" y="5"/>
                    <a:pt x="503" y="14"/>
                  </a:cubicBezTo>
                  <a:cubicBezTo>
                    <a:pt x="470" y="30"/>
                    <a:pt x="449" y="63"/>
                    <a:pt x="446" y="100"/>
                  </a:cubicBezTo>
                  <a:cubicBezTo>
                    <a:pt x="258" y="2602"/>
                    <a:pt x="1" y="6026"/>
                    <a:pt x="1190" y="9351"/>
                  </a:cubicBezTo>
                  <a:cubicBezTo>
                    <a:pt x="1737" y="10858"/>
                    <a:pt x="2590" y="12968"/>
                    <a:pt x="3725" y="15624"/>
                  </a:cubicBezTo>
                  <a:cubicBezTo>
                    <a:pt x="3741" y="15663"/>
                    <a:pt x="3780" y="15688"/>
                    <a:pt x="3821" y="15688"/>
                  </a:cubicBezTo>
                  <a:lnTo>
                    <a:pt x="3830" y="15688"/>
                  </a:lnTo>
                  <a:cubicBezTo>
                    <a:pt x="4675" y="15619"/>
                    <a:pt x="5523" y="15488"/>
                    <a:pt x="6351" y="15299"/>
                  </a:cubicBezTo>
                  <a:cubicBezTo>
                    <a:pt x="6388" y="15290"/>
                    <a:pt x="6418" y="15263"/>
                    <a:pt x="6430" y="15226"/>
                  </a:cubicBezTo>
                  <a:lnTo>
                    <a:pt x="6466" y="15107"/>
                  </a:lnTo>
                  <a:cubicBezTo>
                    <a:pt x="6649" y="15055"/>
                    <a:pt x="6828" y="14998"/>
                    <a:pt x="7000" y="14936"/>
                  </a:cubicBezTo>
                  <a:cubicBezTo>
                    <a:pt x="7032" y="14924"/>
                    <a:pt x="7057" y="14897"/>
                    <a:pt x="7066" y="14863"/>
                  </a:cubicBezTo>
                  <a:cubicBezTo>
                    <a:pt x="7075" y="14830"/>
                    <a:pt x="7067" y="14794"/>
                    <a:pt x="7046" y="14768"/>
                  </a:cubicBezTo>
                  <a:lnTo>
                    <a:pt x="6700" y="14336"/>
                  </a:lnTo>
                  <a:lnTo>
                    <a:pt x="6834" y="13901"/>
                  </a:lnTo>
                  <a:cubicBezTo>
                    <a:pt x="6859" y="13882"/>
                    <a:pt x="6875" y="13850"/>
                    <a:pt x="6875" y="13815"/>
                  </a:cubicBezTo>
                  <a:lnTo>
                    <a:pt x="6875" y="13745"/>
                  </a:lnTo>
                  <a:cubicBezTo>
                    <a:pt x="6875" y="13722"/>
                    <a:pt x="6866" y="13702"/>
                    <a:pt x="6853" y="13685"/>
                  </a:cubicBezTo>
                  <a:lnTo>
                    <a:pt x="6435" y="11592"/>
                  </a:lnTo>
                  <a:cubicBezTo>
                    <a:pt x="6430" y="11569"/>
                    <a:pt x="6418" y="11549"/>
                    <a:pt x="6402" y="11534"/>
                  </a:cubicBezTo>
                  <a:lnTo>
                    <a:pt x="3954" y="9299"/>
                  </a:lnTo>
                  <a:cubicBezTo>
                    <a:pt x="3949" y="8670"/>
                    <a:pt x="3832" y="2890"/>
                    <a:pt x="1274" y="572"/>
                  </a:cubicBezTo>
                  <a:cubicBezTo>
                    <a:pt x="1086" y="346"/>
                    <a:pt x="861" y="158"/>
                    <a:pt x="605" y="15"/>
                  </a:cubicBezTo>
                  <a:cubicBezTo>
                    <a:pt x="589" y="5"/>
                    <a:pt x="570" y="1"/>
                    <a:pt x="55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745;p40">
              <a:extLst>
                <a:ext uri="{FF2B5EF4-FFF2-40B4-BE49-F238E27FC236}">
                  <a16:creationId xmlns:a16="http://schemas.microsoft.com/office/drawing/2014/main" id="{DE672737-6FB0-112C-D520-0296245BC0C9}"/>
                </a:ext>
              </a:extLst>
            </p:cNvPr>
            <p:cNvSpPr/>
            <p:nvPr/>
          </p:nvSpPr>
          <p:spPr>
            <a:xfrm>
              <a:off x="5316200" y="3862850"/>
              <a:ext cx="345375" cy="499600"/>
            </a:xfrm>
            <a:custGeom>
              <a:avLst/>
              <a:gdLst/>
              <a:ahLst/>
              <a:cxnLst/>
              <a:rect l="l" t="t" r="r" b="b"/>
              <a:pathLst>
                <a:path w="13815" h="19984" extrusionOk="0">
                  <a:moveTo>
                    <a:pt x="6907" y="1"/>
                  </a:moveTo>
                  <a:cubicBezTo>
                    <a:pt x="5076" y="1"/>
                    <a:pt x="3319" y="1053"/>
                    <a:pt x="2024" y="2928"/>
                  </a:cubicBezTo>
                  <a:cubicBezTo>
                    <a:pt x="728" y="4801"/>
                    <a:pt x="0" y="7343"/>
                    <a:pt x="0" y="9993"/>
                  </a:cubicBezTo>
                  <a:cubicBezTo>
                    <a:pt x="0" y="12642"/>
                    <a:pt x="728" y="15183"/>
                    <a:pt x="2024" y="17056"/>
                  </a:cubicBezTo>
                  <a:cubicBezTo>
                    <a:pt x="3319" y="18931"/>
                    <a:pt x="5076" y="19984"/>
                    <a:pt x="6907" y="19984"/>
                  </a:cubicBezTo>
                  <a:cubicBezTo>
                    <a:pt x="8739" y="19984"/>
                    <a:pt x="10496" y="18931"/>
                    <a:pt x="11791" y="17056"/>
                  </a:cubicBezTo>
                  <a:cubicBezTo>
                    <a:pt x="13087" y="15183"/>
                    <a:pt x="13815" y="12642"/>
                    <a:pt x="13815" y="9993"/>
                  </a:cubicBezTo>
                  <a:cubicBezTo>
                    <a:pt x="13815" y="7343"/>
                    <a:pt x="13087" y="4801"/>
                    <a:pt x="11791" y="2928"/>
                  </a:cubicBezTo>
                  <a:cubicBezTo>
                    <a:pt x="10496" y="1053"/>
                    <a:pt x="8739" y="1"/>
                    <a:pt x="69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746;p40">
              <a:extLst>
                <a:ext uri="{FF2B5EF4-FFF2-40B4-BE49-F238E27FC236}">
                  <a16:creationId xmlns:a16="http://schemas.microsoft.com/office/drawing/2014/main" id="{EADC8FD4-095A-0653-792F-D0393E527268}"/>
                </a:ext>
              </a:extLst>
            </p:cNvPr>
            <p:cNvSpPr/>
            <p:nvPr/>
          </p:nvSpPr>
          <p:spPr>
            <a:xfrm>
              <a:off x="5313525" y="3860200"/>
              <a:ext cx="350725" cy="504900"/>
            </a:xfrm>
            <a:custGeom>
              <a:avLst/>
              <a:gdLst/>
              <a:ahLst/>
              <a:cxnLst/>
              <a:rect l="l" t="t" r="r" b="b"/>
              <a:pathLst>
                <a:path w="14029" h="20196" extrusionOk="0">
                  <a:moveTo>
                    <a:pt x="7014" y="214"/>
                  </a:moveTo>
                  <a:cubicBezTo>
                    <a:pt x="10764" y="214"/>
                    <a:pt x="13814" y="4648"/>
                    <a:pt x="13814" y="10099"/>
                  </a:cubicBezTo>
                  <a:cubicBezTo>
                    <a:pt x="13814" y="15548"/>
                    <a:pt x="10764" y="19983"/>
                    <a:pt x="7014" y="19983"/>
                  </a:cubicBezTo>
                  <a:cubicBezTo>
                    <a:pt x="3265" y="19983"/>
                    <a:pt x="215" y="15548"/>
                    <a:pt x="215" y="10099"/>
                  </a:cubicBezTo>
                  <a:cubicBezTo>
                    <a:pt x="215" y="4648"/>
                    <a:pt x="3264" y="214"/>
                    <a:pt x="7014" y="214"/>
                  </a:cubicBezTo>
                  <a:close/>
                  <a:moveTo>
                    <a:pt x="7014" y="1"/>
                  </a:moveTo>
                  <a:cubicBezTo>
                    <a:pt x="3146" y="1"/>
                    <a:pt x="0" y="4530"/>
                    <a:pt x="0" y="10099"/>
                  </a:cubicBezTo>
                  <a:cubicBezTo>
                    <a:pt x="0" y="15666"/>
                    <a:pt x="3146" y="20195"/>
                    <a:pt x="7014" y="20195"/>
                  </a:cubicBezTo>
                  <a:cubicBezTo>
                    <a:pt x="10881" y="20195"/>
                    <a:pt x="14029" y="15666"/>
                    <a:pt x="14029" y="10099"/>
                  </a:cubicBezTo>
                  <a:cubicBezTo>
                    <a:pt x="14029" y="4530"/>
                    <a:pt x="10881" y="1"/>
                    <a:pt x="701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747;p40">
              <a:extLst>
                <a:ext uri="{FF2B5EF4-FFF2-40B4-BE49-F238E27FC236}">
                  <a16:creationId xmlns:a16="http://schemas.microsoft.com/office/drawing/2014/main" id="{C1EE58CF-AD90-7A60-53B8-F4DB11555701}"/>
                </a:ext>
              </a:extLst>
            </p:cNvPr>
            <p:cNvSpPr/>
            <p:nvPr/>
          </p:nvSpPr>
          <p:spPr>
            <a:xfrm>
              <a:off x="5368650" y="3938800"/>
              <a:ext cx="240475" cy="347725"/>
            </a:xfrm>
            <a:custGeom>
              <a:avLst/>
              <a:gdLst/>
              <a:ahLst/>
              <a:cxnLst/>
              <a:rect l="l" t="t" r="r" b="b"/>
              <a:pathLst>
                <a:path w="9619" h="13909" extrusionOk="0">
                  <a:moveTo>
                    <a:pt x="4809" y="0"/>
                  </a:moveTo>
                  <a:cubicBezTo>
                    <a:pt x="2153" y="0"/>
                    <a:pt x="0" y="3114"/>
                    <a:pt x="0" y="6955"/>
                  </a:cubicBezTo>
                  <a:cubicBezTo>
                    <a:pt x="0" y="8798"/>
                    <a:pt x="506" y="10567"/>
                    <a:pt x="1409" y="11871"/>
                  </a:cubicBezTo>
                  <a:cubicBezTo>
                    <a:pt x="2311" y="13176"/>
                    <a:pt x="3533" y="13908"/>
                    <a:pt x="4809" y="13908"/>
                  </a:cubicBezTo>
                  <a:cubicBezTo>
                    <a:pt x="6084" y="13908"/>
                    <a:pt x="7308" y="13176"/>
                    <a:pt x="8210" y="11871"/>
                  </a:cubicBezTo>
                  <a:cubicBezTo>
                    <a:pt x="9111" y="10567"/>
                    <a:pt x="9619" y="8798"/>
                    <a:pt x="9619" y="6955"/>
                  </a:cubicBezTo>
                  <a:cubicBezTo>
                    <a:pt x="9619" y="3114"/>
                    <a:pt x="7466" y="0"/>
                    <a:pt x="4809" y="0"/>
                  </a:cubicBezTo>
                  <a:close/>
                </a:path>
              </a:pathLst>
            </a:custGeom>
            <a:solidFill>
              <a:srgbClr val="5D6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748;p40">
              <a:extLst>
                <a:ext uri="{FF2B5EF4-FFF2-40B4-BE49-F238E27FC236}">
                  <a16:creationId xmlns:a16="http://schemas.microsoft.com/office/drawing/2014/main" id="{A5382851-D693-A3F2-ACB8-C7CB4C2C27E5}"/>
                </a:ext>
              </a:extLst>
            </p:cNvPr>
            <p:cNvSpPr/>
            <p:nvPr/>
          </p:nvSpPr>
          <p:spPr>
            <a:xfrm>
              <a:off x="5365975" y="3936150"/>
              <a:ext cx="245800" cy="353050"/>
            </a:xfrm>
            <a:custGeom>
              <a:avLst/>
              <a:gdLst/>
              <a:ahLst/>
              <a:cxnLst/>
              <a:rect l="l" t="t" r="r" b="b"/>
              <a:pathLst>
                <a:path w="9832" h="14122" extrusionOk="0">
                  <a:moveTo>
                    <a:pt x="4916" y="213"/>
                  </a:moveTo>
                  <a:cubicBezTo>
                    <a:pt x="7509" y="213"/>
                    <a:pt x="9619" y="3285"/>
                    <a:pt x="9619" y="7061"/>
                  </a:cubicBezTo>
                  <a:cubicBezTo>
                    <a:pt x="9619" y="10837"/>
                    <a:pt x="7509" y="13909"/>
                    <a:pt x="4916" y="13909"/>
                  </a:cubicBezTo>
                  <a:cubicBezTo>
                    <a:pt x="2324" y="13909"/>
                    <a:pt x="214" y="10837"/>
                    <a:pt x="214" y="7061"/>
                  </a:cubicBezTo>
                  <a:cubicBezTo>
                    <a:pt x="214" y="3285"/>
                    <a:pt x="2324" y="213"/>
                    <a:pt x="4916" y="213"/>
                  </a:cubicBezTo>
                  <a:close/>
                  <a:moveTo>
                    <a:pt x="4916" y="0"/>
                  </a:moveTo>
                  <a:cubicBezTo>
                    <a:pt x="2205" y="0"/>
                    <a:pt x="0" y="3167"/>
                    <a:pt x="0" y="7061"/>
                  </a:cubicBezTo>
                  <a:cubicBezTo>
                    <a:pt x="0" y="10953"/>
                    <a:pt x="2207" y="14121"/>
                    <a:pt x="4916" y="14121"/>
                  </a:cubicBezTo>
                  <a:cubicBezTo>
                    <a:pt x="7626" y="14121"/>
                    <a:pt x="9831" y="10953"/>
                    <a:pt x="9831" y="7061"/>
                  </a:cubicBezTo>
                  <a:cubicBezTo>
                    <a:pt x="9831" y="3167"/>
                    <a:pt x="7626" y="0"/>
                    <a:pt x="491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749;p40">
              <a:extLst>
                <a:ext uri="{FF2B5EF4-FFF2-40B4-BE49-F238E27FC236}">
                  <a16:creationId xmlns:a16="http://schemas.microsoft.com/office/drawing/2014/main" id="{66EDA67B-D394-43F4-6D91-343678DAB008}"/>
                </a:ext>
              </a:extLst>
            </p:cNvPr>
            <p:cNvSpPr/>
            <p:nvPr/>
          </p:nvSpPr>
          <p:spPr>
            <a:xfrm>
              <a:off x="5414850" y="4005500"/>
              <a:ext cx="148075" cy="214325"/>
            </a:xfrm>
            <a:custGeom>
              <a:avLst/>
              <a:gdLst/>
              <a:ahLst/>
              <a:cxnLst/>
              <a:rect l="l" t="t" r="r" b="b"/>
              <a:pathLst>
                <a:path w="5923" h="8573" extrusionOk="0">
                  <a:moveTo>
                    <a:pt x="2961" y="0"/>
                  </a:moveTo>
                  <a:cubicBezTo>
                    <a:pt x="1325" y="0"/>
                    <a:pt x="0" y="1920"/>
                    <a:pt x="0" y="4287"/>
                  </a:cubicBezTo>
                  <a:cubicBezTo>
                    <a:pt x="0" y="6654"/>
                    <a:pt x="1325" y="8572"/>
                    <a:pt x="2961" y="8572"/>
                  </a:cubicBezTo>
                  <a:cubicBezTo>
                    <a:pt x="4598" y="8572"/>
                    <a:pt x="5923" y="6654"/>
                    <a:pt x="5923" y="4287"/>
                  </a:cubicBezTo>
                  <a:cubicBezTo>
                    <a:pt x="5923" y="1920"/>
                    <a:pt x="4598" y="0"/>
                    <a:pt x="2961" y="0"/>
                  </a:cubicBezTo>
                  <a:close/>
                </a:path>
              </a:pathLst>
            </a:custGeom>
            <a:solidFill>
              <a:srgbClr val="5D6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750;p40">
              <a:extLst>
                <a:ext uri="{FF2B5EF4-FFF2-40B4-BE49-F238E27FC236}">
                  <a16:creationId xmlns:a16="http://schemas.microsoft.com/office/drawing/2014/main" id="{3478B8BB-7766-6E9E-218B-BFCBF081098D}"/>
                </a:ext>
              </a:extLst>
            </p:cNvPr>
            <p:cNvSpPr/>
            <p:nvPr/>
          </p:nvSpPr>
          <p:spPr>
            <a:xfrm>
              <a:off x="5412150" y="4002825"/>
              <a:ext cx="153475" cy="219675"/>
            </a:xfrm>
            <a:custGeom>
              <a:avLst/>
              <a:gdLst/>
              <a:ahLst/>
              <a:cxnLst/>
              <a:rect l="l" t="t" r="r" b="b"/>
              <a:pathLst>
                <a:path w="6139" h="8787" extrusionOk="0">
                  <a:moveTo>
                    <a:pt x="3069" y="215"/>
                  </a:moveTo>
                  <a:cubicBezTo>
                    <a:pt x="4643" y="215"/>
                    <a:pt x="5925" y="2089"/>
                    <a:pt x="5925" y="4394"/>
                  </a:cubicBezTo>
                  <a:cubicBezTo>
                    <a:pt x="5925" y="6699"/>
                    <a:pt x="4643" y="8573"/>
                    <a:pt x="3069" y="8573"/>
                  </a:cubicBezTo>
                  <a:cubicBezTo>
                    <a:pt x="1496" y="8573"/>
                    <a:pt x="214" y="6699"/>
                    <a:pt x="214" y="4394"/>
                  </a:cubicBezTo>
                  <a:cubicBezTo>
                    <a:pt x="214" y="2089"/>
                    <a:pt x="1496" y="215"/>
                    <a:pt x="3069" y="215"/>
                  </a:cubicBezTo>
                  <a:close/>
                  <a:moveTo>
                    <a:pt x="3069" y="0"/>
                  </a:moveTo>
                  <a:cubicBezTo>
                    <a:pt x="1377" y="0"/>
                    <a:pt x="1" y="1971"/>
                    <a:pt x="1" y="4394"/>
                  </a:cubicBezTo>
                  <a:cubicBezTo>
                    <a:pt x="1" y="6816"/>
                    <a:pt x="1378" y="8786"/>
                    <a:pt x="3069" y="8786"/>
                  </a:cubicBezTo>
                  <a:cubicBezTo>
                    <a:pt x="4761" y="8786"/>
                    <a:pt x="6138" y="6815"/>
                    <a:pt x="6138" y="4394"/>
                  </a:cubicBezTo>
                  <a:cubicBezTo>
                    <a:pt x="6138" y="1971"/>
                    <a:pt x="4761" y="0"/>
                    <a:pt x="306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751;p40">
              <a:extLst>
                <a:ext uri="{FF2B5EF4-FFF2-40B4-BE49-F238E27FC236}">
                  <a16:creationId xmlns:a16="http://schemas.microsoft.com/office/drawing/2014/main" id="{6BF8C689-C6DF-9E19-46D6-D9556E5F639B}"/>
                </a:ext>
              </a:extLst>
            </p:cNvPr>
            <p:cNvSpPr/>
            <p:nvPr/>
          </p:nvSpPr>
          <p:spPr>
            <a:xfrm>
              <a:off x="4593325" y="4534400"/>
              <a:ext cx="67725" cy="87175"/>
            </a:xfrm>
            <a:custGeom>
              <a:avLst/>
              <a:gdLst/>
              <a:ahLst/>
              <a:cxnLst/>
              <a:rect l="l" t="t" r="r" b="b"/>
              <a:pathLst>
                <a:path w="2709" h="3487" extrusionOk="0">
                  <a:moveTo>
                    <a:pt x="0" y="1"/>
                  </a:moveTo>
                  <a:lnTo>
                    <a:pt x="0" y="2693"/>
                  </a:lnTo>
                  <a:cubicBezTo>
                    <a:pt x="0" y="3130"/>
                    <a:pt x="355" y="3486"/>
                    <a:pt x="794" y="3486"/>
                  </a:cubicBezTo>
                  <a:lnTo>
                    <a:pt x="1915" y="3486"/>
                  </a:lnTo>
                  <a:cubicBezTo>
                    <a:pt x="2353" y="3486"/>
                    <a:pt x="2709" y="3130"/>
                    <a:pt x="2709" y="2693"/>
                  </a:cubicBezTo>
                  <a:lnTo>
                    <a:pt x="2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752;p40">
              <a:extLst>
                <a:ext uri="{FF2B5EF4-FFF2-40B4-BE49-F238E27FC236}">
                  <a16:creationId xmlns:a16="http://schemas.microsoft.com/office/drawing/2014/main" id="{13C6B0CB-C705-42BB-78AA-BD872186FEAF}"/>
                </a:ext>
              </a:extLst>
            </p:cNvPr>
            <p:cNvSpPr/>
            <p:nvPr/>
          </p:nvSpPr>
          <p:spPr>
            <a:xfrm>
              <a:off x="4590600" y="4531750"/>
              <a:ext cx="73100" cy="92450"/>
            </a:xfrm>
            <a:custGeom>
              <a:avLst/>
              <a:gdLst/>
              <a:ahLst/>
              <a:cxnLst/>
              <a:rect l="l" t="t" r="r" b="b"/>
              <a:pathLst>
                <a:path w="2924" h="3698" extrusionOk="0">
                  <a:moveTo>
                    <a:pt x="2710" y="214"/>
                  </a:moveTo>
                  <a:lnTo>
                    <a:pt x="2710" y="2799"/>
                  </a:lnTo>
                  <a:cubicBezTo>
                    <a:pt x="2710" y="3177"/>
                    <a:pt x="2402" y="3485"/>
                    <a:pt x="2024" y="3485"/>
                  </a:cubicBezTo>
                  <a:lnTo>
                    <a:pt x="903" y="3485"/>
                  </a:lnTo>
                  <a:cubicBezTo>
                    <a:pt x="523" y="3485"/>
                    <a:pt x="217" y="3177"/>
                    <a:pt x="217" y="2799"/>
                  </a:cubicBezTo>
                  <a:lnTo>
                    <a:pt x="217" y="214"/>
                  </a:lnTo>
                  <a:close/>
                  <a:moveTo>
                    <a:pt x="106" y="1"/>
                  </a:moveTo>
                  <a:cubicBezTo>
                    <a:pt x="48" y="1"/>
                    <a:pt x="1" y="49"/>
                    <a:pt x="1" y="107"/>
                  </a:cubicBezTo>
                  <a:cubicBezTo>
                    <a:pt x="1" y="114"/>
                    <a:pt x="1" y="122"/>
                    <a:pt x="2" y="127"/>
                  </a:cubicBezTo>
                  <a:lnTo>
                    <a:pt x="2" y="2799"/>
                  </a:lnTo>
                  <a:cubicBezTo>
                    <a:pt x="2" y="3294"/>
                    <a:pt x="406" y="3698"/>
                    <a:pt x="903" y="3698"/>
                  </a:cubicBezTo>
                  <a:lnTo>
                    <a:pt x="2024" y="3698"/>
                  </a:lnTo>
                  <a:cubicBezTo>
                    <a:pt x="2520" y="3698"/>
                    <a:pt x="2923" y="3294"/>
                    <a:pt x="2923" y="2799"/>
                  </a:cubicBezTo>
                  <a:lnTo>
                    <a:pt x="2923" y="107"/>
                  </a:lnTo>
                  <a:cubicBezTo>
                    <a:pt x="2923" y="49"/>
                    <a:pt x="2876" y="1"/>
                    <a:pt x="281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753;p40">
              <a:extLst>
                <a:ext uri="{FF2B5EF4-FFF2-40B4-BE49-F238E27FC236}">
                  <a16:creationId xmlns:a16="http://schemas.microsoft.com/office/drawing/2014/main" id="{1AD7244E-30B8-DF06-193C-95202CB082D4}"/>
                </a:ext>
              </a:extLst>
            </p:cNvPr>
            <p:cNvSpPr/>
            <p:nvPr/>
          </p:nvSpPr>
          <p:spPr>
            <a:xfrm>
              <a:off x="4660925" y="4534400"/>
              <a:ext cx="67775" cy="87175"/>
            </a:xfrm>
            <a:custGeom>
              <a:avLst/>
              <a:gdLst/>
              <a:ahLst/>
              <a:cxnLst/>
              <a:rect l="l" t="t" r="r" b="b"/>
              <a:pathLst>
                <a:path w="2711" h="3487" extrusionOk="0">
                  <a:moveTo>
                    <a:pt x="0" y="1"/>
                  </a:moveTo>
                  <a:lnTo>
                    <a:pt x="0" y="2693"/>
                  </a:lnTo>
                  <a:cubicBezTo>
                    <a:pt x="0" y="3130"/>
                    <a:pt x="356" y="3486"/>
                    <a:pt x="794" y="3486"/>
                  </a:cubicBezTo>
                  <a:lnTo>
                    <a:pt x="1918" y="3486"/>
                  </a:lnTo>
                  <a:cubicBezTo>
                    <a:pt x="2356" y="3486"/>
                    <a:pt x="2710" y="3130"/>
                    <a:pt x="2710" y="2693"/>
                  </a:cubicBezTo>
                  <a:lnTo>
                    <a:pt x="271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754;p40">
              <a:extLst>
                <a:ext uri="{FF2B5EF4-FFF2-40B4-BE49-F238E27FC236}">
                  <a16:creationId xmlns:a16="http://schemas.microsoft.com/office/drawing/2014/main" id="{D1C739C0-AA92-CFD8-DFB7-E34A2D0872F6}"/>
                </a:ext>
              </a:extLst>
            </p:cNvPr>
            <p:cNvSpPr/>
            <p:nvPr/>
          </p:nvSpPr>
          <p:spPr>
            <a:xfrm>
              <a:off x="4658250" y="4531750"/>
              <a:ext cx="73125" cy="92450"/>
            </a:xfrm>
            <a:custGeom>
              <a:avLst/>
              <a:gdLst/>
              <a:ahLst/>
              <a:cxnLst/>
              <a:rect l="l" t="t" r="r" b="b"/>
              <a:pathLst>
                <a:path w="2925" h="3698" extrusionOk="0">
                  <a:moveTo>
                    <a:pt x="2711" y="214"/>
                  </a:moveTo>
                  <a:lnTo>
                    <a:pt x="2711" y="2799"/>
                  </a:lnTo>
                  <a:cubicBezTo>
                    <a:pt x="2711" y="3177"/>
                    <a:pt x="2403" y="3485"/>
                    <a:pt x="2023" y="3485"/>
                  </a:cubicBezTo>
                  <a:lnTo>
                    <a:pt x="901" y="3485"/>
                  </a:lnTo>
                  <a:cubicBezTo>
                    <a:pt x="521" y="3485"/>
                    <a:pt x="214" y="3177"/>
                    <a:pt x="214" y="2799"/>
                  </a:cubicBezTo>
                  <a:lnTo>
                    <a:pt x="214" y="214"/>
                  </a:lnTo>
                  <a:close/>
                  <a:moveTo>
                    <a:pt x="107" y="1"/>
                  </a:moveTo>
                  <a:cubicBezTo>
                    <a:pt x="48" y="1"/>
                    <a:pt x="0" y="49"/>
                    <a:pt x="0" y="107"/>
                  </a:cubicBezTo>
                  <a:lnTo>
                    <a:pt x="0" y="2799"/>
                  </a:lnTo>
                  <a:cubicBezTo>
                    <a:pt x="0" y="3294"/>
                    <a:pt x="405" y="3698"/>
                    <a:pt x="901" y="3698"/>
                  </a:cubicBezTo>
                  <a:lnTo>
                    <a:pt x="2025" y="3698"/>
                  </a:lnTo>
                  <a:cubicBezTo>
                    <a:pt x="2521" y="3698"/>
                    <a:pt x="2924" y="3294"/>
                    <a:pt x="2924" y="2799"/>
                  </a:cubicBezTo>
                  <a:lnTo>
                    <a:pt x="2924" y="107"/>
                  </a:lnTo>
                  <a:cubicBezTo>
                    <a:pt x="2924" y="49"/>
                    <a:pt x="2877" y="1"/>
                    <a:pt x="281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755;p40">
              <a:extLst>
                <a:ext uri="{FF2B5EF4-FFF2-40B4-BE49-F238E27FC236}">
                  <a16:creationId xmlns:a16="http://schemas.microsoft.com/office/drawing/2014/main" id="{0BDAB2D4-C2CA-ED74-A723-DAC98D0011FD}"/>
                </a:ext>
              </a:extLst>
            </p:cNvPr>
            <p:cNvSpPr/>
            <p:nvPr/>
          </p:nvSpPr>
          <p:spPr>
            <a:xfrm>
              <a:off x="4728625" y="4534400"/>
              <a:ext cx="67850" cy="87175"/>
            </a:xfrm>
            <a:custGeom>
              <a:avLst/>
              <a:gdLst/>
              <a:ahLst/>
              <a:cxnLst/>
              <a:rect l="l" t="t" r="r" b="b"/>
              <a:pathLst>
                <a:path w="2714" h="3487" extrusionOk="0">
                  <a:moveTo>
                    <a:pt x="1" y="1"/>
                  </a:moveTo>
                  <a:lnTo>
                    <a:pt x="1" y="2693"/>
                  </a:lnTo>
                  <a:cubicBezTo>
                    <a:pt x="1" y="3130"/>
                    <a:pt x="356" y="3486"/>
                    <a:pt x="794" y="3486"/>
                  </a:cubicBezTo>
                  <a:lnTo>
                    <a:pt x="1920" y="3486"/>
                  </a:lnTo>
                  <a:cubicBezTo>
                    <a:pt x="2358" y="3486"/>
                    <a:pt x="2713" y="3130"/>
                    <a:pt x="2713" y="2693"/>
                  </a:cubicBezTo>
                  <a:lnTo>
                    <a:pt x="27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756;p40">
              <a:extLst>
                <a:ext uri="{FF2B5EF4-FFF2-40B4-BE49-F238E27FC236}">
                  <a16:creationId xmlns:a16="http://schemas.microsoft.com/office/drawing/2014/main" id="{DFC4E3AA-A3D4-5964-B5B2-7FC2EFB8E758}"/>
                </a:ext>
              </a:extLst>
            </p:cNvPr>
            <p:cNvSpPr/>
            <p:nvPr/>
          </p:nvSpPr>
          <p:spPr>
            <a:xfrm>
              <a:off x="4725900" y="4531750"/>
              <a:ext cx="73225" cy="92450"/>
            </a:xfrm>
            <a:custGeom>
              <a:avLst/>
              <a:gdLst/>
              <a:ahLst/>
              <a:cxnLst/>
              <a:rect l="l" t="t" r="r" b="b"/>
              <a:pathLst>
                <a:path w="2929" h="3698" extrusionOk="0">
                  <a:moveTo>
                    <a:pt x="2715" y="214"/>
                  </a:moveTo>
                  <a:lnTo>
                    <a:pt x="2715" y="2799"/>
                  </a:lnTo>
                  <a:cubicBezTo>
                    <a:pt x="2715" y="3177"/>
                    <a:pt x="2407" y="3485"/>
                    <a:pt x="2029" y="3485"/>
                  </a:cubicBezTo>
                  <a:lnTo>
                    <a:pt x="903" y="3485"/>
                  </a:lnTo>
                  <a:cubicBezTo>
                    <a:pt x="523" y="3485"/>
                    <a:pt x="215" y="3177"/>
                    <a:pt x="215" y="2799"/>
                  </a:cubicBezTo>
                  <a:lnTo>
                    <a:pt x="215" y="214"/>
                  </a:lnTo>
                  <a:close/>
                  <a:moveTo>
                    <a:pt x="107" y="1"/>
                  </a:moveTo>
                  <a:cubicBezTo>
                    <a:pt x="49" y="1"/>
                    <a:pt x="1" y="49"/>
                    <a:pt x="1" y="107"/>
                  </a:cubicBezTo>
                  <a:cubicBezTo>
                    <a:pt x="1" y="114"/>
                    <a:pt x="1" y="122"/>
                    <a:pt x="2" y="127"/>
                  </a:cubicBezTo>
                  <a:lnTo>
                    <a:pt x="2" y="2799"/>
                  </a:lnTo>
                  <a:cubicBezTo>
                    <a:pt x="2" y="3294"/>
                    <a:pt x="406" y="3698"/>
                    <a:pt x="903" y="3698"/>
                  </a:cubicBezTo>
                  <a:lnTo>
                    <a:pt x="2029" y="3698"/>
                  </a:lnTo>
                  <a:cubicBezTo>
                    <a:pt x="2525" y="3698"/>
                    <a:pt x="2928" y="3294"/>
                    <a:pt x="2928" y="2799"/>
                  </a:cubicBezTo>
                  <a:lnTo>
                    <a:pt x="2928" y="107"/>
                  </a:lnTo>
                  <a:cubicBezTo>
                    <a:pt x="2928" y="49"/>
                    <a:pt x="2880" y="1"/>
                    <a:pt x="282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757;p40">
              <a:extLst>
                <a:ext uri="{FF2B5EF4-FFF2-40B4-BE49-F238E27FC236}">
                  <a16:creationId xmlns:a16="http://schemas.microsoft.com/office/drawing/2014/main" id="{12287A55-83F2-A3F7-CAF0-E0F1907A3ABA}"/>
                </a:ext>
              </a:extLst>
            </p:cNvPr>
            <p:cNvSpPr/>
            <p:nvPr/>
          </p:nvSpPr>
          <p:spPr>
            <a:xfrm>
              <a:off x="4796475" y="4534400"/>
              <a:ext cx="67750" cy="87175"/>
            </a:xfrm>
            <a:custGeom>
              <a:avLst/>
              <a:gdLst/>
              <a:ahLst/>
              <a:cxnLst/>
              <a:rect l="l" t="t" r="r" b="b"/>
              <a:pathLst>
                <a:path w="2710" h="3487" extrusionOk="0">
                  <a:moveTo>
                    <a:pt x="1" y="1"/>
                  </a:moveTo>
                  <a:lnTo>
                    <a:pt x="1" y="2693"/>
                  </a:lnTo>
                  <a:cubicBezTo>
                    <a:pt x="1" y="3130"/>
                    <a:pt x="357" y="3486"/>
                    <a:pt x="794" y="3486"/>
                  </a:cubicBezTo>
                  <a:lnTo>
                    <a:pt x="1916" y="3486"/>
                  </a:lnTo>
                  <a:cubicBezTo>
                    <a:pt x="2355" y="3486"/>
                    <a:pt x="2709" y="3130"/>
                    <a:pt x="2709" y="2693"/>
                  </a:cubicBezTo>
                  <a:lnTo>
                    <a:pt x="2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758;p40">
              <a:extLst>
                <a:ext uri="{FF2B5EF4-FFF2-40B4-BE49-F238E27FC236}">
                  <a16:creationId xmlns:a16="http://schemas.microsoft.com/office/drawing/2014/main" id="{91013E51-9757-5AA8-47F4-3B031BEBAE8B}"/>
                </a:ext>
              </a:extLst>
            </p:cNvPr>
            <p:cNvSpPr/>
            <p:nvPr/>
          </p:nvSpPr>
          <p:spPr>
            <a:xfrm>
              <a:off x="4793775" y="4531750"/>
              <a:ext cx="73125" cy="92450"/>
            </a:xfrm>
            <a:custGeom>
              <a:avLst/>
              <a:gdLst/>
              <a:ahLst/>
              <a:cxnLst/>
              <a:rect l="l" t="t" r="r" b="b"/>
              <a:pathLst>
                <a:path w="2925" h="3698" extrusionOk="0">
                  <a:moveTo>
                    <a:pt x="2712" y="214"/>
                  </a:moveTo>
                  <a:lnTo>
                    <a:pt x="2712" y="2799"/>
                  </a:lnTo>
                  <a:cubicBezTo>
                    <a:pt x="2712" y="3177"/>
                    <a:pt x="2403" y="3485"/>
                    <a:pt x="2024" y="3485"/>
                  </a:cubicBezTo>
                  <a:lnTo>
                    <a:pt x="902" y="3485"/>
                  </a:lnTo>
                  <a:cubicBezTo>
                    <a:pt x="524" y="3485"/>
                    <a:pt x="216" y="3177"/>
                    <a:pt x="216" y="2799"/>
                  </a:cubicBezTo>
                  <a:lnTo>
                    <a:pt x="216" y="214"/>
                  </a:lnTo>
                  <a:close/>
                  <a:moveTo>
                    <a:pt x="107" y="1"/>
                  </a:moveTo>
                  <a:cubicBezTo>
                    <a:pt x="48" y="1"/>
                    <a:pt x="0" y="49"/>
                    <a:pt x="0" y="107"/>
                  </a:cubicBezTo>
                  <a:cubicBezTo>
                    <a:pt x="0" y="114"/>
                    <a:pt x="2" y="122"/>
                    <a:pt x="3" y="127"/>
                  </a:cubicBezTo>
                  <a:lnTo>
                    <a:pt x="3" y="2799"/>
                  </a:lnTo>
                  <a:cubicBezTo>
                    <a:pt x="3" y="3294"/>
                    <a:pt x="407" y="3698"/>
                    <a:pt x="902" y="3698"/>
                  </a:cubicBezTo>
                  <a:lnTo>
                    <a:pt x="2024" y="3698"/>
                  </a:lnTo>
                  <a:cubicBezTo>
                    <a:pt x="2521" y="3698"/>
                    <a:pt x="2924" y="3294"/>
                    <a:pt x="2924" y="2799"/>
                  </a:cubicBezTo>
                  <a:lnTo>
                    <a:pt x="2924" y="107"/>
                  </a:lnTo>
                  <a:cubicBezTo>
                    <a:pt x="2924" y="49"/>
                    <a:pt x="2877" y="1"/>
                    <a:pt x="281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759;p40">
              <a:extLst>
                <a:ext uri="{FF2B5EF4-FFF2-40B4-BE49-F238E27FC236}">
                  <a16:creationId xmlns:a16="http://schemas.microsoft.com/office/drawing/2014/main" id="{B549267F-76FA-2353-2929-248C5534E1D6}"/>
                </a:ext>
              </a:extLst>
            </p:cNvPr>
            <p:cNvSpPr/>
            <p:nvPr/>
          </p:nvSpPr>
          <p:spPr>
            <a:xfrm>
              <a:off x="4864000" y="4534400"/>
              <a:ext cx="67700" cy="87175"/>
            </a:xfrm>
            <a:custGeom>
              <a:avLst/>
              <a:gdLst/>
              <a:ahLst/>
              <a:cxnLst/>
              <a:rect l="l" t="t" r="r" b="b"/>
              <a:pathLst>
                <a:path w="2708" h="3487" extrusionOk="0">
                  <a:moveTo>
                    <a:pt x="1" y="1"/>
                  </a:moveTo>
                  <a:lnTo>
                    <a:pt x="1" y="2693"/>
                  </a:lnTo>
                  <a:cubicBezTo>
                    <a:pt x="1" y="3130"/>
                    <a:pt x="355" y="3486"/>
                    <a:pt x="793" y="3486"/>
                  </a:cubicBezTo>
                  <a:lnTo>
                    <a:pt x="1916" y="3486"/>
                  </a:lnTo>
                  <a:cubicBezTo>
                    <a:pt x="2353" y="3486"/>
                    <a:pt x="2708" y="3130"/>
                    <a:pt x="2708" y="2693"/>
                  </a:cubicBezTo>
                  <a:lnTo>
                    <a:pt x="27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760;p40">
              <a:extLst>
                <a:ext uri="{FF2B5EF4-FFF2-40B4-BE49-F238E27FC236}">
                  <a16:creationId xmlns:a16="http://schemas.microsoft.com/office/drawing/2014/main" id="{5EA94F29-C581-5437-B48F-0E900E5CD589}"/>
                </a:ext>
              </a:extLst>
            </p:cNvPr>
            <p:cNvSpPr/>
            <p:nvPr/>
          </p:nvSpPr>
          <p:spPr>
            <a:xfrm>
              <a:off x="4861250" y="4531750"/>
              <a:ext cx="73125" cy="92450"/>
            </a:xfrm>
            <a:custGeom>
              <a:avLst/>
              <a:gdLst/>
              <a:ahLst/>
              <a:cxnLst/>
              <a:rect l="l" t="t" r="r" b="b"/>
              <a:pathLst>
                <a:path w="2925" h="3698" extrusionOk="0">
                  <a:moveTo>
                    <a:pt x="2712" y="214"/>
                  </a:moveTo>
                  <a:lnTo>
                    <a:pt x="2712" y="2799"/>
                  </a:lnTo>
                  <a:cubicBezTo>
                    <a:pt x="2712" y="3177"/>
                    <a:pt x="2404" y="3485"/>
                    <a:pt x="2026" y="3485"/>
                  </a:cubicBezTo>
                  <a:lnTo>
                    <a:pt x="903" y="3485"/>
                  </a:lnTo>
                  <a:cubicBezTo>
                    <a:pt x="525" y="3485"/>
                    <a:pt x="217" y="3177"/>
                    <a:pt x="217" y="2799"/>
                  </a:cubicBezTo>
                  <a:lnTo>
                    <a:pt x="217" y="214"/>
                  </a:lnTo>
                  <a:close/>
                  <a:moveTo>
                    <a:pt x="108" y="1"/>
                  </a:moveTo>
                  <a:cubicBezTo>
                    <a:pt x="48" y="1"/>
                    <a:pt x="1" y="49"/>
                    <a:pt x="1" y="107"/>
                  </a:cubicBezTo>
                  <a:cubicBezTo>
                    <a:pt x="1" y="114"/>
                    <a:pt x="2" y="122"/>
                    <a:pt x="4" y="127"/>
                  </a:cubicBezTo>
                  <a:lnTo>
                    <a:pt x="4" y="2799"/>
                  </a:lnTo>
                  <a:cubicBezTo>
                    <a:pt x="4" y="3294"/>
                    <a:pt x="407" y="3698"/>
                    <a:pt x="903" y="3698"/>
                  </a:cubicBezTo>
                  <a:lnTo>
                    <a:pt x="2026" y="3698"/>
                  </a:lnTo>
                  <a:cubicBezTo>
                    <a:pt x="2521" y="3698"/>
                    <a:pt x="2925" y="3294"/>
                    <a:pt x="2925" y="2799"/>
                  </a:cubicBezTo>
                  <a:lnTo>
                    <a:pt x="2925" y="107"/>
                  </a:lnTo>
                  <a:cubicBezTo>
                    <a:pt x="2925" y="49"/>
                    <a:pt x="2877" y="1"/>
                    <a:pt x="281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761;p40">
              <a:extLst>
                <a:ext uri="{FF2B5EF4-FFF2-40B4-BE49-F238E27FC236}">
                  <a16:creationId xmlns:a16="http://schemas.microsoft.com/office/drawing/2014/main" id="{93529C14-5D52-DE8C-194D-01F9512ED2A3}"/>
                </a:ext>
              </a:extLst>
            </p:cNvPr>
            <p:cNvSpPr/>
            <p:nvPr/>
          </p:nvSpPr>
          <p:spPr>
            <a:xfrm>
              <a:off x="4931650" y="4534400"/>
              <a:ext cx="67725" cy="87175"/>
            </a:xfrm>
            <a:custGeom>
              <a:avLst/>
              <a:gdLst/>
              <a:ahLst/>
              <a:cxnLst/>
              <a:rect l="l" t="t" r="r" b="b"/>
              <a:pathLst>
                <a:path w="2709" h="3487" extrusionOk="0">
                  <a:moveTo>
                    <a:pt x="0" y="1"/>
                  </a:moveTo>
                  <a:lnTo>
                    <a:pt x="0" y="2693"/>
                  </a:lnTo>
                  <a:cubicBezTo>
                    <a:pt x="0" y="3130"/>
                    <a:pt x="356" y="3486"/>
                    <a:pt x="794" y="3486"/>
                  </a:cubicBezTo>
                  <a:lnTo>
                    <a:pt x="1915" y="3486"/>
                  </a:lnTo>
                  <a:cubicBezTo>
                    <a:pt x="2353" y="3486"/>
                    <a:pt x="2709" y="3130"/>
                    <a:pt x="2709" y="2693"/>
                  </a:cubicBezTo>
                  <a:lnTo>
                    <a:pt x="2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762;p40">
              <a:extLst>
                <a:ext uri="{FF2B5EF4-FFF2-40B4-BE49-F238E27FC236}">
                  <a16:creationId xmlns:a16="http://schemas.microsoft.com/office/drawing/2014/main" id="{1CDF9465-D2D2-BA0D-CB6A-6D7534FC751E}"/>
                </a:ext>
              </a:extLst>
            </p:cNvPr>
            <p:cNvSpPr/>
            <p:nvPr/>
          </p:nvSpPr>
          <p:spPr>
            <a:xfrm>
              <a:off x="4928925" y="4531750"/>
              <a:ext cx="73125" cy="92450"/>
            </a:xfrm>
            <a:custGeom>
              <a:avLst/>
              <a:gdLst/>
              <a:ahLst/>
              <a:cxnLst/>
              <a:rect l="l" t="t" r="r" b="b"/>
              <a:pathLst>
                <a:path w="2925" h="3698" extrusionOk="0">
                  <a:moveTo>
                    <a:pt x="2712" y="214"/>
                  </a:moveTo>
                  <a:lnTo>
                    <a:pt x="2712" y="2799"/>
                  </a:lnTo>
                  <a:cubicBezTo>
                    <a:pt x="2712" y="3177"/>
                    <a:pt x="2404" y="3485"/>
                    <a:pt x="2024" y="3485"/>
                  </a:cubicBezTo>
                  <a:lnTo>
                    <a:pt x="903" y="3485"/>
                  </a:lnTo>
                  <a:cubicBezTo>
                    <a:pt x="525" y="3485"/>
                    <a:pt x="216" y="3177"/>
                    <a:pt x="216" y="2799"/>
                  </a:cubicBezTo>
                  <a:lnTo>
                    <a:pt x="216" y="214"/>
                  </a:lnTo>
                  <a:close/>
                  <a:moveTo>
                    <a:pt x="108" y="1"/>
                  </a:moveTo>
                  <a:cubicBezTo>
                    <a:pt x="48" y="1"/>
                    <a:pt x="1" y="49"/>
                    <a:pt x="1" y="107"/>
                  </a:cubicBezTo>
                  <a:cubicBezTo>
                    <a:pt x="1" y="114"/>
                    <a:pt x="1" y="122"/>
                    <a:pt x="2" y="127"/>
                  </a:cubicBezTo>
                  <a:lnTo>
                    <a:pt x="2" y="2799"/>
                  </a:lnTo>
                  <a:cubicBezTo>
                    <a:pt x="2" y="3294"/>
                    <a:pt x="407" y="3698"/>
                    <a:pt x="903" y="3698"/>
                  </a:cubicBezTo>
                  <a:lnTo>
                    <a:pt x="2024" y="3698"/>
                  </a:lnTo>
                  <a:cubicBezTo>
                    <a:pt x="2520" y="3698"/>
                    <a:pt x="2925" y="3294"/>
                    <a:pt x="2925" y="2799"/>
                  </a:cubicBezTo>
                  <a:lnTo>
                    <a:pt x="2925" y="107"/>
                  </a:lnTo>
                  <a:cubicBezTo>
                    <a:pt x="2925" y="49"/>
                    <a:pt x="2877" y="1"/>
                    <a:pt x="281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763;p40">
              <a:extLst>
                <a:ext uri="{FF2B5EF4-FFF2-40B4-BE49-F238E27FC236}">
                  <a16:creationId xmlns:a16="http://schemas.microsoft.com/office/drawing/2014/main" id="{811E2B01-49E8-DDB3-B434-1DF3E9286FD2}"/>
                </a:ext>
              </a:extLst>
            </p:cNvPr>
            <p:cNvSpPr/>
            <p:nvPr/>
          </p:nvSpPr>
          <p:spPr>
            <a:xfrm>
              <a:off x="4593250" y="4448950"/>
              <a:ext cx="67725" cy="87150"/>
            </a:xfrm>
            <a:custGeom>
              <a:avLst/>
              <a:gdLst/>
              <a:ahLst/>
              <a:cxnLst/>
              <a:rect l="l" t="t" r="r" b="b"/>
              <a:pathLst>
                <a:path w="2709" h="3486" extrusionOk="0">
                  <a:moveTo>
                    <a:pt x="792" y="0"/>
                  </a:moveTo>
                  <a:cubicBezTo>
                    <a:pt x="355" y="2"/>
                    <a:pt x="0" y="357"/>
                    <a:pt x="0" y="797"/>
                  </a:cubicBezTo>
                  <a:lnTo>
                    <a:pt x="0" y="3486"/>
                  </a:lnTo>
                  <a:lnTo>
                    <a:pt x="2709" y="3486"/>
                  </a:lnTo>
                  <a:lnTo>
                    <a:pt x="2709" y="794"/>
                  </a:lnTo>
                  <a:cubicBezTo>
                    <a:pt x="2709" y="356"/>
                    <a:pt x="2354" y="0"/>
                    <a:pt x="19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764;p40">
              <a:extLst>
                <a:ext uri="{FF2B5EF4-FFF2-40B4-BE49-F238E27FC236}">
                  <a16:creationId xmlns:a16="http://schemas.microsoft.com/office/drawing/2014/main" id="{5C72B8F4-39CA-740C-1CD5-44C4904575FF}"/>
                </a:ext>
              </a:extLst>
            </p:cNvPr>
            <p:cNvSpPr/>
            <p:nvPr/>
          </p:nvSpPr>
          <p:spPr>
            <a:xfrm>
              <a:off x="4590575" y="4446300"/>
              <a:ext cx="73075" cy="92450"/>
            </a:xfrm>
            <a:custGeom>
              <a:avLst/>
              <a:gdLst/>
              <a:ahLst/>
              <a:cxnLst/>
              <a:rect l="l" t="t" r="r" b="b"/>
              <a:pathLst>
                <a:path w="2923" h="3698" extrusionOk="0">
                  <a:moveTo>
                    <a:pt x="2024" y="213"/>
                  </a:moveTo>
                  <a:cubicBezTo>
                    <a:pt x="2402" y="213"/>
                    <a:pt x="2710" y="521"/>
                    <a:pt x="2710" y="900"/>
                  </a:cubicBezTo>
                  <a:lnTo>
                    <a:pt x="2710" y="3484"/>
                  </a:lnTo>
                  <a:lnTo>
                    <a:pt x="215" y="3484"/>
                  </a:lnTo>
                  <a:lnTo>
                    <a:pt x="215" y="903"/>
                  </a:lnTo>
                  <a:cubicBezTo>
                    <a:pt x="215" y="718"/>
                    <a:pt x="286" y="545"/>
                    <a:pt x="414" y="416"/>
                  </a:cubicBezTo>
                  <a:cubicBezTo>
                    <a:pt x="544" y="286"/>
                    <a:pt x="716" y="213"/>
                    <a:pt x="899" y="213"/>
                  </a:cubicBezTo>
                  <a:close/>
                  <a:moveTo>
                    <a:pt x="899" y="0"/>
                  </a:moveTo>
                  <a:cubicBezTo>
                    <a:pt x="658" y="0"/>
                    <a:pt x="433" y="94"/>
                    <a:pt x="264" y="265"/>
                  </a:cubicBezTo>
                  <a:cubicBezTo>
                    <a:pt x="94" y="435"/>
                    <a:pt x="0" y="661"/>
                    <a:pt x="2" y="903"/>
                  </a:cubicBezTo>
                  <a:lnTo>
                    <a:pt x="2" y="3592"/>
                  </a:lnTo>
                  <a:cubicBezTo>
                    <a:pt x="2" y="3650"/>
                    <a:pt x="49" y="3697"/>
                    <a:pt x="109" y="3697"/>
                  </a:cubicBezTo>
                  <a:lnTo>
                    <a:pt x="2817" y="3697"/>
                  </a:lnTo>
                  <a:cubicBezTo>
                    <a:pt x="2875" y="3697"/>
                    <a:pt x="2923" y="3650"/>
                    <a:pt x="2923" y="3592"/>
                  </a:cubicBezTo>
                  <a:lnTo>
                    <a:pt x="2923" y="900"/>
                  </a:lnTo>
                  <a:cubicBezTo>
                    <a:pt x="2923" y="404"/>
                    <a:pt x="2519" y="0"/>
                    <a:pt x="20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765;p40">
              <a:extLst>
                <a:ext uri="{FF2B5EF4-FFF2-40B4-BE49-F238E27FC236}">
                  <a16:creationId xmlns:a16="http://schemas.microsoft.com/office/drawing/2014/main" id="{C9003593-0746-A933-DCE7-6F5DD14B9009}"/>
                </a:ext>
              </a:extLst>
            </p:cNvPr>
            <p:cNvSpPr/>
            <p:nvPr/>
          </p:nvSpPr>
          <p:spPr>
            <a:xfrm>
              <a:off x="4660875" y="4448950"/>
              <a:ext cx="67775" cy="87150"/>
            </a:xfrm>
            <a:custGeom>
              <a:avLst/>
              <a:gdLst/>
              <a:ahLst/>
              <a:cxnLst/>
              <a:rect l="l" t="t" r="r" b="b"/>
              <a:pathLst>
                <a:path w="2711" h="3486" extrusionOk="0">
                  <a:moveTo>
                    <a:pt x="793" y="0"/>
                  </a:moveTo>
                  <a:cubicBezTo>
                    <a:pt x="355" y="2"/>
                    <a:pt x="1" y="357"/>
                    <a:pt x="2" y="797"/>
                  </a:cubicBezTo>
                  <a:lnTo>
                    <a:pt x="2" y="3486"/>
                  </a:lnTo>
                  <a:lnTo>
                    <a:pt x="2711" y="3486"/>
                  </a:lnTo>
                  <a:lnTo>
                    <a:pt x="2711" y="794"/>
                  </a:lnTo>
                  <a:cubicBezTo>
                    <a:pt x="2711" y="356"/>
                    <a:pt x="2355" y="0"/>
                    <a:pt x="19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766;p40">
              <a:extLst>
                <a:ext uri="{FF2B5EF4-FFF2-40B4-BE49-F238E27FC236}">
                  <a16:creationId xmlns:a16="http://schemas.microsoft.com/office/drawing/2014/main" id="{4C9606F7-DDC8-063C-44C5-A624E98BED0B}"/>
                </a:ext>
              </a:extLst>
            </p:cNvPr>
            <p:cNvSpPr/>
            <p:nvPr/>
          </p:nvSpPr>
          <p:spPr>
            <a:xfrm>
              <a:off x="4658250" y="4446300"/>
              <a:ext cx="73075" cy="92450"/>
            </a:xfrm>
            <a:custGeom>
              <a:avLst/>
              <a:gdLst/>
              <a:ahLst/>
              <a:cxnLst/>
              <a:rect l="l" t="t" r="r" b="b"/>
              <a:pathLst>
                <a:path w="2923" h="3698" extrusionOk="0">
                  <a:moveTo>
                    <a:pt x="2022" y="213"/>
                  </a:moveTo>
                  <a:cubicBezTo>
                    <a:pt x="2402" y="213"/>
                    <a:pt x="2708" y="521"/>
                    <a:pt x="2708" y="900"/>
                  </a:cubicBezTo>
                  <a:lnTo>
                    <a:pt x="2708" y="3484"/>
                  </a:lnTo>
                  <a:lnTo>
                    <a:pt x="214" y="3484"/>
                  </a:lnTo>
                  <a:lnTo>
                    <a:pt x="214" y="903"/>
                  </a:lnTo>
                  <a:cubicBezTo>
                    <a:pt x="214" y="718"/>
                    <a:pt x="284" y="545"/>
                    <a:pt x="414" y="416"/>
                  </a:cubicBezTo>
                  <a:cubicBezTo>
                    <a:pt x="543" y="286"/>
                    <a:pt x="716" y="213"/>
                    <a:pt x="899" y="213"/>
                  </a:cubicBezTo>
                  <a:close/>
                  <a:moveTo>
                    <a:pt x="898" y="0"/>
                  </a:moveTo>
                  <a:cubicBezTo>
                    <a:pt x="658" y="0"/>
                    <a:pt x="432" y="94"/>
                    <a:pt x="262" y="265"/>
                  </a:cubicBezTo>
                  <a:cubicBezTo>
                    <a:pt x="92" y="435"/>
                    <a:pt x="0" y="661"/>
                    <a:pt x="0" y="903"/>
                  </a:cubicBezTo>
                  <a:lnTo>
                    <a:pt x="0" y="3592"/>
                  </a:lnTo>
                  <a:cubicBezTo>
                    <a:pt x="0" y="3650"/>
                    <a:pt x="48" y="3697"/>
                    <a:pt x="107" y="3697"/>
                  </a:cubicBezTo>
                  <a:lnTo>
                    <a:pt x="2816" y="3697"/>
                  </a:lnTo>
                  <a:cubicBezTo>
                    <a:pt x="2875" y="3697"/>
                    <a:pt x="2923" y="3650"/>
                    <a:pt x="2923" y="3592"/>
                  </a:cubicBezTo>
                  <a:lnTo>
                    <a:pt x="2923" y="900"/>
                  </a:lnTo>
                  <a:cubicBezTo>
                    <a:pt x="2923" y="404"/>
                    <a:pt x="2518" y="0"/>
                    <a:pt x="202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767;p40">
              <a:extLst>
                <a:ext uri="{FF2B5EF4-FFF2-40B4-BE49-F238E27FC236}">
                  <a16:creationId xmlns:a16="http://schemas.microsoft.com/office/drawing/2014/main" id="{807350B9-BF8D-C181-742E-69266D634D51}"/>
                </a:ext>
              </a:extLst>
            </p:cNvPr>
            <p:cNvSpPr/>
            <p:nvPr/>
          </p:nvSpPr>
          <p:spPr>
            <a:xfrm>
              <a:off x="4728550" y="4448950"/>
              <a:ext cx="67800" cy="87150"/>
            </a:xfrm>
            <a:custGeom>
              <a:avLst/>
              <a:gdLst/>
              <a:ahLst/>
              <a:cxnLst/>
              <a:rect l="l" t="t" r="r" b="b"/>
              <a:pathLst>
                <a:path w="2712" h="3486" extrusionOk="0">
                  <a:moveTo>
                    <a:pt x="793" y="0"/>
                  </a:moveTo>
                  <a:cubicBezTo>
                    <a:pt x="355" y="2"/>
                    <a:pt x="1" y="357"/>
                    <a:pt x="2" y="797"/>
                  </a:cubicBezTo>
                  <a:lnTo>
                    <a:pt x="2" y="3486"/>
                  </a:lnTo>
                  <a:lnTo>
                    <a:pt x="2712" y="3486"/>
                  </a:lnTo>
                  <a:lnTo>
                    <a:pt x="2712" y="794"/>
                  </a:lnTo>
                  <a:cubicBezTo>
                    <a:pt x="2712" y="356"/>
                    <a:pt x="2356" y="0"/>
                    <a:pt x="19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768;p40">
              <a:extLst>
                <a:ext uri="{FF2B5EF4-FFF2-40B4-BE49-F238E27FC236}">
                  <a16:creationId xmlns:a16="http://schemas.microsoft.com/office/drawing/2014/main" id="{09B3A9A8-4AF1-F9EE-BF53-B733AB981A95}"/>
                </a:ext>
              </a:extLst>
            </p:cNvPr>
            <p:cNvSpPr/>
            <p:nvPr/>
          </p:nvSpPr>
          <p:spPr>
            <a:xfrm>
              <a:off x="4725900" y="4446300"/>
              <a:ext cx="73150" cy="92450"/>
            </a:xfrm>
            <a:custGeom>
              <a:avLst/>
              <a:gdLst/>
              <a:ahLst/>
              <a:cxnLst/>
              <a:rect l="l" t="t" r="r" b="b"/>
              <a:pathLst>
                <a:path w="2926" h="3698" extrusionOk="0">
                  <a:moveTo>
                    <a:pt x="2024" y="213"/>
                  </a:moveTo>
                  <a:cubicBezTo>
                    <a:pt x="2403" y="213"/>
                    <a:pt x="2711" y="521"/>
                    <a:pt x="2711" y="900"/>
                  </a:cubicBezTo>
                  <a:lnTo>
                    <a:pt x="2711" y="3484"/>
                  </a:lnTo>
                  <a:lnTo>
                    <a:pt x="214" y="3484"/>
                  </a:lnTo>
                  <a:lnTo>
                    <a:pt x="214" y="903"/>
                  </a:lnTo>
                  <a:cubicBezTo>
                    <a:pt x="214" y="718"/>
                    <a:pt x="284" y="545"/>
                    <a:pt x="413" y="416"/>
                  </a:cubicBezTo>
                  <a:cubicBezTo>
                    <a:pt x="543" y="286"/>
                    <a:pt x="716" y="213"/>
                    <a:pt x="899" y="213"/>
                  </a:cubicBezTo>
                  <a:close/>
                  <a:moveTo>
                    <a:pt x="899" y="0"/>
                  </a:moveTo>
                  <a:cubicBezTo>
                    <a:pt x="658" y="0"/>
                    <a:pt x="433" y="94"/>
                    <a:pt x="263" y="265"/>
                  </a:cubicBezTo>
                  <a:cubicBezTo>
                    <a:pt x="93" y="435"/>
                    <a:pt x="1" y="661"/>
                    <a:pt x="1" y="903"/>
                  </a:cubicBezTo>
                  <a:lnTo>
                    <a:pt x="1" y="3592"/>
                  </a:lnTo>
                  <a:cubicBezTo>
                    <a:pt x="1" y="3650"/>
                    <a:pt x="49" y="3697"/>
                    <a:pt x="108" y="3697"/>
                  </a:cubicBezTo>
                  <a:lnTo>
                    <a:pt x="2818" y="3697"/>
                  </a:lnTo>
                  <a:cubicBezTo>
                    <a:pt x="2877" y="3697"/>
                    <a:pt x="2925" y="3650"/>
                    <a:pt x="2925" y="3592"/>
                  </a:cubicBezTo>
                  <a:lnTo>
                    <a:pt x="2925" y="900"/>
                  </a:lnTo>
                  <a:cubicBezTo>
                    <a:pt x="2925" y="404"/>
                    <a:pt x="2520" y="0"/>
                    <a:pt x="20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769;p40">
              <a:extLst>
                <a:ext uri="{FF2B5EF4-FFF2-40B4-BE49-F238E27FC236}">
                  <a16:creationId xmlns:a16="http://schemas.microsoft.com/office/drawing/2014/main" id="{CEF9EB44-F542-EB6B-2D0F-48954E83849E}"/>
                </a:ext>
              </a:extLst>
            </p:cNvPr>
            <p:cNvSpPr/>
            <p:nvPr/>
          </p:nvSpPr>
          <p:spPr>
            <a:xfrm>
              <a:off x="4796400" y="4448950"/>
              <a:ext cx="67900" cy="87150"/>
            </a:xfrm>
            <a:custGeom>
              <a:avLst/>
              <a:gdLst/>
              <a:ahLst/>
              <a:cxnLst/>
              <a:rect l="l" t="t" r="r" b="b"/>
              <a:pathLst>
                <a:path w="2716" h="3486" extrusionOk="0">
                  <a:moveTo>
                    <a:pt x="789" y="0"/>
                  </a:moveTo>
                  <a:cubicBezTo>
                    <a:pt x="352" y="4"/>
                    <a:pt x="1" y="359"/>
                    <a:pt x="2" y="797"/>
                  </a:cubicBezTo>
                  <a:lnTo>
                    <a:pt x="2" y="3486"/>
                  </a:lnTo>
                  <a:lnTo>
                    <a:pt x="2715" y="3486"/>
                  </a:lnTo>
                  <a:lnTo>
                    <a:pt x="2715" y="794"/>
                  </a:lnTo>
                  <a:cubicBezTo>
                    <a:pt x="2715" y="356"/>
                    <a:pt x="2359" y="0"/>
                    <a:pt x="19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770;p40">
              <a:extLst>
                <a:ext uri="{FF2B5EF4-FFF2-40B4-BE49-F238E27FC236}">
                  <a16:creationId xmlns:a16="http://schemas.microsoft.com/office/drawing/2014/main" id="{192DB610-24D8-A853-F392-2A2CA34253F6}"/>
                </a:ext>
              </a:extLst>
            </p:cNvPr>
            <p:cNvSpPr/>
            <p:nvPr/>
          </p:nvSpPr>
          <p:spPr>
            <a:xfrm>
              <a:off x="4793725" y="4446300"/>
              <a:ext cx="73200" cy="92450"/>
            </a:xfrm>
            <a:custGeom>
              <a:avLst/>
              <a:gdLst/>
              <a:ahLst/>
              <a:cxnLst/>
              <a:rect l="l" t="t" r="r" b="b"/>
              <a:pathLst>
                <a:path w="2928" h="3698" extrusionOk="0">
                  <a:moveTo>
                    <a:pt x="2029" y="213"/>
                  </a:moveTo>
                  <a:cubicBezTo>
                    <a:pt x="2407" y="213"/>
                    <a:pt x="2715" y="521"/>
                    <a:pt x="2715" y="900"/>
                  </a:cubicBezTo>
                  <a:lnTo>
                    <a:pt x="2715" y="3484"/>
                  </a:lnTo>
                  <a:lnTo>
                    <a:pt x="215" y="3484"/>
                  </a:lnTo>
                  <a:lnTo>
                    <a:pt x="215" y="901"/>
                  </a:lnTo>
                  <a:cubicBezTo>
                    <a:pt x="215" y="524"/>
                    <a:pt x="520" y="216"/>
                    <a:pt x="896" y="213"/>
                  </a:cubicBezTo>
                  <a:close/>
                  <a:moveTo>
                    <a:pt x="896" y="0"/>
                  </a:moveTo>
                  <a:cubicBezTo>
                    <a:pt x="401" y="3"/>
                    <a:pt x="1" y="408"/>
                    <a:pt x="2" y="903"/>
                  </a:cubicBezTo>
                  <a:lnTo>
                    <a:pt x="2" y="3592"/>
                  </a:lnTo>
                  <a:cubicBezTo>
                    <a:pt x="2" y="3650"/>
                    <a:pt x="50" y="3697"/>
                    <a:pt x="109" y="3697"/>
                  </a:cubicBezTo>
                  <a:lnTo>
                    <a:pt x="2822" y="3697"/>
                  </a:lnTo>
                  <a:cubicBezTo>
                    <a:pt x="2880" y="3697"/>
                    <a:pt x="2928" y="3650"/>
                    <a:pt x="2928" y="3592"/>
                  </a:cubicBezTo>
                  <a:lnTo>
                    <a:pt x="2928" y="900"/>
                  </a:lnTo>
                  <a:cubicBezTo>
                    <a:pt x="2928" y="404"/>
                    <a:pt x="2524" y="0"/>
                    <a:pt x="202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771;p40">
              <a:extLst>
                <a:ext uri="{FF2B5EF4-FFF2-40B4-BE49-F238E27FC236}">
                  <a16:creationId xmlns:a16="http://schemas.microsoft.com/office/drawing/2014/main" id="{BB5435CB-54EC-73A3-983D-963F3E0C5384}"/>
                </a:ext>
              </a:extLst>
            </p:cNvPr>
            <p:cNvSpPr/>
            <p:nvPr/>
          </p:nvSpPr>
          <p:spPr>
            <a:xfrm>
              <a:off x="4863900" y="4448950"/>
              <a:ext cx="67775" cy="87150"/>
            </a:xfrm>
            <a:custGeom>
              <a:avLst/>
              <a:gdLst/>
              <a:ahLst/>
              <a:cxnLst/>
              <a:rect l="l" t="t" r="r" b="b"/>
              <a:pathLst>
                <a:path w="2711" h="3486" extrusionOk="0">
                  <a:moveTo>
                    <a:pt x="792" y="0"/>
                  </a:moveTo>
                  <a:cubicBezTo>
                    <a:pt x="355" y="2"/>
                    <a:pt x="0" y="357"/>
                    <a:pt x="2" y="797"/>
                  </a:cubicBezTo>
                  <a:lnTo>
                    <a:pt x="2" y="3486"/>
                  </a:lnTo>
                  <a:lnTo>
                    <a:pt x="2710" y="3486"/>
                  </a:lnTo>
                  <a:lnTo>
                    <a:pt x="2710" y="794"/>
                  </a:lnTo>
                  <a:cubicBezTo>
                    <a:pt x="2710" y="356"/>
                    <a:pt x="2354" y="0"/>
                    <a:pt x="19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772;p40">
              <a:extLst>
                <a:ext uri="{FF2B5EF4-FFF2-40B4-BE49-F238E27FC236}">
                  <a16:creationId xmlns:a16="http://schemas.microsoft.com/office/drawing/2014/main" id="{F6A54B0D-2E88-9125-786F-E516CB9C06BD}"/>
                </a:ext>
              </a:extLst>
            </p:cNvPr>
            <p:cNvSpPr/>
            <p:nvPr/>
          </p:nvSpPr>
          <p:spPr>
            <a:xfrm>
              <a:off x="4861250" y="4446300"/>
              <a:ext cx="73100" cy="92450"/>
            </a:xfrm>
            <a:custGeom>
              <a:avLst/>
              <a:gdLst/>
              <a:ahLst/>
              <a:cxnLst/>
              <a:rect l="l" t="t" r="r" b="b"/>
              <a:pathLst>
                <a:path w="2924" h="3698" extrusionOk="0">
                  <a:moveTo>
                    <a:pt x="2023" y="213"/>
                  </a:moveTo>
                  <a:cubicBezTo>
                    <a:pt x="2402" y="213"/>
                    <a:pt x="2709" y="521"/>
                    <a:pt x="2709" y="900"/>
                  </a:cubicBezTo>
                  <a:lnTo>
                    <a:pt x="2709" y="3484"/>
                  </a:lnTo>
                  <a:lnTo>
                    <a:pt x="215" y="3484"/>
                  </a:lnTo>
                  <a:lnTo>
                    <a:pt x="215" y="903"/>
                  </a:lnTo>
                  <a:cubicBezTo>
                    <a:pt x="214" y="718"/>
                    <a:pt x="285" y="545"/>
                    <a:pt x="415" y="416"/>
                  </a:cubicBezTo>
                  <a:cubicBezTo>
                    <a:pt x="544" y="286"/>
                    <a:pt x="717" y="213"/>
                    <a:pt x="900" y="213"/>
                  </a:cubicBezTo>
                  <a:close/>
                  <a:moveTo>
                    <a:pt x="898" y="0"/>
                  </a:moveTo>
                  <a:cubicBezTo>
                    <a:pt x="659" y="0"/>
                    <a:pt x="432" y="94"/>
                    <a:pt x="263" y="265"/>
                  </a:cubicBezTo>
                  <a:cubicBezTo>
                    <a:pt x="93" y="435"/>
                    <a:pt x="1" y="661"/>
                    <a:pt x="1" y="903"/>
                  </a:cubicBezTo>
                  <a:lnTo>
                    <a:pt x="1" y="3592"/>
                  </a:lnTo>
                  <a:cubicBezTo>
                    <a:pt x="1" y="3650"/>
                    <a:pt x="48" y="3697"/>
                    <a:pt x="108" y="3697"/>
                  </a:cubicBezTo>
                  <a:lnTo>
                    <a:pt x="2816" y="3697"/>
                  </a:lnTo>
                  <a:cubicBezTo>
                    <a:pt x="2876" y="3697"/>
                    <a:pt x="2923" y="3650"/>
                    <a:pt x="2923" y="3592"/>
                  </a:cubicBezTo>
                  <a:lnTo>
                    <a:pt x="2923" y="900"/>
                  </a:lnTo>
                  <a:cubicBezTo>
                    <a:pt x="2923" y="404"/>
                    <a:pt x="2520" y="0"/>
                    <a:pt x="202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773;p40">
              <a:extLst>
                <a:ext uri="{FF2B5EF4-FFF2-40B4-BE49-F238E27FC236}">
                  <a16:creationId xmlns:a16="http://schemas.microsoft.com/office/drawing/2014/main" id="{23C8CD6C-06A2-8C06-0543-2975F0622368}"/>
                </a:ext>
              </a:extLst>
            </p:cNvPr>
            <p:cNvSpPr/>
            <p:nvPr/>
          </p:nvSpPr>
          <p:spPr>
            <a:xfrm>
              <a:off x="4931575" y="4448950"/>
              <a:ext cx="67800" cy="87150"/>
            </a:xfrm>
            <a:custGeom>
              <a:avLst/>
              <a:gdLst/>
              <a:ahLst/>
              <a:cxnLst/>
              <a:rect l="l" t="t" r="r" b="b"/>
              <a:pathLst>
                <a:path w="2712" h="3486" extrusionOk="0">
                  <a:moveTo>
                    <a:pt x="792" y="0"/>
                  </a:moveTo>
                  <a:cubicBezTo>
                    <a:pt x="355" y="2"/>
                    <a:pt x="0" y="357"/>
                    <a:pt x="2" y="797"/>
                  </a:cubicBezTo>
                  <a:lnTo>
                    <a:pt x="2" y="3486"/>
                  </a:lnTo>
                  <a:lnTo>
                    <a:pt x="2712" y="3486"/>
                  </a:lnTo>
                  <a:lnTo>
                    <a:pt x="2712" y="794"/>
                  </a:lnTo>
                  <a:cubicBezTo>
                    <a:pt x="2712" y="356"/>
                    <a:pt x="2356" y="0"/>
                    <a:pt x="19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774;p40">
              <a:extLst>
                <a:ext uri="{FF2B5EF4-FFF2-40B4-BE49-F238E27FC236}">
                  <a16:creationId xmlns:a16="http://schemas.microsoft.com/office/drawing/2014/main" id="{02D30190-6293-BF50-3ABF-7AB54240980C}"/>
                </a:ext>
              </a:extLst>
            </p:cNvPr>
            <p:cNvSpPr/>
            <p:nvPr/>
          </p:nvSpPr>
          <p:spPr>
            <a:xfrm>
              <a:off x="4928900" y="4446300"/>
              <a:ext cx="73150" cy="92450"/>
            </a:xfrm>
            <a:custGeom>
              <a:avLst/>
              <a:gdLst/>
              <a:ahLst/>
              <a:cxnLst/>
              <a:rect l="l" t="t" r="r" b="b"/>
              <a:pathLst>
                <a:path w="2926" h="3698" extrusionOk="0">
                  <a:moveTo>
                    <a:pt x="2025" y="213"/>
                  </a:moveTo>
                  <a:cubicBezTo>
                    <a:pt x="2403" y="213"/>
                    <a:pt x="2711" y="521"/>
                    <a:pt x="2711" y="900"/>
                  </a:cubicBezTo>
                  <a:lnTo>
                    <a:pt x="2711" y="3484"/>
                  </a:lnTo>
                  <a:lnTo>
                    <a:pt x="214" y="3484"/>
                  </a:lnTo>
                  <a:lnTo>
                    <a:pt x="214" y="903"/>
                  </a:lnTo>
                  <a:cubicBezTo>
                    <a:pt x="214" y="718"/>
                    <a:pt x="284" y="545"/>
                    <a:pt x="414" y="416"/>
                  </a:cubicBezTo>
                  <a:cubicBezTo>
                    <a:pt x="543" y="286"/>
                    <a:pt x="716" y="213"/>
                    <a:pt x="899" y="213"/>
                  </a:cubicBezTo>
                  <a:close/>
                  <a:moveTo>
                    <a:pt x="899" y="0"/>
                  </a:moveTo>
                  <a:cubicBezTo>
                    <a:pt x="658" y="0"/>
                    <a:pt x="433" y="94"/>
                    <a:pt x="264" y="265"/>
                  </a:cubicBezTo>
                  <a:cubicBezTo>
                    <a:pt x="94" y="435"/>
                    <a:pt x="0" y="661"/>
                    <a:pt x="2" y="903"/>
                  </a:cubicBezTo>
                  <a:lnTo>
                    <a:pt x="2" y="3592"/>
                  </a:lnTo>
                  <a:cubicBezTo>
                    <a:pt x="2" y="3650"/>
                    <a:pt x="49" y="3697"/>
                    <a:pt x="109" y="3697"/>
                  </a:cubicBezTo>
                  <a:lnTo>
                    <a:pt x="2819" y="3697"/>
                  </a:lnTo>
                  <a:cubicBezTo>
                    <a:pt x="2878" y="3697"/>
                    <a:pt x="2926" y="3650"/>
                    <a:pt x="2926" y="3592"/>
                  </a:cubicBezTo>
                  <a:lnTo>
                    <a:pt x="2926" y="900"/>
                  </a:lnTo>
                  <a:cubicBezTo>
                    <a:pt x="2926" y="404"/>
                    <a:pt x="2521" y="0"/>
                    <a:pt x="202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775;p40">
              <a:extLst>
                <a:ext uri="{FF2B5EF4-FFF2-40B4-BE49-F238E27FC236}">
                  <a16:creationId xmlns:a16="http://schemas.microsoft.com/office/drawing/2014/main" id="{94048CAE-7C21-5A55-D218-F76D8CD6A379}"/>
                </a:ext>
              </a:extLst>
            </p:cNvPr>
            <p:cNvSpPr/>
            <p:nvPr/>
          </p:nvSpPr>
          <p:spPr>
            <a:xfrm>
              <a:off x="5416700" y="4402625"/>
              <a:ext cx="71800" cy="90825"/>
            </a:xfrm>
            <a:custGeom>
              <a:avLst/>
              <a:gdLst/>
              <a:ahLst/>
              <a:cxnLst/>
              <a:rect l="l" t="t" r="r" b="b"/>
              <a:pathLst>
                <a:path w="2872" h="3633" extrusionOk="0">
                  <a:moveTo>
                    <a:pt x="1759" y="0"/>
                  </a:moveTo>
                  <a:cubicBezTo>
                    <a:pt x="1194" y="0"/>
                    <a:pt x="573" y="601"/>
                    <a:pt x="306" y="1466"/>
                  </a:cubicBezTo>
                  <a:cubicBezTo>
                    <a:pt x="0" y="2449"/>
                    <a:pt x="267" y="3403"/>
                    <a:pt x="883" y="3598"/>
                  </a:cubicBezTo>
                  <a:cubicBezTo>
                    <a:pt x="957" y="3621"/>
                    <a:pt x="1034" y="3633"/>
                    <a:pt x="1111" y="3633"/>
                  </a:cubicBezTo>
                  <a:cubicBezTo>
                    <a:pt x="1675" y="3633"/>
                    <a:pt x="2295" y="3032"/>
                    <a:pt x="2566" y="2167"/>
                  </a:cubicBezTo>
                  <a:cubicBezTo>
                    <a:pt x="2871" y="1184"/>
                    <a:pt x="2603" y="229"/>
                    <a:pt x="1988" y="35"/>
                  </a:cubicBezTo>
                  <a:cubicBezTo>
                    <a:pt x="1914" y="11"/>
                    <a:pt x="1837" y="0"/>
                    <a:pt x="175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776;p40">
              <a:extLst>
                <a:ext uri="{FF2B5EF4-FFF2-40B4-BE49-F238E27FC236}">
                  <a16:creationId xmlns:a16="http://schemas.microsoft.com/office/drawing/2014/main" id="{1DCD9406-9AEC-0B7F-E1C5-72E857A3CCA5}"/>
                </a:ext>
              </a:extLst>
            </p:cNvPr>
            <p:cNvSpPr/>
            <p:nvPr/>
          </p:nvSpPr>
          <p:spPr>
            <a:xfrm>
              <a:off x="5413725" y="4399950"/>
              <a:ext cx="77700" cy="96175"/>
            </a:xfrm>
            <a:custGeom>
              <a:avLst/>
              <a:gdLst/>
              <a:ahLst/>
              <a:cxnLst/>
              <a:rect l="l" t="t" r="r" b="b"/>
              <a:pathLst>
                <a:path w="3108" h="3847" extrusionOk="0">
                  <a:moveTo>
                    <a:pt x="1879" y="213"/>
                  </a:moveTo>
                  <a:cubicBezTo>
                    <a:pt x="1946" y="213"/>
                    <a:pt x="2012" y="224"/>
                    <a:pt x="2074" y="243"/>
                  </a:cubicBezTo>
                  <a:cubicBezTo>
                    <a:pt x="2631" y="419"/>
                    <a:pt x="2864" y="1335"/>
                    <a:pt x="2582" y="2243"/>
                  </a:cubicBezTo>
                  <a:cubicBezTo>
                    <a:pt x="2402" y="2822"/>
                    <a:pt x="2039" y="3313"/>
                    <a:pt x="1634" y="3525"/>
                  </a:cubicBezTo>
                  <a:cubicBezTo>
                    <a:pt x="1495" y="3597"/>
                    <a:pt x="1358" y="3633"/>
                    <a:pt x="1228" y="3633"/>
                  </a:cubicBezTo>
                  <a:cubicBezTo>
                    <a:pt x="1161" y="3633"/>
                    <a:pt x="1096" y="3623"/>
                    <a:pt x="1034" y="3604"/>
                  </a:cubicBezTo>
                  <a:cubicBezTo>
                    <a:pt x="477" y="3428"/>
                    <a:pt x="245" y="2512"/>
                    <a:pt x="526" y="1604"/>
                  </a:cubicBezTo>
                  <a:cubicBezTo>
                    <a:pt x="705" y="1025"/>
                    <a:pt x="1068" y="535"/>
                    <a:pt x="1471" y="324"/>
                  </a:cubicBezTo>
                  <a:cubicBezTo>
                    <a:pt x="1610" y="251"/>
                    <a:pt x="1748" y="213"/>
                    <a:pt x="1879" y="213"/>
                  </a:cubicBezTo>
                  <a:close/>
                  <a:moveTo>
                    <a:pt x="1881" y="0"/>
                  </a:moveTo>
                  <a:cubicBezTo>
                    <a:pt x="1716" y="0"/>
                    <a:pt x="1544" y="45"/>
                    <a:pt x="1373" y="135"/>
                  </a:cubicBezTo>
                  <a:cubicBezTo>
                    <a:pt x="913" y="374"/>
                    <a:pt x="520" y="900"/>
                    <a:pt x="322" y="1540"/>
                  </a:cubicBezTo>
                  <a:cubicBezTo>
                    <a:pt x="0" y="2576"/>
                    <a:pt x="291" y="3593"/>
                    <a:pt x="970" y="3806"/>
                  </a:cubicBezTo>
                  <a:cubicBezTo>
                    <a:pt x="1053" y="3833"/>
                    <a:pt x="1141" y="3846"/>
                    <a:pt x="1230" y="3846"/>
                  </a:cubicBezTo>
                  <a:cubicBezTo>
                    <a:pt x="1394" y="3846"/>
                    <a:pt x="1564" y="3802"/>
                    <a:pt x="1733" y="3714"/>
                  </a:cubicBezTo>
                  <a:cubicBezTo>
                    <a:pt x="2192" y="3473"/>
                    <a:pt x="2585" y="2947"/>
                    <a:pt x="2786" y="2305"/>
                  </a:cubicBezTo>
                  <a:cubicBezTo>
                    <a:pt x="3108" y="1271"/>
                    <a:pt x="2817" y="254"/>
                    <a:pt x="2138" y="39"/>
                  </a:cubicBezTo>
                  <a:cubicBezTo>
                    <a:pt x="2055" y="13"/>
                    <a:pt x="1969" y="0"/>
                    <a:pt x="188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777;p40">
              <a:extLst>
                <a:ext uri="{FF2B5EF4-FFF2-40B4-BE49-F238E27FC236}">
                  <a16:creationId xmlns:a16="http://schemas.microsoft.com/office/drawing/2014/main" id="{375DDE01-65B7-1361-231C-1376459C28E4}"/>
                </a:ext>
              </a:extLst>
            </p:cNvPr>
            <p:cNvSpPr/>
            <p:nvPr/>
          </p:nvSpPr>
          <p:spPr>
            <a:xfrm>
              <a:off x="5394075" y="4536725"/>
              <a:ext cx="39650" cy="50100"/>
            </a:xfrm>
            <a:custGeom>
              <a:avLst/>
              <a:gdLst/>
              <a:ahLst/>
              <a:cxnLst/>
              <a:rect l="l" t="t" r="r" b="b"/>
              <a:pathLst>
                <a:path w="1586" h="2004" extrusionOk="0">
                  <a:moveTo>
                    <a:pt x="973" y="0"/>
                  </a:moveTo>
                  <a:cubicBezTo>
                    <a:pt x="658" y="0"/>
                    <a:pt x="318" y="335"/>
                    <a:pt x="170" y="808"/>
                  </a:cubicBezTo>
                  <a:cubicBezTo>
                    <a:pt x="0" y="1346"/>
                    <a:pt x="142" y="1879"/>
                    <a:pt x="487" y="1985"/>
                  </a:cubicBezTo>
                  <a:cubicBezTo>
                    <a:pt x="529" y="1998"/>
                    <a:pt x="571" y="2004"/>
                    <a:pt x="614" y="2004"/>
                  </a:cubicBezTo>
                  <a:cubicBezTo>
                    <a:pt x="929" y="2004"/>
                    <a:pt x="1268" y="1672"/>
                    <a:pt x="1416" y="1196"/>
                  </a:cubicBezTo>
                  <a:cubicBezTo>
                    <a:pt x="1586" y="652"/>
                    <a:pt x="1444" y="125"/>
                    <a:pt x="1099" y="19"/>
                  </a:cubicBezTo>
                  <a:cubicBezTo>
                    <a:pt x="1058" y="6"/>
                    <a:pt x="1016" y="0"/>
                    <a:pt x="97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778;p40">
              <a:extLst>
                <a:ext uri="{FF2B5EF4-FFF2-40B4-BE49-F238E27FC236}">
                  <a16:creationId xmlns:a16="http://schemas.microsoft.com/office/drawing/2014/main" id="{8C8CFC8F-DC94-6453-34E9-4EBDFCFB02A5}"/>
                </a:ext>
              </a:extLst>
            </p:cNvPr>
            <p:cNvSpPr/>
            <p:nvPr/>
          </p:nvSpPr>
          <p:spPr>
            <a:xfrm>
              <a:off x="5392875" y="4534025"/>
              <a:ext cx="42025" cy="55500"/>
            </a:xfrm>
            <a:custGeom>
              <a:avLst/>
              <a:gdLst/>
              <a:ahLst/>
              <a:cxnLst/>
              <a:rect l="l" t="t" r="r" b="b"/>
              <a:pathLst>
                <a:path w="1681" h="2220" extrusionOk="0">
                  <a:moveTo>
                    <a:pt x="1022" y="215"/>
                  </a:moveTo>
                  <a:cubicBezTo>
                    <a:pt x="1053" y="215"/>
                    <a:pt x="1084" y="220"/>
                    <a:pt x="1116" y="229"/>
                  </a:cubicBezTo>
                  <a:cubicBezTo>
                    <a:pt x="1230" y="264"/>
                    <a:pt x="1300" y="358"/>
                    <a:pt x="1339" y="431"/>
                  </a:cubicBezTo>
                  <a:cubicBezTo>
                    <a:pt x="1449" y="641"/>
                    <a:pt x="1458" y="963"/>
                    <a:pt x="1363" y="1272"/>
                  </a:cubicBezTo>
                  <a:cubicBezTo>
                    <a:pt x="1230" y="1697"/>
                    <a:pt x="926" y="2005"/>
                    <a:pt x="661" y="2005"/>
                  </a:cubicBezTo>
                  <a:cubicBezTo>
                    <a:pt x="629" y="2005"/>
                    <a:pt x="597" y="2001"/>
                    <a:pt x="566" y="1991"/>
                  </a:cubicBezTo>
                  <a:cubicBezTo>
                    <a:pt x="452" y="1956"/>
                    <a:pt x="382" y="1860"/>
                    <a:pt x="343" y="1787"/>
                  </a:cubicBezTo>
                  <a:cubicBezTo>
                    <a:pt x="233" y="1576"/>
                    <a:pt x="222" y="1254"/>
                    <a:pt x="319" y="948"/>
                  </a:cubicBezTo>
                  <a:cubicBezTo>
                    <a:pt x="452" y="523"/>
                    <a:pt x="757" y="215"/>
                    <a:pt x="1022" y="215"/>
                  </a:cubicBezTo>
                  <a:close/>
                  <a:moveTo>
                    <a:pt x="1018" y="0"/>
                  </a:moveTo>
                  <a:cubicBezTo>
                    <a:pt x="656" y="0"/>
                    <a:pt x="281" y="356"/>
                    <a:pt x="115" y="884"/>
                  </a:cubicBezTo>
                  <a:cubicBezTo>
                    <a:pt x="1" y="1248"/>
                    <a:pt x="15" y="1622"/>
                    <a:pt x="155" y="1887"/>
                  </a:cubicBezTo>
                  <a:cubicBezTo>
                    <a:pt x="237" y="2044"/>
                    <a:pt x="358" y="2149"/>
                    <a:pt x="504" y="2195"/>
                  </a:cubicBezTo>
                  <a:cubicBezTo>
                    <a:pt x="556" y="2212"/>
                    <a:pt x="609" y="2219"/>
                    <a:pt x="664" y="2219"/>
                  </a:cubicBezTo>
                  <a:lnTo>
                    <a:pt x="664" y="2219"/>
                  </a:lnTo>
                  <a:cubicBezTo>
                    <a:pt x="1027" y="2219"/>
                    <a:pt x="1402" y="1865"/>
                    <a:pt x="1567" y="1335"/>
                  </a:cubicBezTo>
                  <a:cubicBezTo>
                    <a:pt x="1680" y="969"/>
                    <a:pt x="1665" y="593"/>
                    <a:pt x="1527" y="331"/>
                  </a:cubicBezTo>
                  <a:cubicBezTo>
                    <a:pt x="1445" y="176"/>
                    <a:pt x="1324" y="71"/>
                    <a:pt x="1178" y="25"/>
                  </a:cubicBezTo>
                  <a:cubicBezTo>
                    <a:pt x="1126" y="8"/>
                    <a:pt x="1072" y="0"/>
                    <a:pt x="1018" y="0"/>
                  </a:cubicBezTo>
                  <a:close/>
                  <a:moveTo>
                    <a:pt x="664" y="2219"/>
                  </a:moveTo>
                  <a:cubicBezTo>
                    <a:pt x="664" y="2219"/>
                    <a:pt x="663" y="2219"/>
                    <a:pt x="663" y="2219"/>
                  </a:cubicBezTo>
                  <a:lnTo>
                    <a:pt x="665" y="2219"/>
                  </a:lnTo>
                  <a:cubicBezTo>
                    <a:pt x="664" y="2219"/>
                    <a:pt x="664" y="2219"/>
                    <a:pt x="664" y="2219"/>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779;p40">
              <a:extLst>
                <a:ext uri="{FF2B5EF4-FFF2-40B4-BE49-F238E27FC236}">
                  <a16:creationId xmlns:a16="http://schemas.microsoft.com/office/drawing/2014/main" id="{CD7AB8A5-2107-0003-FE76-CC8FD0C9767C}"/>
                </a:ext>
              </a:extLst>
            </p:cNvPr>
            <p:cNvSpPr/>
            <p:nvPr/>
          </p:nvSpPr>
          <p:spPr>
            <a:xfrm>
              <a:off x="5121925" y="4050650"/>
              <a:ext cx="191875" cy="5350"/>
            </a:xfrm>
            <a:custGeom>
              <a:avLst/>
              <a:gdLst/>
              <a:ahLst/>
              <a:cxnLst/>
              <a:rect l="l" t="t" r="r" b="b"/>
              <a:pathLst>
                <a:path w="7675" h="214" extrusionOk="0">
                  <a:moveTo>
                    <a:pt x="1" y="0"/>
                  </a:moveTo>
                  <a:lnTo>
                    <a:pt x="1" y="213"/>
                  </a:lnTo>
                  <a:lnTo>
                    <a:pt x="7675" y="213"/>
                  </a:lnTo>
                  <a:lnTo>
                    <a:pt x="767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780;p40">
              <a:extLst>
                <a:ext uri="{FF2B5EF4-FFF2-40B4-BE49-F238E27FC236}">
                  <a16:creationId xmlns:a16="http://schemas.microsoft.com/office/drawing/2014/main" id="{E6F431E9-1370-8200-FBE3-210641C32559}"/>
                </a:ext>
              </a:extLst>
            </p:cNvPr>
            <p:cNvSpPr/>
            <p:nvPr/>
          </p:nvSpPr>
          <p:spPr>
            <a:xfrm>
              <a:off x="4937375" y="3371850"/>
              <a:ext cx="352450" cy="521625"/>
            </a:xfrm>
            <a:custGeom>
              <a:avLst/>
              <a:gdLst/>
              <a:ahLst/>
              <a:cxnLst/>
              <a:rect l="l" t="t" r="r" b="b"/>
              <a:pathLst>
                <a:path w="14098" h="20865" extrusionOk="0">
                  <a:moveTo>
                    <a:pt x="14029" y="0"/>
                  </a:moveTo>
                  <a:cubicBezTo>
                    <a:pt x="6328" y="2643"/>
                    <a:pt x="2998" y="8176"/>
                    <a:pt x="1558" y="12352"/>
                  </a:cubicBezTo>
                  <a:cubicBezTo>
                    <a:pt x="1" y="16874"/>
                    <a:pt x="266" y="20826"/>
                    <a:pt x="269" y="20865"/>
                  </a:cubicBezTo>
                  <a:lnTo>
                    <a:pt x="481" y="20850"/>
                  </a:lnTo>
                  <a:cubicBezTo>
                    <a:pt x="478" y="20811"/>
                    <a:pt x="216" y="16895"/>
                    <a:pt x="1762" y="12415"/>
                  </a:cubicBezTo>
                  <a:cubicBezTo>
                    <a:pt x="3187" y="8286"/>
                    <a:pt x="6482" y="2816"/>
                    <a:pt x="14098" y="203"/>
                  </a:cubicBezTo>
                  <a:lnTo>
                    <a:pt x="14029"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781;p40">
              <a:extLst>
                <a:ext uri="{FF2B5EF4-FFF2-40B4-BE49-F238E27FC236}">
                  <a16:creationId xmlns:a16="http://schemas.microsoft.com/office/drawing/2014/main" id="{CC933F82-6BE6-A533-FDFE-0C3D9C897FA0}"/>
                </a:ext>
              </a:extLst>
            </p:cNvPr>
            <p:cNvSpPr/>
            <p:nvPr/>
          </p:nvSpPr>
          <p:spPr>
            <a:xfrm>
              <a:off x="4590500" y="3317450"/>
              <a:ext cx="414725" cy="576025"/>
            </a:xfrm>
            <a:custGeom>
              <a:avLst/>
              <a:gdLst/>
              <a:ahLst/>
              <a:cxnLst/>
              <a:rect l="l" t="t" r="r" b="b"/>
              <a:pathLst>
                <a:path w="16589" h="23041" extrusionOk="0">
                  <a:moveTo>
                    <a:pt x="16523" y="1"/>
                  </a:moveTo>
                  <a:cubicBezTo>
                    <a:pt x="7454" y="2918"/>
                    <a:pt x="3530" y="9027"/>
                    <a:pt x="1835" y="13638"/>
                  </a:cubicBezTo>
                  <a:cubicBezTo>
                    <a:pt x="0" y="18633"/>
                    <a:pt x="313" y="22997"/>
                    <a:pt x="316" y="23041"/>
                  </a:cubicBezTo>
                  <a:lnTo>
                    <a:pt x="529" y="23024"/>
                  </a:lnTo>
                  <a:cubicBezTo>
                    <a:pt x="526" y="22981"/>
                    <a:pt x="216" y="18663"/>
                    <a:pt x="2036" y="13712"/>
                  </a:cubicBezTo>
                  <a:cubicBezTo>
                    <a:pt x="3714" y="9144"/>
                    <a:pt x="7601" y="3093"/>
                    <a:pt x="16588" y="203"/>
                  </a:cubicBezTo>
                  <a:lnTo>
                    <a:pt x="16523"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782;p40">
              <a:extLst>
                <a:ext uri="{FF2B5EF4-FFF2-40B4-BE49-F238E27FC236}">
                  <a16:creationId xmlns:a16="http://schemas.microsoft.com/office/drawing/2014/main" id="{CAB60A51-8EE2-9BA2-BE2D-F0E2B1A686D5}"/>
                </a:ext>
              </a:extLst>
            </p:cNvPr>
            <p:cNvSpPr/>
            <p:nvPr/>
          </p:nvSpPr>
          <p:spPr>
            <a:xfrm>
              <a:off x="5247375" y="3456150"/>
              <a:ext cx="179175" cy="217625"/>
            </a:xfrm>
            <a:custGeom>
              <a:avLst/>
              <a:gdLst/>
              <a:ahLst/>
              <a:cxnLst/>
              <a:rect l="l" t="t" r="r" b="b"/>
              <a:pathLst>
                <a:path w="7167" h="8705" extrusionOk="0">
                  <a:moveTo>
                    <a:pt x="6753" y="1"/>
                  </a:moveTo>
                  <a:cubicBezTo>
                    <a:pt x="5874" y="1"/>
                    <a:pt x="3614" y="304"/>
                    <a:pt x="46" y="2838"/>
                  </a:cubicBezTo>
                  <a:cubicBezTo>
                    <a:pt x="17" y="2861"/>
                    <a:pt x="0" y="2895"/>
                    <a:pt x="2" y="2932"/>
                  </a:cubicBezTo>
                  <a:cubicBezTo>
                    <a:pt x="5" y="2968"/>
                    <a:pt x="24" y="3001"/>
                    <a:pt x="55" y="3019"/>
                  </a:cubicBezTo>
                  <a:cubicBezTo>
                    <a:pt x="81" y="3034"/>
                    <a:pt x="2454" y="4394"/>
                    <a:pt x="3459" y="6558"/>
                  </a:cubicBezTo>
                  <a:lnTo>
                    <a:pt x="507" y="8528"/>
                  </a:lnTo>
                  <a:lnTo>
                    <a:pt x="624" y="8705"/>
                  </a:lnTo>
                  <a:lnTo>
                    <a:pt x="3653" y="6684"/>
                  </a:lnTo>
                  <a:cubicBezTo>
                    <a:pt x="3696" y="6656"/>
                    <a:pt x="3711" y="6600"/>
                    <a:pt x="3690" y="6553"/>
                  </a:cubicBezTo>
                  <a:cubicBezTo>
                    <a:pt x="2819" y="4591"/>
                    <a:pt x="849" y="3260"/>
                    <a:pt x="303" y="2919"/>
                  </a:cubicBezTo>
                  <a:cubicBezTo>
                    <a:pt x="3777" y="484"/>
                    <a:pt x="5988" y="218"/>
                    <a:pt x="6788" y="218"/>
                  </a:cubicBezTo>
                  <a:cubicBezTo>
                    <a:pt x="7007" y="218"/>
                    <a:pt x="7120" y="238"/>
                    <a:pt x="7125" y="239"/>
                  </a:cubicBezTo>
                  <a:lnTo>
                    <a:pt x="7167" y="30"/>
                  </a:lnTo>
                  <a:cubicBezTo>
                    <a:pt x="7144" y="26"/>
                    <a:pt x="7006" y="1"/>
                    <a:pt x="675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783;p40">
              <a:extLst>
                <a:ext uri="{FF2B5EF4-FFF2-40B4-BE49-F238E27FC236}">
                  <a16:creationId xmlns:a16="http://schemas.microsoft.com/office/drawing/2014/main" id="{3F0E4786-A48E-32A3-C495-51025DD5B059}"/>
                </a:ext>
              </a:extLst>
            </p:cNvPr>
            <p:cNvSpPr/>
            <p:nvPr/>
          </p:nvSpPr>
          <p:spPr>
            <a:xfrm>
              <a:off x="4856525" y="3326575"/>
              <a:ext cx="245800" cy="195075"/>
            </a:xfrm>
            <a:custGeom>
              <a:avLst/>
              <a:gdLst/>
              <a:ahLst/>
              <a:cxnLst/>
              <a:rect l="l" t="t" r="r" b="b"/>
              <a:pathLst>
                <a:path w="9832" h="7803" extrusionOk="0">
                  <a:moveTo>
                    <a:pt x="9763" y="1"/>
                  </a:moveTo>
                  <a:cubicBezTo>
                    <a:pt x="9702" y="21"/>
                    <a:pt x="3619" y="2134"/>
                    <a:pt x="1" y="7686"/>
                  </a:cubicBezTo>
                  <a:lnTo>
                    <a:pt x="179" y="7803"/>
                  </a:lnTo>
                  <a:cubicBezTo>
                    <a:pt x="3757" y="2314"/>
                    <a:pt x="9771" y="224"/>
                    <a:pt x="9832" y="203"/>
                  </a:cubicBezTo>
                  <a:lnTo>
                    <a:pt x="9763"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784;p40">
              <a:extLst>
                <a:ext uri="{FF2B5EF4-FFF2-40B4-BE49-F238E27FC236}">
                  <a16:creationId xmlns:a16="http://schemas.microsoft.com/office/drawing/2014/main" id="{E20AE505-875E-B9A8-8E24-859918F88B13}"/>
                </a:ext>
              </a:extLst>
            </p:cNvPr>
            <p:cNvSpPr/>
            <p:nvPr/>
          </p:nvSpPr>
          <p:spPr>
            <a:xfrm>
              <a:off x="5363500" y="3469325"/>
              <a:ext cx="151675" cy="179000"/>
            </a:xfrm>
            <a:custGeom>
              <a:avLst/>
              <a:gdLst/>
              <a:ahLst/>
              <a:cxnLst/>
              <a:rect l="l" t="t" r="r" b="b"/>
              <a:pathLst>
                <a:path w="6067" h="7160" extrusionOk="0">
                  <a:moveTo>
                    <a:pt x="84" y="1"/>
                  </a:moveTo>
                  <a:lnTo>
                    <a:pt x="1" y="196"/>
                  </a:lnTo>
                  <a:cubicBezTo>
                    <a:pt x="37" y="212"/>
                    <a:pt x="3638" y="1801"/>
                    <a:pt x="5870" y="7159"/>
                  </a:cubicBezTo>
                  <a:lnTo>
                    <a:pt x="6067" y="7078"/>
                  </a:lnTo>
                  <a:cubicBezTo>
                    <a:pt x="3799" y="1633"/>
                    <a:pt x="121" y="16"/>
                    <a:pt x="8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785;p40">
              <a:extLst>
                <a:ext uri="{FF2B5EF4-FFF2-40B4-BE49-F238E27FC236}">
                  <a16:creationId xmlns:a16="http://schemas.microsoft.com/office/drawing/2014/main" id="{73E693E2-2AD6-8C62-5297-0A8195A5B359}"/>
                </a:ext>
              </a:extLst>
            </p:cNvPr>
            <p:cNvSpPr/>
            <p:nvPr/>
          </p:nvSpPr>
          <p:spPr>
            <a:xfrm>
              <a:off x="4520700" y="3438325"/>
              <a:ext cx="162325" cy="250750"/>
            </a:xfrm>
            <a:custGeom>
              <a:avLst/>
              <a:gdLst/>
              <a:ahLst/>
              <a:cxnLst/>
              <a:rect l="l" t="t" r="r" b="b"/>
              <a:pathLst>
                <a:path w="6493" h="10030" extrusionOk="0">
                  <a:moveTo>
                    <a:pt x="6342" y="0"/>
                  </a:moveTo>
                  <a:cubicBezTo>
                    <a:pt x="6318" y="24"/>
                    <a:pt x="3892" y="2466"/>
                    <a:pt x="2963" y="4805"/>
                  </a:cubicBezTo>
                  <a:cubicBezTo>
                    <a:pt x="2743" y="4994"/>
                    <a:pt x="885" y="6638"/>
                    <a:pt x="11" y="8784"/>
                  </a:cubicBezTo>
                  <a:cubicBezTo>
                    <a:pt x="2" y="8806"/>
                    <a:pt x="0" y="8830"/>
                    <a:pt x="6" y="8852"/>
                  </a:cubicBezTo>
                  <a:lnTo>
                    <a:pt x="344" y="10030"/>
                  </a:lnTo>
                  <a:lnTo>
                    <a:pt x="548" y="9972"/>
                  </a:lnTo>
                  <a:lnTo>
                    <a:pt x="222" y="8830"/>
                  </a:lnTo>
                  <a:cubicBezTo>
                    <a:pt x="1133" y="6628"/>
                    <a:pt x="3100" y="4967"/>
                    <a:pt x="3121" y="4951"/>
                  </a:cubicBezTo>
                  <a:cubicBezTo>
                    <a:pt x="3135" y="4939"/>
                    <a:pt x="3145" y="4926"/>
                    <a:pt x="3151" y="4908"/>
                  </a:cubicBezTo>
                  <a:cubicBezTo>
                    <a:pt x="4058" y="2603"/>
                    <a:pt x="6468" y="175"/>
                    <a:pt x="6492" y="151"/>
                  </a:cubicBezTo>
                  <a:lnTo>
                    <a:pt x="6342"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786;p40">
              <a:extLst>
                <a:ext uri="{FF2B5EF4-FFF2-40B4-BE49-F238E27FC236}">
                  <a16:creationId xmlns:a16="http://schemas.microsoft.com/office/drawing/2014/main" id="{DB36C55E-9655-09AB-DA75-F527DBB22457}"/>
                </a:ext>
              </a:extLst>
            </p:cNvPr>
            <p:cNvSpPr/>
            <p:nvPr/>
          </p:nvSpPr>
          <p:spPr>
            <a:xfrm>
              <a:off x="4880875" y="4195250"/>
              <a:ext cx="14400" cy="21100"/>
            </a:xfrm>
            <a:custGeom>
              <a:avLst/>
              <a:gdLst/>
              <a:ahLst/>
              <a:cxnLst/>
              <a:rect l="l" t="t" r="r" b="b"/>
              <a:pathLst>
                <a:path w="576" h="844" extrusionOk="0">
                  <a:moveTo>
                    <a:pt x="392" y="1"/>
                  </a:moveTo>
                  <a:cubicBezTo>
                    <a:pt x="247" y="244"/>
                    <a:pt x="115" y="498"/>
                    <a:pt x="0" y="756"/>
                  </a:cubicBezTo>
                  <a:lnTo>
                    <a:pt x="194" y="844"/>
                  </a:lnTo>
                  <a:cubicBezTo>
                    <a:pt x="307" y="592"/>
                    <a:pt x="435" y="345"/>
                    <a:pt x="575" y="110"/>
                  </a:cubicBezTo>
                  <a:lnTo>
                    <a:pt x="392"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787;p40">
              <a:extLst>
                <a:ext uri="{FF2B5EF4-FFF2-40B4-BE49-F238E27FC236}">
                  <a16:creationId xmlns:a16="http://schemas.microsoft.com/office/drawing/2014/main" id="{8A6369AE-89A1-CA37-7D1D-8F4DD1733D58}"/>
                </a:ext>
              </a:extLst>
            </p:cNvPr>
            <p:cNvSpPr/>
            <p:nvPr/>
          </p:nvSpPr>
          <p:spPr>
            <a:xfrm>
              <a:off x="4831100" y="4239175"/>
              <a:ext cx="45100" cy="171150"/>
            </a:xfrm>
            <a:custGeom>
              <a:avLst/>
              <a:gdLst/>
              <a:ahLst/>
              <a:cxnLst/>
              <a:rect l="l" t="t" r="r" b="b"/>
              <a:pathLst>
                <a:path w="1804" h="6846" extrusionOk="0">
                  <a:moveTo>
                    <a:pt x="1600" y="1"/>
                  </a:moveTo>
                  <a:cubicBezTo>
                    <a:pt x="1110" y="1572"/>
                    <a:pt x="817" y="3202"/>
                    <a:pt x="727" y="4846"/>
                  </a:cubicBezTo>
                  <a:cubicBezTo>
                    <a:pt x="644" y="6299"/>
                    <a:pt x="7" y="6652"/>
                    <a:pt x="1" y="6655"/>
                  </a:cubicBezTo>
                  <a:lnTo>
                    <a:pt x="97" y="6845"/>
                  </a:lnTo>
                  <a:lnTo>
                    <a:pt x="97" y="6844"/>
                  </a:lnTo>
                  <a:cubicBezTo>
                    <a:pt x="129" y="6829"/>
                    <a:pt x="848" y="6446"/>
                    <a:pt x="940" y="4858"/>
                  </a:cubicBezTo>
                  <a:cubicBezTo>
                    <a:pt x="1028" y="3230"/>
                    <a:pt x="1318" y="1618"/>
                    <a:pt x="1804" y="63"/>
                  </a:cubicBezTo>
                  <a:lnTo>
                    <a:pt x="1600"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788;p40">
              <a:extLst>
                <a:ext uri="{FF2B5EF4-FFF2-40B4-BE49-F238E27FC236}">
                  <a16:creationId xmlns:a16="http://schemas.microsoft.com/office/drawing/2014/main" id="{B27C71D3-0C8E-968F-726A-88F0E0AD860C}"/>
                </a:ext>
              </a:extLst>
            </p:cNvPr>
            <p:cNvSpPr/>
            <p:nvPr/>
          </p:nvSpPr>
          <p:spPr>
            <a:xfrm>
              <a:off x="5048125" y="4853900"/>
              <a:ext cx="18450" cy="15325"/>
            </a:xfrm>
            <a:custGeom>
              <a:avLst/>
              <a:gdLst/>
              <a:ahLst/>
              <a:cxnLst/>
              <a:rect l="l" t="t" r="r" b="b"/>
              <a:pathLst>
                <a:path w="738" h="613" extrusionOk="0">
                  <a:moveTo>
                    <a:pt x="130" y="0"/>
                  </a:moveTo>
                  <a:lnTo>
                    <a:pt x="0" y="170"/>
                  </a:lnTo>
                  <a:cubicBezTo>
                    <a:pt x="204" y="325"/>
                    <a:pt x="411" y="474"/>
                    <a:pt x="616" y="612"/>
                  </a:cubicBezTo>
                  <a:lnTo>
                    <a:pt x="737" y="435"/>
                  </a:lnTo>
                  <a:cubicBezTo>
                    <a:pt x="533" y="299"/>
                    <a:pt x="329" y="152"/>
                    <a:pt x="13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789;p40">
              <a:extLst>
                <a:ext uri="{FF2B5EF4-FFF2-40B4-BE49-F238E27FC236}">
                  <a16:creationId xmlns:a16="http://schemas.microsoft.com/office/drawing/2014/main" id="{49787CEA-F3E2-89DC-BD1A-36F394A42AB0}"/>
                </a:ext>
              </a:extLst>
            </p:cNvPr>
            <p:cNvSpPr/>
            <p:nvPr/>
          </p:nvSpPr>
          <p:spPr>
            <a:xfrm>
              <a:off x="4633175" y="4670200"/>
              <a:ext cx="396500" cy="169125"/>
            </a:xfrm>
            <a:custGeom>
              <a:avLst/>
              <a:gdLst/>
              <a:ahLst/>
              <a:cxnLst/>
              <a:rect l="l" t="t" r="r" b="b"/>
              <a:pathLst>
                <a:path w="15860" h="6765" extrusionOk="0">
                  <a:moveTo>
                    <a:pt x="1868" y="0"/>
                  </a:moveTo>
                  <a:cubicBezTo>
                    <a:pt x="1825" y="0"/>
                    <a:pt x="1786" y="27"/>
                    <a:pt x="1768" y="66"/>
                  </a:cubicBezTo>
                  <a:lnTo>
                    <a:pt x="1" y="4312"/>
                  </a:lnTo>
                  <a:lnTo>
                    <a:pt x="197" y="4394"/>
                  </a:lnTo>
                  <a:lnTo>
                    <a:pt x="1938" y="215"/>
                  </a:lnTo>
                  <a:lnTo>
                    <a:pt x="11497" y="215"/>
                  </a:lnTo>
                  <a:cubicBezTo>
                    <a:pt x="11694" y="758"/>
                    <a:pt x="13016" y="4227"/>
                    <a:pt x="15714" y="6764"/>
                  </a:cubicBezTo>
                  <a:lnTo>
                    <a:pt x="15860" y="6608"/>
                  </a:lnTo>
                  <a:cubicBezTo>
                    <a:pt x="12980" y="3900"/>
                    <a:pt x="11686" y="112"/>
                    <a:pt x="11674" y="73"/>
                  </a:cubicBezTo>
                  <a:cubicBezTo>
                    <a:pt x="11659" y="30"/>
                    <a:pt x="11619" y="0"/>
                    <a:pt x="1157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790;p40">
              <a:extLst>
                <a:ext uri="{FF2B5EF4-FFF2-40B4-BE49-F238E27FC236}">
                  <a16:creationId xmlns:a16="http://schemas.microsoft.com/office/drawing/2014/main" id="{07898BE0-88C2-1E0E-CB9F-178C69D85E2D}"/>
                </a:ext>
              </a:extLst>
            </p:cNvPr>
            <p:cNvSpPr/>
            <p:nvPr/>
          </p:nvSpPr>
          <p:spPr>
            <a:xfrm>
              <a:off x="5242525" y="3648525"/>
              <a:ext cx="50550" cy="50525"/>
            </a:xfrm>
            <a:custGeom>
              <a:avLst/>
              <a:gdLst/>
              <a:ahLst/>
              <a:cxnLst/>
              <a:rect l="l" t="t" r="r" b="b"/>
              <a:pathLst>
                <a:path w="2022" h="2021" extrusionOk="0">
                  <a:moveTo>
                    <a:pt x="1010" y="0"/>
                  </a:moveTo>
                  <a:cubicBezTo>
                    <a:pt x="452" y="0"/>
                    <a:pt x="1" y="452"/>
                    <a:pt x="1" y="1010"/>
                  </a:cubicBezTo>
                  <a:cubicBezTo>
                    <a:pt x="1" y="1568"/>
                    <a:pt x="453" y="2021"/>
                    <a:pt x="1010" y="2021"/>
                  </a:cubicBezTo>
                  <a:lnTo>
                    <a:pt x="1013" y="2021"/>
                  </a:lnTo>
                  <a:cubicBezTo>
                    <a:pt x="1570" y="2021"/>
                    <a:pt x="2021" y="1570"/>
                    <a:pt x="2021" y="1013"/>
                  </a:cubicBezTo>
                  <a:lnTo>
                    <a:pt x="2021" y="1010"/>
                  </a:lnTo>
                  <a:cubicBezTo>
                    <a:pt x="2021" y="452"/>
                    <a:pt x="1569" y="0"/>
                    <a:pt x="1010"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791;p40">
              <a:extLst>
                <a:ext uri="{FF2B5EF4-FFF2-40B4-BE49-F238E27FC236}">
                  <a16:creationId xmlns:a16="http://schemas.microsoft.com/office/drawing/2014/main" id="{5C142287-68B1-A38F-55D6-5F7A13C5683C}"/>
                </a:ext>
              </a:extLst>
            </p:cNvPr>
            <p:cNvSpPr/>
            <p:nvPr/>
          </p:nvSpPr>
          <p:spPr>
            <a:xfrm>
              <a:off x="5239850" y="3645850"/>
              <a:ext cx="55900" cy="55900"/>
            </a:xfrm>
            <a:custGeom>
              <a:avLst/>
              <a:gdLst/>
              <a:ahLst/>
              <a:cxnLst/>
              <a:rect l="l" t="t" r="r" b="b"/>
              <a:pathLst>
                <a:path w="2236" h="2236" extrusionOk="0">
                  <a:moveTo>
                    <a:pt x="1117" y="213"/>
                  </a:moveTo>
                  <a:cubicBezTo>
                    <a:pt x="1616" y="213"/>
                    <a:pt x="2023" y="618"/>
                    <a:pt x="2023" y="1117"/>
                  </a:cubicBezTo>
                  <a:lnTo>
                    <a:pt x="2023" y="1120"/>
                  </a:lnTo>
                  <a:cubicBezTo>
                    <a:pt x="2023" y="1617"/>
                    <a:pt x="1616" y="2022"/>
                    <a:pt x="1117" y="2022"/>
                  </a:cubicBezTo>
                  <a:cubicBezTo>
                    <a:pt x="620" y="2022"/>
                    <a:pt x="213" y="1616"/>
                    <a:pt x="213" y="1117"/>
                  </a:cubicBezTo>
                  <a:cubicBezTo>
                    <a:pt x="213" y="620"/>
                    <a:pt x="618" y="213"/>
                    <a:pt x="1117" y="213"/>
                  </a:cubicBezTo>
                  <a:close/>
                  <a:moveTo>
                    <a:pt x="1117" y="0"/>
                  </a:moveTo>
                  <a:cubicBezTo>
                    <a:pt x="502" y="0"/>
                    <a:pt x="1" y="502"/>
                    <a:pt x="1" y="1117"/>
                  </a:cubicBezTo>
                  <a:cubicBezTo>
                    <a:pt x="1" y="1733"/>
                    <a:pt x="502" y="2235"/>
                    <a:pt x="1120" y="2235"/>
                  </a:cubicBezTo>
                  <a:cubicBezTo>
                    <a:pt x="1735" y="2235"/>
                    <a:pt x="2235" y="1735"/>
                    <a:pt x="2235" y="1120"/>
                  </a:cubicBezTo>
                  <a:lnTo>
                    <a:pt x="2235" y="1117"/>
                  </a:lnTo>
                  <a:cubicBezTo>
                    <a:pt x="2235" y="502"/>
                    <a:pt x="1734" y="0"/>
                    <a:pt x="111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792;p40">
              <a:extLst>
                <a:ext uri="{FF2B5EF4-FFF2-40B4-BE49-F238E27FC236}">
                  <a16:creationId xmlns:a16="http://schemas.microsoft.com/office/drawing/2014/main" id="{89E7AABF-21F4-1328-3DE6-D7BCD9DCEBC7}"/>
                </a:ext>
              </a:extLst>
            </p:cNvPr>
            <p:cNvSpPr/>
            <p:nvPr/>
          </p:nvSpPr>
          <p:spPr>
            <a:xfrm>
              <a:off x="5492975" y="3647750"/>
              <a:ext cx="53950" cy="50600"/>
            </a:xfrm>
            <a:custGeom>
              <a:avLst/>
              <a:gdLst/>
              <a:ahLst/>
              <a:cxnLst/>
              <a:rect l="l" t="t" r="r" b="b"/>
              <a:pathLst>
                <a:path w="2158" h="2024" extrusionOk="0">
                  <a:moveTo>
                    <a:pt x="1081" y="1"/>
                  </a:moveTo>
                  <a:cubicBezTo>
                    <a:pt x="1034" y="1"/>
                    <a:pt x="987" y="4"/>
                    <a:pt x="940" y="11"/>
                  </a:cubicBezTo>
                  <a:cubicBezTo>
                    <a:pt x="387" y="88"/>
                    <a:pt x="0" y="597"/>
                    <a:pt x="78" y="1151"/>
                  </a:cubicBezTo>
                  <a:cubicBezTo>
                    <a:pt x="147" y="1656"/>
                    <a:pt x="580" y="2023"/>
                    <a:pt x="1077" y="2023"/>
                  </a:cubicBezTo>
                  <a:cubicBezTo>
                    <a:pt x="1124" y="2023"/>
                    <a:pt x="1171" y="2020"/>
                    <a:pt x="1218" y="2013"/>
                  </a:cubicBezTo>
                  <a:cubicBezTo>
                    <a:pt x="1221" y="2013"/>
                    <a:pt x="1224" y="2012"/>
                    <a:pt x="1227" y="2012"/>
                  </a:cubicBezTo>
                  <a:cubicBezTo>
                    <a:pt x="1777" y="1931"/>
                    <a:pt x="2158" y="1422"/>
                    <a:pt x="2080" y="873"/>
                  </a:cubicBezTo>
                  <a:cubicBezTo>
                    <a:pt x="2010" y="368"/>
                    <a:pt x="1577" y="1"/>
                    <a:pt x="1081"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793;p40">
              <a:extLst>
                <a:ext uri="{FF2B5EF4-FFF2-40B4-BE49-F238E27FC236}">
                  <a16:creationId xmlns:a16="http://schemas.microsoft.com/office/drawing/2014/main" id="{C4E74C80-47B5-6EEB-4972-CC19ACCB4F81}"/>
                </a:ext>
              </a:extLst>
            </p:cNvPr>
            <p:cNvSpPr/>
            <p:nvPr/>
          </p:nvSpPr>
          <p:spPr>
            <a:xfrm>
              <a:off x="5490150" y="3645100"/>
              <a:ext cx="59600" cy="55900"/>
            </a:xfrm>
            <a:custGeom>
              <a:avLst/>
              <a:gdLst/>
              <a:ahLst/>
              <a:cxnLst/>
              <a:rect l="l" t="t" r="r" b="b"/>
              <a:pathLst>
                <a:path w="2384" h="2236" extrusionOk="0">
                  <a:moveTo>
                    <a:pt x="1193" y="213"/>
                  </a:moveTo>
                  <a:cubicBezTo>
                    <a:pt x="1636" y="213"/>
                    <a:pt x="2025" y="542"/>
                    <a:pt x="2088" y="994"/>
                  </a:cubicBezTo>
                  <a:cubicBezTo>
                    <a:pt x="2156" y="1483"/>
                    <a:pt x="1814" y="1941"/>
                    <a:pt x="1316" y="2013"/>
                  </a:cubicBezTo>
                  <a:cubicBezTo>
                    <a:pt x="1274" y="2019"/>
                    <a:pt x="1232" y="2022"/>
                    <a:pt x="1190" y="2022"/>
                  </a:cubicBezTo>
                  <a:cubicBezTo>
                    <a:pt x="993" y="2022"/>
                    <a:pt x="805" y="1959"/>
                    <a:pt x="646" y="1839"/>
                  </a:cubicBezTo>
                  <a:cubicBezTo>
                    <a:pt x="453" y="1693"/>
                    <a:pt x="329" y="1482"/>
                    <a:pt x="296" y="1242"/>
                  </a:cubicBezTo>
                  <a:cubicBezTo>
                    <a:pt x="228" y="748"/>
                    <a:pt x="573" y="291"/>
                    <a:pt x="1068" y="222"/>
                  </a:cubicBezTo>
                  <a:cubicBezTo>
                    <a:pt x="1109" y="216"/>
                    <a:pt x="1151" y="213"/>
                    <a:pt x="1193" y="213"/>
                  </a:cubicBezTo>
                  <a:close/>
                  <a:moveTo>
                    <a:pt x="1190" y="0"/>
                  </a:moveTo>
                  <a:cubicBezTo>
                    <a:pt x="1140" y="0"/>
                    <a:pt x="1089" y="4"/>
                    <a:pt x="1038" y="11"/>
                  </a:cubicBezTo>
                  <a:cubicBezTo>
                    <a:pt x="427" y="96"/>
                    <a:pt x="0" y="662"/>
                    <a:pt x="85" y="1272"/>
                  </a:cubicBezTo>
                  <a:cubicBezTo>
                    <a:pt x="125" y="1567"/>
                    <a:pt x="279" y="1829"/>
                    <a:pt x="517" y="2009"/>
                  </a:cubicBezTo>
                  <a:cubicBezTo>
                    <a:pt x="713" y="2156"/>
                    <a:pt x="946" y="2235"/>
                    <a:pt x="1191" y="2235"/>
                  </a:cubicBezTo>
                  <a:cubicBezTo>
                    <a:pt x="1245" y="2235"/>
                    <a:pt x="1300" y="2231"/>
                    <a:pt x="1355" y="2223"/>
                  </a:cubicBezTo>
                  <a:cubicBezTo>
                    <a:pt x="1961" y="2136"/>
                    <a:pt x="2384" y="1570"/>
                    <a:pt x="2299" y="964"/>
                  </a:cubicBezTo>
                  <a:cubicBezTo>
                    <a:pt x="2221" y="406"/>
                    <a:pt x="1739" y="0"/>
                    <a:pt x="119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794;p40">
              <a:extLst>
                <a:ext uri="{FF2B5EF4-FFF2-40B4-BE49-F238E27FC236}">
                  <a16:creationId xmlns:a16="http://schemas.microsoft.com/office/drawing/2014/main" id="{03348E33-5192-5C5B-9CF8-6F04CA284514}"/>
                </a:ext>
              </a:extLst>
            </p:cNvPr>
            <p:cNvSpPr/>
            <p:nvPr/>
          </p:nvSpPr>
          <p:spPr>
            <a:xfrm>
              <a:off x="4831200" y="3500825"/>
              <a:ext cx="57350" cy="47050"/>
            </a:xfrm>
            <a:custGeom>
              <a:avLst/>
              <a:gdLst/>
              <a:ahLst/>
              <a:cxnLst/>
              <a:rect l="l" t="t" r="r" b="b"/>
              <a:pathLst>
                <a:path w="2294" h="1882" extrusionOk="0">
                  <a:moveTo>
                    <a:pt x="1463" y="0"/>
                  </a:moveTo>
                  <a:cubicBezTo>
                    <a:pt x="1376" y="0"/>
                    <a:pt x="1285" y="9"/>
                    <a:pt x="1191" y="29"/>
                  </a:cubicBezTo>
                  <a:cubicBezTo>
                    <a:pt x="570" y="154"/>
                    <a:pt x="43" y="667"/>
                    <a:pt x="20" y="1168"/>
                  </a:cubicBezTo>
                  <a:cubicBezTo>
                    <a:pt x="0" y="1592"/>
                    <a:pt x="348" y="1882"/>
                    <a:pt x="837" y="1882"/>
                  </a:cubicBezTo>
                  <a:cubicBezTo>
                    <a:pt x="923" y="1882"/>
                    <a:pt x="1013" y="1873"/>
                    <a:pt x="1106" y="1854"/>
                  </a:cubicBezTo>
                  <a:cubicBezTo>
                    <a:pt x="1728" y="1727"/>
                    <a:pt x="2251" y="1218"/>
                    <a:pt x="2273" y="714"/>
                  </a:cubicBezTo>
                  <a:cubicBezTo>
                    <a:pt x="2293" y="287"/>
                    <a:pt x="1947" y="0"/>
                    <a:pt x="1463"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795;p40">
              <a:extLst>
                <a:ext uri="{FF2B5EF4-FFF2-40B4-BE49-F238E27FC236}">
                  <a16:creationId xmlns:a16="http://schemas.microsoft.com/office/drawing/2014/main" id="{221E9BBB-2B60-9860-2D0A-CDC4B24082DE}"/>
                </a:ext>
              </a:extLst>
            </p:cNvPr>
            <p:cNvSpPr/>
            <p:nvPr/>
          </p:nvSpPr>
          <p:spPr>
            <a:xfrm>
              <a:off x="4828725" y="3498175"/>
              <a:ext cx="62300" cy="52375"/>
            </a:xfrm>
            <a:custGeom>
              <a:avLst/>
              <a:gdLst/>
              <a:ahLst/>
              <a:cxnLst/>
              <a:rect l="l" t="t" r="r" b="b"/>
              <a:pathLst>
                <a:path w="2492" h="2095" extrusionOk="0">
                  <a:moveTo>
                    <a:pt x="1562" y="212"/>
                  </a:moveTo>
                  <a:cubicBezTo>
                    <a:pt x="1772" y="212"/>
                    <a:pt x="1955" y="270"/>
                    <a:pt x="2085" y="382"/>
                  </a:cubicBezTo>
                  <a:cubicBezTo>
                    <a:pt x="2211" y="490"/>
                    <a:pt x="2274" y="639"/>
                    <a:pt x="2266" y="814"/>
                  </a:cubicBezTo>
                  <a:cubicBezTo>
                    <a:pt x="2244" y="1272"/>
                    <a:pt x="1759" y="1738"/>
                    <a:pt x="1183" y="1856"/>
                  </a:cubicBezTo>
                  <a:cubicBezTo>
                    <a:pt x="1097" y="1873"/>
                    <a:pt x="1014" y="1881"/>
                    <a:pt x="935" y="1881"/>
                  </a:cubicBezTo>
                  <a:cubicBezTo>
                    <a:pt x="724" y="1881"/>
                    <a:pt x="539" y="1822"/>
                    <a:pt x="407" y="1710"/>
                  </a:cubicBezTo>
                  <a:cubicBezTo>
                    <a:pt x="280" y="1601"/>
                    <a:pt x="216" y="1451"/>
                    <a:pt x="225" y="1278"/>
                  </a:cubicBezTo>
                  <a:cubicBezTo>
                    <a:pt x="246" y="830"/>
                    <a:pt x="743" y="353"/>
                    <a:pt x="1311" y="239"/>
                  </a:cubicBezTo>
                  <a:cubicBezTo>
                    <a:pt x="1397" y="221"/>
                    <a:pt x="1482" y="212"/>
                    <a:pt x="1562" y="212"/>
                  </a:cubicBezTo>
                  <a:close/>
                  <a:moveTo>
                    <a:pt x="1562" y="0"/>
                  </a:moveTo>
                  <a:cubicBezTo>
                    <a:pt x="1468" y="0"/>
                    <a:pt x="1369" y="10"/>
                    <a:pt x="1269" y="30"/>
                  </a:cubicBezTo>
                  <a:cubicBezTo>
                    <a:pt x="602" y="164"/>
                    <a:pt x="38" y="720"/>
                    <a:pt x="12" y="1268"/>
                  </a:cubicBezTo>
                  <a:cubicBezTo>
                    <a:pt x="0" y="1506"/>
                    <a:pt x="93" y="1720"/>
                    <a:pt x="268" y="1871"/>
                  </a:cubicBezTo>
                  <a:cubicBezTo>
                    <a:pt x="438" y="2018"/>
                    <a:pt x="672" y="2094"/>
                    <a:pt x="934" y="2094"/>
                  </a:cubicBezTo>
                  <a:cubicBezTo>
                    <a:pt x="1028" y="2094"/>
                    <a:pt x="1126" y="2085"/>
                    <a:pt x="1226" y="2064"/>
                  </a:cubicBezTo>
                  <a:cubicBezTo>
                    <a:pt x="1903" y="1927"/>
                    <a:pt x="2454" y="1382"/>
                    <a:pt x="2479" y="824"/>
                  </a:cubicBezTo>
                  <a:cubicBezTo>
                    <a:pt x="2491" y="586"/>
                    <a:pt x="2400" y="371"/>
                    <a:pt x="2225" y="221"/>
                  </a:cubicBezTo>
                  <a:cubicBezTo>
                    <a:pt x="2056" y="76"/>
                    <a:pt x="1823" y="0"/>
                    <a:pt x="156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796;p40">
              <a:extLst>
                <a:ext uri="{FF2B5EF4-FFF2-40B4-BE49-F238E27FC236}">
                  <a16:creationId xmlns:a16="http://schemas.microsoft.com/office/drawing/2014/main" id="{25421846-1A40-F218-4F9A-006F09676156}"/>
                </a:ext>
              </a:extLst>
            </p:cNvPr>
            <p:cNvSpPr/>
            <p:nvPr/>
          </p:nvSpPr>
          <p:spPr>
            <a:xfrm>
              <a:off x="4517075" y="3667325"/>
              <a:ext cx="25300" cy="50500"/>
            </a:xfrm>
            <a:custGeom>
              <a:avLst/>
              <a:gdLst/>
              <a:ahLst/>
              <a:cxnLst/>
              <a:rect l="l" t="t" r="r" b="b"/>
              <a:pathLst>
                <a:path w="1012" h="2020" extrusionOk="0">
                  <a:moveTo>
                    <a:pt x="506" y="0"/>
                  </a:moveTo>
                  <a:cubicBezTo>
                    <a:pt x="227" y="0"/>
                    <a:pt x="1" y="453"/>
                    <a:pt x="1" y="1010"/>
                  </a:cubicBezTo>
                  <a:cubicBezTo>
                    <a:pt x="1" y="1565"/>
                    <a:pt x="227" y="2019"/>
                    <a:pt x="506" y="2019"/>
                  </a:cubicBezTo>
                  <a:cubicBezTo>
                    <a:pt x="786" y="2019"/>
                    <a:pt x="1012" y="1568"/>
                    <a:pt x="1012" y="1010"/>
                  </a:cubicBezTo>
                  <a:cubicBezTo>
                    <a:pt x="1012" y="453"/>
                    <a:pt x="786" y="0"/>
                    <a:pt x="506"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797;p40">
              <a:extLst>
                <a:ext uri="{FF2B5EF4-FFF2-40B4-BE49-F238E27FC236}">
                  <a16:creationId xmlns:a16="http://schemas.microsoft.com/office/drawing/2014/main" id="{8AB5BD05-9BB0-C5F7-F044-A07A2A1783A7}"/>
                </a:ext>
              </a:extLst>
            </p:cNvPr>
            <p:cNvSpPr/>
            <p:nvPr/>
          </p:nvSpPr>
          <p:spPr>
            <a:xfrm>
              <a:off x="4514400" y="3664650"/>
              <a:ext cx="30625" cy="55850"/>
            </a:xfrm>
            <a:custGeom>
              <a:avLst/>
              <a:gdLst/>
              <a:ahLst/>
              <a:cxnLst/>
              <a:rect l="l" t="t" r="r" b="b"/>
              <a:pathLst>
                <a:path w="1225" h="2234" extrusionOk="0">
                  <a:moveTo>
                    <a:pt x="613" y="215"/>
                  </a:moveTo>
                  <a:cubicBezTo>
                    <a:pt x="802" y="215"/>
                    <a:pt x="1012" y="584"/>
                    <a:pt x="1012" y="1117"/>
                  </a:cubicBezTo>
                  <a:cubicBezTo>
                    <a:pt x="1012" y="1650"/>
                    <a:pt x="802" y="2021"/>
                    <a:pt x="613" y="2021"/>
                  </a:cubicBezTo>
                  <a:cubicBezTo>
                    <a:pt x="425" y="2021"/>
                    <a:pt x="214" y="1648"/>
                    <a:pt x="214" y="1117"/>
                  </a:cubicBezTo>
                  <a:cubicBezTo>
                    <a:pt x="214" y="585"/>
                    <a:pt x="425" y="215"/>
                    <a:pt x="613" y="215"/>
                  </a:cubicBezTo>
                  <a:close/>
                  <a:moveTo>
                    <a:pt x="613" y="0"/>
                  </a:moveTo>
                  <a:cubicBezTo>
                    <a:pt x="270" y="0"/>
                    <a:pt x="1" y="490"/>
                    <a:pt x="1" y="1117"/>
                  </a:cubicBezTo>
                  <a:cubicBezTo>
                    <a:pt x="1" y="1742"/>
                    <a:pt x="270" y="2234"/>
                    <a:pt x="613" y="2234"/>
                  </a:cubicBezTo>
                  <a:cubicBezTo>
                    <a:pt x="957" y="2234"/>
                    <a:pt x="1225" y="1742"/>
                    <a:pt x="1225" y="1117"/>
                  </a:cubicBezTo>
                  <a:cubicBezTo>
                    <a:pt x="1225" y="490"/>
                    <a:pt x="957" y="0"/>
                    <a:pt x="61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798;p40">
              <a:extLst>
                <a:ext uri="{FF2B5EF4-FFF2-40B4-BE49-F238E27FC236}">
                  <a16:creationId xmlns:a16="http://schemas.microsoft.com/office/drawing/2014/main" id="{A5616DA3-F5C2-44A5-5BFE-2D277F3489D0}"/>
                </a:ext>
              </a:extLst>
            </p:cNvPr>
            <p:cNvSpPr/>
            <p:nvPr/>
          </p:nvSpPr>
          <p:spPr>
            <a:xfrm>
              <a:off x="5134800" y="3887825"/>
              <a:ext cx="33650" cy="33600"/>
            </a:xfrm>
            <a:custGeom>
              <a:avLst/>
              <a:gdLst/>
              <a:ahLst/>
              <a:cxnLst/>
              <a:rect l="l" t="t" r="r" b="b"/>
              <a:pathLst>
                <a:path w="1346" h="1344" extrusionOk="0">
                  <a:moveTo>
                    <a:pt x="674" y="1"/>
                  </a:moveTo>
                  <a:cubicBezTo>
                    <a:pt x="673" y="1"/>
                    <a:pt x="672" y="1"/>
                    <a:pt x="671" y="1"/>
                  </a:cubicBezTo>
                  <a:cubicBezTo>
                    <a:pt x="300" y="2"/>
                    <a:pt x="1" y="303"/>
                    <a:pt x="1" y="674"/>
                  </a:cubicBezTo>
                  <a:cubicBezTo>
                    <a:pt x="2" y="1045"/>
                    <a:pt x="303" y="1344"/>
                    <a:pt x="672" y="1344"/>
                  </a:cubicBezTo>
                  <a:cubicBezTo>
                    <a:pt x="1043" y="1344"/>
                    <a:pt x="1345" y="1043"/>
                    <a:pt x="1345" y="672"/>
                  </a:cubicBezTo>
                  <a:lnTo>
                    <a:pt x="1345" y="671"/>
                  </a:lnTo>
                  <a:cubicBezTo>
                    <a:pt x="1344" y="299"/>
                    <a:pt x="1043" y="1"/>
                    <a:pt x="674"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799;p40">
              <a:extLst>
                <a:ext uri="{FF2B5EF4-FFF2-40B4-BE49-F238E27FC236}">
                  <a16:creationId xmlns:a16="http://schemas.microsoft.com/office/drawing/2014/main" id="{6045C8DF-DC75-E580-5E76-FAAD3FD2C419}"/>
                </a:ext>
              </a:extLst>
            </p:cNvPr>
            <p:cNvSpPr/>
            <p:nvPr/>
          </p:nvSpPr>
          <p:spPr>
            <a:xfrm>
              <a:off x="5132125" y="3885150"/>
              <a:ext cx="38950" cy="38950"/>
            </a:xfrm>
            <a:custGeom>
              <a:avLst/>
              <a:gdLst/>
              <a:ahLst/>
              <a:cxnLst/>
              <a:rect l="l" t="t" r="r" b="b"/>
              <a:pathLst>
                <a:path w="1558" h="1558" extrusionOk="0">
                  <a:moveTo>
                    <a:pt x="779" y="213"/>
                  </a:moveTo>
                  <a:cubicBezTo>
                    <a:pt x="930" y="213"/>
                    <a:pt x="1071" y="273"/>
                    <a:pt x="1178" y="379"/>
                  </a:cubicBezTo>
                  <a:cubicBezTo>
                    <a:pt x="1286" y="484"/>
                    <a:pt x="1345" y="626"/>
                    <a:pt x="1345" y="778"/>
                  </a:cubicBezTo>
                  <a:lnTo>
                    <a:pt x="1452" y="778"/>
                  </a:lnTo>
                  <a:lnTo>
                    <a:pt x="1345" y="779"/>
                  </a:lnTo>
                  <a:cubicBezTo>
                    <a:pt x="1345" y="1090"/>
                    <a:pt x="1090" y="1345"/>
                    <a:pt x="781" y="1345"/>
                  </a:cubicBezTo>
                  <a:cubicBezTo>
                    <a:pt x="470" y="1345"/>
                    <a:pt x="216" y="1092"/>
                    <a:pt x="215" y="781"/>
                  </a:cubicBezTo>
                  <a:cubicBezTo>
                    <a:pt x="214" y="470"/>
                    <a:pt x="467" y="215"/>
                    <a:pt x="778" y="213"/>
                  </a:cubicBezTo>
                  <a:close/>
                  <a:moveTo>
                    <a:pt x="778" y="1"/>
                  </a:moveTo>
                  <a:cubicBezTo>
                    <a:pt x="569" y="2"/>
                    <a:pt x="374" y="82"/>
                    <a:pt x="228" y="231"/>
                  </a:cubicBezTo>
                  <a:cubicBezTo>
                    <a:pt x="81" y="379"/>
                    <a:pt x="1" y="574"/>
                    <a:pt x="2" y="782"/>
                  </a:cubicBezTo>
                  <a:cubicBezTo>
                    <a:pt x="4" y="1209"/>
                    <a:pt x="352" y="1558"/>
                    <a:pt x="780" y="1558"/>
                  </a:cubicBezTo>
                  <a:lnTo>
                    <a:pt x="780" y="1558"/>
                  </a:lnTo>
                  <a:cubicBezTo>
                    <a:pt x="1210" y="1558"/>
                    <a:pt x="1558" y="1208"/>
                    <a:pt x="1558" y="779"/>
                  </a:cubicBezTo>
                  <a:lnTo>
                    <a:pt x="1558" y="776"/>
                  </a:lnTo>
                  <a:cubicBezTo>
                    <a:pt x="1558" y="569"/>
                    <a:pt x="1476" y="374"/>
                    <a:pt x="1329" y="227"/>
                  </a:cubicBezTo>
                  <a:cubicBezTo>
                    <a:pt x="1181" y="81"/>
                    <a:pt x="986" y="1"/>
                    <a:pt x="779" y="1"/>
                  </a:cubicBezTo>
                  <a:close/>
                  <a:moveTo>
                    <a:pt x="780" y="1558"/>
                  </a:moveTo>
                  <a:cubicBezTo>
                    <a:pt x="780" y="1558"/>
                    <a:pt x="780" y="1558"/>
                    <a:pt x="779" y="1558"/>
                  </a:cubicBezTo>
                  <a:lnTo>
                    <a:pt x="781" y="1558"/>
                  </a:lnTo>
                  <a:cubicBezTo>
                    <a:pt x="781" y="1558"/>
                    <a:pt x="780" y="1558"/>
                    <a:pt x="780" y="1558"/>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800;p40">
              <a:extLst>
                <a:ext uri="{FF2B5EF4-FFF2-40B4-BE49-F238E27FC236}">
                  <a16:creationId xmlns:a16="http://schemas.microsoft.com/office/drawing/2014/main" id="{32CA4A27-AE63-9E11-DB04-22CB5A0EC25D}"/>
                </a:ext>
              </a:extLst>
            </p:cNvPr>
            <p:cNvSpPr/>
            <p:nvPr/>
          </p:nvSpPr>
          <p:spPr>
            <a:xfrm>
              <a:off x="4493625" y="3887375"/>
              <a:ext cx="24000" cy="35275"/>
            </a:xfrm>
            <a:custGeom>
              <a:avLst/>
              <a:gdLst/>
              <a:ahLst/>
              <a:cxnLst/>
              <a:rect l="l" t="t" r="r" b="b"/>
              <a:pathLst>
                <a:path w="960" h="1411" extrusionOk="0">
                  <a:moveTo>
                    <a:pt x="480" y="1"/>
                  </a:moveTo>
                  <a:cubicBezTo>
                    <a:pt x="214" y="1"/>
                    <a:pt x="1" y="317"/>
                    <a:pt x="1" y="705"/>
                  </a:cubicBezTo>
                  <a:cubicBezTo>
                    <a:pt x="1" y="1094"/>
                    <a:pt x="214" y="1411"/>
                    <a:pt x="480" y="1411"/>
                  </a:cubicBezTo>
                  <a:cubicBezTo>
                    <a:pt x="747" y="1411"/>
                    <a:pt x="960" y="1095"/>
                    <a:pt x="960" y="705"/>
                  </a:cubicBezTo>
                  <a:cubicBezTo>
                    <a:pt x="960" y="317"/>
                    <a:pt x="747" y="1"/>
                    <a:pt x="480"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801;p40">
              <a:extLst>
                <a:ext uri="{FF2B5EF4-FFF2-40B4-BE49-F238E27FC236}">
                  <a16:creationId xmlns:a16="http://schemas.microsoft.com/office/drawing/2014/main" id="{D2734D1A-19F7-AF2E-192A-C7F5C9AE66AF}"/>
                </a:ext>
              </a:extLst>
            </p:cNvPr>
            <p:cNvSpPr/>
            <p:nvPr/>
          </p:nvSpPr>
          <p:spPr>
            <a:xfrm>
              <a:off x="4490950" y="3884750"/>
              <a:ext cx="29375" cy="40600"/>
            </a:xfrm>
            <a:custGeom>
              <a:avLst/>
              <a:gdLst/>
              <a:ahLst/>
              <a:cxnLst/>
              <a:rect l="l" t="t" r="r" b="b"/>
              <a:pathLst>
                <a:path w="1175" h="1624" extrusionOk="0">
                  <a:moveTo>
                    <a:pt x="587" y="213"/>
                  </a:moveTo>
                  <a:cubicBezTo>
                    <a:pt x="790" y="213"/>
                    <a:pt x="960" y="486"/>
                    <a:pt x="960" y="810"/>
                  </a:cubicBezTo>
                  <a:cubicBezTo>
                    <a:pt x="960" y="1135"/>
                    <a:pt x="790" y="1410"/>
                    <a:pt x="587" y="1410"/>
                  </a:cubicBezTo>
                  <a:cubicBezTo>
                    <a:pt x="385" y="1410"/>
                    <a:pt x="214" y="1135"/>
                    <a:pt x="214" y="810"/>
                  </a:cubicBezTo>
                  <a:cubicBezTo>
                    <a:pt x="214" y="487"/>
                    <a:pt x="385" y="213"/>
                    <a:pt x="587" y="213"/>
                  </a:cubicBezTo>
                  <a:close/>
                  <a:moveTo>
                    <a:pt x="587" y="0"/>
                  </a:moveTo>
                  <a:cubicBezTo>
                    <a:pt x="258" y="0"/>
                    <a:pt x="1" y="355"/>
                    <a:pt x="1" y="810"/>
                  </a:cubicBezTo>
                  <a:cubicBezTo>
                    <a:pt x="1" y="1266"/>
                    <a:pt x="258" y="1623"/>
                    <a:pt x="587" y="1623"/>
                  </a:cubicBezTo>
                  <a:cubicBezTo>
                    <a:pt x="916" y="1623"/>
                    <a:pt x="1174" y="1264"/>
                    <a:pt x="1174" y="810"/>
                  </a:cubicBezTo>
                  <a:cubicBezTo>
                    <a:pt x="1174" y="356"/>
                    <a:pt x="916" y="0"/>
                    <a:pt x="58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802;p40">
              <a:extLst>
                <a:ext uri="{FF2B5EF4-FFF2-40B4-BE49-F238E27FC236}">
                  <a16:creationId xmlns:a16="http://schemas.microsoft.com/office/drawing/2014/main" id="{EB50217E-0C00-FA10-8DD3-B654AD80852D}"/>
                </a:ext>
              </a:extLst>
            </p:cNvPr>
            <p:cNvSpPr/>
            <p:nvPr/>
          </p:nvSpPr>
          <p:spPr>
            <a:xfrm>
              <a:off x="4474275" y="3928825"/>
              <a:ext cx="17550" cy="36125"/>
            </a:xfrm>
            <a:custGeom>
              <a:avLst/>
              <a:gdLst/>
              <a:ahLst/>
              <a:cxnLst/>
              <a:rect l="l" t="t" r="r" b="b"/>
              <a:pathLst>
                <a:path w="702" h="1445" extrusionOk="0">
                  <a:moveTo>
                    <a:pt x="351" y="0"/>
                  </a:moveTo>
                  <a:cubicBezTo>
                    <a:pt x="156" y="0"/>
                    <a:pt x="1" y="323"/>
                    <a:pt x="1" y="721"/>
                  </a:cubicBezTo>
                  <a:cubicBezTo>
                    <a:pt x="1" y="1120"/>
                    <a:pt x="159" y="1444"/>
                    <a:pt x="351" y="1444"/>
                  </a:cubicBezTo>
                  <a:cubicBezTo>
                    <a:pt x="541" y="1444"/>
                    <a:pt x="702" y="1120"/>
                    <a:pt x="702" y="721"/>
                  </a:cubicBezTo>
                  <a:cubicBezTo>
                    <a:pt x="702" y="323"/>
                    <a:pt x="544" y="0"/>
                    <a:pt x="351"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803;p40">
              <a:extLst>
                <a:ext uri="{FF2B5EF4-FFF2-40B4-BE49-F238E27FC236}">
                  <a16:creationId xmlns:a16="http://schemas.microsoft.com/office/drawing/2014/main" id="{ECC832DA-21B1-4F90-2E6D-89F14C8451F4}"/>
                </a:ext>
              </a:extLst>
            </p:cNvPr>
            <p:cNvSpPr/>
            <p:nvPr/>
          </p:nvSpPr>
          <p:spPr>
            <a:xfrm>
              <a:off x="4471600" y="3926175"/>
              <a:ext cx="22875" cy="41450"/>
            </a:xfrm>
            <a:custGeom>
              <a:avLst/>
              <a:gdLst/>
              <a:ahLst/>
              <a:cxnLst/>
              <a:rect l="l" t="t" r="r" b="b"/>
              <a:pathLst>
                <a:path w="915" h="1658" extrusionOk="0">
                  <a:moveTo>
                    <a:pt x="458" y="213"/>
                  </a:moveTo>
                  <a:cubicBezTo>
                    <a:pt x="557" y="213"/>
                    <a:pt x="702" y="457"/>
                    <a:pt x="702" y="827"/>
                  </a:cubicBezTo>
                  <a:cubicBezTo>
                    <a:pt x="702" y="1197"/>
                    <a:pt x="556" y="1443"/>
                    <a:pt x="458" y="1443"/>
                  </a:cubicBezTo>
                  <a:cubicBezTo>
                    <a:pt x="358" y="1443"/>
                    <a:pt x="213" y="1202"/>
                    <a:pt x="213" y="827"/>
                  </a:cubicBezTo>
                  <a:cubicBezTo>
                    <a:pt x="213" y="453"/>
                    <a:pt x="358" y="213"/>
                    <a:pt x="458" y="213"/>
                  </a:cubicBezTo>
                  <a:close/>
                  <a:moveTo>
                    <a:pt x="458" y="0"/>
                  </a:moveTo>
                  <a:cubicBezTo>
                    <a:pt x="197" y="0"/>
                    <a:pt x="1" y="355"/>
                    <a:pt x="1" y="827"/>
                  </a:cubicBezTo>
                  <a:cubicBezTo>
                    <a:pt x="1" y="1300"/>
                    <a:pt x="197" y="1658"/>
                    <a:pt x="458" y="1658"/>
                  </a:cubicBezTo>
                  <a:cubicBezTo>
                    <a:pt x="718" y="1658"/>
                    <a:pt x="915" y="1299"/>
                    <a:pt x="915" y="827"/>
                  </a:cubicBezTo>
                  <a:cubicBezTo>
                    <a:pt x="915" y="356"/>
                    <a:pt x="717" y="0"/>
                    <a:pt x="45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804;p40">
              <a:extLst>
                <a:ext uri="{FF2B5EF4-FFF2-40B4-BE49-F238E27FC236}">
                  <a16:creationId xmlns:a16="http://schemas.microsoft.com/office/drawing/2014/main" id="{D06C0420-B9A0-5D1E-6AEF-7247EDA9969B}"/>
                </a:ext>
              </a:extLst>
            </p:cNvPr>
            <p:cNvSpPr/>
            <p:nvPr/>
          </p:nvSpPr>
          <p:spPr>
            <a:xfrm>
              <a:off x="4463450" y="3974050"/>
              <a:ext cx="14950" cy="28600"/>
            </a:xfrm>
            <a:custGeom>
              <a:avLst/>
              <a:gdLst/>
              <a:ahLst/>
              <a:cxnLst/>
              <a:rect l="l" t="t" r="r" b="b"/>
              <a:pathLst>
                <a:path w="598" h="1144" extrusionOk="0">
                  <a:moveTo>
                    <a:pt x="298" y="0"/>
                  </a:moveTo>
                  <a:cubicBezTo>
                    <a:pt x="134" y="0"/>
                    <a:pt x="0" y="256"/>
                    <a:pt x="0" y="572"/>
                  </a:cubicBezTo>
                  <a:cubicBezTo>
                    <a:pt x="0" y="888"/>
                    <a:pt x="134" y="1144"/>
                    <a:pt x="298" y="1144"/>
                  </a:cubicBezTo>
                  <a:cubicBezTo>
                    <a:pt x="463" y="1144"/>
                    <a:pt x="597" y="885"/>
                    <a:pt x="597" y="572"/>
                  </a:cubicBezTo>
                  <a:cubicBezTo>
                    <a:pt x="597" y="256"/>
                    <a:pt x="463" y="0"/>
                    <a:pt x="298"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805;p40">
              <a:extLst>
                <a:ext uri="{FF2B5EF4-FFF2-40B4-BE49-F238E27FC236}">
                  <a16:creationId xmlns:a16="http://schemas.microsoft.com/office/drawing/2014/main" id="{3346401A-B4F8-7DC8-8A63-8C104BD3DF06}"/>
                </a:ext>
              </a:extLst>
            </p:cNvPr>
            <p:cNvSpPr/>
            <p:nvPr/>
          </p:nvSpPr>
          <p:spPr>
            <a:xfrm>
              <a:off x="4460775" y="3971350"/>
              <a:ext cx="20300" cy="33950"/>
            </a:xfrm>
            <a:custGeom>
              <a:avLst/>
              <a:gdLst/>
              <a:ahLst/>
              <a:cxnLst/>
              <a:rect l="l" t="t" r="r" b="b"/>
              <a:pathLst>
                <a:path w="812" h="1358" extrusionOk="0">
                  <a:moveTo>
                    <a:pt x="405" y="214"/>
                  </a:moveTo>
                  <a:cubicBezTo>
                    <a:pt x="483" y="214"/>
                    <a:pt x="597" y="400"/>
                    <a:pt x="597" y="680"/>
                  </a:cubicBezTo>
                  <a:cubicBezTo>
                    <a:pt x="597" y="958"/>
                    <a:pt x="483" y="1144"/>
                    <a:pt x="405" y="1144"/>
                  </a:cubicBezTo>
                  <a:cubicBezTo>
                    <a:pt x="329" y="1144"/>
                    <a:pt x="213" y="958"/>
                    <a:pt x="213" y="680"/>
                  </a:cubicBezTo>
                  <a:cubicBezTo>
                    <a:pt x="213" y="400"/>
                    <a:pt x="329" y="214"/>
                    <a:pt x="405" y="214"/>
                  </a:cubicBezTo>
                  <a:close/>
                  <a:moveTo>
                    <a:pt x="405" y="1"/>
                  </a:moveTo>
                  <a:cubicBezTo>
                    <a:pt x="174" y="1"/>
                    <a:pt x="0" y="293"/>
                    <a:pt x="0" y="680"/>
                  </a:cubicBezTo>
                  <a:cubicBezTo>
                    <a:pt x="0" y="1066"/>
                    <a:pt x="174" y="1357"/>
                    <a:pt x="405" y="1357"/>
                  </a:cubicBezTo>
                  <a:cubicBezTo>
                    <a:pt x="637" y="1357"/>
                    <a:pt x="812" y="1066"/>
                    <a:pt x="812" y="680"/>
                  </a:cubicBezTo>
                  <a:cubicBezTo>
                    <a:pt x="812" y="293"/>
                    <a:pt x="637" y="1"/>
                    <a:pt x="40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806;p40">
              <a:extLst>
                <a:ext uri="{FF2B5EF4-FFF2-40B4-BE49-F238E27FC236}">
                  <a16:creationId xmlns:a16="http://schemas.microsoft.com/office/drawing/2014/main" id="{B793FC2C-2C55-E25E-45C7-E3D06E3E6943}"/>
                </a:ext>
              </a:extLst>
            </p:cNvPr>
            <p:cNvSpPr/>
            <p:nvPr/>
          </p:nvSpPr>
          <p:spPr>
            <a:xfrm>
              <a:off x="5166550" y="3932600"/>
              <a:ext cx="33600" cy="33600"/>
            </a:xfrm>
            <a:custGeom>
              <a:avLst/>
              <a:gdLst/>
              <a:ahLst/>
              <a:cxnLst/>
              <a:rect l="l" t="t" r="r" b="b"/>
              <a:pathLst>
                <a:path w="1344" h="1344" extrusionOk="0">
                  <a:moveTo>
                    <a:pt x="672" y="1"/>
                  </a:moveTo>
                  <a:cubicBezTo>
                    <a:pt x="302" y="1"/>
                    <a:pt x="1" y="302"/>
                    <a:pt x="1" y="672"/>
                  </a:cubicBezTo>
                  <a:cubicBezTo>
                    <a:pt x="1" y="1043"/>
                    <a:pt x="302" y="1344"/>
                    <a:pt x="672" y="1344"/>
                  </a:cubicBezTo>
                  <a:cubicBezTo>
                    <a:pt x="1043" y="1344"/>
                    <a:pt x="1344" y="1043"/>
                    <a:pt x="1344" y="672"/>
                  </a:cubicBezTo>
                  <a:cubicBezTo>
                    <a:pt x="1344" y="302"/>
                    <a:pt x="1043" y="1"/>
                    <a:pt x="672"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807;p40">
              <a:extLst>
                <a:ext uri="{FF2B5EF4-FFF2-40B4-BE49-F238E27FC236}">
                  <a16:creationId xmlns:a16="http://schemas.microsoft.com/office/drawing/2014/main" id="{90AA1130-07B1-F056-5F3C-8AF340842BB3}"/>
                </a:ext>
              </a:extLst>
            </p:cNvPr>
            <p:cNvSpPr/>
            <p:nvPr/>
          </p:nvSpPr>
          <p:spPr>
            <a:xfrm>
              <a:off x="5163875" y="3929925"/>
              <a:ext cx="38975" cy="38975"/>
            </a:xfrm>
            <a:custGeom>
              <a:avLst/>
              <a:gdLst/>
              <a:ahLst/>
              <a:cxnLst/>
              <a:rect l="l" t="t" r="r" b="b"/>
              <a:pathLst>
                <a:path w="1559" h="1559" extrusionOk="0">
                  <a:moveTo>
                    <a:pt x="779" y="215"/>
                  </a:moveTo>
                  <a:cubicBezTo>
                    <a:pt x="1091" y="215"/>
                    <a:pt x="1344" y="468"/>
                    <a:pt x="1344" y="779"/>
                  </a:cubicBezTo>
                  <a:cubicBezTo>
                    <a:pt x="1344" y="1091"/>
                    <a:pt x="1091" y="1345"/>
                    <a:pt x="779" y="1345"/>
                  </a:cubicBezTo>
                  <a:cubicBezTo>
                    <a:pt x="467" y="1345"/>
                    <a:pt x="214" y="1092"/>
                    <a:pt x="214" y="779"/>
                  </a:cubicBezTo>
                  <a:cubicBezTo>
                    <a:pt x="214" y="468"/>
                    <a:pt x="467" y="215"/>
                    <a:pt x="779" y="215"/>
                  </a:cubicBezTo>
                  <a:close/>
                  <a:moveTo>
                    <a:pt x="779" y="1"/>
                  </a:moveTo>
                  <a:cubicBezTo>
                    <a:pt x="349" y="1"/>
                    <a:pt x="1" y="351"/>
                    <a:pt x="1" y="779"/>
                  </a:cubicBezTo>
                  <a:cubicBezTo>
                    <a:pt x="1" y="1208"/>
                    <a:pt x="349" y="1558"/>
                    <a:pt x="779" y="1558"/>
                  </a:cubicBezTo>
                  <a:cubicBezTo>
                    <a:pt x="1208" y="1558"/>
                    <a:pt x="1558" y="1210"/>
                    <a:pt x="1558" y="779"/>
                  </a:cubicBezTo>
                  <a:cubicBezTo>
                    <a:pt x="1558" y="351"/>
                    <a:pt x="1208" y="1"/>
                    <a:pt x="77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808;p40">
              <a:extLst>
                <a:ext uri="{FF2B5EF4-FFF2-40B4-BE49-F238E27FC236}">
                  <a16:creationId xmlns:a16="http://schemas.microsoft.com/office/drawing/2014/main" id="{EE919BCB-DEB4-FA9C-BE2F-F3BD71846303}"/>
                </a:ext>
              </a:extLst>
            </p:cNvPr>
            <p:cNvSpPr/>
            <p:nvPr/>
          </p:nvSpPr>
          <p:spPr>
            <a:xfrm>
              <a:off x="5179625" y="3983000"/>
              <a:ext cx="33600" cy="33625"/>
            </a:xfrm>
            <a:custGeom>
              <a:avLst/>
              <a:gdLst/>
              <a:ahLst/>
              <a:cxnLst/>
              <a:rect l="l" t="t" r="r" b="b"/>
              <a:pathLst>
                <a:path w="1344" h="1345" extrusionOk="0">
                  <a:moveTo>
                    <a:pt x="672" y="1"/>
                  </a:moveTo>
                  <a:cubicBezTo>
                    <a:pt x="301" y="1"/>
                    <a:pt x="0" y="302"/>
                    <a:pt x="0" y="673"/>
                  </a:cubicBezTo>
                  <a:cubicBezTo>
                    <a:pt x="0" y="1042"/>
                    <a:pt x="298" y="1341"/>
                    <a:pt x="668" y="1344"/>
                  </a:cubicBezTo>
                  <a:cubicBezTo>
                    <a:pt x="668" y="1344"/>
                    <a:pt x="669" y="1344"/>
                    <a:pt x="670" y="1344"/>
                  </a:cubicBezTo>
                  <a:cubicBezTo>
                    <a:pt x="1040" y="1344"/>
                    <a:pt x="1341" y="1047"/>
                    <a:pt x="1343" y="677"/>
                  </a:cubicBezTo>
                  <a:lnTo>
                    <a:pt x="1343" y="673"/>
                  </a:lnTo>
                  <a:cubicBezTo>
                    <a:pt x="1343" y="302"/>
                    <a:pt x="1043" y="1"/>
                    <a:pt x="672"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809;p40">
              <a:extLst>
                <a:ext uri="{FF2B5EF4-FFF2-40B4-BE49-F238E27FC236}">
                  <a16:creationId xmlns:a16="http://schemas.microsoft.com/office/drawing/2014/main" id="{9049ECCB-1C5C-6765-458E-C8A0303D0610}"/>
                </a:ext>
              </a:extLst>
            </p:cNvPr>
            <p:cNvSpPr/>
            <p:nvPr/>
          </p:nvSpPr>
          <p:spPr>
            <a:xfrm>
              <a:off x="5176950" y="3980325"/>
              <a:ext cx="38925" cy="38925"/>
            </a:xfrm>
            <a:custGeom>
              <a:avLst/>
              <a:gdLst/>
              <a:ahLst/>
              <a:cxnLst/>
              <a:rect l="l" t="t" r="r" b="b"/>
              <a:pathLst>
                <a:path w="1557" h="1557" extrusionOk="0">
                  <a:moveTo>
                    <a:pt x="779" y="214"/>
                  </a:moveTo>
                  <a:cubicBezTo>
                    <a:pt x="1090" y="214"/>
                    <a:pt x="1343" y="467"/>
                    <a:pt x="1343" y="780"/>
                  </a:cubicBezTo>
                  <a:lnTo>
                    <a:pt x="1450" y="780"/>
                  </a:lnTo>
                  <a:lnTo>
                    <a:pt x="1343" y="782"/>
                  </a:lnTo>
                  <a:cubicBezTo>
                    <a:pt x="1342" y="933"/>
                    <a:pt x="1282" y="1076"/>
                    <a:pt x="1175" y="1182"/>
                  </a:cubicBezTo>
                  <a:cubicBezTo>
                    <a:pt x="1069" y="1286"/>
                    <a:pt x="930" y="1344"/>
                    <a:pt x="780" y="1344"/>
                  </a:cubicBezTo>
                  <a:cubicBezTo>
                    <a:pt x="778" y="1344"/>
                    <a:pt x="776" y="1344"/>
                    <a:pt x="775" y="1344"/>
                  </a:cubicBezTo>
                  <a:cubicBezTo>
                    <a:pt x="465" y="1342"/>
                    <a:pt x="213" y="1091"/>
                    <a:pt x="213" y="780"/>
                  </a:cubicBezTo>
                  <a:cubicBezTo>
                    <a:pt x="213" y="467"/>
                    <a:pt x="466" y="214"/>
                    <a:pt x="779" y="214"/>
                  </a:cubicBezTo>
                  <a:close/>
                  <a:moveTo>
                    <a:pt x="779" y="1"/>
                  </a:moveTo>
                  <a:cubicBezTo>
                    <a:pt x="349" y="1"/>
                    <a:pt x="0" y="352"/>
                    <a:pt x="0" y="780"/>
                  </a:cubicBezTo>
                  <a:cubicBezTo>
                    <a:pt x="0" y="1205"/>
                    <a:pt x="347" y="1555"/>
                    <a:pt x="773" y="1557"/>
                  </a:cubicBezTo>
                  <a:lnTo>
                    <a:pt x="779" y="1557"/>
                  </a:lnTo>
                  <a:cubicBezTo>
                    <a:pt x="984" y="1557"/>
                    <a:pt x="1178" y="1478"/>
                    <a:pt x="1325" y="1333"/>
                  </a:cubicBezTo>
                  <a:cubicBezTo>
                    <a:pt x="1473" y="1187"/>
                    <a:pt x="1555" y="992"/>
                    <a:pt x="1556" y="782"/>
                  </a:cubicBezTo>
                  <a:lnTo>
                    <a:pt x="1556" y="780"/>
                  </a:lnTo>
                  <a:cubicBezTo>
                    <a:pt x="1556" y="349"/>
                    <a:pt x="1208" y="1"/>
                    <a:pt x="77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810;p40">
              <a:extLst>
                <a:ext uri="{FF2B5EF4-FFF2-40B4-BE49-F238E27FC236}">
                  <a16:creationId xmlns:a16="http://schemas.microsoft.com/office/drawing/2014/main" id="{2C52772D-0CDF-543B-F090-19190A2444A4}"/>
                </a:ext>
              </a:extLst>
            </p:cNvPr>
            <p:cNvSpPr/>
            <p:nvPr/>
          </p:nvSpPr>
          <p:spPr>
            <a:xfrm>
              <a:off x="5681550" y="3850825"/>
              <a:ext cx="72800" cy="230550"/>
            </a:xfrm>
            <a:custGeom>
              <a:avLst/>
              <a:gdLst/>
              <a:ahLst/>
              <a:cxnLst/>
              <a:rect l="l" t="t" r="r" b="b"/>
              <a:pathLst>
                <a:path w="2912" h="9222" extrusionOk="0">
                  <a:moveTo>
                    <a:pt x="320" y="1"/>
                  </a:moveTo>
                  <a:cubicBezTo>
                    <a:pt x="143" y="1"/>
                    <a:pt x="0" y="144"/>
                    <a:pt x="0" y="321"/>
                  </a:cubicBezTo>
                  <a:lnTo>
                    <a:pt x="0" y="8902"/>
                  </a:lnTo>
                  <a:cubicBezTo>
                    <a:pt x="0" y="9079"/>
                    <a:pt x="143" y="9222"/>
                    <a:pt x="320" y="9222"/>
                  </a:cubicBezTo>
                  <a:lnTo>
                    <a:pt x="2591" y="9222"/>
                  </a:lnTo>
                  <a:cubicBezTo>
                    <a:pt x="2768" y="9222"/>
                    <a:pt x="2911" y="9079"/>
                    <a:pt x="2911" y="8902"/>
                  </a:cubicBezTo>
                  <a:cubicBezTo>
                    <a:pt x="2911" y="8726"/>
                    <a:pt x="2768" y="8582"/>
                    <a:pt x="2591" y="8582"/>
                  </a:cubicBezTo>
                  <a:lnTo>
                    <a:pt x="640" y="8582"/>
                  </a:lnTo>
                  <a:lnTo>
                    <a:pt x="640" y="321"/>
                  </a:lnTo>
                  <a:cubicBezTo>
                    <a:pt x="640" y="144"/>
                    <a:pt x="496" y="1"/>
                    <a:pt x="320"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811;p40">
              <a:extLst>
                <a:ext uri="{FF2B5EF4-FFF2-40B4-BE49-F238E27FC236}">
                  <a16:creationId xmlns:a16="http://schemas.microsoft.com/office/drawing/2014/main" id="{445F3EDA-BA4C-A311-EFC8-37A4993BF61A}"/>
                </a:ext>
              </a:extLst>
            </p:cNvPr>
            <p:cNvSpPr/>
            <p:nvPr/>
          </p:nvSpPr>
          <p:spPr>
            <a:xfrm>
              <a:off x="5668925" y="4128475"/>
              <a:ext cx="79125" cy="233750"/>
            </a:xfrm>
            <a:custGeom>
              <a:avLst/>
              <a:gdLst/>
              <a:ahLst/>
              <a:cxnLst/>
              <a:rect l="l" t="t" r="r" b="b"/>
              <a:pathLst>
                <a:path w="3165" h="9350" extrusionOk="0">
                  <a:moveTo>
                    <a:pt x="321" y="1"/>
                  </a:moveTo>
                  <a:cubicBezTo>
                    <a:pt x="143" y="1"/>
                    <a:pt x="0" y="144"/>
                    <a:pt x="0" y="321"/>
                  </a:cubicBezTo>
                  <a:lnTo>
                    <a:pt x="0" y="9030"/>
                  </a:lnTo>
                  <a:cubicBezTo>
                    <a:pt x="0" y="9207"/>
                    <a:pt x="143" y="9350"/>
                    <a:pt x="321" y="9350"/>
                  </a:cubicBezTo>
                  <a:cubicBezTo>
                    <a:pt x="496" y="9350"/>
                    <a:pt x="639" y="9207"/>
                    <a:pt x="639" y="9030"/>
                  </a:cubicBezTo>
                  <a:lnTo>
                    <a:pt x="639" y="641"/>
                  </a:lnTo>
                  <a:lnTo>
                    <a:pt x="2844" y="641"/>
                  </a:lnTo>
                  <a:cubicBezTo>
                    <a:pt x="3021" y="641"/>
                    <a:pt x="3164" y="497"/>
                    <a:pt x="3164" y="321"/>
                  </a:cubicBezTo>
                  <a:cubicBezTo>
                    <a:pt x="3164" y="144"/>
                    <a:pt x="3021" y="1"/>
                    <a:pt x="2844"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812;p40">
              <a:extLst>
                <a:ext uri="{FF2B5EF4-FFF2-40B4-BE49-F238E27FC236}">
                  <a16:creationId xmlns:a16="http://schemas.microsoft.com/office/drawing/2014/main" id="{543154B4-7EC9-E26F-0FD9-1CCD4ED1DDEE}"/>
                </a:ext>
              </a:extLst>
            </p:cNvPr>
            <p:cNvSpPr/>
            <p:nvPr/>
          </p:nvSpPr>
          <p:spPr>
            <a:xfrm>
              <a:off x="5574225" y="4096925"/>
              <a:ext cx="158050" cy="16025"/>
            </a:xfrm>
            <a:custGeom>
              <a:avLst/>
              <a:gdLst/>
              <a:ahLst/>
              <a:cxnLst/>
              <a:rect l="l" t="t" r="r" b="b"/>
              <a:pathLst>
                <a:path w="6322" h="641" extrusionOk="0">
                  <a:moveTo>
                    <a:pt x="321" y="0"/>
                  </a:moveTo>
                  <a:cubicBezTo>
                    <a:pt x="144" y="0"/>
                    <a:pt x="1" y="143"/>
                    <a:pt x="1" y="320"/>
                  </a:cubicBezTo>
                  <a:cubicBezTo>
                    <a:pt x="1" y="497"/>
                    <a:pt x="144" y="640"/>
                    <a:pt x="321" y="640"/>
                  </a:cubicBezTo>
                  <a:lnTo>
                    <a:pt x="6001" y="640"/>
                  </a:lnTo>
                  <a:cubicBezTo>
                    <a:pt x="6178" y="640"/>
                    <a:pt x="6321" y="497"/>
                    <a:pt x="6321" y="320"/>
                  </a:cubicBezTo>
                  <a:cubicBezTo>
                    <a:pt x="6321" y="143"/>
                    <a:pt x="6178" y="0"/>
                    <a:pt x="6001"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813;p40">
              <a:extLst>
                <a:ext uri="{FF2B5EF4-FFF2-40B4-BE49-F238E27FC236}">
                  <a16:creationId xmlns:a16="http://schemas.microsoft.com/office/drawing/2014/main" id="{E9A2336F-5DC7-FE09-F5C2-77233F2A65A2}"/>
                </a:ext>
              </a:extLst>
            </p:cNvPr>
            <p:cNvSpPr/>
            <p:nvPr/>
          </p:nvSpPr>
          <p:spPr>
            <a:xfrm>
              <a:off x="5074875" y="4910950"/>
              <a:ext cx="23875" cy="3425"/>
            </a:xfrm>
            <a:custGeom>
              <a:avLst/>
              <a:gdLst/>
              <a:ahLst/>
              <a:cxnLst/>
              <a:rect l="l" t="t" r="r" b="b"/>
              <a:pathLst>
                <a:path w="955" h="137" extrusionOk="0">
                  <a:moveTo>
                    <a:pt x="1" y="1"/>
                  </a:moveTo>
                  <a:lnTo>
                    <a:pt x="1" y="1"/>
                  </a:lnTo>
                  <a:cubicBezTo>
                    <a:pt x="319" y="51"/>
                    <a:pt x="638" y="96"/>
                    <a:pt x="955" y="136"/>
                  </a:cubicBezTo>
                  <a:cubicBezTo>
                    <a:pt x="638" y="95"/>
                    <a:pt x="319" y="50"/>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814;p40">
              <a:extLst>
                <a:ext uri="{FF2B5EF4-FFF2-40B4-BE49-F238E27FC236}">
                  <a16:creationId xmlns:a16="http://schemas.microsoft.com/office/drawing/2014/main" id="{E02E0C9D-0A2D-1738-C774-64D107471034}"/>
                </a:ext>
              </a:extLst>
            </p:cNvPr>
            <p:cNvSpPr/>
            <p:nvPr/>
          </p:nvSpPr>
          <p:spPr>
            <a:xfrm>
              <a:off x="5072050" y="4908300"/>
              <a:ext cx="29550" cy="8700"/>
            </a:xfrm>
            <a:custGeom>
              <a:avLst/>
              <a:gdLst/>
              <a:ahLst/>
              <a:cxnLst/>
              <a:rect l="l" t="t" r="r" b="b"/>
              <a:pathLst>
                <a:path w="1182" h="348" extrusionOk="0">
                  <a:moveTo>
                    <a:pt x="112" y="1"/>
                  </a:moveTo>
                  <a:cubicBezTo>
                    <a:pt x="61" y="1"/>
                    <a:pt x="17" y="38"/>
                    <a:pt x="9" y="90"/>
                  </a:cubicBezTo>
                  <a:cubicBezTo>
                    <a:pt x="0" y="150"/>
                    <a:pt x="39" y="203"/>
                    <a:pt x="97" y="212"/>
                  </a:cubicBezTo>
                  <a:cubicBezTo>
                    <a:pt x="413" y="262"/>
                    <a:pt x="734" y="308"/>
                    <a:pt x="1055" y="348"/>
                  </a:cubicBezTo>
                  <a:lnTo>
                    <a:pt x="1068" y="348"/>
                  </a:lnTo>
                  <a:cubicBezTo>
                    <a:pt x="1120" y="348"/>
                    <a:pt x="1166" y="309"/>
                    <a:pt x="1174" y="256"/>
                  </a:cubicBezTo>
                  <a:cubicBezTo>
                    <a:pt x="1181" y="198"/>
                    <a:pt x="1139" y="144"/>
                    <a:pt x="1081" y="136"/>
                  </a:cubicBezTo>
                  <a:cubicBezTo>
                    <a:pt x="764" y="95"/>
                    <a:pt x="447" y="50"/>
                    <a:pt x="130" y="2"/>
                  </a:cubicBezTo>
                  <a:cubicBezTo>
                    <a:pt x="124" y="1"/>
                    <a:pt x="118" y="1"/>
                    <a:pt x="11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815;p40">
              <a:extLst>
                <a:ext uri="{FF2B5EF4-FFF2-40B4-BE49-F238E27FC236}">
                  <a16:creationId xmlns:a16="http://schemas.microsoft.com/office/drawing/2014/main" id="{3612419A-D62A-E4DB-10B4-29AE4247A193}"/>
                </a:ext>
              </a:extLst>
            </p:cNvPr>
            <p:cNvSpPr/>
            <p:nvPr/>
          </p:nvSpPr>
          <p:spPr>
            <a:xfrm>
              <a:off x="5073100" y="4910650"/>
              <a:ext cx="1800" cy="300"/>
            </a:xfrm>
            <a:custGeom>
              <a:avLst/>
              <a:gdLst/>
              <a:ahLst/>
              <a:cxnLst/>
              <a:rect l="l" t="t" r="r" b="b"/>
              <a:pathLst>
                <a:path w="72" h="12" extrusionOk="0">
                  <a:moveTo>
                    <a:pt x="0" y="1"/>
                  </a:moveTo>
                  <a:lnTo>
                    <a:pt x="72" y="1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816;p40">
              <a:extLst>
                <a:ext uri="{FF2B5EF4-FFF2-40B4-BE49-F238E27FC236}">
                  <a16:creationId xmlns:a16="http://schemas.microsoft.com/office/drawing/2014/main" id="{8626E058-D05B-ECCD-3A16-DC3C82024A18}"/>
                </a:ext>
              </a:extLst>
            </p:cNvPr>
            <p:cNvSpPr/>
            <p:nvPr/>
          </p:nvSpPr>
          <p:spPr>
            <a:xfrm>
              <a:off x="5070400" y="4907975"/>
              <a:ext cx="7175" cy="5600"/>
            </a:xfrm>
            <a:custGeom>
              <a:avLst/>
              <a:gdLst/>
              <a:ahLst/>
              <a:cxnLst/>
              <a:rect l="l" t="t" r="r" b="b"/>
              <a:pathLst>
                <a:path w="287" h="224" extrusionOk="0">
                  <a:moveTo>
                    <a:pt x="107" y="1"/>
                  </a:moveTo>
                  <a:cubicBezTo>
                    <a:pt x="55" y="1"/>
                    <a:pt x="11" y="39"/>
                    <a:pt x="2" y="91"/>
                  </a:cubicBezTo>
                  <a:cubicBezTo>
                    <a:pt x="2" y="97"/>
                    <a:pt x="1" y="102"/>
                    <a:pt x="1" y="108"/>
                  </a:cubicBezTo>
                  <a:cubicBezTo>
                    <a:pt x="1" y="160"/>
                    <a:pt x="40" y="205"/>
                    <a:pt x="93" y="214"/>
                  </a:cubicBezTo>
                  <a:lnTo>
                    <a:pt x="165" y="224"/>
                  </a:lnTo>
                  <a:lnTo>
                    <a:pt x="181" y="224"/>
                  </a:lnTo>
                  <a:cubicBezTo>
                    <a:pt x="233" y="224"/>
                    <a:pt x="278" y="187"/>
                    <a:pt x="285" y="133"/>
                  </a:cubicBezTo>
                  <a:cubicBezTo>
                    <a:pt x="287" y="129"/>
                    <a:pt x="287" y="123"/>
                    <a:pt x="287" y="118"/>
                  </a:cubicBezTo>
                  <a:cubicBezTo>
                    <a:pt x="287" y="66"/>
                    <a:pt x="250" y="20"/>
                    <a:pt x="196" y="12"/>
                  </a:cubicBezTo>
                  <a:lnTo>
                    <a:pt x="123" y="2"/>
                  </a:lnTo>
                  <a:cubicBezTo>
                    <a:pt x="118" y="1"/>
                    <a:pt x="112" y="1"/>
                    <a:pt x="1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817;p40">
              <a:extLst>
                <a:ext uri="{FF2B5EF4-FFF2-40B4-BE49-F238E27FC236}">
                  <a16:creationId xmlns:a16="http://schemas.microsoft.com/office/drawing/2014/main" id="{33076C56-537A-F430-5FDA-9612EE96ED52}"/>
                </a:ext>
              </a:extLst>
            </p:cNvPr>
            <p:cNvSpPr/>
            <p:nvPr/>
          </p:nvSpPr>
          <p:spPr>
            <a:xfrm>
              <a:off x="5122400" y="4916975"/>
              <a:ext cx="25300" cy="2150"/>
            </a:xfrm>
            <a:custGeom>
              <a:avLst/>
              <a:gdLst/>
              <a:ahLst/>
              <a:cxnLst/>
              <a:rect l="l" t="t" r="r" b="b"/>
              <a:pathLst>
                <a:path w="1012" h="86" extrusionOk="0">
                  <a:moveTo>
                    <a:pt x="1012" y="86"/>
                  </a:moveTo>
                  <a:cubicBezTo>
                    <a:pt x="678" y="63"/>
                    <a:pt x="342" y="35"/>
                    <a:pt x="1" y="1"/>
                  </a:cubicBezTo>
                  <a:cubicBezTo>
                    <a:pt x="342" y="35"/>
                    <a:pt x="678" y="63"/>
                    <a:pt x="1012" y="8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818;p40">
              <a:extLst>
                <a:ext uri="{FF2B5EF4-FFF2-40B4-BE49-F238E27FC236}">
                  <a16:creationId xmlns:a16="http://schemas.microsoft.com/office/drawing/2014/main" id="{F3672396-E810-C549-29E2-217829EE2202}"/>
                </a:ext>
              </a:extLst>
            </p:cNvPr>
            <p:cNvSpPr/>
            <p:nvPr/>
          </p:nvSpPr>
          <p:spPr>
            <a:xfrm>
              <a:off x="5119725" y="4914325"/>
              <a:ext cx="30625" cy="7475"/>
            </a:xfrm>
            <a:custGeom>
              <a:avLst/>
              <a:gdLst/>
              <a:ahLst/>
              <a:cxnLst/>
              <a:rect l="l" t="t" r="r" b="b"/>
              <a:pathLst>
                <a:path w="1225" h="299" extrusionOk="0">
                  <a:moveTo>
                    <a:pt x="108" y="1"/>
                  </a:moveTo>
                  <a:cubicBezTo>
                    <a:pt x="55" y="1"/>
                    <a:pt x="6" y="42"/>
                    <a:pt x="1" y="96"/>
                  </a:cubicBezTo>
                  <a:cubicBezTo>
                    <a:pt x="1" y="99"/>
                    <a:pt x="1" y="104"/>
                    <a:pt x="1" y="107"/>
                  </a:cubicBezTo>
                  <a:cubicBezTo>
                    <a:pt x="1" y="161"/>
                    <a:pt x="42" y="208"/>
                    <a:pt x="98" y="213"/>
                  </a:cubicBezTo>
                  <a:cubicBezTo>
                    <a:pt x="425" y="247"/>
                    <a:pt x="757" y="274"/>
                    <a:pt x="1110" y="299"/>
                  </a:cubicBezTo>
                  <a:lnTo>
                    <a:pt x="1119" y="299"/>
                  </a:lnTo>
                  <a:cubicBezTo>
                    <a:pt x="1174" y="299"/>
                    <a:pt x="1220" y="256"/>
                    <a:pt x="1225" y="199"/>
                  </a:cubicBezTo>
                  <a:cubicBezTo>
                    <a:pt x="1225" y="198"/>
                    <a:pt x="1225" y="195"/>
                    <a:pt x="1225" y="192"/>
                  </a:cubicBezTo>
                  <a:cubicBezTo>
                    <a:pt x="1225" y="137"/>
                    <a:pt x="1181" y="89"/>
                    <a:pt x="1126" y="86"/>
                  </a:cubicBezTo>
                  <a:cubicBezTo>
                    <a:pt x="775" y="61"/>
                    <a:pt x="444" y="34"/>
                    <a:pt x="118" y="1"/>
                  </a:cubicBezTo>
                  <a:cubicBezTo>
                    <a:pt x="115" y="1"/>
                    <a:pt x="111" y="1"/>
                    <a:pt x="1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819;p40">
              <a:extLst>
                <a:ext uri="{FF2B5EF4-FFF2-40B4-BE49-F238E27FC236}">
                  <a16:creationId xmlns:a16="http://schemas.microsoft.com/office/drawing/2014/main" id="{E2FDDCE3-5914-3735-5875-94B4279CD0E7}"/>
                </a:ext>
              </a:extLst>
            </p:cNvPr>
            <p:cNvSpPr/>
            <p:nvPr/>
          </p:nvSpPr>
          <p:spPr>
            <a:xfrm>
              <a:off x="5148050" y="4919100"/>
              <a:ext cx="24825" cy="1325"/>
            </a:xfrm>
            <a:custGeom>
              <a:avLst/>
              <a:gdLst/>
              <a:ahLst/>
              <a:cxnLst/>
              <a:rect l="l" t="t" r="r" b="b"/>
              <a:pathLst>
                <a:path w="993" h="53" extrusionOk="0">
                  <a:moveTo>
                    <a:pt x="992" y="53"/>
                  </a:moveTo>
                  <a:cubicBezTo>
                    <a:pt x="668" y="39"/>
                    <a:pt x="337" y="25"/>
                    <a:pt x="1" y="1"/>
                  </a:cubicBezTo>
                  <a:cubicBezTo>
                    <a:pt x="337" y="25"/>
                    <a:pt x="668" y="39"/>
                    <a:pt x="992" y="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820;p40">
              <a:extLst>
                <a:ext uri="{FF2B5EF4-FFF2-40B4-BE49-F238E27FC236}">
                  <a16:creationId xmlns:a16="http://schemas.microsoft.com/office/drawing/2014/main" id="{7DD9AD3B-4486-4AF7-5B01-03385719C1DD}"/>
                </a:ext>
              </a:extLst>
            </p:cNvPr>
            <p:cNvSpPr/>
            <p:nvPr/>
          </p:nvSpPr>
          <p:spPr>
            <a:xfrm>
              <a:off x="5145375" y="4916450"/>
              <a:ext cx="30150" cy="6625"/>
            </a:xfrm>
            <a:custGeom>
              <a:avLst/>
              <a:gdLst/>
              <a:ahLst/>
              <a:cxnLst/>
              <a:rect l="l" t="t" r="r" b="b"/>
              <a:pathLst>
                <a:path w="1206" h="265" extrusionOk="0">
                  <a:moveTo>
                    <a:pt x="107" y="1"/>
                  </a:moveTo>
                  <a:cubicBezTo>
                    <a:pt x="51" y="1"/>
                    <a:pt x="5" y="44"/>
                    <a:pt x="1" y="99"/>
                  </a:cubicBezTo>
                  <a:cubicBezTo>
                    <a:pt x="1" y="102"/>
                    <a:pt x="1" y="105"/>
                    <a:pt x="1" y="107"/>
                  </a:cubicBezTo>
                  <a:cubicBezTo>
                    <a:pt x="1" y="163"/>
                    <a:pt x="44" y="210"/>
                    <a:pt x="100" y="214"/>
                  </a:cubicBezTo>
                  <a:cubicBezTo>
                    <a:pt x="444" y="238"/>
                    <a:pt x="782" y="253"/>
                    <a:pt x="1095" y="265"/>
                  </a:cubicBezTo>
                  <a:lnTo>
                    <a:pt x="1099" y="265"/>
                  </a:lnTo>
                  <a:cubicBezTo>
                    <a:pt x="1156" y="265"/>
                    <a:pt x="1204" y="220"/>
                    <a:pt x="1205" y="163"/>
                  </a:cubicBezTo>
                  <a:lnTo>
                    <a:pt x="1205" y="159"/>
                  </a:lnTo>
                  <a:cubicBezTo>
                    <a:pt x="1205" y="101"/>
                    <a:pt x="1161" y="55"/>
                    <a:pt x="1104" y="52"/>
                  </a:cubicBezTo>
                  <a:cubicBezTo>
                    <a:pt x="791" y="40"/>
                    <a:pt x="456" y="25"/>
                    <a:pt x="115" y="1"/>
                  </a:cubicBezTo>
                  <a:cubicBezTo>
                    <a:pt x="113" y="1"/>
                    <a:pt x="110" y="1"/>
                    <a:pt x="1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821;p40">
              <a:extLst>
                <a:ext uri="{FF2B5EF4-FFF2-40B4-BE49-F238E27FC236}">
                  <a16:creationId xmlns:a16="http://schemas.microsoft.com/office/drawing/2014/main" id="{34295DE3-0ADB-0049-4268-3229A928AA3D}"/>
                </a:ext>
              </a:extLst>
            </p:cNvPr>
            <p:cNvSpPr/>
            <p:nvPr/>
          </p:nvSpPr>
          <p:spPr>
            <a:xfrm>
              <a:off x="5098750" y="4914350"/>
              <a:ext cx="23600" cy="2650"/>
            </a:xfrm>
            <a:custGeom>
              <a:avLst/>
              <a:gdLst/>
              <a:ahLst/>
              <a:cxnLst/>
              <a:rect l="l" t="t" r="r" b="b"/>
              <a:pathLst>
                <a:path w="944" h="106" extrusionOk="0">
                  <a:moveTo>
                    <a:pt x="0" y="0"/>
                  </a:moveTo>
                  <a:cubicBezTo>
                    <a:pt x="32" y="4"/>
                    <a:pt x="64" y="8"/>
                    <a:pt x="96" y="12"/>
                  </a:cubicBezTo>
                  <a:lnTo>
                    <a:pt x="96" y="12"/>
                  </a:lnTo>
                  <a:cubicBezTo>
                    <a:pt x="64" y="8"/>
                    <a:pt x="32" y="4"/>
                    <a:pt x="0" y="0"/>
                  </a:cubicBezTo>
                  <a:close/>
                  <a:moveTo>
                    <a:pt x="96" y="12"/>
                  </a:moveTo>
                  <a:lnTo>
                    <a:pt x="96" y="12"/>
                  </a:lnTo>
                  <a:cubicBezTo>
                    <a:pt x="336" y="42"/>
                    <a:pt x="577" y="69"/>
                    <a:pt x="815" y="93"/>
                  </a:cubicBezTo>
                  <a:lnTo>
                    <a:pt x="815" y="93"/>
                  </a:lnTo>
                  <a:cubicBezTo>
                    <a:pt x="577" y="68"/>
                    <a:pt x="336" y="42"/>
                    <a:pt x="96" y="12"/>
                  </a:cubicBezTo>
                  <a:close/>
                  <a:moveTo>
                    <a:pt x="815" y="93"/>
                  </a:moveTo>
                  <a:cubicBezTo>
                    <a:pt x="822" y="94"/>
                    <a:pt x="829" y="95"/>
                    <a:pt x="835" y="95"/>
                  </a:cubicBezTo>
                  <a:lnTo>
                    <a:pt x="910" y="103"/>
                  </a:lnTo>
                  <a:lnTo>
                    <a:pt x="910" y="103"/>
                  </a:lnTo>
                  <a:cubicBezTo>
                    <a:pt x="879" y="100"/>
                    <a:pt x="847" y="97"/>
                    <a:pt x="815" y="93"/>
                  </a:cubicBezTo>
                  <a:close/>
                  <a:moveTo>
                    <a:pt x="910" y="103"/>
                  </a:moveTo>
                  <a:cubicBezTo>
                    <a:pt x="921" y="104"/>
                    <a:pt x="933" y="105"/>
                    <a:pt x="944" y="106"/>
                  </a:cubicBezTo>
                  <a:lnTo>
                    <a:pt x="910" y="1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822;p40">
              <a:extLst>
                <a:ext uri="{FF2B5EF4-FFF2-40B4-BE49-F238E27FC236}">
                  <a16:creationId xmlns:a16="http://schemas.microsoft.com/office/drawing/2014/main" id="{487BDADD-382A-9462-22B3-0A27451CF060}"/>
                </a:ext>
              </a:extLst>
            </p:cNvPr>
            <p:cNvSpPr/>
            <p:nvPr/>
          </p:nvSpPr>
          <p:spPr>
            <a:xfrm>
              <a:off x="5095900" y="4911675"/>
              <a:ext cx="29250" cy="8025"/>
            </a:xfrm>
            <a:custGeom>
              <a:avLst/>
              <a:gdLst/>
              <a:ahLst/>
              <a:cxnLst/>
              <a:rect l="l" t="t" r="r" b="b"/>
              <a:pathLst>
                <a:path w="1170" h="321" extrusionOk="0">
                  <a:moveTo>
                    <a:pt x="114" y="1"/>
                  </a:moveTo>
                  <a:cubicBezTo>
                    <a:pt x="61" y="1"/>
                    <a:pt x="15" y="39"/>
                    <a:pt x="8" y="94"/>
                  </a:cubicBezTo>
                  <a:cubicBezTo>
                    <a:pt x="1" y="152"/>
                    <a:pt x="41" y="205"/>
                    <a:pt x="101" y="213"/>
                  </a:cubicBezTo>
                  <a:cubicBezTo>
                    <a:pt x="148" y="219"/>
                    <a:pt x="197" y="225"/>
                    <a:pt x="247" y="231"/>
                  </a:cubicBezTo>
                  <a:cubicBezTo>
                    <a:pt x="529" y="265"/>
                    <a:pt x="793" y="295"/>
                    <a:pt x="1048" y="320"/>
                  </a:cubicBezTo>
                  <a:lnTo>
                    <a:pt x="1058" y="320"/>
                  </a:lnTo>
                  <a:cubicBezTo>
                    <a:pt x="1113" y="320"/>
                    <a:pt x="1159" y="278"/>
                    <a:pt x="1164" y="223"/>
                  </a:cubicBezTo>
                  <a:cubicBezTo>
                    <a:pt x="1170" y="165"/>
                    <a:pt x="1128" y="113"/>
                    <a:pt x="1068" y="107"/>
                  </a:cubicBezTo>
                  <a:lnTo>
                    <a:pt x="933" y="94"/>
                  </a:lnTo>
                  <a:cubicBezTo>
                    <a:pt x="714" y="70"/>
                    <a:pt x="494" y="46"/>
                    <a:pt x="272" y="19"/>
                  </a:cubicBezTo>
                  <a:cubicBezTo>
                    <a:pt x="224" y="13"/>
                    <a:pt x="177" y="7"/>
                    <a:pt x="127" y="1"/>
                  </a:cubicBezTo>
                  <a:cubicBezTo>
                    <a:pt x="123" y="1"/>
                    <a:pt x="118" y="1"/>
                    <a:pt x="11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823;p40">
              <a:extLst>
                <a:ext uri="{FF2B5EF4-FFF2-40B4-BE49-F238E27FC236}">
                  <a16:creationId xmlns:a16="http://schemas.microsoft.com/office/drawing/2014/main" id="{1D16C69F-0832-2BB0-FBCE-15431B8F9B2C}"/>
                </a:ext>
              </a:extLst>
            </p:cNvPr>
            <p:cNvSpPr/>
            <p:nvPr/>
          </p:nvSpPr>
          <p:spPr>
            <a:xfrm>
              <a:off x="5546825" y="3360675"/>
              <a:ext cx="3600" cy="1250"/>
            </a:xfrm>
            <a:custGeom>
              <a:avLst/>
              <a:gdLst/>
              <a:ahLst/>
              <a:cxnLst/>
              <a:rect l="l" t="t" r="r" b="b"/>
              <a:pathLst>
                <a:path w="144" h="50" extrusionOk="0">
                  <a:moveTo>
                    <a:pt x="1" y="0"/>
                  </a:moveTo>
                  <a:lnTo>
                    <a:pt x="45" y="17"/>
                  </a:lnTo>
                  <a:lnTo>
                    <a:pt x="144" y="50"/>
                  </a:lnTo>
                  <a:lnTo>
                    <a:pt x="144" y="5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824;p40">
              <a:extLst>
                <a:ext uri="{FF2B5EF4-FFF2-40B4-BE49-F238E27FC236}">
                  <a16:creationId xmlns:a16="http://schemas.microsoft.com/office/drawing/2014/main" id="{39A770C5-67D6-A977-6605-21055991B73A}"/>
                </a:ext>
              </a:extLst>
            </p:cNvPr>
            <p:cNvSpPr/>
            <p:nvPr/>
          </p:nvSpPr>
          <p:spPr>
            <a:xfrm>
              <a:off x="5543825" y="3358000"/>
              <a:ext cx="9575" cy="6575"/>
            </a:xfrm>
            <a:custGeom>
              <a:avLst/>
              <a:gdLst/>
              <a:ahLst/>
              <a:cxnLst/>
              <a:rect l="l" t="t" r="r" b="b"/>
              <a:pathLst>
                <a:path w="383" h="263" extrusionOk="0">
                  <a:moveTo>
                    <a:pt x="120" y="0"/>
                  </a:moveTo>
                  <a:cubicBezTo>
                    <a:pt x="77" y="0"/>
                    <a:pt x="36" y="28"/>
                    <a:pt x="20" y="70"/>
                  </a:cubicBezTo>
                  <a:cubicBezTo>
                    <a:pt x="0" y="125"/>
                    <a:pt x="28" y="186"/>
                    <a:pt x="82" y="207"/>
                  </a:cubicBezTo>
                  <a:lnTo>
                    <a:pt x="229" y="258"/>
                  </a:lnTo>
                  <a:cubicBezTo>
                    <a:pt x="241" y="261"/>
                    <a:pt x="252" y="262"/>
                    <a:pt x="264" y="262"/>
                  </a:cubicBezTo>
                  <a:cubicBezTo>
                    <a:pt x="308" y="262"/>
                    <a:pt x="350" y="234"/>
                    <a:pt x="365" y="189"/>
                  </a:cubicBezTo>
                  <a:cubicBezTo>
                    <a:pt x="383" y="134"/>
                    <a:pt x="353" y="75"/>
                    <a:pt x="298" y="55"/>
                  </a:cubicBezTo>
                  <a:lnTo>
                    <a:pt x="155" y="6"/>
                  </a:lnTo>
                  <a:cubicBezTo>
                    <a:pt x="144" y="2"/>
                    <a:pt x="132" y="0"/>
                    <a:pt x="12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825;p40">
              <a:extLst>
                <a:ext uri="{FF2B5EF4-FFF2-40B4-BE49-F238E27FC236}">
                  <a16:creationId xmlns:a16="http://schemas.microsoft.com/office/drawing/2014/main" id="{27575358-5CDF-1621-5D53-2EC8A0906B3B}"/>
                </a:ext>
              </a:extLst>
            </p:cNvPr>
            <p:cNvSpPr/>
            <p:nvPr/>
          </p:nvSpPr>
          <p:spPr>
            <a:xfrm>
              <a:off x="4964925" y="3338000"/>
              <a:ext cx="967975" cy="1582775"/>
            </a:xfrm>
            <a:custGeom>
              <a:avLst/>
              <a:gdLst/>
              <a:ahLst/>
              <a:cxnLst/>
              <a:rect l="l" t="t" r="r" b="b"/>
              <a:pathLst>
                <a:path w="38719" h="63311" extrusionOk="0">
                  <a:moveTo>
                    <a:pt x="14846" y="23454"/>
                  </a:moveTo>
                  <a:cubicBezTo>
                    <a:pt x="16444" y="23454"/>
                    <a:pt x="18581" y="25076"/>
                    <a:pt x="20153" y="26499"/>
                  </a:cubicBezTo>
                  <a:cubicBezTo>
                    <a:pt x="21319" y="27555"/>
                    <a:pt x="21408" y="29358"/>
                    <a:pt x="20353" y="30524"/>
                  </a:cubicBezTo>
                  <a:cubicBezTo>
                    <a:pt x="20288" y="30594"/>
                    <a:pt x="20223" y="30661"/>
                    <a:pt x="20153" y="30725"/>
                  </a:cubicBezTo>
                  <a:cubicBezTo>
                    <a:pt x="18581" y="32148"/>
                    <a:pt x="16444" y="33770"/>
                    <a:pt x="14846" y="33770"/>
                  </a:cubicBezTo>
                  <a:cubicBezTo>
                    <a:pt x="13249" y="33770"/>
                    <a:pt x="11112" y="32148"/>
                    <a:pt x="9541" y="30725"/>
                  </a:cubicBezTo>
                  <a:cubicBezTo>
                    <a:pt x="8374" y="29668"/>
                    <a:pt x="8285" y="27866"/>
                    <a:pt x="9340" y="26700"/>
                  </a:cubicBezTo>
                  <a:cubicBezTo>
                    <a:pt x="9404" y="26630"/>
                    <a:pt x="9471" y="26563"/>
                    <a:pt x="9541" y="26499"/>
                  </a:cubicBezTo>
                  <a:cubicBezTo>
                    <a:pt x="11112" y="25076"/>
                    <a:pt x="13249" y="23454"/>
                    <a:pt x="14846" y="23454"/>
                  </a:cubicBezTo>
                  <a:close/>
                  <a:moveTo>
                    <a:pt x="20132" y="1"/>
                  </a:moveTo>
                  <a:cubicBezTo>
                    <a:pt x="19942" y="16"/>
                    <a:pt x="10266" y="793"/>
                    <a:pt x="5460" y="7279"/>
                  </a:cubicBezTo>
                  <a:cubicBezTo>
                    <a:pt x="606" y="13833"/>
                    <a:pt x="2670" y="24510"/>
                    <a:pt x="2549" y="27539"/>
                  </a:cubicBezTo>
                  <a:cubicBezTo>
                    <a:pt x="2427" y="30567"/>
                    <a:pt x="2062" y="34090"/>
                    <a:pt x="1336" y="35546"/>
                  </a:cubicBezTo>
                  <a:cubicBezTo>
                    <a:pt x="608" y="37002"/>
                    <a:pt x="0" y="36882"/>
                    <a:pt x="364" y="37851"/>
                  </a:cubicBezTo>
                  <a:cubicBezTo>
                    <a:pt x="725" y="38822"/>
                    <a:pt x="2308" y="43074"/>
                    <a:pt x="2308" y="43074"/>
                  </a:cubicBezTo>
                  <a:lnTo>
                    <a:pt x="1217" y="45863"/>
                  </a:lnTo>
                  <a:lnTo>
                    <a:pt x="2308" y="48047"/>
                  </a:lnTo>
                  <a:cubicBezTo>
                    <a:pt x="2308" y="48047"/>
                    <a:pt x="1337" y="49503"/>
                    <a:pt x="2065" y="50717"/>
                  </a:cubicBezTo>
                  <a:cubicBezTo>
                    <a:pt x="2450" y="51402"/>
                    <a:pt x="2990" y="51987"/>
                    <a:pt x="3644" y="52423"/>
                  </a:cubicBezTo>
                  <a:cubicBezTo>
                    <a:pt x="3644" y="52423"/>
                    <a:pt x="4248" y="55942"/>
                    <a:pt x="3400" y="58126"/>
                  </a:cubicBezTo>
                  <a:cubicBezTo>
                    <a:pt x="2679" y="59977"/>
                    <a:pt x="3703" y="62085"/>
                    <a:pt x="4327" y="62907"/>
                  </a:cubicBezTo>
                  <a:lnTo>
                    <a:pt x="4400" y="62917"/>
                  </a:lnTo>
                  <a:cubicBezTo>
                    <a:pt x="5002" y="63011"/>
                    <a:pt x="5599" y="63085"/>
                    <a:pt x="6190" y="63148"/>
                  </a:cubicBezTo>
                  <a:lnTo>
                    <a:pt x="6300" y="63158"/>
                  </a:lnTo>
                  <a:cubicBezTo>
                    <a:pt x="6644" y="63193"/>
                    <a:pt x="6985" y="63219"/>
                    <a:pt x="7321" y="63243"/>
                  </a:cubicBezTo>
                  <a:cubicBezTo>
                    <a:pt x="7658" y="63264"/>
                    <a:pt x="7988" y="63282"/>
                    <a:pt x="8314" y="63294"/>
                  </a:cubicBezTo>
                  <a:cubicBezTo>
                    <a:pt x="8638" y="63305"/>
                    <a:pt x="8956" y="63310"/>
                    <a:pt x="9267" y="63310"/>
                  </a:cubicBezTo>
                  <a:cubicBezTo>
                    <a:pt x="10890" y="63310"/>
                    <a:pt x="12315" y="63160"/>
                    <a:pt x="13346" y="62858"/>
                  </a:cubicBezTo>
                  <a:cubicBezTo>
                    <a:pt x="15411" y="62249"/>
                    <a:pt x="29606" y="55090"/>
                    <a:pt x="31668" y="52907"/>
                  </a:cubicBezTo>
                  <a:cubicBezTo>
                    <a:pt x="33162" y="51318"/>
                    <a:pt x="34091" y="44338"/>
                    <a:pt x="34481" y="40652"/>
                  </a:cubicBezTo>
                  <a:lnTo>
                    <a:pt x="34481" y="40652"/>
                  </a:lnTo>
                  <a:cubicBezTo>
                    <a:pt x="33924" y="40865"/>
                    <a:pt x="33332" y="40975"/>
                    <a:pt x="32734" y="40975"/>
                  </a:cubicBezTo>
                  <a:cubicBezTo>
                    <a:pt x="28920" y="40975"/>
                    <a:pt x="25827" y="36498"/>
                    <a:pt x="25827" y="30984"/>
                  </a:cubicBezTo>
                  <a:cubicBezTo>
                    <a:pt x="25827" y="25472"/>
                    <a:pt x="28920" y="20996"/>
                    <a:pt x="32734" y="20996"/>
                  </a:cubicBezTo>
                  <a:cubicBezTo>
                    <a:pt x="35126" y="20996"/>
                    <a:pt x="37233" y="22753"/>
                    <a:pt x="38471" y="25423"/>
                  </a:cubicBezTo>
                  <a:cubicBezTo>
                    <a:pt x="38641" y="24157"/>
                    <a:pt x="38718" y="22880"/>
                    <a:pt x="38707" y="21604"/>
                  </a:cubicBezTo>
                  <a:cubicBezTo>
                    <a:pt x="38586" y="13720"/>
                    <a:pt x="32033" y="5590"/>
                    <a:pt x="27666" y="2920"/>
                  </a:cubicBezTo>
                  <a:lnTo>
                    <a:pt x="27665" y="2920"/>
                  </a:lnTo>
                  <a:cubicBezTo>
                    <a:pt x="27665" y="2920"/>
                    <a:pt x="27514" y="2822"/>
                    <a:pt x="27239" y="2666"/>
                  </a:cubicBezTo>
                  <a:cubicBezTo>
                    <a:pt x="27062" y="2566"/>
                    <a:pt x="26831" y="2440"/>
                    <a:pt x="26552" y="2298"/>
                  </a:cubicBezTo>
                  <a:lnTo>
                    <a:pt x="26533" y="2298"/>
                  </a:lnTo>
                  <a:lnTo>
                    <a:pt x="26258" y="2158"/>
                  </a:lnTo>
                  <a:lnTo>
                    <a:pt x="26223" y="2142"/>
                  </a:lnTo>
                  <a:lnTo>
                    <a:pt x="25930" y="2000"/>
                  </a:lnTo>
                  <a:lnTo>
                    <a:pt x="25876" y="1975"/>
                  </a:lnTo>
                  <a:lnTo>
                    <a:pt x="25562" y="1831"/>
                  </a:lnTo>
                  <a:lnTo>
                    <a:pt x="25498" y="1801"/>
                  </a:lnTo>
                  <a:lnTo>
                    <a:pt x="25157" y="1649"/>
                  </a:lnTo>
                  <a:lnTo>
                    <a:pt x="25092" y="1622"/>
                  </a:lnTo>
                  <a:lnTo>
                    <a:pt x="24718" y="1464"/>
                  </a:lnTo>
                  <a:lnTo>
                    <a:pt x="24554" y="1397"/>
                  </a:lnTo>
                  <a:lnTo>
                    <a:pt x="24249" y="1277"/>
                  </a:lnTo>
                  <a:lnTo>
                    <a:pt x="24055" y="1201"/>
                  </a:lnTo>
                  <a:lnTo>
                    <a:pt x="23774" y="1095"/>
                  </a:lnTo>
                  <a:lnTo>
                    <a:pt x="23913" y="1146"/>
                  </a:lnTo>
                  <a:lnTo>
                    <a:pt x="23838" y="1116"/>
                  </a:lnTo>
                  <a:lnTo>
                    <a:pt x="23581" y="1025"/>
                  </a:lnTo>
                  <a:cubicBezTo>
                    <a:pt x="23497" y="992"/>
                    <a:pt x="23409" y="963"/>
                    <a:pt x="23321" y="933"/>
                  </a:cubicBezTo>
                  <a:lnTo>
                    <a:pt x="23043" y="834"/>
                  </a:lnTo>
                  <a:lnTo>
                    <a:pt x="22759" y="741"/>
                  </a:lnTo>
                  <a:lnTo>
                    <a:pt x="22896" y="785"/>
                  </a:lnTo>
                  <a:lnTo>
                    <a:pt x="22739" y="732"/>
                  </a:lnTo>
                  <a:lnTo>
                    <a:pt x="22729" y="732"/>
                  </a:lnTo>
                  <a:cubicBezTo>
                    <a:pt x="22500" y="656"/>
                    <a:pt x="22258" y="581"/>
                    <a:pt x="22011" y="508"/>
                  </a:cubicBezTo>
                  <a:lnTo>
                    <a:pt x="21797" y="447"/>
                  </a:lnTo>
                  <a:lnTo>
                    <a:pt x="21780" y="447"/>
                  </a:lnTo>
                  <a:cubicBezTo>
                    <a:pt x="21608" y="395"/>
                    <a:pt x="21430" y="346"/>
                    <a:pt x="21252" y="300"/>
                  </a:cubicBezTo>
                  <a:lnTo>
                    <a:pt x="21003" y="211"/>
                  </a:lnTo>
                  <a:lnTo>
                    <a:pt x="20409" y="65"/>
                  </a:lnTo>
                  <a:lnTo>
                    <a:pt x="20196" y="14"/>
                  </a:lnTo>
                  <a:lnTo>
                    <a:pt x="201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826;p40">
              <a:extLst>
                <a:ext uri="{FF2B5EF4-FFF2-40B4-BE49-F238E27FC236}">
                  <a16:creationId xmlns:a16="http://schemas.microsoft.com/office/drawing/2014/main" id="{051B1976-AB10-0F2E-7DB9-A3E61A3C5627}"/>
                </a:ext>
              </a:extLst>
            </p:cNvPr>
            <p:cNvSpPr/>
            <p:nvPr/>
          </p:nvSpPr>
          <p:spPr>
            <a:xfrm>
              <a:off x="4965375" y="3335325"/>
              <a:ext cx="970200" cy="1588125"/>
            </a:xfrm>
            <a:custGeom>
              <a:avLst/>
              <a:gdLst/>
              <a:ahLst/>
              <a:cxnLst/>
              <a:rect l="l" t="t" r="r" b="b"/>
              <a:pathLst>
                <a:path w="38808" h="63525" extrusionOk="0">
                  <a:moveTo>
                    <a:pt x="14828" y="23667"/>
                  </a:moveTo>
                  <a:lnTo>
                    <a:pt x="14828" y="23669"/>
                  </a:lnTo>
                  <a:cubicBezTo>
                    <a:pt x="16402" y="23669"/>
                    <a:pt x="18543" y="25309"/>
                    <a:pt x="20062" y="26685"/>
                  </a:cubicBezTo>
                  <a:cubicBezTo>
                    <a:pt x="20605" y="27177"/>
                    <a:pt x="20924" y="27851"/>
                    <a:pt x="20961" y="28582"/>
                  </a:cubicBezTo>
                  <a:cubicBezTo>
                    <a:pt x="20997" y="29315"/>
                    <a:pt x="20747" y="30016"/>
                    <a:pt x="20256" y="30559"/>
                  </a:cubicBezTo>
                  <a:cubicBezTo>
                    <a:pt x="20195" y="30626"/>
                    <a:pt x="20131" y="30692"/>
                    <a:pt x="20062" y="30752"/>
                  </a:cubicBezTo>
                  <a:cubicBezTo>
                    <a:pt x="18543" y="32129"/>
                    <a:pt x="16402" y="33770"/>
                    <a:pt x="14828" y="33770"/>
                  </a:cubicBezTo>
                  <a:cubicBezTo>
                    <a:pt x="13255" y="33770"/>
                    <a:pt x="11114" y="32129"/>
                    <a:pt x="9595" y="30752"/>
                  </a:cubicBezTo>
                  <a:cubicBezTo>
                    <a:pt x="8474" y="29738"/>
                    <a:pt x="8387" y="28000"/>
                    <a:pt x="9401" y="26879"/>
                  </a:cubicBezTo>
                  <a:cubicBezTo>
                    <a:pt x="9462" y="26810"/>
                    <a:pt x="9526" y="26746"/>
                    <a:pt x="9595" y="26685"/>
                  </a:cubicBezTo>
                  <a:cubicBezTo>
                    <a:pt x="11114" y="25309"/>
                    <a:pt x="13255" y="23667"/>
                    <a:pt x="14828" y="23667"/>
                  </a:cubicBezTo>
                  <a:close/>
                  <a:moveTo>
                    <a:pt x="14828" y="23454"/>
                  </a:moveTo>
                  <a:cubicBezTo>
                    <a:pt x="13186" y="23454"/>
                    <a:pt x="10997" y="25126"/>
                    <a:pt x="9452" y="26527"/>
                  </a:cubicBezTo>
                  <a:cubicBezTo>
                    <a:pt x="9379" y="26593"/>
                    <a:pt x="9309" y="26663"/>
                    <a:pt x="9243" y="26736"/>
                  </a:cubicBezTo>
                  <a:cubicBezTo>
                    <a:pt x="8151" y="27943"/>
                    <a:pt x="8243" y="29816"/>
                    <a:pt x="9452" y="30909"/>
                  </a:cubicBezTo>
                  <a:cubicBezTo>
                    <a:pt x="10997" y="32312"/>
                    <a:pt x="13186" y="33982"/>
                    <a:pt x="14828" y="33982"/>
                  </a:cubicBezTo>
                  <a:cubicBezTo>
                    <a:pt x="16471" y="33982"/>
                    <a:pt x="18659" y="32312"/>
                    <a:pt x="20206" y="30911"/>
                  </a:cubicBezTo>
                  <a:cubicBezTo>
                    <a:pt x="20278" y="30844"/>
                    <a:pt x="20348" y="30775"/>
                    <a:pt x="20413" y="30702"/>
                  </a:cubicBezTo>
                  <a:cubicBezTo>
                    <a:pt x="20943" y="30117"/>
                    <a:pt x="21213" y="29361"/>
                    <a:pt x="21174" y="28572"/>
                  </a:cubicBezTo>
                  <a:cubicBezTo>
                    <a:pt x="21136" y="27784"/>
                    <a:pt x="20792" y="27057"/>
                    <a:pt x="20206" y="26527"/>
                  </a:cubicBezTo>
                  <a:cubicBezTo>
                    <a:pt x="18659" y="25126"/>
                    <a:pt x="16471" y="23454"/>
                    <a:pt x="14828" y="23454"/>
                  </a:cubicBezTo>
                  <a:close/>
                  <a:moveTo>
                    <a:pt x="20107" y="215"/>
                  </a:moveTo>
                  <a:lnTo>
                    <a:pt x="20949" y="417"/>
                  </a:lnTo>
                  <a:lnTo>
                    <a:pt x="21206" y="510"/>
                  </a:lnTo>
                  <a:cubicBezTo>
                    <a:pt x="21384" y="556"/>
                    <a:pt x="21560" y="605"/>
                    <a:pt x="21731" y="656"/>
                  </a:cubicBezTo>
                  <a:cubicBezTo>
                    <a:pt x="21742" y="659"/>
                    <a:pt x="21752" y="660"/>
                    <a:pt x="21762" y="660"/>
                  </a:cubicBezTo>
                  <a:lnTo>
                    <a:pt x="21962" y="718"/>
                  </a:lnTo>
                  <a:cubicBezTo>
                    <a:pt x="22208" y="790"/>
                    <a:pt x="22447" y="864"/>
                    <a:pt x="22677" y="940"/>
                  </a:cubicBezTo>
                  <a:cubicBezTo>
                    <a:pt x="22681" y="941"/>
                    <a:pt x="22687" y="943"/>
                    <a:pt x="22694" y="944"/>
                  </a:cubicBezTo>
                  <a:cubicBezTo>
                    <a:pt x="22699" y="946"/>
                    <a:pt x="22702" y="947"/>
                    <a:pt x="22706" y="949"/>
                  </a:cubicBezTo>
                  <a:lnTo>
                    <a:pt x="23269" y="1141"/>
                  </a:lnTo>
                  <a:cubicBezTo>
                    <a:pt x="23356" y="1169"/>
                    <a:pt x="23442" y="1199"/>
                    <a:pt x="23525" y="1232"/>
                  </a:cubicBezTo>
                  <a:lnTo>
                    <a:pt x="23704" y="1296"/>
                  </a:lnTo>
                  <a:cubicBezTo>
                    <a:pt x="23708" y="1297"/>
                    <a:pt x="23713" y="1300"/>
                    <a:pt x="23717" y="1302"/>
                  </a:cubicBezTo>
                  <a:lnTo>
                    <a:pt x="23999" y="1408"/>
                  </a:lnTo>
                  <a:lnTo>
                    <a:pt x="25032" y="1827"/>
                  </a:lnTo>
                  <a:lnTo>
                    <a:pt x="25812" y="2179"/>
                  </a:lnTo>
                  <a:lnTo>
                    <a:pt x="26467" y="2499"/>
                  </a:lnTo>
                  <a:cubicBezTo>
                    <a:pt x="26475" y="2503"/>
                    <a:pt x="26490" y="2506"/>
                    <a:pt x="26503" y="2509"/>
                  </a:cubicBezTo>
                  <a:cubicBezTo>
                    <a:pt x="26737" y="2628"/>
                    <a:pt x="26962" y="2749"/>
                    <a:pt x="27169" y="2867"/>
                  </a:cubicBezTo>
                  <a:cubicBezTo>
                    <a:pt x="27437" y="3019"/>
                    <a:pt x="27587" y="3115"/>
                    <a:pt x="27589" y="3117"/>
                  </a:cubicBezTo>
                  <a:cubicBezTo>
                    <a:pt x="27590" y="3117"/>
                    <a:pt x="27590" y="3117"/>
                    <a:pt x="27592" y="3118"/>
                  </a:cubicBezTo>
                  <a:cubicBezTo>
                    <a:pt x="32009" y="5818"/>
                    <a:pt x="38464" y="13994"/>
                    <a:pt x="38580" y="21711"/>
                  </a:cubicBezTo>
                  <a:cubicBezTo>
                    <a:pt x="38592" y="22859"/>
                    <a:pt x="38529" y="24017"/>
                    <a:pt x="38392" y="25159"/>
                  </a:cubicBezTo>
                  <a:cubicBezTo>
                    <a:pt x="37075" y="22544"/>
                    <a:pt x="34972" y="20996"/>
                    <a:pt x="32716" y="20996"/>
                  </a:cubicBezTo>
                  <a:cubicBezTo>
                    <a:pt x="28848" y="20996"/>
                    <a:pt x="25702" y="25524"/>
                    <a:pt x="25702" y="31091"/>
                  </a:cubicBezTo>
                  <a:cubicBezTo>
                    <a:pt x="25702" y="36660"/>
                    <a:pt x="28848" y="41189"/>
                    <a:pt x="32716" y="41189"/>
                  </a:cubicBezTo>
                  <a:cubicBezTo>
                    <a:pt x="33270" y="41187"/>
                    <a:pt x="33815" y="41097"/>
                    <a:pt x="34338" y="40916"/>
                  </a:cubicBezTo>
                  <a:lnTo>
                    <a:pt x="34338" y="40916"/>
                  </a:lnTo>
                  <a:cubicBezTo>
                    <a:pt x="33992" y="44136"/>
                    <a:pt x="33065" y="51352"/>
                    <a:pt x="31573" y="52941"/>
                  </a:cubicBezTo>
                  <a:cubicBezTo>
                    <a:pt x="29482" y="55154"/>
                    <a:pt x="15189" y="62305"/>
                    <a:pt x="13298" y="62862"/>
                  </a:cubicBezTo>
                  <a:cubicBezTo>
                    <a:pt x="12296" y="63156"/>
                    <a:pt x="10876" y="63311"/>
                    <a:pt x="9233" y="63311"/>
                  </a:cubicBezTo>
                  <a:cubicBezTo>
                    <a:pt x="8929" y="63311"/>
                    <a:pt x="8618" y="63306"/>
                    <a:pt x="8301" y="63295"/>
                  </a:cubicBezTo>
                  <a:cubicBezTo>
                    <a:pt x="7975" y="63282"/>
                    <a:pt x="7646" y="63265"/>
                    <a:pt x="7311" y="63243"/>
                  </a:cubicBezTo>
                  <a:cubicBezTo>
                    <a:pt x="6943" y="63218"/>
                    <a:pt x="6610" y="63191"/>
                    <a:pt x="6292" y="63158"/>
                  </a:cubicBezTo>
                  <a:lnTo>
                    <a:pt x="6182" y="63148"/>
                  </a:lnTo>
                  <a:cubicBezTo>
                    <a:pt x="5542" y="63081"/>
                    <a:pt x="4958" y="63006"/>
                    <a:pt x="4397" y="62918"/>
                  </a:cubicBezTo>
                  <a:lnTo>
                    <a:pt x="4367" y="62914"/>
                  </a:lnTo>
                  <a:lnTo>
                    <a:pt x="4369" y="62914"/>
                  </a:lnTo>
                  <a:cubicBezTo>
                    <a:pt x="3854" y="62216"/>
                    <a:pt x="2759" y="60127"/>
                    <a:pt x="3481" y="58270"/>
                  </a:cubicBezTo>
                  <a:cubicBezTo>
                    <a:pt x="4331" y="56084"/>
                    <a:pt x="3755" y="52657"/>
                    <a:pt x="3730" y="52512"/>
                  </a:cubicBezTo>
                  <a:cubicBezTo>
                    <a:pt x="3725" y="52483"/>
                    <a:pt x="3709" y="52457"/>
                    <a:pt x="3684" y="52441"/>
                  </a:cubicBezTo>
                  <a:cubicBezTo>
                    <a:pt x="3048" y="52017"/>
                    <a:pt x="2513" y="51439"/>
                    <a:pt x="2138" y="50769"/>
                  </a:cubicBezTo>
                  <a:cubicBezTo>
                    <a:pt x="1455" y="49628"/>
                    <a:pt x="2369" y="48227"/>
                    <a:pt x="2378" y="48214"/>
                  </a:cubicBezTo>
                  <a:cubicBezTo>
                    <a:pt x="2400" y="48181"/>
                    <a:pt x="2402" y="48141"/>
                    <a:pt x="2385" y="48107"/>
                  </a:cubicBezTo>
                  <a:lnTo>
                    <a:pt x="1315" y="45965"/>
                  </a:lnTo>
                  <a:lnTo>
                    <a:pt x="2388" y="43220"/>
                  </a:lnTo>
                  <a:cubicBezTo>
                    <a:pt x="2399" y="43195"/>
                    <a:pt x="2399" y="43168"/>
                    <a:pt x="2390" y="43144"/>
                  </a:cubicBezTo>
                  <a:cubicBezTo>
                    <a:pt x="2390" y="43144"/>
                    <a:pt x="807" y="38892"/>
                    <a:pt x="445" y="37921"/>
                  </a:cubicBezTo>
                  <a:cubicBezTo>
                    <a:pt x="241" y="37379"/>
                    <a:pt x="358" y="37234"/>
                    <a:pt x="666" y="36847"/>
                  </a:cubicBezTo>
                  <a:cubicBezTo>
                    <a:pt x="861" y="36603"/>
                    <a:pt x="1129" y="36268"/>
                    <a:pt x="1413" y="35701"/>
                  </a:cubicBezTo>
                  <a:cubicBezTo>
                    <a:pt x="2298" y="33929"/>
                    <a:pt x="2564" y="29480"/>
                    <a:pt x="2637" y="27650"/>
                  </a:cubicBezTo>
                  <a:cubicBezTo>
                    <a:pt x="2661" y="27038"/>
                    <a:pt x="2600" y="26139"/>
                    <a:pt x="2521" y="25000"/>
                  </a:cubicBezTo>
                  <a:cubicBezTo>
                    <a:pt x="2201" y="20386"/>
                    <a:pt x="1666" y="12661"/>
                    <a:pt x="5527" y="7450"/>
                  </a:cubicBezTo>
                  <a:cubicBezTo>
                    <a:pt x="10217" y="1120"/>
                    <a:pt x="19533" y="263"/>
                    <a:pt x="20107" y="215"/>
                  </a:cubicBezTo>
                  <a:close/>
                  <a:moveTo>
                    <a:pt x="20105" y="0"/>
                  </a:moveTo>
                  <a:cubicBezTo>
                    <a:pt x="19700" y="33"/>
                    <a:pt x="10150" y="852"/>
                    <a:pt x="5356" y="7322"/>
                  </a:cubicBezTo>
                  <a:cubicBezTo>
                    <a:pt x="1449" y="12597"/>
                    <a:pt x="1986" y="20371"/>
                    <a:pt x="2308" y="25015"/>
                  </a:cubicBezTo>
                  <a:cubicBezTo>
                    <a:pt x="2387" y="26146"/>
                    <a:pt x="2448" y="27041"/>
                    <a:pt x="2424" y="27641"/>
                  </a:cubicBezTo>
                  <a:cubicBezTo>
                    <a:pt x="2272" y="31425"/>
                    <a:pt x="1823" y="34401"/>
                    <a:pt x="1221" y="35605"/>
                  </a:cubicBezTo>
                  <a:cubicBezTo>
                    <a:pt x="949" y="36152"/>
                    <a:pt x="690" y="36478"/>
                    <a:pt x="499" y="36715"/>
                  </a:cubicBezTo>
                  <a:cubicBezTo>
                    <a:pt x="177" y="37118"/>
                    <a:pt x="0" y="37340"/>
                    <a:pt x="244" y="37995"/>
                  </a:cubicBezTo>
                  <a:cubicBezTo>
                    <a:pt x="587" y="38911"/>
                    <a:pt x="2018" y="42755"/>
                    <a:pt x="2176" y="43180"/>
                  </a:cubicBezTo>
                  <a:lnTo>
                    <a:pt x="1099" y="45931"/>
                  </a:lnTo>
                  <a:cubicBezTo>
                    <a:pt x="1087" y="45960"/>
                    <a:pt x="1089" y="45991"/>
                    <a:pt x="1102" y="46018"/>
                  </a:cubicBezTo>
                  <a:lnTo>
                    <a:pt x="2167" y="48148"/>
                  </a:lnTo>
                  <a:cubicBezTo>
                    <a:pt x="1995" y="48430"/>
                    <a:pt x="1272" y="49740"/>
                    <a:pt x="1954" y="50876"/>
                  </a:cubicBezTo>
                  <a:cubicBezTo>
                    <a:pt x="2336" y="51559"/>
                    <a:pt x="2880" y="52152"/>
                    <a:pt x="3526" y="52593"/>
                  </a:cubicBezTo>
                  <a:cubicBezTo>
                    <a:pt x="3591" y="53007"/>
                    <a:pt x="4059" y="56194"/>
                    <a:pt x="3282" y="58194"/>
                  </a:cubicBezTo>
                  <a:cubicBezTo>
                    <a:pt x="2592" y="59963"/>
                    <a:pt x="3468" y="62085"/>
                    <a:pt x="4224" y="63078"/>
                  </a:cubicBezTo>
                  <a:cubicBezTo>
                    <a:pt x="4241" y="63100"/>
                    <a:pt x="4266" y="63115"/>
                    <a:pt x="4294" y="63120"/>
                  </a:cubicBezTo>
                  <a:lnTo>
                    <a:pt x="4366" y="63130"/>
                  </a:lnTo>
                  <a:cubicBezTo>
                    <a:pt x="4929" y="63218"/>
                    <a:pt x="5515" y="63292"/>
                    <a:pt x="6160" y="63361"/>
                  </a:cubicBezTo>
                  <a:lnTo>
                    <a:pt x="6272" y="63371"/>
                  </a:lnTo>
                  <a:cubicBezTo>
                    <a:pt x="6590" y="63402"/>
                    <a:pt x="6927" y="63431"/>
                    <a:pt x="7296" y="63456"/>
                  </a:cubicBezTo>
                  <a:cubicBezTo>
                    <a:pt x="7634" y="63478"/>
                    <a:pt x="7966" y="63495"/>
                    <a:pt x="8294" y="63508"/>
                  </a:cubicBezTo>
                  <a:cubicBezTo>
                    <a:pt x="8612" y="63519"/>
                    <a:pt x="8925" y="63524"/>
                    <a:pt x="9232" y="63524"/>
                  </a:cubicBezTo>
                  <a:lnTo>
                    <a:pt x="9232" y="63523"/>
                  </a:lnTo>
                  <a:cubicBezTo>
                    <a:pt x="10896" y="63523"/>
                    <a:pt x="12337" y="63365"/>
                    <a:pt x="13357" y="63066"/>
                  </a:cubicBezTo>
                  <a:cubicBezTo>
                    <a:pt x="15257" y="62508"/>
                    <a:pt x="29624" y="55314"/>
                    <a:pt x="31728" y="53087"/>
                  </a:cubicBezTo>
                  <a:cubicBezTo>
                    <a:pt x="33236" y="51482"/>
                    <a:pt x="34155" y="44681"/>
                    <a:pt x="34569" y="40769"/>
                  </a:cubicBezTo>
                  <a:cubicBezTo>
                    <a:pt x="34573" y="40732"/>
                    <a:pt x="34558" y="40696"/>
                    <a:pt x="34528" y="40672"/>
                  </a:cubicBezTo>
                  <a:cubicBezTo>
                    <a:pt x="34509" y="40658"/>
                    <a:pt x="34486" y="40650"/>
                    <a:pt x="34463" y="40650"/>
                  </a:cubicBezTo>
                  <a:cubicBezTo>
                    <a:pt x="34451" y="40650"/>
                    <a:pt x="34438" y="40653"/>
                    <a:pt x="34426" y="40657"/>
                  </a:cubicBezTo>
                  <a:cubicBezTo>
                    <a:pt x="33878" y="40867"/>
                    <a:pt x="33303" y="40975"/>
                    <a:pt x="32716" y="40975"/>
                  </a:cubicBezTo>
                  <a:cubicBezTo>
                    <a:pt x="28967" y="40975"/>
                    <a:pt x="25917" y="36540"/>
                    <a:pt x="25917" y="31091"/>
                  </a:cubicBezTo>
                  <a:cubicBezTo>
                    <a:pt x="25917" y="25641"/>
                    <a:pt x="28967" y="21209"/>
                    <a:pt x="32716" y="21209"/>
                  </a:cubicBezTo>
                  <a:cubicBezTo>
                    <a:pt x="34980" y="21209"/>
                    <a:pt x="37088" y="22841"/>
                    <a:pt x="38357" y="25574"/>
                  </a:cubicBezTo>
                  <a:cubicBezTo>
                    <a:pt x="38374" y="25611"/>
                    <a:pt x="38410" y="25635"/>
                    <a:pt x="38453" y="25635"/>
                  </a:cubicBezTo>
                  <a:cubicBezTo>
                    <a:pt x="38458" y="25635"/>
                    <a:pt x="38464" y="25635"/>
                    <a:pt x="38470" y="25634"/>
                  </a:cubicBezTo>
                  <a:cubicBezTo>
                    <a:pt x="38516" y="25627"/>
                    <a:pt x="38552" y="25589"/>
                    <a:pt x="38559" y="25543"/>
                  </a:cubicBezTo>
                  <a:cubicBezTo>
                    <a:pt x="38729" y="24276"/>
                    <a:pt x="38808" y="22985"/>
                    <a:pt x="38794" y="21708"/>
                  </a:cubicBezTo>
                  <a:cubicBezTo>
                    <a:pt x="38677" y="13915"/>
                    <a:pt x="32163" y="5661"/>
                    <a:pt x="27705" y="2937"/>
                  </a:cubicBezTo>
                  <a:cubicBezTo>
                    <a:pt x="27687" y="2925"/>
                    <a:pt x="27538" y="2829"/>
                    <a:pt x="27273" y="2681"/>
                  </a:cubicBezTo>
                  <a:cubicBezTo>
                    <a:pt x="27059" y="2558"/>
                    <a:pt x="26826" y="2433"/>
                    <a:pt x="26584" y="2308"/>
                  </a:cubicBezTo>
                  <a:cubicBezTo>
                    <a:pt x="26575" y="2304"/>
                    <a:pt x="26560" y="2301"/>
                    <a:pt x="26545" y="2299"/>
                  </a:cubicBezTo>
                  <a:lnTo>
                    <a:pt x="25590" y="1841"/>
                  </a:lnTo>
                  <a:lnTo>
                    <a:pt x="24740" y="1472"/>
                  </a:lnTo>
                  <a:lnTo>
                    <a:pt x="23947" y="1159"/>
                  </a:lnTo>
                  <a:cubicBezTo>
                    <a:pt x="23942" y="1157"/>
                    <a:pt x="23938" y="1154"/>
                    <a:pt x="23935" y="1153"/>
                  </a:cubicBezTo>
                  <a:lnTo>
                    <a:pt x="23600" y="1031"/>
                  </a:lnTo>
                  <a:cubicBezTo>
                    <a:pt x="23516" y="998"/>
                    <a:pt x="23427" y="968"/>
                    <a:pt x="23339" y="939"/>
                  </a:cubicBezTo>
                  <a:lnTo>
                    <a:pt x="22919" y="794"/>
                  </a:lnTo>
                  <a:cubicBezTo>
                    <a:pt x="22916" y="793"/>
                    <a:pt x="22913" y="791"/>
                    <a:pt x="22912" y="791"/>
                  </a:cubicBezTo>
                  <a:lnTo>
                    <a:pt x="22756" y="738"/>
                  </a:lnTo>
                  <a:cubicBezTo>
                    <a:pt x="22750" y="736"/>
                    <a:pt x="22741" y="735"/>
                    <a:pt x="22732" y="733"/>
                  </a:cubicBezTo>
                  <a:cubicBezTo>
                    <a:pt x="22504" y="657"/>
                    <a:pt x="22266" y="584"/>
                    <a:pt x="22021" y="513"/>
                  </a:cubicBezTo>
                  <a:lnTo>
                    <a:pt x="21843" y="461"/>
                  </a:lnTo>
                  <a:cubicBezTo>
                    <a:pt x="21826" y="452"/>
                    <a:pt x="21809" y="446"/>
                    <a:pt x="21789" y="446"/>
                  </a:cubicBezTo>
                  <a:lnTo>
                    <a:pt x="21777" y="446"/>
                  </a:lnTo>
                  <a:cubicBezTo>
                    <a:pt x="21609" y="397"/>
                    <a:pt x="21435" y="349"/>
                    <a:pt x="21270" y="306"/>
                  </a:cubicBezTo>
                  <a:lnTo>
                    <a:pt x="21010" y="213"/>
                  </a:lnTo>
                  <a:lnTo>
                    <a:pt x="20415" y="67"/>
                  </a:lnTo>
                  <a:lnTo>
                    <a:pt x="20135" y="3"/>
                  </a:lnTo>
                  <a:cubicBezTo>
                    <a:pt x="20125" y="0"/>
                    <a:pt x="20116" y="0"/>
                    <a:pt x="2010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827;p40">
              <a:extLst>
                <a:ext uri="{FF2B5EF4-FFF2-40B4-BE49-F238E27FC236}">
                  <a16:creationId xmlns:a16="http://schemas.microsoft.com/office/drawing/2014/main" id="{7D0C8275-FAC6-F7CE-B88C-17D2E8BF32D5}"/>
                </a:ext>
              </a:extLst>
            </p:cNvPr>
            <p:cNvSpPr/>
            <p:nvPr/>
          </p:nvSpPr>
          <p:spPr>
            <a:xfrm>
              <a:off x="5431625" y="4823225"/>
              <a:ext cx="18825" cy="4750"/>
            </a:xfrm>
            <a:custGeom>
              <a:avLst/>
              <a:gdLst/>
              <a:ahLst/>
              <a:cxnLst/>
              <a:rect l="l" t="t" r="r" b="b"/>
              <a:pathLst>
                <a:path w="753" h="190" extrusionOk="0">
                  <a:moveTo>
                    <a:pt x="1" y="0"/>
                  </a:moveTo>
                  <a:cubicBezTo>
                    <a:pt x="245" y="69"/>
                    <a:pt x="495" y="133"/>
                    <a:pt x="752" y="189"/>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828;p40">
              <a:extLst>
                <a:ext uri="{FF2B5EF4-FFF2-40B4-BE49-F238E27FC236}">
                  <a16:creationId xmlns:a16="http://schemas.microsoft.com/office/drawing/2014/main" id="{BDC3F9C9-8BD3-8C11-6140-8123017C1F8A}"/>
                </a:ext>
              </a:extLst>
            </p:cNvPr>
            <p:cNvSpPr/>
            <p:nvPr/>
          </p:nvSpPr>
          <p:spPr>
            <a:xfrm>
              <a:off x="5430925" y="4820650"/>
              <a:ext cx="20125" cy="9925"/>
            </a:xfrm>
            <a:custGeom>
              <a:avLst/>
              <a:gdLst/>
              <a:ahLst/>
              <a:cxnLst/>
              <a:rect l="l" t="t" r="r" b="b"/>
              <a:pathLst>
                <a:path w="805" h="397" extrusionOk="0">
                  <a:moveTo>
                    <a:pt x="57" y="1"/>
                  </a:moveTo>
                  <a:lnTo>
                    <a:pt x="0" y="206"/>
                  </a:lnTo>
                  <a:cubicBezTo>
                    <a:pt x="267" y="280"/>
                    <a:pt x="514" y="343"/>
                    <a:pt x="758" y="397"/>
                  </a:cubicBezTo>
                  <a:lnTo>
                    <a:pt x="804" y="188"/>
                  </a:lnTo>
                  <a:cubicBezTo>
                    <a:pt x="565" y="135"/>
                    <a:pt x="320" y="73"/>
                    <a:pt x="5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829;p40">
              <a:extLst>
                <a:ext uri="{FF2B5EF4-FFF2-40B4-BE49-F238E27FC236}">
                  <a16:creationId xmlns:a16="http://schemas.microsoft.com/office/drawing/2014/main" id="{BCFCC0F9-5E81-35D6-1C43-6ADFD03B3EB2}"/>
                </a:ext>
              </a:extLst>
            </p:cNvPr>
            <p:cNvSpPr/>
            <p:nvPr/>
          </p:nvSpPr>
          <p:spPr>
            <a:xfrm>
              <a:off x="5166625" y="4541250"/>
              <a:ext cx="239000" cy="273950"/>
            </a:xfrm>
            <a:custGeom>
              <a:avLst/>
              <a:gdLst/>
              <a:ahLst/>
              <a:cxnLst/>
              <a:rect l="l" t="t" r="r" b="b"/>
              <a:pathLst>
                <a:path w="9560" h="10958" extrusionOk="0">
                  <a:moveTo>
                    <a:pt x="1" y="1"/>
                  </a:moveTo>
                  <a:cubicBezTo>
                    <a:pt x="1" y="1"/>
                    <a:pt x="1228" y="8065"/>
                    <a:pt x="9560" y="10958"/>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830;p40">
              <a:extLst>
                <a:ext uri="{FF2B5EF4-FFF2-40B4-BE49-F238E27FC236}">
                  <a16:creationId xmlns:a16="http://schemas.microsoft.com/office/drawing/2014/main" id="{36A3FA11-34C5-3426-BFA4-E06E9A084955}"/>
                </a:ext>
              </a:extLst>
            </p:cNvPr>
            <p:cNvSpPr/>
            <p:nvPr/>
          </p:nvSpPr>
          <p:spPr>
            <a:xfrm>
              <a:off x="5164025" y="4540850"/>
              <a:ext cx="242450" cy="276850"/>
            </a:xfrm>
            <a:custGeom>
              <a:avLst/>
              <a:gdLst/>
              <a:ahLst/>
              <a:cxnLst/>
              <a:rect l="l" t="t" r="r" b="b"/>
              <a:pathLst>
                <a:path w="9698" h="11074" extrusionOk="0">
                  <a:moveTo>
                    <a:pt x="211" y="0"/>
                  </a:moveTo>
                  <a:lnTo>
                    <a:pt x="1" y="31"/>
                  </a:lnTo>
                  <a:cubicBezTo>
                    <a:pt x="13" y="113"/>
                    <a:pt x="1332" y="8194"/>
                    <a:pt x="9628" y="11073"/>
                  </a:cubicBezTo>
                  <a:lnTo>
                    <a:pt x="9698" y="10872"/>
                  </a:lnTo>
                  <a:cubicBezTo>
                    <a:pt x="1527" y="8036"/>
                    <a:pt x="222" y="81"/>
                    <a:pt x="21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831;p40">
              <a:extLst>
                <a:ext uri="{FF2B5EF4-FFF2-40B4-BE49-F238E27FC236}">
                  <a16:creationId xmlns:a16="http://schemas.microsoft.com/office/drawing/2014/main" id="{A5F10699-4914-D853-B6CA-E95ABD8608E8}"/>
                </a:ext>
              </a:extLst>
            </p:cNvPr>
            <p:cNvSpPr/>
            <p:nvPr/>
          </p:nvSpPr>
          <p:spPr>
            <a:xfrm>
              <a:off x="5571400" y="3369800"/>
              <a:ext cx="3625" cy="1400"/>
            </a:xfrm>
            <a:custGeom>
              <a:avLst/>
              <a:gdLst/>
              <a:ahLst/>
              <a:cxnLst/>
              <a:rect l="l" t="t" r="r" b="b"/>
              <a:pathLst>
                <a:path w="145" h="56" extrusionOk="0">
                  <a:moveTo>
                    <a:pt x="0" y="0"/>
                  </a:moveTo>
                  <a:lnTo>
                    <a:pt x="145" y="55"/>
                  </a:lnTo>
                  <a:lnTo>
                    <a:pt x="123" y="45"/>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832;p40">
              <a:extLst>
                <a:ext uri="{FF2B5EF4-FFF2-40B4-BE49-F238E27FC236}">
                  <a16:creationId xmlns:a16="http://schemas.microsoft.com/office/drawing/2014/main" id="{0BB59E7E-8FB2-96F0-F1E3-3BBA7CE410A1}"/>
                </a:ext>
              </a:extLst>
            </p:cNvPr>
            <p:cNvSpPr/>
            <p:nvPr/>
          </p:nvSpPr>
          <p:spPr>
            <a:xfrm>
              <a:off x="5568375" y="3367125"/>
              <a:ext cx="9675" cy="6750"/>
            </a:xfrm>
            <a:custGeom>
              <a:avLst/>
              <a:gdLst/>
              <a:ahLst/>
              <a:cxnLst/>
              <a:rect l="l" t="t" r="r" b="b"/>
              <a:pathLst>
                <a:path w="387" h="270" extrusionOk="0">
                  <a:moveTo>
                    <a:pt x="121" y="1"/>
                  </a:moveTo>
                  <a:cubicBezTo>
                    <a:pt x="78" y="1"/>
                    <a:pt x="38" y="27"/>
                    <a:pt x="22" y="70"/>
                  </a:cubicBezTo>
                  <a:cubicBezTo>
                    <a:pt x="1" y="124"/>
                    <a:pt x="29" y="186"/>
                    <a:pt x="84" y="207"/>
                  </a:cubicBezTo>
                  <a:lnTo>
                    <a:pt x="229" y="262"/>
                  </a:lnTo>
                  <a:cubicBezTo>
                    <a:pt x="240" y="266"/>
                    <a:pt x="253" y="269"/>
                    <a:pt x="267" y="270"/>
                  </a:cubicBezTo>
                  <a:lnTo>
                    <a:pt x="267" y="270"/>
                  </a:lnTo>
                  <a:cubicBezTo>
                    <a:pt x="308" y="269"/>
                    <a:pt x="348" y="244"/>
                    <a:pt x="364" y="204"/>
                  </a:cubicBezTo>
                  <a:cubicBezTo>
                    <a:pt x="386" y="150"/>
                    <a:pt x="363" y="89"/>
                    <a:pt x="311" y="66"/>
                  </a:cubicBezTo>
                  <a:lnTo>
                    <a:pt x="287" y="55"/>
                  </a:lnTo>
                  <a:cubicBezTo>
                    <a:pt x="285" y="54"/>
                    <a:pt x="282" y="52"/>
                    <a:pt x="279" y="52"/>
                  </a:cubicBezTo>
                  <a:lnTo>
                    <a:pt x="159" y="7"/>
                  </a:lnTo>
                  <a:cubicBezTo>
                    <a:pt x="146" y="3"/>
                    <a:pt x="134" y="1"/>
                    <a:pt x="121" y="1"/>
                  </a:cubicBezTo>
                  <a:close/>
                  <a:moveTo>
                    <a:pt x="267" y="270"/>
                  </a:moveTo>
                  <a:lnTo>
                    <a:pt x="267" y="270"/>
                  </a:lnTo>
                  <a:cubicBezTo>
                    <a:pt x="266" y="270"/>
                    <a:pt x="266" y="270"/>
                    <a:pt x="266" y="270"/>
                  </a:cubicBezTo>
                  <a:lnTo>
                    <a:pt x="267" y="270"/>
                  </a:lnTo>
                  <a:cubicBezTo>
                    <a:pt x="267" y="270"/>
                    <a:pt x="267" y="270"/>
                    <a:pt x="267" y="27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833;p40">
              <a:extLst>
                <a:ext uri="{FF2B5EF4-FFF2-40B4-BE49-F238E27FC236}">
                  <a16:creationId xmlns:a16="http://schemas.microsoft.com/office/drawing/2014/main" id="{95A76A2E-6F05-514E-C773-6118D57F8813}"/>
                </a:ext>
              </a:extLst>
            </p:cNvPr>
            <p:cNvSpPr/>
            <p:nvPr/>
          </p:nvSpPr>
          <p:spPr>
            <a:xfrm>
              <a:off x="5547725" y="3361050"/>
              <a:ext cx="13125" cy="4625"/>
            </a:xfrm>
            <a:custGeom>
              <a:avLst/>
              <a:gdLst/>
              <a:ahLst/>
              <a:cxnLst/>
              <a:rect l="l" t="t" r="r" b="b"/>
              <a:pathLst>
                <a:path w="525" h="185" extrusionOk="0">
                  <a:moveTo>
                    <a:pt x="0" y="0"/>
                  </a:moveTo>
                  <a:lnTo>
                    <a:pt x="104" y="38"/>
                  </a:lnTo>
                  <a:lnTo>
                    <a:pt x="112" y="38"/>
                  </a:lnTo>
                  <a:lnTo>
                    <a:pt x="0" y="0"/>
                  </a:lnTo>
                  <a:close/>
                  <a:moveTo>
                    <a:pt x="99" y="38"/>
                  </a:moveTo>
                  <a:lnTo>
                    <a:pt x="258" y="99"/>
                  </a:lnTo>
                  <a:lnTo>
                    <a:pt x="282" y="99"/>
                  </a:lnTo>
                  <a:lnTo>
                    <a:pt x="112" y="41"/>
                  </a:lnTo>
                  <a:lnTo>
                    <a:pt x="104" y="38"/>
                  </a:lnTo>
                  <a:close/>
                  <a:moveTo>
                    <a:pt x="282" y="99"/>
                  </a:moveTo>
                  <a:lnTo>
                    <a:pt x="289" y="101"/>
                  </a:lnTo>
                  <a:lnTo>
                    <a:pt x="289" y="101"/>
                  </a:lnTo>
                  <a:lnTo>
                    <a:pt x="282" y="99"/>
                  </a:lnTo>
                  <a:close/>
                  <a:moveTo>
                    <a:pt x="289" y="101"/>
                  </a:moveTo>
                  <a:lnTo>
                    <a:pt x="525" y="185"/>
                  </a:lnTo>
                  <a:lnTo>
                    <a:pt x="413" y="145"/>
                  </a:lnTo>
                  <a:lnTo>
                    <a:pt x="325" y="114"/>
                  </a:lnTo>
                  <a:lnTo>
                    <a:pt x="289" y="10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834;p40">
              <a:extLst>
                <a:ext uri="{FF2B5EF4-FFF2-40B4-BE49-F238E27FC236}">
                  <a16:creationId xmlns:a16="http://schemas.microsoft.com/office/drawing/2014/main" id="{961027B8-3BDB-6502-2B3A-0D01D0A787AE}"/>
                </a:ext>
              </a:extLst>
            </p:cNvPr>
            <p:cNvSpPr/>
            <p:nvPr/>
          </p:nvSpPr>
          <p:spPr>
            <a:xfrm>
              <a:off x="5544700" y="3358375"/>
              <a:ext cx="19175" cy="10000"/>
            </a:xfrm>
            <a:custGeom>
              <a:avLst/>
              <a:gdLst/>
              <a:ahLst/>
              <a:cxnLst/>
              <a:rect l="l" t="t" r="r" b="b"/>
              <a:pathLst>
                <a:path w="767" h="400" extrusionOk="0">
                  <a:moveTo>
                    <a:pt x="123" y="0"/>
                  </a:moveTo>
                  <a:cubicBezTo>
                    <a:pt x="79" y="0"/>
                    <a:pt x="37" y="28"/>
                    <a:pt x="22" y="72"/>
                  </a:cubicBezTo>
                  <a:cubicBezTo>
                    <a:pt x="1" y="127"/>
                    <a:pt x="31" y="186"/>
                    <a:pt x="86" y="207"/>
                  </a:cubicBezTo>
                  <a:lnTo>
                    <a:pt x="163" y="235"/>
                  </a:lnTo>
                  <a:cubicBezTo>
                    <a:pt x="169" y="240"/>
                    <a:pt x="175" y="243"/>
                    <a:pt x="183" y="246"/>
                  </a:cubicBezTo>
                  <a:lnTo>
                    <a:pt x="342" y="305"/>
                  </a:lnTo>
                  <a:cubicBezTo>
                    <a:pt x="354" y="310"/>
                    <a:pt x="367" y="311"/>
                    <a:pt x="379" y="311"/>
                  </a:cubicBezTo>
                  <a:lnTo>
                    <a:pt x="610" y="393"/>
                  </a:lnTo>
                  <a:cubicBezTo>
                    <a:pt x="622" y="398"/>
                    <a:pt x="634" y="399"/>
                    <a:pt x="646" y="399"/>
                  </a:cubicBezTo>
                  <a:cubicBezTo>
                    <a:pt x="690" y="399"/>
                    <a:pt x="730" y="372"/>
                    <a:pt x="747" y="328"/>
                  </a:cubicBezTo>
                  <a:cubicBezTo>
                    <a:pt x="766" y="273"/>
                    <a:pt x="738" y="212"/>
                    <a:pt x="681" y="192"/>
                  </a:cubicBezTo>
                  <a:lnTo>
                    <a:pt x="439" y="104"/>
                  </a:lnTo>
                  <a:cubicBezTo>
                    <a:pt x="436" y="103"/>
                    <a:pt x="431" y="101"/>
                    <a:pt x="428" y="101"/>
                  </a:cubicBezTo>
                  <a:lnTo>
                    <a:pt x="285" y="52"/>
                  </a:lnTo>
                  <a:cubicBezTo>
                    <a:pt x="281" y="49"/>
                    <a:pt x="273" y="46"/>
                    <a:pt x="267" y="45"/>
                  </a:cubicBezTo>
                  <a:lnTo>
                    <a:pt x="157" y="6"/>
                  </a:lnTo>
                  <a:cubicBezTo>
                    <a:pt x="146" y="2"/>
                    <a:pt x="134" y="0"/>
                    <a:pt x="12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835;p40">
              <a:extLst>
                <a:ext uri="{FF2B5EF4-FFF2-40B4-BE49-F238E27FC236}">
                  <a16:creationId xmlns:a16="http://schemas.microsoft.com/office/drawing/2014/main" id="{C5C66689-9816-7D27-DB1D-6D375873030E}"/>
                </a:ext>
              </a:extLst>
            </p:cNvPr>
            <p:cNvSpPr/>
            <p:nvPr/>
          </p:nvSpPr>
          <p:spPr>
            <a:xfrm>
              <a:off x="5568450" y="3367225"/>
              <a:ext cx="5475" cy="5350"/>
            </a:xfrm>
            <a:custGeom>
              <a:avLst/>
              <a:gdLst/>
              <a:ahLst/>
              <a:cxnLst/>
              <a:rect l="l" t="t" r="r" b="b"/>
              <a:pathLst>
                <a:path w="219" h="214" extrusionOk="0">
                  <a:moveTo>
                    <a:pt x="102" y="1"/>
                  </a:moveTo>
                  <a:cubicBezTo>
                    <a:pt x="43" y="1"/>
                    <a:pt x="1" y="48"/>
                    <a:pt x="1" y="108"/>
                  </a:cubicBezTo>
                  <a:cubicBezTo>
                    <a:pt x="1" y="166"/>
                    <a:pt x="53" y="213"/>
                    <a:pt x="113" y="213"/>
                  </a:cubicBezTo>
                  <a:cubicBezTo>
                    <a:pt x="171" y="213"/>
                    <a:pt x="218" y="166"/>
                    <a:pt x="218" y="108"/>
                  </a:cubicBezTo>
                  <a:cubicBezTo>
                    <a:pt x="218" y="48"/>
                    <a:pt x="171" y="1"/>
                    <a:pt x="11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836;p40">
              <a:extLst>
                <a:ext uri="{FF2B5EF4-FFF2-40B4-BE49-F238E27FC236}">
                  <a16:creationId xmlns:a16="http://schemas.microsoft.com/office/drawing/2014/main" id="{3A4E9666-881C-E617-48BF-799B7443AF0B}"/>
                </a:ext>
              </a:extLst>
            </p:cNvPr>
            <p:cNvSpPr/>
            <p:nvPr/>
          </p:nvSpPr>
          <p:spPr>
            <a:xfrm>
              <a:off x="5533550" y="3356100"/>
              <a:ext cx="3975" cy="1325"/>
            </a:xfrm>
            <a:custGeom>
              <a:avLst/>
              <a:gdLst/>
              <a:ahLst/>
              <a:cxnLst/>
              <a:rect l="l" t="t" r="r" b="b"/>
              <a:pathLst>
                <a:path w="159" h="53" extrusionOk="0">
                  <a:moveTo>
                    <a:pt x="158" y="52"/>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837;p40">
              <a:extLst>
                <a:ext uri="{FF2B5EF4-FFF2-40B4-BE49-F238E27FC236}">
                  <a16:creationId xmlns:a16="http://schemas.microsoft.com/office/drawing/2014/main" id="{0E2BCD1E-6BC6-2B99-F73D-F7B6486DCCE3}"/>
                </a:ext>
              </a:extLst>
            </p:cNvPr>
            <p:cNvSpPr/>
            <p:nvPr/>
          </p:nvSpPr>
          <p:spPr>
            <a:xfrm>
              <a:off x="5530900" y="3353425"/>
              <a:ext cx="9300" cy="6675"/>
            </a:xfrm>
            <a:custGeom>
              <a:avLst/>
              <a:gdLst/>
              <a:ahLst/>
              <a:cxnLst/>
              <a:rect l="l" t="t" r="r" b="b"/>
              <a:pathLst>
                <a:path w="372" h="267" extrusionOk="0">
                  <a:moveTo>
                    <a:pt x="106" y="0"/>
                  </a:moveTo>
                  <a:cubicBezTo>
                    <a:pt x="62" y="0"/>
                    <a:pt x="20" y="28"/>
                    <a:pt x="5" y="73"/>
                  </a:cubicBezTo>
                  <a:cubicBezTo>
                    <a:pt x="2" y="83"/>
                    <a:pt x="1" y="95"/>
                    <a:pt x="1" y="107"/>
                  </a:cubicBezTo>
                  <a:cubicBezTo>
                    <a:pt x="1" y="152"/>
                    <a:pt x="27" y="192"/>
                    <a:pt x="72" y="207"/>
                  </a:cubicBezTo>
                  <a:lnTo>
                    <a:pt x="230" y="261"/>
                  </a:lnTo>
                  <a:cubicBezTo>
                    <a:pt x="242" y="265"/>
                    <a:pt x="254" y="267"/>
                    <a:pt x="264" y="267"/>
                  </a:cubicBezTo>
                  <a:cubicBezTo>
                    <a:pt x="309" y="267"/>
                    <a:pt x="350" y="238"/>
                    <a:pt x="365" y="194"/>
                  </a:cubicBezTo>
                  <a:cubicBezTo>
                    <a:pt x="368" y="183"/>
                    <a:pt x="371" y="171"/>
                    <a:pt x="371" y="159"/>
                  </a:cubicBezTo>
                  <a:cubicBezTo>
                    <a:pt x="371" y="115"/>
                    <a:pt x="343" y="75"/>
                    <a:pt x="298" y="60"/>
                  </a:cubicBezTo>
                  <a:lnTo>
                    <a:pt x="140" y="6"/>
                  </a:lnTo>
                  <a:cubicBezTo>
                    <a:pt x="129" y="2"/>
                    <a:pt x="117" y="0"/>
                    <a:pt x="10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838;p40">
              <a:extLst>
                <a:ext uri="{FF2B5EF4-FFF2-40B4-BE49-F238E27FC236}">
                  <a16:creationId xmlns:a16="http://schemas.microsoft.com/office/drawing/2014/main" id="{988551F9-5356-03A7-5160-C0B01D10A5EF}"/>
                </a:ext>
              </a:extLst>
            </p:cNvPr>
            <p:cNvSpPr/>
            <p:nvPr/>
          </p:nvSpPr>
          <p:spPr>
            <a:xfrm>
              <a:off x="5562700" y="3366625"/>
              <a:ext cx="10950" cy="4050"/>
            </a:xfrm>
            <a:custGeom>
              <a:avLst/>
              <a:gdLst/>
              <a:ahLst/>
              <a:cxnLst/>
              <a:rect l="l" t="t" r="r" b="b"/>
              <a:pathLst>
                <a:path w="438" h="162" extrusionOk="0">
                  <a:moveTo>
                    <a:pt x="0" y="1"/>
                  </a:moveTo>
                  <a:lnTo>
                    <a:pt x="143" y="56"/>
                  </a:lnTo>
                  <a:lnTo>
                    <a:pt x="189" y="64"/>
                  </a:lnTo>
                  <a:lnTo>
                    <a:pt x="189" y="64"/>
                  </a:lnTo>
                  <a:lnTo>
                    <a:pt x="438" y="161"/>
                  </a:lnTo>
                  <a:lnTo>
                    <a:pt x="310" y="111"/>
                  </a:lnTo>
                  <a:lnTo>
                    <a:pt x="214" y="74"/>
                  </a:lnTo>
                  <a:lnTo>
                    <a:pt x="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839;p40">
              <a:extLst>
                <a:ext uri="{FF2B5EF4-FFF2-40B4-BE49-F238E27FC236}">
                  <a16:creationId xmlns:a16="http://schemas.microsoft.com/office/drawing/2014/main" id="{D5B418C8-ADCC-2679-9676-C208EF09C979}"/>
                </a:ext>
              </a:extLst>
            </p:cNvPr>
            <p:cNvSpPr/>
            <p:nvPr/>
          </p:nvSpPr>
          <p:spPr>
            <a:xfrm>
              <a:off x="5558975" y="3363325"/>
              <a:ext cx="17700" cy="10000"/>
            </a:xfrm>
            <a:custGeom>
              <a:avLst/>
              <a:gdLst/>
              <a:ahLst/>
              <a:cxnLst/>
              <a:rect l="l" t="t" r="r" b="b"/>
              <a:pathLst>
                <a:path w="708" h="400" extrusionOk="0">
                  <a:moveTo>
                    <a:pt x="108" y="1"/>
                  </a:moveTo>
                  <a:cubicBezTo>
                    <a:pt x="64" y="1"/>
                    <a:pt x="24" y="26"/>
                    <a:pt x="8" y="69"/>
                  </a:cubicBezTo>
                  <a:cubicBezTo>
                    <a:pt x="3" y="81"/>
                    <a:pt x="0" y="94"/>
                    <a:pt x="0" y="107"/>
                  </a:cubicBezTo>
                  <a:cubicBezTo>
                    <a:pt x="0" y="151"/>
                    <a:pt x="27" y="191"/>
                    <a:pt x="69" y="207"/>
                  </a:cubicBezTo>
                  <a:lnTo>
                    <a:pt x="76" y="210"/>
                  </a:lnTo>
                  <a:cubicBezTo>
                    <a:pt x="85" y="219"/>
                    <a:pt x="98" y="226"/>
                    <a:pt x="112" y="232"/>
                  </a:cubicBezTo>
                  <a:lnTo>
                    <a:pt x="550" y="392"/>
                  </a:lnTo>
                  <a:cubicBezTo>
                    <a:pt x="561" y="398"/>
                    <a:pt x="575" y="399"/>
                    <a:pt x="587" y="399"/>
                  </a:cubicBezTo>
                  <a:cubicBezTo>
                    <a:pt x="630" y="399"/>
                    <a:pt x="670" y="374"/>
                    <a:pt x="687" y="331"/>
                  </a:cubicBezTo>
                  <a:cubicBezTo>
                    <a:pt x="707" y="276"/>
                    <a:pt x="681" y="215"/>
                    <a:pt x="626" y="194"/>
                  </a:cubicBezTo>
                  <a:lnTo>
                    <a:pt x="146" y="8"/>
                  </a:lnTo>
                  <a:cubicBezTo>
                    <a:pt x="133" y="3"/>
                    <a:pt x="120" y="1"/>
                    <a:pt x="1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840;p40">
              <a:extLst>
                <a:ext uri="{FF2B5EF4-FFF2-40B4-BE49-F238E27FC236}">
                  <a16:creationId xmlns:a16="http://schemas.microsoft.com/office/drawing/2014/main" id="{FD300497-09D5-6D17-38F8-1AC3BD45653F}"/>
                </a:ext>
              </a:extLst>
            </p:cNvPr>
            <p:cNvSpPr/>
            <p:nvPr/>
          </p:nvSpPr>
          <p:spPr>
            <a:xfrm>
              <a:off x="5537500" y="3357350"/>
              <a:ext cx="9725" cy="3450"/>
            </a:xfrm>
            <a:custGeom>
              <a:avLst/>
              <a:gdLst/>
              <a:ahLst/>
              <a:cxnLst/>
              <a:rect l="l" t="t" r="r" b="b"/>
              <a:pathLst>
                <a:path w="389" h="138" extrusionOk="0">
                  <a:moveTo>
                    <a:pt x="0" y="1"/>
                  </a:moveTo>
                  <a:lnTo>
                    <a:pt x="139" y="52"/>
                  </a:lnTo>
                  <a:lnTo>
                    <a:pt x="389" y="138"/>
                  </a:lnTo>
                  <a:lnTo>
                    <a:pt x="295" y="105"/>
                  </a:lnTo>
                  <a:lnTo>
                    <a:pt x="213" y="7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841;p40">
              <a:extLst>
                <a:ext uri="{FF2B5EF4-FFF2-40B4-BE49-F238E27FC236}">
                  <a16:creationId xmlns:a16="http://schemas.microsoft.com/office/drawing/2014/main" id="{107C6EEE-137B-E385-D8D1-249B9EF0C108}"/>
                </a:ext>
              </a:extLst>
            </p:cNvPr>
            <p:cNvSpPr/>
            <p:nvPr/>
          </p:nvSpPr>
          <p:spPr>
            <a:xfrm>
              <a:off x="5534475" y="3354675"/>
              <a:ext cx="15725" cy="8775"/>
            </a:xfrm>
            <a:custGeom>
              <a:avLst/>
              <a:gdLst/>
              <a:ahLst/>
              <a:cxnLst/>
              <a:rect l="l" t="t" r="r" b="b"/>
              <a:pathLst>
                <a:path w="629" h="351" extrusionOk="0">
                  <a:moveTo>
                    <a:pt x="122" y="1"/>
                  </a:moveTo>
                  <a:cubicBezTo>
                    <a:pt x="77" y="1"/>
                    <a:pt x="37" y="29"/>
                    <a:pt x="21" y="72"/>
                  </a:cubicBezTo>
                  <a:cubicBezTo>
                    <a:pt x="0" y="127"/>
                    <a:pt x="29" y="188"/>
                    <a:pt x="84" y="208"/>
                  </a:cubicBezTo>
                  <a:lnTo>
                    <a:pt x="222" y="260"/>
                  </a:lnTo>
                  <a:lnTo>
                    <a:pt x="225" y="260"/>
                  </a:lnTo>
                  <a:lnTo>
                    <a:pt x="475" y="345"/>
                  </a:lnTo>
                  <a:cubicBezTo>
                    <a:pt x="487" y="349"/>
                    <a:pt x="498" y="351"/>
                    <a:pt x="510" y="351"/>
                  </a:cubicBezTo>
                  <a:cubicBezTo>
                    <a:pt x="554" y="351"/>
                    <a:pt x="595" y="324"/>
                    <a:pt x="611" y="279"/>
                  </a:cubicBezTo>
                  <a:cubicBezTo>
                    <a:pt x="629" y="223"/>
                    <a:pt x="599" y="163"/>
                    <a:pt x="544" y="144"/>
                  </a:cubicBezTo>
                  <a:lnTo>
                    <a:pt x="157" y="7"/>
                  </a:lnTo>
                  <a:cubicBezTo>
                    <a:pt x="145" y="3"/>
                    <a:pt x="133" y="1"/>
                    <a:pt x="12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842;p40">
              <a:extLst>
                <a:ext uri="{FF2B5EF4-FFF2-40B4-BE49-F238E27FC236}">
                  <a16:creationId xmlns:a16="http://schemas.microsoft.com/office/drawing/2014/main" id="{716175BD-4A08-57DD-7B2B-71AEB1889F83}"/>
                </a:ext>
              </a:extLst>
            </p:cNvPr>
            <p:cNvSpPr/>
            <p:nvPr/>
          </p:nvSpPr>
          <p:spPr>
            <a:xfrm>
              <a:off x="4971100" y="4267275"/>
              <a:ext cx="161750" cy="148075"/>
            </a:xfrm>
            <a:custGeom>
              <a:avLst/>
              <a:gdLst/>
              <a:ahLst/>
              <a:cxnLst/>
              <a:rect l="l" t="t" r="r" b="b"/>
              <a:pathLst>
                <a:path w="6470" h="5923" extrusionOk="0">
                  <a:moveTo>
                    <a:pt x="934" y="1"/>
                  </a:moveTo>
                  <a:cubicBezTo>
                    <a:pt x="419" y="1"/>
                    <a:pt x="51" y="111"/>
                    <a:pt x="51" y="111"/>
                  </a:cubicBezTo>
                  <a:lnTo>
                    <a:pt x="20" y="111"/>
                  </a:lnTo>
                  <a:cubicBezTo>
                    <a:pt x="0" y="314"/>
                    <a:pt x="35" y="518"/>
                    <a:pt x="118" y="704"/>
                  </a:cubicBezTo>
                  <a:cubicBezTo>
                    <a:pt x="481" y="1673"/>
                    <a:pt x="2060" y="5923"/>
                    <a:pt x="2060" y="5923"/>
                  </a:cubicBezTo>
                  <a:cubicBezTo>
                    <a:pt x="2060" y="5923"/>
                    <a:pt x="5472" y="4926"/>
                    <a:pt x="5971" y="3941"/>
                  </a:cubicBezTo>
                  <a:cubicBezTo>
                    <a:pt x="6470" y="2955"/>
                    <a:pt x="3505" y="970"/>
                    <a:pt x="2396" y="358"/>
                  </a:cubicBezTo>
                  <a:lnTo>
                    <a:pt x="2398" y="358"/>
                  </a:lnTo>
                  <a:cubicBezTo>
                    <a:pt x="1893" y="77"/>
                    <a:pt x="1363" y="1"/>
                    <a:pt x="93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843;p40">
              <a:extLst>
                <a:ext uri="{FF2B5EF4-FFF2-40B4-BE49-F238E27FC236}">
                  <a16:creationId xmlns:a16="http://schemas.microsoft.com/office/drawing/2014/main" id="{2C9A9AF8-F672-A615-4E3E-ED718433ED26}"/>
                </a:ext>
              </a:extLst>
            </p:cNvPr>
            <p:cNvSpPr/>
            <p:nvPr/>
          </p:nvSpPr>
          <p:spPr>
            <a:xfrm>
              <a:off x="4968425" y="4264550"/>
              <a:ext cx="170700" cy="153450"/>
            </a:xfrm>
            <a:custGeom>
              <a:avLst/>
              <a:gdLst/>
              <a:ahLst/>
              <a:cxnLst/>
              <a:rect l="l" t="t" r="r" b="b"/>
              <a:pathLst>
                <a:path w="6828" h="6138" extrusionOk="0">
                  <a:moveTo>
                    <a:pt x="1041" y="217"/>
                  </a:moveTo>
                  <a:cubicBezTo>
                    <a:pt x="1456" y="217"/>
                    <a:pt x="1968" y="290"/>
                    <a:pt x="2453" y="560"/>
                  </a:cubicBezTo>
                  <a:cubicBezTo>
                    <a:pt x="3845" y="1329"/>
                    <a:pt x="6395" y="3188"/>
                    <a:pt x="5983" y="4002"/>
                  </a:cubicBezTo>
                  <a:cubicBezTo>
                    <a:pt x="5555" y="4845"/>
                    <a:pt x="2783" y="5731"/>
                    <a:pt x="2232" y="5900"/>
                  </a:cubicBezTo>
                  <a:cubicBezTo>
                    <a:pt x="1998" y="5271"/>
                    <a:pt x="657" y="1660"/>
                    <a:pt x="322" y="770"/>
                  </a:cubicBezTo>
                  <a:cubicBezTo>
                    <a:pt x="258" y="625"/>
                    <a:pt x="225" y="469"/>
                    <a:pt x="228" y="311"/>
                  </a:cubicBezTo>
                  <a:cubicBezTo>
                    <a:pt x="334" y="285"/>
                    <a:pt x="642" y="217"/>
                    <a:pt x="1041" y="217"/>
                  </a:cubicBezTo>
                  <a:close/>
                  <a:moveTo>
                    <a:pt x="1043" y="1"/>
                  </a:moveTo>
                  <a:cubicBezTo>
                    <a:pt x="574" y="1"/>
                    <a:pt x="224" y="91"/>
                    <a:pt x="143" y="113"/>
                  </a:cubicBezTo>
                  <a:lnTo>
                    <a:pt x="127" y="113"/>
                  </a:lnTo>
                  <a:cubicBezTo>
                    <a:pt x="72" y="113"/>
                    <a:pt x="26" y="155"/>
                    <a:pt x="20" y="210"/>
                  </a:cubicBezTo>
                  <a:cubicBezTo>
                    <a:pt x="0" y="430"/>
                    <a:pt x="37" y="653"/>
                    <a:pt x="125" y="850"/>
                  </a:cubicBezTo>
                  <a:cubicBezTo>
                    <a:pt x="490" y="1821"/>
                    <a:pt x="2067" y="6067"/>
                    <a:pt x="2067" y="6067"/>
                  </a:cubicBezTo>
                  <a:cubicBezTo>
                    <a:pt x="2083" y="6110"/>
                    <a:pt x="2123" y="6137"/>
                    <a:pt x="2167" y="6137"/>
                  </a:cubicBezTo>
                  <a:cubicBezTo>
                    <a:pt x="2177" y="6137"/>
                    <a:pt x="2188" y="6136"/>
                    <a:pt x="2198" y="6133"/>
                  </a:cubicBezTo>
                  <a:cubicBezTo>
                    <a:pt x="2338" y="6093"/>
                    <a:pt x="5660" y="5113"/>
                    <a:pt x="6173" y="4097"/>
                  </a:cubicBezTo>
                  <a:cubicBezTo>
                    <a:pt x="6827" y="2809"/>
                    <a:pt x="2621" y="409"/>
                    <a:pt x="2557" y="374"/>
                  </a:cubicBezTo>
                  <a:cubicBezTo>
                    <a:pt x="2032" y="81"/>
                    <a:pt x="1485" y="1"/>
                    <a:pt x="104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844;p40">
              <a:extLst>
                <a:ext uri="{FF2B5EF4-FFF2-40B4-BE49-F238E27FC236}">
                  <a16:creationId xmlns:a16="http://schemas.microsoft.com/office/drawing/2014/main" id="{ACFAD8C3-19E5-1929-0B0C-A06379374272}"/>
                </a:ext>
              </a:extLst>
            </p:cNvPr>
            <p:cNvSpPr/>
            <p:nvPr/>
          </p:nvSpPr>
          <p:spPr>
            <a:xfrm>
              <a:off x="4995300" y="4478750"/>
              <a:ext cx="171175" cy="62525"/>
            </a:xfrm>
            <a:custGeom>
              <a:avLst/>
              <a:gdLst/>
              <a:ahLst/>
              <a:cxnLst/>
              <a:rect l="l" t="t" r="r" b="b"/>
              <a:pathLst>
                <a:path w="6847" h="2501" extrusionOk="0">
                  <a:moveTo>
                    <a:pt x="1399" y="0"/>
                  </a:moveTo>
                  <a:cubicBezTo>
                    <a:pt x="534" y="0"/>
                    <a:pt x="0" y="242"/>
                    <a:pt x="0" y="242"/>
                  </a:cubicBezTo>
                  <a:cubicBezTo>
                    <a:pt x="176" y="2054"/>
                    <a:pt x="1089" y="2501"/>
                    <a:pt x="1089" y="2501"/>
                  </a:cubicBezTo>
                  <a:lnTo>
                    <a:pt x="6846" y="2501"/>
                  </a:lnTo>
                  <a:cubicBezTo>
                    <a:pt x="5870" y="1707"/>
                    <a:pt x="4795" y="1044"/>
                    <a:pt x="3647" y="528"/>
                  </a:cubicBezTo>
                  <a:cubicBezTo>
                    <a:pt x="2781" y="120"/>
                    <a:pt x="2008" y="0"/>
                    <a:pt x="139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845;p40">
              <a:extLst>
                <a:ext uri="{FF2B5EF4-FFF2-40B4-BE49-F238E27FC236}">
                  <a16:creationId xmlns:a16="http://schemas.microsoft.com/office/drawing/2014/main" id="{25151762-0F23-B77B-8858-8C206DABC2DA}"/>
                </a:ext>
              </a:extLst>
            </p:cNvPr>
            <p:cNvSpPr/>
            <p:nvPr/>
          </p:nvSpPr>
          <p:spPr>
            <a:xfrm>
              <a:off x="4992550" y="4476000"/>
              <a:ext cx="176800" cy="67925"/>
            </a:xfrm>
            <a:custGeom>
              <a:avLst/>
              <a:gdLst/>
              <a:ahLst/>
              <a:cxnLst/>
              <a:rect l="l" t="t" r="r" b="b"/>
              <a:pathLst>
                <a:path w="7072" h="2717" extrusionOk="0">
                  <a:moveTo>
                    <a:pt x="1511" y="219"/>
                  </a:moveTo>
                  <a:cubicBezTo>
                    <a:pt x="2108" y="219"/>
                    <a:pt x="2867" y="336"/>
                    <a:pt x="3713" y="735"/>
                  </a:cubicBezTo>
                  <a:cubicBezTo>
                    <a:pt x="4759" y="1207"/>
                    <a:pt x="5746" y="1801"/>
                    <a:pt x="6650" y="2503"/>
                  </a:cubicBezTo>
                  <a:lnTo>
                    <a:pt x="1225" y="2503"/>
                  </a:lnTo>
                  <a:cubicBezTo>
                    <a:pt x="1099" y="2427"/>
                    <a:pt x="393" y="1935"/>
                    <a:pt x="225" y="422"/>
                  </a:cubicBezTo>
                  <a:cubicBezTo>
                    <a:pt x="393" y="360"/>
                    <a:pt x="855" y="219"/>
                    <a:pt x="1511" y="219"/>
                  </a:cubicBezTo>
                  <a:close/>
                  <a:moveTo>
                    <a:pt x="1507" y="1"/>
                  </a:moveTo>
                  <a:cubicBezTo>
                    <a:pt x="645" y="1"/>
                    <a:pt x="104" y="238"/>
                    <a:pt x="66" y="255"/>
                  </a:cubicBezTo>
                  <a:cubicBezTo>
                    <a:pt x="25" y="273"/>
                    <a:pt x="0" y="316"/>
                    <a:pt x="5" y="362"/>
                  </a:cubicBezTo>
                  <a:cubicBezTo>
                    <a:pt x="183" y="2213"/>
                    <a:pt x="1112" y="2687"/>
                    <a:pt x="1151" y="2706"/>
                  </a:cubicBezTo>
                  <a:cubicBezTo>
                    <a:pt x="1166" y="2713"/>
                    <a:pt x="1182" y="2716"/>
                    <a:pt x="1199" y="2716"/>
                  </a:cubicBezTo>
                  <a:lnTo>
                    <a:pt x="6956" y="2716"/>
                  </a:lnTo>
                  <a:cubicBezTo>
                    <a:pt x="7001" y="2716"/>
                    <a:pt x="7041" y="2688"/>
                    <a:pt x="7056" y="2645"/>
                  </a:cubicBezTo>
                  <a:cubicBezTo>
                    <a:pt x="7071" y="2603"/>
                    <a:pt x="7058" y="2555"/>
                    <a:pt x="7023" y="2527"/>
                  </a:cubicBezTo>
                  <a:cubicBezTo>
                    <a:pt x="6039" y="1729"/>
                    <a:pt x="4955" y="1061"/>
                    <a:pt x="3803" y="541"/>
                  </a:cubicBezTo>
                  <a:cubicBezTo>
                    <a:pt x="2916" y="124"/>
                    <a:pt x="2128" y="1"/>
                    <a:pt x="15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846;p40">
              <a:extLst>
                <a:ext uri="{FF2B5EF4-FFF2-40B4-BE49-F238E27FC236}">
                  <a16:creationId xmlns:a16="http://schemas.microsoft.com/office/drawing/2014/main" id="{06393076-3042-4DAC-B269-630DE3E76406}"/>
                </a:ext>
              </a:extLst>
            </p:cNvPr>
            <p:cNvSpPr/>
            <p:nvPr/>
          </p:nvSpPr>
          <p:spPr>
            <a:xfrm>
              <a:off x="5000125" y="4541250"/>
              <a:ext cx="166525" cy="107375"/>
            </a:xfrm>
            <a:custGeom>
              <a:avLst/>
              <a:gdLst/>
              <a:ahLst/>
              <a:cxnLst/>
              <a:rect l="l" t="t" r="r" b="b"/>
              <a:pathLst>
                <a:path w="6661" h="4295" extrusionOk="0">
                  <a:moveTo>
                    <a:pt x="899" y="1"/>
                  </a:moveTo>
                  <a:cubicBezTo>
                    <a:pt x="899" y="1"/>
                    <a:pt x="1" y="371"/>
                    <a:pt x="370" y="1851"/>
                  </a:cubicBezTo>
                  <a:cubicBezTo>
                    <a:pt x="739" y="3331"/>
                    <a:pt x="2234" y="4295"/>
                    <a:pt x="2234" y="4295"/>
                  </a:cubicBezTo>
                  <a:cubicBezTo>
                    <a:pt x="2234" y="4295"/>
                    <a:pt x="6286" y="3948"/>
                    <a:pt x="66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847;p40">
              <a:extLst>
                <a:ext uri="{FF2B5EF4-FFF2-40B4-BE49-F238E27FC236}">
                  <a16:creationId xmlns:a16="http://schemas.microsoft.com/office/drawing/2014/main" id="{077447C2-906F-59F2-77B2-3E9750573EC4}"/>
                </a:ext>
              </a:extLst>
            </p:cNvPr>
            <p:cNvSpPr/>
            <p:nvPr/>
          </p:nvSpPr>
          <p:spPr>
            <a:xfrm>
              <a:off x="4997125" y="4538575"/>
              <a:ext cx="172275" cy="112725"/>
            </a:xfrm>
            <a:custGeom>
              <a:avLst/>
              <a:gdLst/>
              <a:ahLst/>
              <a:cxnLst/>
              <a:rect l="l" t="t" r="r" b="b"/>
              <a:pathLst>
                <a:path w="6891" h="4509" extrusionOk="0">
                  <a:moveTo>
                    <a:pt x="6663" y="213"/>
                  </a:moveTo>
                  <a:cubicBezTo>
                    <a:pt x="6252" y="3764"/>
                    <a:pt x="2804" y="4247"/>
                    <a:pt x="2383" y="4291"/>
                  </a:cubicBezTo>
                  <a:cubicBezTo>
                    <a:pt x="2171" y="4147"/>
                    <a:pt x="920" y="3240"/>
                    <a:pt x="594" y="1933"/>
                  </a:cubicBezTo>
                  <a:cubicBezTo>
                    <a:pt x="277" y="664"/>
                    <a:pt x="923" y="274"/>
                    <a:pt x="1042" y="213"/>
                  </a:cubicBezTo>
                  <a:close/>
                  <a:moveTo>
                    <a:pt x="1019" y="0"/>
                  </a:moveTo>
                  <a:cubicBezTo>
                    <a:pt x="1005" y="0"/>
                    <a:pt x="992" y="3"/>
                    <a:pt x="978" y="9"/>
                  </a:cubicBezTo>
                  <a:cubicBezTo>
                    <a:pt x="968" y="12"/>
                    <a:pt x="0" y="432"/>
                    <a:pt x="387" y="1984"/>
                  </a:cubicBezTo>
                  <a:cubicBezTo>
                    <a:pt x="761" y="3487"/>
                    <a:pt x="2234" y="4451"/>
                    <a:pt x="2296" y="4491"/>
                  </a:cubicBezTo>
                  <a:cubicBezTo>
                    <a:pt x="2314" y="4503"/>
                    <a:pt x="2333" y="4509"/>
                    <a:pt x="2354" y="4509"/>
                  </a:cubicBezTo>
                  <a:lnTo>
                    <a:pt x="2363" y="4509"/>
                  </a:lnTo>
                  <a:cubicBezTo>
                    <a:pt x="2405" y="4504"/>
                    <a:pt x="6508" y="4107"/>
                    <a:pt x="6888" y="117"/>
                  </a:cubicBezTo>
                  <a:cubicBezTo>
                    <a:pt x="6891" y="87"/>
                    <a:pt x="6881" y="57"/>
                    <a:pt x="6860" y="36"/>
                  </a:cubicBezTo>
                  <a:cubicBezTo>
                    <a:pt x="6840" y="14"/>
                    <a:pt x="6812" y="0"/>
                    <a:pt x="678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848;p40">
              <a:extLst>
                <a:ext uri="{FF2B5EF4-FFF2-40B4-BE49-F238E27FC236}">
                  <a16:creationId xmlns:a16="http://schemas.microsoft.com/office/drawing/2014/main" id="{4AAFE0F7-22DA-D055-4A81-473067F182E2}"/>
                </a:ext>
              </a:extLst>
            </p:cNvPr>
            <p:cNvSpPr/>
            <p:nvPr/>
          </p:nvSpPr>
          <p:spPr>
            <a:xfrm>
              <a:off x="5724950" y="3496975"/>
              <a:ext cx="33700" cy="8300"/>
            </a:xfrm>
            <a:custGeom>
              <a:avLst/>
              <a:gdLst/>
              <a:ahLst/>
              <a:cxnLst/>
              <a:rect l="l" t="t" r="r" b="b"/>
              <a:pathLst>
                <a:path w="1348" h="332" extrusionOk="0">
                  <a:moveTo>
                    <a:pt x="0" y="1"/>
                  </a:moveTo>
                  <a:lnTo>
                    <a:pt x="1348" y="331"/>
                  </a:lnTo>
                  <a:cubicBezTo>
                    <a:pt x="1178" y="214"/>
                    <a:pt x="694" y="8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849;p40">
              <a:extLst>
                <a:ext uri="{FF2B5EF4-FFF2-40B4-BE49-F238E27FC236}">
                  <a16:creationId xmlns:a16="http://schemas.microsoft.com/office/drawing/2014/main" id="{C832392B-8234-7B30-14F2-8A8B73C02E8C}"/>
                </a:ext>
              </a:extLst>
            </p:cNvPr>
            <p:cNvSpPr/>
            <p:nvPr/>
          </p:nvSpPr>
          <p:spPr>
            <a:xfrm>
              <a:off x="5724650" y="3494350"/>
              <a:ext cx="35525" cy="13125"/>
            </a:xfrm>
            <a:custGeom>
              <a:avLst/>
              <a:gdLst/>
              <a:ahLst/>
              <a:cxnLst/>
              <a:rect l="l" t="t" r="r" b="b"/>
              <a:pathLst>
                <a:path w="1421" h="525" extrusionOk="0">
                  <a:moveTo>
                    <a:pt x="24" y="0"/>
                  </a:moveTo>
                  <a:lnTo>
                    <a:pt x="0" y="212"/>
                  </a:lnTo>
                  <a:cubicBezTo>
                    <a:pt x="752" y="300"/>
                    <a:pt x="1171" y="435"/>
                    <a:pt x="1300" y="524"/>
                  </a:cubicBezTo>
                  <a:lnTo>
                    <a:pt x="1421" y="349"/>
                  </a:lnTo>
                  <a:cubicBezTo>
                    <a:pt x="1217" y="209"/>
                    <a:pt x="696" y="79"/>
                    <a:pt x="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850;p40">
              <a:extLst>
                <a:ext uri="{FF2B5EF4-FFF2-40B4-BE49-F238E27FC236}">
                  <a16:creationId xmlns:a16="http://schemas.microsoft.com/office/drawing/2014/main" id="{C55E4297-B14B-E1E3-3155-290E56DD55F1}"/>
                </a:ext>
              </a:extLst>
            </p:cNvPr>
            <p:cNvSpPr/>
            <p:nvPr/>
          </p:nvSpPr>
          <p:spPr>
            <a:xfrm>
              <a:off x="5336850" y="3492075"/>
              <a:ext cx="365525" cy="420525"/>
            </a:xfrm>
            <a:custGeom>
              <a:avLst/>
              <a:gdLst/>
              <a:ahLst/>
              <a:cxnLst/>
              <a:rect l="l" t="t" r="r" b="b"/>
              <a:pathLst>
                <a:path w="14621" h="16821" extrusionOk="0">
                  <a:moveTo>
                    <a:pt x="13860" y="1"/>
                  </a:moveTo>
                  <a:cubicBezTo>
                    <a:pt x="10178" y="1"/>
                    <a:pt x="5660" y="1210"/>
                    <a:pt x="3209" y="4661"/>
                  </a:cubicBezTo>
                  <a:cubicBezTo>
                    <a:pt x="376" y="8651"/>
                    <a:pt x="1" y="13993"/>
                    <a:pt x="29" y="16821"/>
                  </a:cubicBezTo>
                  <a:lnTo>
                    <a:pt x="242" y="16819"/>
                  </a:lnTo>
                  <a:cubicBezTo>
                    <a:pt x="214" y="14016"/>
                    <a:pt x="584" y="8726"/>
                    <a:pt x="3384" y="4784"/>
                  </a:cubicBezTo>
                  <a:cubicBezTo>
                    <a:pt x="6328" y="636"/>
                    <a:pt x="11869" y="218"/>
                    <a:pt x="13983" y="218"/>
                  </a:cubicBezTo>
                  <a:cubicBezTo>
                    <a:pt x="14251" y="218"/>
                    <a:pt x="14465" y="224"/>
                    <a:pt x="14610" y="231"/>
                  </a:cubicBezTo>
                  <a:lnTo>
                    <a:pt x="14621" y="18"/>
                  </a:lnTo>
                  <a:cubicBezTo>
                    <a:pt x="14372" y="7"/>
                    <a:pt x="14118" y="1"/>
                    <a:pt x="1386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851;p40">
              <a:extLst>
                <a:ext uri="{FF2B5EF4-FFF2-40B4-BE49-F238E27FC236}">
                  <a16:creationId xmlns:a16="http://schemas.microsoft.com/office/drawing/2014/main" id="{FFEE07B5-0B48-126B-97FB-B0150E0E74BF}"/>
                </a:ext>
              </a:extLst>
            </p:cNvPr>
            <p:cNvSpPr/>
            <p:nvPr/>
          </p:nvSpPr>
          <p:spPr>
            <a:xfrm>
              <a:off x="5464725" y="4053000"/>
              <a:ext cx="149025" cy="5350"/>
            </a:xfrm>
            <a:custGeom>
              <a:avLst/>
              <a:gdLst/>
              <a:ahLst/>
              <a:cxnLst/>
              <a:rect l="l" t="t" r="r" b="b"/>
              <a:pathLst>
                <a:path w="5961" h="214" extrusionOk="0">
                  <a:moveTo>
                    <a:pt x="0" y="0"/>
                  </a:moveTo>
                  <a:lnTo>
                    <a:pt x="0" y="213"/>
                  </a:lnTo>
                  <a:lnTo>
                    <a:pt x="5960" y="213"/>
                  </a:lnTo>
                  <a:lnTo>
                    <a:pt x="596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852;p40">
              <a:extLst>
                <a:ext uri="{FF2B5EF4-FFF2-40B4-BE49-F238E27FC236}">
                  <a16:creationId xmlns:a16="http://schemas.microsoft.com/office/drawing/2014/main" id="{DA1211FD-E671-3008-3569-D23C4207E8CE}"/>
                </a:ext>
              </a:extLst>
            </p:cNvPr>
            <p:cNvSpPr/>
            <p:nvPr/>
          </p:nvSpPr>
          <p:spPr>
            <a:xfrm>
              <a:off x="5706025" y="4032525"/>
              <a:ext cx="196275" cy="159975"/>
            </a:xfrm>
            <a:custGeom>
              <a:avLst/>
              <a:gdLst/>
              <a:ahLst/>
              <a:cxnLst/>
              <a:rect l="l" t="t" r="r" b="b"/>
              <a:pathLst>
                <a:path w="7851" h="6399" extrusionOk="0">
                  <a:moveTo>
                    <a:pt x="2216" y="0"/>
                  </a:moveTo>
                  <a:cubicBezTo>
                    <a:pt x="991" y="0"/>
                    <a:pt x="1" y="1436"/>
                    <a:pt x="1" y="3199"/>
                  </a:cubicBezTo>
                  <a:cubicBezTo>
                    <a:pt x="1" y="4963"/>
                    <a:pt x="993" y="6398"/>
                    <a:pt x="2216" y="6398"/>
                  </a:cubicBezTo>
                  <a:lnTo>
                    <a:pt x="7851" y="6398"/>
                  </a:lnTo>
                  <a:lnTo>
                    <a:pt x="785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853;p40">
              <a:extLst>
                <a:ext uri="{FF2B5EF4-FFF2-40B4-BE49-F238E27FC236}">
                  <a16:creationId xmlns:a16="http://schemas.microsoft.com/office/drawing/2014/main" id="{8839A6E1-3C78-AB68-156E-B1A35553A4D9}"/>
                </a:ext>
              </a:extLst>
            </p:cNvPr>
            <p:cNvSpPr/>
            <p:nvPr/>
          </p:nvSpPr>
          <p:spPr>
            <a:xfrm>
              <a:off x="5703350" y="4029850"/>
              <a:ext cx="201600" cy="165275"/>
            </a:xfrm>
            <a:custGeom>
              <a:avLst/>
              <a:gdLst/>
              <a:ahLst/>
              <a:cxnLst/>
              <a:rect l="l" t="t" r="r" b="b"/>
              <a:pathLst>
                <a:path w="8064" h="6611" extrusionOk="0">
                  <a:moveTo>
                    <a:pt x="7850" y="214"/>
                  </a:moveTo>
                  <a:lnTo>
                    <a:pt x="7850" y="6398"/>
                  </a:lnTo>
                  <a:lnTo>
                    <a:pt x="2323" y="6398"/>
                  </a:lnTo>
                  <a:cubicBezTo>
                    <a:pt x="1161" y="6398"/>
                    <a:pt x="214" y="5010"/>
                    <a:pt x="214" y="3306"/>
                  </a:cubicBezTo>
                  <a:cubicBezTo>
                    <a:pt x="214" y="1601"/>
                    <a:pt x="1161" y="214"/>
                    <a:pt x="2323" y="214"/>
                  </a:cubicBezTo>
                  <a:close/>
                  <a:moveTo>
                    <a:pt x="2323" y="0"/>
                  </a:moveTo>
                  <a:cubicBezTo>
                    <a:pt x="1043" y="0"/>
                    <a:pt x="1" y="1483"/>
                    <a:pt x="1" y="3306"/>
                  </a:cubicBezTo>
                  <a:cubicBezTo>
                    <a:pt x="1" y="5129"/>
                    <a:pt x="1043" y="6611"/>
                    <a:pt x="2323" y="6611"/>
                  </a:cubicBezTo>
                  <a:lnTo>
                    <a:pt x="7958" y="6611"/>
                  </a:lnTo>
                  <a:cubicBezTo>
                    <a:pt x="8016" y="6611"/>
                    <a:pt x="8063" y="6563"/>
                    <a:pt x="8063" y="6505"/>
                  </a:cubicBezTo>
                  <a:lnTo>
                    <a:pt x="8063" y="107"/>
                  </a:lnTo>
                  <a:cubicBezTo>
                    <a:pt x="8063" y="48"/>
                    <a:pt x="8016" y="0"/>
                    <a:pt x="795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854;p40">
              <a:extLst>
                <a:ext uri="{FF2B5EF4-FFF2-40B4-BE49-F238E27FC236}">
                  <a16:creationId xmlns:a16="http://schemas.microsoft.com/office/drawing/2014/main" id="{07073437-BECA-DE4D-86AD-28C99CDC427E}"/>
                </a:ext>
              </a:extLst>
            </p:cNvPr>
            <p:cNvSpPr/>
            <p:nvPr/>
          </p:nvSpPr>
          <p:spPr>
            <a:xfrm>
              <a:off x="5847025" y="4032450"/>
              <a:ext cx="110925" cy="160425"/>
            </a:xfrm>
            <a:custGeom>
              <a:avLst/>
              <a:gdLst/>
              <a:ahLst/>
              <a:cxnLst/>
              <a:rect l="l" t="t" r="r" b="b"/>
              <a:pathLst>
                <a:path w="4437" h="6417" extrusionOk="0">
                  <a:moveTo>
                    <a:pt x="2218" y="0"/>
                  </a:moveTo>
                  <a:cubicBezTo>
                    <a:pt x="994" y="0"/>
                    <a:pt x="1" y="1437"/>
                    <a:pt x="1" y="3209"/>
                  </a:cubicBezTo>
                  <a:cubicBezTo>
                    <a:pt x="1" y="4979"/>
                    <a:pt x="994" y="6416"/>
                    <a:pt x="2218" y="6416"/>
                  </a:cubicBezTo>
                  <a:cubicBezTo>
                    <a:pt x="3443" y="6416"/>
                    <a:pt x="4437" y="4979"/>
                    <a:pt x="4437" y="3209"/>
                  </a:cubicBezTo>
                  <a:cubicBezTo>
                    <a:pt x="4437" y="1437"/>
                    <a:pt x="3443" y="0"/>
                    <a:pt x="2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855;p40">
              <a:extLst>
                <a:ext uri="{FF2B5EF4-FFF2-40B4-BE49-F238E27FC236}">
                  <a16:creationId xmlns:a16="http://schemas.microsoft.com/office/drawing/2014/main" id="{E527111B-8898-E163-A709-0EBE1698A4D5}"/>
                </a:ext>
              </a:extLst>
            </p:cNvPr>
            <p:cNvSpPr/>
            <p:nvPr/>
          </p:nvSpPr>
          <p:spPr>
            <a:xfrm>
              <a:off x="5844350" y="4029800"/>
              <a:ext cx="116275" cy="165700"/>
            </a:xfrm>
            <a:custGeom>
              <a:avLst/>
              <a:gdLst/>
              <a:ahLst/>
              <a:cxnLst/>
              <a:rect l="l" t="t" r="r" b="b"/>
              <a:pathLst>
                <a:path w="4651" h="6628" extrusionOk="0">
                  <a:moveTo>
                    <a:pt x="2325" y="214"/>
                  </a:moveTo>
                  <a:cubicBezTo>
                    <a:pt x="3489" y="214"/>
                    <a:pt x="4436" y="1604"/>
                    <a:pt x="4436" y="3315"/>
                  </a:cubicBezTo>
                  <a:cubicBezTo>
                    <a:pt x="4436" y="5024"/>
                    <a:pt x="3489" y="6415"/>
                    <a:pt x="2325" y="6415"/>
                  </a:cubicBezTo>
                  <a:cubicBezTo>
                    <a:pt x="1161" y="6415"/>
                    <a:pt x="214" y="5024"/>
                    <a:pt x="214" y="3315"/>
                  </a:cubicBezTo>
                  <a:cubicBezTo>
                    <a:pt x="214" y="1604"/>
                    <a:pt x="1162" y="214"/>
                    <a:pt x="2325" y="214"/>
                  </a:cubicBezTo>
                  <a:close/>
                  <a:moveTo>
                    <a:pt x="2325" y="1"/>
                  </a:moveTo>
                  <a:cubicBezTo>
                    <a:pt x="1045" y="1"/>
                    <a:pt x="1" y="1487"/>
                    <a:pt x="1" y="3315"/>
                  </a:cubicBezTo>
                  <a:cubicBezTo>
                    <a:pt x="1" y="5142"/>
                    <a:pt x="1043" y="6628"/>
                    <a:pt x="2325" y="6628"/>
                  </a:cubicBezTo>
                  <a:cubicBezTo>
                    <a:pt x="3607" y="6628"/>
                    <a:pt x="4651" y="5142"/>
                    <a:pt x="4651" y="3315"/>
                  </a:cubicBezTo>
                  <a:cubicBezTo>
                    <a:pt x="4651" y="1487"/>
                    <a:pt x="3607" y="1"/>
                    <a:pt x="232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856;p40">
              <a:extLst>
                <a:ext uri="{FF2B5EF4-FFF2-40B4-BE49-F238E27FC236}">
                  <a16:creationId xmlns:a16="http://schemas.microsoft.com/office/drawing/2014/main" id="{FF35007E-838B-A2CA-CB3C-7D41929A6D0B}"/>
                </a:ext>
              </a:extLst>
            </p:cNvPr>
            <p:cNvSpPr/>
            <p:nvPr/>
          </p:nvSpPr>
          <p:spPr>
            <a:xfrm>
              <a:off x="5831250" y="3947900"/>
              <a:ext cx="256100" cy="329575"/>
            </a:xfrm>
            <a:custGeom>
              <a:avLst/>
              <a:gdLst/>
              <a:ahLst/>
              <a:cxnLst/>
              <a:rect l="l" t="t" r="r" b="b"/>
              <a:pathLst>
                <a:path w="10244" h="13183" extrusionOk="0">
                  <a:moveTo>
                    <a:pt x="4558" y="1"/>
                  </a:moveTo>
                  <a:cubicBezTo>
                    <a:pt x="2042" y="1"/>
                    <a:pt x="1" y="2951"/>
                    <a:pt x="1" y="6591"/>
                  </a:cubicBezTo>
                  <a:cubicBezTo>
                    <a:pt x="1" y="10231"/>
                    <a:pt x="2042" y="13182"/>
                    <a:pt x="4558" y="13182"/>
                  </a:cubicBezTo>
                  <a:lnTo>
                    <a:pt x="10243" y="13182"/>
                  </a:lnTo>
                  <a:lnTo>
                    <a:pt x="102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857;p40">
              <a:extLst>
                <a:ext uri="{FF2B5EF4-FFF2-40B4-BE49-F238E27FC236}">
                  <a16:creationId xmlns:a16="http://schemas.microsoft.com/office/drawing/2014/main" id="{4636A0E3-0597-F517-4F56-02AB94892556}"/>
                </a:ext>
              </a:extLst>
            </p:cNvPr>
            <p:cNvSpPr/>
            <p:nvPr/>
          </p:nvSpPr>
          <p:spPr>
            <a:xfrm>
              <a:off x="5828575" y="3945225"/>
              <a:ext cx="261450" cy="334925"/>
            </a:xfrm>
            <a:custGeom>
              <a:avLst/>
              <a:gdLst/>
              <a:ahLst/>
              <a:cxnLst/>
              <a:rect l="l" t="t" r="r" b="b"/>
              <a:pathLst>
                <a:path w="10458" h="13397" extrusionOk="0">
                  <a:moveTo>
                    <a:pt x="10243" y="215"/>
                  </a:moveTo>
                  <a:lnTo>
                    <a:pt x="10243" y="13182"/>
                  </a:lnTo>
                  <a:lnTo>
                    <a:pt x="4665" y="13182"/>
                  </a:lnTo>
                  <a:cubicBezTo>
                    <a:pt x="2210" y="13182"/>
                    <a:pt x="215" y="10271"/>
                    <a:pt x="215" y="6698"/>
                  </a:cubicBezTo>
                  <a:cubicBezTo>
                    <a:pt x="215" y="3123"/>
                    <a:pt x="2210" y="215"/>
                    <a:pt x="4665" y="215"/>
                  </a:cubicBezTo>
                  <a:close/>
                  <a:moveTo>
                    <a:pt x="4665" y="1"/>
                  </a:moveTo>
                  <a:cubicBezTo>
                    <a:pt x="2092" y="1"/>
                    <a:pt x="0" y="3004"/>
                    <a:pt x="0" y="6698"/>
                  </a:cubicBezTo>
                  <a:cubicBezTo>
                    <a:pt x="0" y="10391"/>
                    <a:pt x="2092" y="13397"/>
                    <a:pt x="4665" y="13397"/>
                  </a:cubicBezTo>
                  <a:lnTo>
                    <a:pt x="10350" y="13397"/>
                  </a:lnTo>
                  <a:cubicBezTo>
                    <a:pt x="10410" y="13397"/>
                    <a:pt x="10457" y="13349"/>
                    <a:pt x="10457" y="13289"/>
                  </a:cubicBezTo>
                  <a:lnTo>
                    <a:pt x="10457" y="108"/>
                  </a:lnTo>
                  <a:cubicBezTo>
                    <a:pt x="10457" y="48"/>
                    <a:pt x="10410" y="1"/>
                    <a:pt x="1035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858;p40">
              <a:extLst>
                <a:ext uri="{FF2B5EF4-FFF2-40B4-BE49-F238E27FC236}">
                  <a16:creationId xmlns:a16="http://schemas.microsoft.com/office/drawing/2014/main" id="{7EF558F5-78A0-9CF1-BBFE-CCCE8BADB82D}"/>
                </a:ext>
              </a:extLst>
            </p:cNvPr>
            <p:cNvSpPr/>
            <p:nvPr/>
          </p:nvSpPr>
          <p:spPr>
            <a:xfrm>
              <a:off x="5973375" y="3947825"/>
              <a:ext cx="227900" cy="329650"/>
            </a:xfrm>
            <a:custGeom>
              <a:avLst/>
              <a:gdLst/>
              <a:ahLst/>
              <a:cxnLst/>
              <a:rect l="l" t="t" r="r" b="b"/>
              <a:pathLst>
                <a:path w="9116" h="13186" extrusionOk="0">
                  <a:moveTo>
                    <a:pt x="4558" y="1"/>
                  </a:moveTo>
                  <a:cubicBezTo>
                    <a:pt x="2042" y="1"/>
                    <a:pt x="0" y="2954"/>
                    <a:pt x="0" y="6594"/>
                  </a:cubicBezTo>
                  <a:cubicBezTo>
                    <a:pt x="0" y="10234"/>
                    <a:pt x="2042" y="13185"/>
                    <a:pt x="4558" y="13185"/>
                  </a:cubicBezTo>
                  <a:cubicBezTo>
                    <a:pt x="7074" y="13185"/>
                    <a:pt x="9116" y="10234"/>
                    <a:pt x="9116" y="6594"/>
                  </a:cubicBezTo>
                  <a:cubicBezTo>
                    <a:pt x="9116" y="2954"/>
                    <a:pt x="7074" y="1"/>
                    <a:pt x="45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859;p40">
              <a:extLst>
                <a:ext uri="{FF2B5EF4-FFF2-40B4-BE49-F238E27FC236}">
                  <a16:creationId xmlns:a16="http://schemas.microsoft.com/office/drawing/2014/main" id="{2F884497-50B8-14A5-5697-57BDFC8BB542}"/>
                </a:ext>
              </a:extLst>
            </p:cNvPr>
            <p:cNvSpPr/>
            <p:nvPr/>
          </p:nvSpPr>
          <p:spPr>
            <a:xfrm>
              <a:off x="5970725" y="3945200"/>
              <a:ext cx="233200" cy="334950"/>
            </a:xfrm>
            <a:custGeom>
              <a:avLst/>
              <a:gdLst/>
              <a:ahLst/>
              <a:cxnLst/>
              <a:rect l="l" t="t" r="r" b="b"/>
              <a:pathLst>
                <a:path w="9328" h="13398" extrusionOk="0">
                  <a:moveTo>
                    <a:pt x="4664" y="213"/>
                  </a:moveTo>
                  <a:cubicBezTo>
                    <a:pt x="7118" y="213"/>
                    <a:pt x="9114" y="3123"/>
                    <a:pt x="9114" y="6699"/>
                  </a:cubicBezTo>
                  <a:cubicBezTo>
                    <a:pt x="9114" y="10275"/>
                    <a:pt x="7118" y="13183"/>
                    <a:pt x="4664" y="13183"/>
                  </a:cubicBezTo>
                  <a:cubicBezTo>
                    <a:pt x="2210" y="13183"/>
                    <a:pt x="214" y="10274"/>
                    <a:pt x="214" y="6699"/>
                  </a:cubicBezTo>
                  <a:cubicBezTo>
                    <a:pt x="214" y="3123"/>
                    <a:pt x="2210" y="213"/>
                    <a:pt x="4664" y="213"/>
                  </a:cubicBezTo>
                  <a:close/>
                  <a:moveTo>
                    <a:pt x="4664" y="0"/>
                  </a:moveTo>
                  <a:cubicBezTo>
                    <a:pt x="2093" y="0"/>
                    <a:pt x="1" y="3005"/>
                    <a:pt x="1" y="6699"/>
                  </a:cubicBezTo>
                  <a:cubicBezTo>
                    <a:pt x="1" y="10392"/>
                    <a:pt x="2093" y="13398"/>
                    <a:pt x="4664" y="13398"/>
                  </a:cubicBezTo>
                  <a:cubicBezTo>
                    <a:pt x="7235" y="13398"/>
                    <a:pt x="9327" y="10392"/>
                    <a:pt x="9327" y="6699"/>
                  </a:cubicBezTo>
                  <a:cubicBezTo>
                    <a:pt x="9327" y="3005"/>
                    <a:pt x="7235" y="0"/>
                    <a:pt x="466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860;p40">
              <a:extLst>
                <a:ext uri="{FF2B5EF4-FFF2-40B4-BE49-F238E27FC236}">
                  <a16:creationId xmlns:a16="http://schemas.microsoft.com/office/drawing/2014/main" id="{22B88EE4-C320-092F-6006-E9B32B0665A9}"/>
                </a:ext>
              </a:extLst>
            </p:cNvPr>
            <p:cNvSpPr/>
            <p:nvPr/>
          </p:nvSpPr>
          <p:spPr>
            <a:xfrm>
              <a:off x="5934375" y="3862850"/>
              <a:ext cx="345375" cy="499600"/>
            </a:xfrm>
            <a:custGeom>
              <a:avLst/>
              <a:gdLst/>
              <a:ahLst/>
              <a:cxnLst/>
              <a:rect l="l" t="t" r="r" b="b"/>
              <a:pathLst>
                <a:path w="13815" h="19984" extrusionOk="0">
                  <a:moveTo>
                    <a:pt x="6907" y="1"/>
                  </a:moveTo>
                  <a:cubicBezTo>
                    <a:pt x="5076" y="1"/>
                    <a:pt x="3319" y="1053"/>
                    <a:pt x="2023" y="2928"/>
                  </a:cubicBezTo>
                  <a:cubicBezTo>
                    <a:pt x="728" y="4801"/>
                    <a:pt x="0" y="7343"/>
                    <a:pt x="0" y="9993"/>
                  </a:cubicBezTo>
                  <a:cubicBezTo>
                    <a:pt x="0" y="12642"/>
                    <a:pt x="728" y="15183"/>
                    <a:pt x="2023" y="17056"/>
                  </a:cubicBezTo>
                  <a:cubicBezTo>
                    <a:pt x="3319" y="18931"/>
                    <a:pt x="5076" y="19984"/>
                    <a:pt x="6907" y="19984"/>
                  </a:cubicBezTo>
                  <a:cubicBezTo>
                    <a:pt x="8739" y="19984"/>
                    <a:pt x="10495" y="18931"/>
                    <a:pt x="11791" y="17056"/>
                  </a:cubicBezTo>
                  <a:cubicBezTo>
                    <a:pt x="13086" y="15183"/>
                    <a:pt x="13814" y="12642"/>
                    <a:pt x="13814" y="9993"/>
                  </a:cubicBezTo>
                  <a:cubicBezTo>
                    <a:pt x="13814" y="7343"/>
                    <a:pt x="13086" y="4801"/>
                    <a:pt x="11791" y="2928"/>
                  </a:cubicBezTo>
                  <a:cubicBezTo>
                    <a:pt x="10495" y="1053"/>
                    <a:pt x="8739" y="1"/>
                    <a:pt x="69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861;p40">
              <a:extLst>
                <a:ext uri="{FF2B5EF4-FFF2-40B4-BE49-F238E27FC236}">
                  <a16:creationId xmlns:a16="http://schemas.microsoft.com/office/drawing/2014/main" id="{08A89C1E-F0CC-4EE6-8D01-9C877AFE1509}"/>
                </a:ext>
              </a:extLst>
            </p:cNvPr>
            <p:cNvSpPr/>
            <p:nvPr/>
          </p:nvSpPr>
          <p:spPr>
            <a:xfrm>
              <a:off x="5931675" y="3860200"/>
              <a:ext cx="350750" cy="504900"/>
            </a:xfrm>
            <a:custGeom>
              <a:avLst/>
              <a:gdLst/>
              <a:ahLst/>
              <a:cxnLst/>
              <a:rect l="l" t="t" r="r" b="b"/>
              <a:pathLst>
                <a:path w="14030" h="20196" extrusionOk="0">
                  <a:moveTo>
                    <a:pt x="7015" y="214"/>
                  </a:moveTo>
                  <a:cubicBezTo>
                    <a:pt x="10764" y="214"/>
                    <a:pt x="13815" y="4648"/>
                    <a:pt x="13815" y="10099"/>
                  </a:cubicBezTo>
                  <a:cubicBezTo>
                    <a:pt x="13815" y="15548"/>
                    <a:pt x="10764" y="19983"/>
                    <a:pt x="7015" y="19983"/>
                  </a:cubicBezTo>
                  <a:cubicBezTo>
                    <a:pt x="3266" y="19983"/>
                    <a:pt x="215" y="15548"/>
                    <a:pt x="215" y="10099"/>
                  </a:cubicBezTo>
                  <a:cubicBezTo>
                    <a:pt x="215" y="4648"/>
                    <a:pt x="3266" y="214"/>
                    <a:pt x="7015" y="214"/>
                  </a:cubicBezTo>
                  <a:close/>
                  <a:moveTo>
                    <a:pt x="7015" y="1"/>
                  </a:moveTo>
                  <a:cubicBezTo>
                    <a:pt x="3147" y="1"/>
                    <a:pt x="1" y="4530"/>
                    <a:pt x="1" y="10099"/>
                  </a:cubicBezTo>
                  <a:cubicBezTo>
                    <a:pt x="1" y="15666"/>
                    <a:pt x="3148" y="20195"/>
                    <a:pt x="7015" y="20195"/>
                  </a:cubicBezTo>
                  <a:cubicBezTo>
                    <a:pt x="10883" y="20195"/>
                    <a:pt x="14030" y="15666"/>
                    <a:pt x="14030" y="10099"/>
                  </a:cubicBezTo>
                  <a:cubicBezTo>
                    <a:pt x="14030" y="4530"/>
                    <a:pt x="10883" y="1"/>
                    <a:pt x="701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862;p40">
              <a:extLst>
                <a:ext uri="{FF2B5EF4-FFF2-40B4-BE49-F238E27FC236}">
                  <a16:creationId xmlns:a16="http://schemas.microsoft.com/office/drawing/2014/main" id="{3D8BC213-5540-B0B5-95CF-AE9C72A479DB}"/>
                </a:ext>
              </a:extLst>
            </p:cNvPr>
            <p:cNvSpPr/>
            <p:nvPr/>
          </p:nvSpPr>
          <p:spPr>
            <a:xfrm>
              <a:off x="5974450" y="3862850"/>
              <a:ext cx="345375" cy="499600"/>
            </a:xfrm>
            <a:custGeom>
              <a:avLst/>
              <a:gdLst/>
              <a:ahLst/>
              <a:cxnLst/>
              <a:rect l="l" t="t" r="r" b="b"/>
              <a:pathLst>
                <a:path w="13815" h="19984" extrusionOk="0">
                  <a:moveTo>
                    <a:pt x="6908" y="1"/>
                  </a:moveTo>
                  <a:cubicBezTo>
                    <a:pt x="5076" y="1"/>
                    <a:pt x="3319" y="1053"/>
                    <a:pt x="2024" y="2928"/>
                  </a:cubicBezTo>
                  <a:cubicBezTo>
                    <a:pt x="729" y="4801"/>
                    <a:pt x="1" y="7343"/>
                    <a:pt x="1" y="9993"/>
                  </a:cubicBezTo>
                  <a:cubicBezTo>
                    <a:pt x="1" y="12642"/>
                    <a:pt x="729" y="15183"/>
                    <a:pt x="2024" y="17056"/>
                  </a:cubicBezTo>
                  <a:cubicBezTo>
                    <a:pt x="3319" y="18931"/>
                    <a:pt x="5076" y="19984"/>
                    <a:pt x="6908" y="19984"/>
                  </a:cubicBezTo>
                  <a:cubicBezTo>
                    <a:pt x="8739" y="19984"/>
                    <a:pt x="10496" y="18931"/>
                    <a:pt x="11791" y="17056"/>
                  </a:cubicBezTo>
                  <a:cubicBezTo>
                    <a:pt x="13087" y="15183"/>
                    <a:pt x="13815" y="12642"/>
                    <a:pt x="13815" y="9993"/>
                  </a:cubicBezTo>
                  <a:cubicBezTo>
                    <a:pt x="13815" y="7343"/>
                    <a:pt x="13087" y="4801"/>
                    <a:pt x="11791" y="2928"/>
                  </a:cubicBezTo>
                  <a:cubicBezTo>
                    <a:pt x="10496" y="1053"/>
                    <a:pt x="8739" y="1"/>
                    <a:pt x="69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863;p40">
              <a:extLst>
                <a:ext uri="{FF2B5EF4-FFF2-40B4-BE49-F238E27FC236}">
                  <a16:creationId xmlns:a16="http://schemas.microsoft.com/office/drawing/2014/main" id="{4D10C8B0-F117-256D-42FC-8414151CB7EC}"/>
                </a:ext>
              </a:extLst>
            </p:cNvPr>
            <p:cNvSpPr/>
            <p:nvPr/>
          </p:nvSpPr>
          <p:spPr>
            <a:xfrm>
              <a:off x="5971775" y="3860200"/>
              <a:ext cx="350750" cy="504900"/>
            </a:xfrm>
            <a:custGeom>
              <a:avLst/>
              <a:gdLst/>
              <a:ahLst/>
              <a:cxnLst/>
              <a:rect l="l" t="t" r="r" b="b"/>
              <a:pathLst>
                <a:path w="14030" h="20196" extrusionOk="0">
                  <a:moveTo>
                    <a:pt x="7015" y="214"/>
                  </a:moveTo>
                  <a:cubicBezTo>
                    <a:pt x="10764" y="214"/>
                    <a:pt x="13815" y="4648"/>
                    <a:pt x="13815" y="10099"/>
                  </a:cubicBezTo>
                  <a:cubicBezTo>
                    <a:pt x="13815" y="15548"/>
                    <a:pt x="10764" y="19983"/>
                    <a:pt x="7015" y="19983"/>
                  </a:cubicBezTo>
                  <a:cubicBezTo>
                    <a:pt x="3266" y="19983"/>
                    <a:pt x="215" y="15548"/>
                    <a:pt x="215" y="10099"/>
                  </a:cubicBezTo>
                  <a:cubicBezTo>
                    <a:pt x="215" y="4648"/>
                    <a:pt x="3264" y="214"/>
                    <a:pt x="7015" y="214"/>
                  </a:cubicBezTo>
                  <a:close/>
                  <a:moveTo>
                    <a:pt x="7015" y="1"/>
                  </a:moveTo>
                  <a:cubicBezTo>
                    <a:pt x="3147" y="1"/>
                    <a:pt x="0" y="4530"/>
                    <a:pt x="0" y="10099"/>
                  </a:cubicBezTo>
                  <a:cubicBezTo>
                    <a:pt x="0" y="15666"/>
                    <a:pt x="3147" y="20195"/>
                    <a:pt x="7015" y="20195"/>
                  </a:cubicBezTo>
                  <a:cubicBezTo>
                    <a:pt x="10882" y="20195"/>
                    <a:pt x="14029" y="15666"/>
                    <a:pt x="14029" y="10099"/>
                  </a:cubicBezTo>
                  <a:cubicBezTo>
                    <a:pt x="14029" y="4530"/>
                    <a:pt x="10882" y="1"/>
                    <a:pt x="701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864;p40">
              <a:extLst>
                <a:ext uri="{FF2B5EF4-FFF2-40B4-BE49-F238E27FC236}">
                  <a16:creationId xmlns:a16="http://schemas.microsoft.com/office/drawing/2014/main" id="{2BDBA5F2-DC5B-B242-8F0C-7C65C2FAE02A}"/>
                </a:ext>
              </a:extLst>
            </p:cNvPr>
            <p:cNvSpPr/>
            <p:nvPr/>
          </p:nvSpPr>
          <p:spPr>
            <a:xfrm>
              <a:off x="6075850" y="4009600"/>
              <a:ext cx="142600" cy="206125"/>
            </a:xfrm>
            <a:custGeom>
              <a:avLst/>
              <a:gdLst/>
              <a:ahLst/>
              <a:cxnLst/>
              <a:rect l="l" t="t" r="r" b="b"/>
              <a:pathLst>
                <a:path w="5704" h="8245" extrusionOk="0">
                  <a:moveTo>
                    <a:pt x="2852" y="0"/>
                  </a:moveTo>
                  <a:cubicBezTo>
                    <a:pt x="1276" y="0"/>
                    <a:pt x="0" y="1846"/>
                    <a:pt x="0" y="4123"/>
                  </a:cubicBezTo>
                  <a:cubicBezTo>
                    <a:pt x="0" y="6400"/>
                    <a:pt x="1276" y="8244"/>
                    <a:pt x="2852" y="8244"/>
                  </a:cubicBezTo>
                  <a:cubicBezTo>
                    <a:pt x="4427" y="8244"/>
                    <a:pt x="5703" y="6400"/>
                    <a:pt x="5703" y="4123"/>
                  </a:cubicBezTo>
                  <a:cubicBezTo>
                    <a:pt x="5703" y="1846"/>
                    <a:pt x="4427" y="0"/>
                    <a:pt x="285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865;p40">
              <a:extLst>
                <a:ext uri="{FF2B5EF4-FFF2-40B4-BE49-F238E27FC236}">
                  <a16:creationId xmlns:a16="http://schemas.microsoft.com/office/drawing/2014/main" id="{EF8457E3-E1F5-19F3-6D94-1DB031D43AB8}"/>
                </a:ext>
              </a:extLst>
            </p:cNvPr>
            <p:cNvSpPr/>
            <p:nvPr/>
          </p:nvSpPr>
          <p:spPr>
            <a:xfrm>
              <a:off x="6073175" y="4006950"/>
              <a:ext cx="147900" cy="211450"/>
            </a:xfrm>
            <a:custGeom>
              <a:avLst/>
              <a:gdLst/>
              <a:ahLst/>
              <a:cxnLst/>
              <a:rect l="l" t="t" r="r" b="b"/>
              <a:pathLst>
                <a:path w="5916" h="8458" extrusionOk="0">
                  <a:moveTo>
                    <a:pt x="2959" y="213"/>
                  </a:moveTo>
                  <a:cubicBezTo>
                    <a:pt x="4472" y="213"/>
                    <a:pt x="5703" y="2015"/>
                    <a:pt x="5703" y="4229"/>
                  </a:cubicBezTo>
                  <a:cubicBezTo>
                    <a:pt x="5703" y="6443"/>
                    <a:pt x="4472" y="8245"/>
                    <a:pt x="2959" y="8245"/>
                  </a:cubicBezTo>
                  <a:cubicBezTo>
                    <a:pt x="1446" y="8245"/>
                    <a:pt x="215" y="6443"/>
                    <a:pt x="215" y="4229"/>
                  </a:cubicBezTo>
                  <a:cubicBezTo>
                    <a:pt x="215" y="2013"/>
                    <a:pt x="1446" y="213"/>
                    <a:pt x="2959" y="213"/>
                  </a:cubicBezTo>
                  <a:close/>
                  <a:moveTo>
                    <a:pt x="2959" y="0"/>
                  </a:moveTo>
                  <a:cubicBezTo>
                    <a:pt x="1328" y="0"/>
                    <a:pt x="0" y="1897"/>
                    <a:pt x="0" y="4229"/>
                  </a:cubicBezTo>
                  <a:cubicBezTo>
                    <a:pt x="0" y="6561"/>
                    <a:pt x="1328" y="8458"/>
                    <a:pt x="2959" y="8458"/>
                  </a:cubicBezTo>
                  <a:cubicBezTo>
                    <a:pt x="4589" y="8458"/>
                    <a:pt x="5916" y="6561"/>
                    <a:pt x="5916" y="4229"/>
                  </a:cubicBezTo>
                  <a:cubicBezTo>
                    <a:pt x="5916" y="1897"/>
                    <a:pt x="4589" y="0"/>
                    <a:pt x="295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866;p40">
              <a:extLst>
                <a:ext uri="{FF2B5EF4-FFF2-40B4-BE49-F238E27FC236}">
                  <a16:creationId xmlns:a16="http://schemas.microsoft.com/office/drawing/2014/main" id="{2CE7609E-BA6C-A111-4312-29CC3610E147}"/>
                </a:ext>
              </a:extLst>
            </p:cNvPr>
            <p:cNvSpPr/>
            <p:nvPr/>
          </p:nvSpPr>
          <p:spPr>
            <a:xfrm>
              <a:off x="6093575" y="4009600"/>
              <a:ext cx="142550" cy="206125"/>
            </a:xfrm>
            <a:custGeom>
              <a:avLst/>
              <a:gdLst/>
              <a:ahLst/>
              <a:cxnLst/>
              <a:rect l="l" t="t" r="r" b="b"/>
              <a:pathLst>
                <a:path w="5702" h="8245" extrusionOk="0">
                  <a:moveTo>
                    <a:pt x="2850" y="0"/>
                  </a:moveTo>
                  <a:cubicBezTo>
                    <a:pt x="1276" y="0"/>
                    <a:pt x="0" y="1846"/>
                    <a:pt x="0" y="4123"/>
                  </a:cubicBezTo>
                  <a:cubicBezTo>
                    <a:pt x="0" y="6400"/>
                    <a:pt x="1276" y="8244"/>
                    <a:pt x="2850" y="8244"/>
                  </a:cubicBezTo>
                  <a:cubicBezTo>
                    <a:pt x="4425" y="8244"/>
                    <a:pt x="5701" y="6400"/>
                    <a:pt x="5701" y="4123"/>
                  </a:cubicBezTo>
                  <a:cubicBezTo>
                    <a:pt x="5701" y="1846"/>
                    <a:pt x="4425" y="0"/>
                    <a:pt x="2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867;p40">
              <a:extLst>
                <a:ext uri="{FF2B5EF4-FFF2-40B4-BE49-F238E27FC236}">
                  <a16:creationId xmlns:a16="http://schemas.microsoft.com/office/drawing/2014/main" id="{EC2946B1-EFC7-A4B7-C848-6C585082A4FE}"/>
                </a:ext>
              </a:extLst>
            </p:cNvPr>
            <p:cNvSpPr/>
            <p:nvPr/>
          </p:nvSpPr>
          <p:spPr>
            <a:xfrm>
              <a:off x="6090875" y="4006950"/>
              <a:ext cx="147925" cy="211450"/>
            </a:xfrm>
            <a:custGeom>
              <a:avLst/>
              <a:gdLst/>
              <a:ahLst/>
              <a:cxnLst/>
              <a:rect l="l" t="t" r="r" b="b"/>
              <a:pathLst>
                <a:path w="5917" h="8458" extrusionOk="0">
                  <a:moveTo>
                    <a:pt x="2959" y="213"/>
                  </a:moveTo>
                  <a:cubicBezTo>
                    <a:pt x="4472" y="213"/>
                    <a:pt x="5704" y="2015"/>
                    <a:pt x="5704" y="4229"/>
                  </a:cubicBezTo>
                  <a:cubicBezTo>
                    <a:pt x="5704" y="6443"/>
                    <a:pt x="4472" y="8245"/>
                    <a:pt x="2959" y="8245"/>
                  </a:cubicBezTo>
                  <a:cubicBezTo>
                    <a:pt x="1445" y="8245"/>
                    <a:pt x="214" y="6443"/>
                    <a:pt x="214" y="4229"/>
                  </a:cubicBezTo>
                  <a:cubicBezTo>
                    <a:pt x="214" y="2013"/>
                    <a:pt x="1445" y="213"/>
                    <a:pt x="2959" y="213"/>
                  </a:cubicBezTo>
                  <a:close/>
                  <a:moveTo>
                    <a:pt x="2959" y="0"/>
                  </a:moveTo>
                  <a:cubicBezTo>
                    <a:pt x="1328" y="0"/>
                    <a:pt x="1" y="1897"/>
                    <a:pt x="1" y="4229"/>
                  </a:cubicBezTo>
                  <a:cubicBezTo>
                    <a:pt x="1" y="6561"/>
                    <a:pt x="1328" y="8458"/>
                    <a:pt x="2959" y="8458"/>
                  </a:cubicBezTo>
                  <a:cubicBezTo>
                    <a:pt x="4590" y="8458"/>
                    <a:pt x="5916" y="6561"/>
                    <a:pt x="5916" y="4229"/>
                  </a:cubicBezTo>
                  <a:cubicBezTo>
                    <a:pt x="5916" y="1897"/>
                    <a:pt x="4590" y="0"/>
                    <a:pt x="295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868;p40">
              <a:extLst>
                <a:ext uri="{FF2B5EF4-FFF2-40B4-BE49-F238E27FC236}">
                  <a16:creationId xmlns:a16="http://schemas.microsoft.com/office/drawing/2014/main" id="{99D717A5-058B-97AD-6341-8838457D8054}"/>
                </a:ext>
              </a:extLst>
            </p:cNvPr>
            <p:cNvSpPr/>
            <p:nvPr/>
          </p:nvSpPr>
          <p:spPr>
            <a:xfrm>
              <a:off x="6144575" y="4020600"/>
              <a:ext cx="59200" cy="195900"/>
            </a:xfrm>
            <a:custGeom>
              <a:avLst/>
              <a:gdLst/>
              <a:ahLst/>
              <a:cxnLst/>
              <a:rect l="l" t="t" r="r" b="b"/>
              <a:pathLst>
                <a:path w="2368" h="7836" extrusionOk="0">
                  <a:moveTo>
                    <a:pt x="2162" y="1"/>
                  </a:moveTo>
                  <a:lnTo>
                    <a:pt x="0" y="7778"/>
                  </a:lnTo>
                  <a:lnTo>
                    <a:pt x="205" y="7836"/>
                  </a:lnTo>
                  <a:lnTo>
                    <a:pt x="2367" y="57"/>
                  </a:lnTo>
                  <a:lnTo>
                    <a:pt x="2162"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869;p40">
              <a:extLst>
                <a:ext uri="{FF2B5EF4-FFF2-40B4-BE49-F238E27FC236}">
                  <a16:creationId xmlns:a16="http://schemas.microsoft.com/office/drawing/2014/main" id="{323BF9B1-F7EF-2C27-2656-F7BFA27BA023}"/>
                </a:ext>
              </a:extLst>
            </p:cNvPr>
            <p:cNvSpPr/>
            <p:nvPr/>
          </p:nvSpPr>
          <p:spPr>
            <a:xfrm>
              <a:off x="5723725" y="4075225"/>
              <a:ext cx="79975" cy="16025"/>
            </a:xfrm>
            <a:custGeom>
              <a:avLst/>
              <a:gdLst/>
              <a:ahLst/>
              <a:cxnLst/>
              <a:rect l="l" t="t" r="r" b="b"/>
              <a:pathLst>
                <a:path w="3199" h="641" extrusionOk="0">
                  <a:moveTo>
                    <a:pt x="320" y="0"/>
                  </a:moveTo>
                  <a:cubicBezTo>
                    <a:pt x="143" y="0"/>
                    <a:pt x="0" y="143"/>
                    <a:pt x="0" y="320"/>
                  </a:cubicBezTo>
                  <a:cubicBezTo>
                    <a:pt x="0" y="497"/>
                    <a:pt x="143" y="640"/>
                    <a:pt x="320" y="640"/>
                  </a:cubicBezTo>
                  <a:lnTo>
                    <a:pt x="2880" y="640"/>
                  </a:lnTo>
                  <a:cubicBezTo>
                    <a:pt x="3055" y="640"/>
                    <a:pt x="3198" y="497"/>
                    <a:pt x="3198" y="320"/>
                  </a:cubicBezTo>
                  <a:cubicBezTo>
                    <a:pt x="3198" y="143"/>
                    <a:pt x="3055" y="0"/>
                    <a:pt x="2880"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870;p40">
              <a:extLst>
                <a:ext uri="{FF2B5EF4-FFF2-40B4-BE49-F238E27FC236}">
                  <a16:creationId xmlns:a16="http://schemas.microsoft.com/office/drawing/2014/main" id="{20D3A895-CCBE-6EAF-1DDC-EF78A5B78D16}"/>
                </a:ext>
              </a:extLst>
            </p:cNvPr>
            <p:cNvSpPr/>
            <p:nvPr/>
          </p:nvSpPr>
          <p:spPr>
            <a:xfrm>
              <a:off x="5754175" y="4035825"/>
              <a:ext cx="79975" cy="16050"/>
            </a:xfrm>
            <a:custGeom>
              <a:avLst/>
              <a:gdLst/>
              <a:ahLst/>
              <a:cxnLst/>
              <a:rect l="l" t="t" r="r" b="b"/>
              <a:pathLst>
                <a:path w="3199" h="642" extrusionOk="0">
                  <a:moveTo>
                    <a:pt x="320" y="1"/>
                  </a:moveTo>
                  <a:cubicBezTo>
                    <a:pt x="143" y="1"/>
                    <a:pt x="0" y="144"/>
                    <a:pt x="0" y="321"/>
                  </a:cubicBezTo>
                  <a:cubicBezTo>
                    <a:pt x="0" y="497"/>
                    <a:pt x="143" y="641"/>
                    <a:pt x="320" y="641"/>
                  </a:cubicBezTo>
                  <a:lnTo>
                    <a:pt x="2878" y="641"/>
                  </a:lnTo>
                  <a:cubicBezTo>
                    <a:pt x="3055" y="641"/>
                    <a:pt x="3198" y="497"/>
                    <a:pt x="3198" y="321"/>
                  </a:cubicBezTo>
                  <a:cubicBezTo>
                    <a:pt x="3198" y="144"/>
                    <a:pt x="3055" y="1"/>
                    <a:pt x="2878"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871;p40">
              <a:extLst>
                <a:ext uri="{FF2B5EF4-FFF2-40B4-BE49-F238E27FC236}">
                  <a16:creationId xmlns:a16="http://schemas.microsoft.com/office/drawing/2014/main" id="{867273F7-CCCE-8044-FC1C-A49CDB2234CC}"/>
                </a:ext>
              </a:extLst>
            </p:cNvPr>
            <p:cNvSpPr/>
            <p:nvPr/>
          </p:nvSpPr>
          <p:spPr>
            <a:xfrm>
              <a:off x="5719150" y="4116525"/>
              <a:ext cx="79975" cy="16050"/>
            </a:xfrm>
            <a:custGeom>
              <a:avLst/>
              <a:gdLst/>
              <a:ahLst/>
              <a:cxnLst/>
              <a:rect l="l" t="t" r="r" b="b"/>
              <a:pathLst>
                <a:path w="3199" h="642" extrusionOk="0">
                  <a:moveTo>
                    <a:pt x="320" y="1"/>
                  </a:moveTo>
                  <a:cubicBezTo>
                    <a:pt x="143" y="1"/>
                    <a:pt x="0" y="144"/>
                    <a:pt x="0" y="321"/>
                  </a:cubicBezTo>
                  <a:cubicBezTo>
                    <a:pt x="0" y="498"/>
                    <a:pt x="143" y="641"/>
                    <a:pt x="320" y="641"/>
                  </a:cubicBezTo>
                  <a:lnTo>
                    <a:pt x="2878" y="641"/>
                  </a:lnTo>
                  <a:cubicBezTo>
                    <a:pt x="3055" y="641"/>
                    <a:pt x="3198" y="498"/>
                    <a:pt x="3198" y="321"/>
                  </a:cubicBezTo>
                  <a:cubicBezTo>
                    <a:pt x="3198" y="144"/>
                    <a:pt x="3055" y="1"/>
                    <a:pt x="2878"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872;p40">
              <a:extLst>
                <a:ext uri="{FF2B5EF4-FFF2-40B4-BE49-F238E27FC236}">
                  <a16:creationId xmlns:a16="http://schemas.microsoft.com/office/drawing/2014/main" id="{5417893A-5AE2-AF29-5183-E98DE97EFE09}"/>
                </a:ext>
              </a:extLst>
            </p:cNvPr>
            <p:cNvSpPr/>
            <p:nvPr/>
          </p:nvSpPr>
          <p:spPr>
            <a:xfrm>
              <a:off x="5743550" y="4156250"/>
              <a:ext cx="79975" cy="16025"/>
            </a:xfrm>
            <a:custGeom>
              <a:avLst/>
              <a:gdLst/>
              <a:ahLst/>
              <a:cxnLst/>
              <a:rect l="l" t="t" r="r" b="b"/>
              <a:pathLst>
                <a:path w="3199" h="641" extrusionOk="0">
                  <a:moveTo>
                    <a:pt x="321" y="1"/>
                  </a:moveTo>
                  <a:cubicBezTo>
                    <a:pt x="144" y="1"/>
                    <a:pt x="1" y="143"/>
                    <a:pt x="1" y="321"/>
                  </a:cubicBezTo>
                  <a:cubicBezTo>
                    <a:pt x="1" y="498"/>
                    <a:pt x="144" y="641"/>
                    <a:pt x="321" y="641"/>
                  </a:cubicBezTo>
                  <a:lnTo>
                    <a:pt x="2879" y="641"/>
                  </a:lnTo>
                  <a:cubicBezTo>
                    <a:pt x="3056" y="641"/>
                    <a:pt x="3199" y="498"/>
                    <a:pt x="3199" y="321"/>
                  </a:cubicBezTo>
                  <a:cubicBezTo>
                    <a:pt x="3199" y="143"/>
                    <a:pt x="3056" y="1"/>
                    <a:pt x="2879"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873;p40">
              <a:extLst>
                <a:ext uri="{FF2B5EF4-FFF2-40B4-BE49-F238E27FC236}">
                  <a16:creationId xmlns:a16="http://schemas.microsoft.com/office/drawing/2014/main" id="{0E6535C7-BA6E-FA13-E0BE-59EF91004EDF}"/>
                </a:ext>
              </a:extLst>
            </p:cNvPr>
            <p:cNvSpPr/>
            <p:nvPr/>
          </p:nvSpPr>
          <p:spPr>
            <a:xfrm>
              <a:off x="5376175" y="4923975"/>
              <a:ext cx="53050" cy="43400"/>
            </a:xfrm>
            <a:custGeom>
              <a:avLst/>
              <a:gdLst/>
              <a:ahLst/>
              <a:cxnLst/>
              <a:rect l="l" t="t" r="r" b="b"/>
              <a:pathLst>
                <a:path w="2122" h="1736" extrusionOk="0">
                  <a:moveTo>
                    <a:pt x="600" y="1"/>
                  </a:moveTo>
                  <a:cubicBezTo>
                    <a:pt x="270" y="1"/>
                    <a:pt x="0" y="388"/>
                    <a:pt x="0" y="869"/>
                  </a:cubicBezTo>
                  <a:cubicBezTo>
                    <a:pt x="0" y="1348"/>
                    <a:pt x="270" y="1735"/>
                    <a:pt x="600" y="1735"/>
                  </a:cubicBezTo>
                  <a:lnTo>
                    <a:pt x="2122" y="1735"/>
                  </a:lnTo>
                  <a:lnTo>
                    <a:pt x="2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874;p40">
              <a:extLst>
                <a:ext uri="{FF2B5EF4-FFF2-40B4-BE49-F238E27FC236}">
                  <a16:creationId xmlns:a16="http://schemas.microsoft.com/office/drawing/2014/main" id="{ECD4FCAC-BEB8-7C72-972E-3DF38D7478A6}"/>
                </a:ext>
              </a:extLst>
            </p:cNvPr>
            <p:cNvSpPr/>
            <p:nvPr/>
          </p:nvSpPr>
          <p:spPr>
            <a:xfrm>
              <a:off x="5373525" y="4921300"/>
              <a:ext cx="58375" cy="48750"/>
            </a:xfrm>
            <a:custGeom>
              <a:avLst/>
              <a:gdLst/>
              <a:ahLst/>
              <a:cxnLst/>
              <a:rect l="l" t="t" r="r" b="b"/>
              <a:pathLst>
                <a:path w="2335" h="1950" extrusionOk="0">
                  <a:moveTo>
                    <a:pt x="2122" y="214"/>
                  </a:moveTo>
                  <a:lnTo>
                    <a:pt x="2122" y="1737"/>
                  </a:lnTo>
                  <a:lnTo>
                    <a:pt x="706" y="1737"/>
                  </a:lnTo>
                  <a:cubicBezTo>
                    <a:pt x="438" y="1737"/>
                    <a:pt x="213" y="1388"/>
                    <a:pt x="213" y="976"/>
                  </a:cubicBezTo>
                  <a:cubicBezTo>
                    <a:pt x="213" y="563"/>
                    <a:pt x="438" y="214"/>
                    <a:pt x="706" y="214"/>
                  </a:cubicBezTo>
                  <a:close/>
                  <a:moveTo>
                    <a:pt x="706" y="1"/>
                  </a:moveTo>
                  <a:cubicBezTo>
                    <a:pt x="316" y="1"/>
                    <a:pt x="0" y="438"/>
                    <a:pt x="0" y="976"/>
                  </a:cubicBezTo>
                  <a:cubicBezTo>
                    <a:pt x="0" y="1513"/>
                    <a:pt x="316" y="1950"/>
                    <a:pt x="706" y="1950"/>
                  </a:cubicBezTo>
                  <a:lnTo>
                    <a:pt x="2228" y="1950"/>
                  </a:lnTo>
                  <a:cubicBezTo>
                    <a:pt x="2287" y="1950"/>
                    <a:pt x="2335" y="1902"/>
                    <a:pt x="2335" y="1842"/>
                  </a:cubicBezTo>
                  <a:lnTo>
                    <a:pt x="2335" y="108"/>
                  </a:lnTo>
                  <a:cubicBezTo>
                    <a:pt x="2335" y="48"/>
                    <a:pt x="2287" y="1"/>
                    <a:pt x="222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875;p40">
              <a:extLst>
                <a:ext uri="{FF2B5EF4-FFF2-40B4-BE49-F238E27FC236}">
                  <a16:creationId xmlns:a16="http://schemas.microsoft.com/office/drawing/2014/main" id="{9AD5080F-0D15-17A3-E84C-C9190A15D6E1}"/>
                </a:ext>
              </a:extLst>
            </p:cNvPr>
            <p:cNvSpPr/>
            <p:nvPr/>
          </p:nvSpPr>
          <p:spPr>
            <a:xfrm>
              <a:off x="5414250" y="4923975"/>
              <a:ext cx="30025" cy="43400"/>
            </a:xfrm>
            <a:custGeom>
              <a:avLst/>
              <a:gdLst/>
              <a:ahLst/>
              <a:cxnLst/>
              <a:rect l="l" t="t" r="r" b="b"/>
              <a:pathLst>
                <a:path w="1201" h="1736" extrusionOk="0">
                  <a:moveTo>
                    <a:pt x="599" y="1"/>
                  </a:moveTo>
                  <a:cubicBezTo>
                    <a:pt x="268" y="1"/>
                    <a:pt x="0" y="388"/>
                    <a:pt x="0" y="869"/>
                  </a:cubicBezTo>
                  <a:cubicBezTo>
                    <a:pt x="0" y="1348"/>
                    <a:pt x="267" y="1735"/>
                    <a:pt x="599" y="1735"/>
                  </a:cubicBezTo>
                  <a:cubicBezTo>
                    <a:pt x="932" y="1735"/>
                    <a:pt x="1200" y="1348"/>
                    <a:pt x="1200" y="869"/>
                  </a:cubicBezTo>
                  <a:cubicBezTo>
                    <a:pt x="1200"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876;p40">
              <a:extLst>
                <a:ext uri="{FF2B5EF4-FFF2-40B4-BE49-F238E27FC236}">
                  <a16:creationId xmlns:a16="http://schemas.microsoft.com/office/drawing/2014/main" id="{8597ABEA-DF5D-2931-404A-C96AA89E8626}"/>
                </a:ext>
              </a:extLst>
            </p:cNvPr>
            <p:cNvSpPr/>
            <p:nvPr/>
          </p:nvSpPr>
          <p:spPr>
            <a:xfrm>
              <a:off x="5411550" y="4921300"/>
              <a:ext cx="35400" cy="48750"/>
            </a:xfrm>
            <a:custGeom>
              <a:avLst/>
              <a:gdLst/>
              <a:ahLst/>
              <a:cxnLst/>
              <a:rect l="l" t="t" r="r" b="b"/>
              <a:pathLst>
                <a:path w="1416" h="1950" extrusionOk="0">
                  <a:moveTo>
                    <a:pt x="707" y="214"/>
                  </a:moveTo>
                  <a:cubicBezTo>
                    <a:pt x="975" y="214"/>
                    <a:pt x="1203" y="556"/>
                    <a:pt x="1203" y="976"/>
                  </a:cubicBezTo>
                  <a:cubicBezTo>
                    <a:pt x="1203" y="1396"/>
                    <a:pt x="979" y="1737"/>
                    <a:pt x="707" y="1737"/>
                  </a:cubicBezTo>
                  <a:cubicBezTo>
                    <a:pt x="436" y="1737"/>
                    <a:pt x="214" y="1388"/>
                    <a:pt x="214" y="976"/>
                  </a:cubicBezTo>
                  <a:cubicBezTo>
                    <a:pt x="214" y="563"/>
                    <a:pt x="440" y="214"/>
                    <a:pt x="707" y="214"/>
                  </a:cubicBezTo>
                  <a:close/>
                  <a:moveTo>
                    <a:pt x="707" y="1"/>
                  </a:moveTo>
                  <a:cubicBezTo>
                    <a:pt x="318" y="1"/>
                    <a:pt x="1" y="428"/>
                    <a:pt x="1" y="976"/>
                  </a:cubicBezTo>
                  <a:cubicBezTo>
                    <a:pt x="1" y="1522"/>
                    <a:pt x="311" y="1950"/>
                    <a:pt x="707" y="1950"/>
                  </a:cubicBezTo>
                  <a:cubicBezTo>
                    <a:pt x="1104" y="1950"/>
                    <a:pt x="1415" y="1513"/>
                    <a:pt x="1415" y="976"/>
                  </a:cubicBezTo>
                  <a:cubicBezTo>
                    <a:pt x="1415"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877;p40">
              <a:extLst>
                <a:ext uri="{FF2B5EF4-FFF2-40B4-BE49-F238E27FC236}">
                  <a16:creationId xmlns:a16="http://schemas.microsoft.com/office/drawing/2014/main" id="{E149ED06-9B2E-991D-7289-3E2A3C2AC2A2}"/>
                </a:ext>
              </a:extLst>
            </p:cNvPr>
            <p:cNvSpPr/>
            <p:nvPr/>
          </p:nvSpPr>
          <p:spPr>
            <a:xfrm>
              <a:off x="5409950" y="4901100"/>
              <a:ext cx="69300" cy="89175"/>
            </a:xfrm>
            <a:custGeom>
              <a:avLst/>
              <a:gdLst/>
              <a:ahLst/>
              <a:cxnLst/>
              <a:rect l="l" t="t" r="r" b="b"/>
              <a:pathLst>
                <a:path w="2772" h="3567" extrusionOk="0">
                  <a:moveTo>
                    <a:pt x="1234" y="0"/>
                  </a:moveTo>
                  <a:cubicBezTo>
                    <a:pt x="553" y="0"/>
                    <a:pt x="1" y="798"/>
                    <a:pt x="1" y="1784"/>
                  </a:cubicBezTo>
                  <a:cubicBezTo>
                    <a:pt x="1" y="2770"/>
                    <a:pt x="553" y="3566"/>
                    <a:pt x="1234" y="3566"/>
                  </a:cubicBezTo>
                  <a:lnTo>
                    <a:pt x="2772" y="3566"/>
                  </a:lnTo>
                  <a:lnTo>
                    <a:pt x="27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878;p40">
              <a:extLst>
                <a:ext uri="{FF2B5EF4-FFF2-40B4-BE49-F238E27FC236}">
                  <a16:creationId xmlns:a16="http://schemas.microsoft.com/office/drawing/2014/main" id="{C38F798A-8327-C0FF-020C-DADC8D621ACE}"/>
                </a:ext>
              </a:extLst>
            </p:cNvPr>
            <p:cNvSpPr/>
            <p:nvPr/>
          </p:nvSpPr>
          <p:spPr>
            <a:xfrm>
              <a:off x="5407325" y="4898450"/>
              <a:ext cx="74575" cy="94500"/>
            </a:xfrm>
            <a:custGeom>
              <a:avLst/>
              <a:gdLst/>
              <a:ahLst/>
              <a:cxnLst/>
              <a:rect l="l" t="t" r="r" b="b"/>
              <a:pathLst>
                <a:path w="2983" h="3780" extrusionOk="0">
                  <a:moveTo>
                    <a:pt x="2770" y="213"/>
                  </a:moveTo>
                  <a:lnTo>
                    <a:pt x="2770" y="3565"/>
                  </a:lnTo>
                  <a:lnTo>
                    <a:pt x="1339" y="3565"/>
                  </a:lnTo>
                  <a:cubicBezTo>
                    <a:pt x="718" y="3565"/>
                    <a:pt x="213" y="2813"/>
                    <a:pt x="213" y="1890"/>
                  </a:cubicBezTo>
                  <a:cubicBezTo>
                    <a:pt x="213" y="965"/>
                    <a:pt x="718" y="213"/>
                    <a:pt x="1339" y="213"/>
                  </a:cubicBezTo>
                  <a:close/>
                  <a:moveTo>
                    <a:pt x="1339" y="0"/>
                  </a:moveTo>
                  <a:cubicBezTo>
                    <a:pt x="600" y="0"/>
                    <a:pt x="0" y="848"/>
                    <a:pt x="0" y="1890"/>
                  </a:cubicBezTo>
                  <a:cubicBezTo>
                    <a:pt x="0" y="2931"/>
                    <a:pt x="600" y="3779"/>
                    <a:pt x="1339" y="3779"/>
                  </a:cubicBezTo>
                  <a:lnTo>
                    <a:pt x="2877" y="3779"/>
                  </a:lnTo>
                  <a:cubicBezTo>
                    <a:pt x="2935" y="3779"/>
                    <a:pt x="2983" y="3732"/>
                    <a:pt x="2983" y="3672"/>
                  </a:cubicBezTo>
                  <a:lnTo>
                    <a:pt x="2983" y="106"/>
                  </a:lnTo>
                  <a:cubicBezTo>
                    <a:pt x="2983" y="48"/>
                    <a:pt x="2935" y="0"/>
                    <a:pt x="287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879;p40">
              <a:extLst>
                <a:ext uri="{FF2B5EF4-FFF2-40B4-BE49-F238E27FC236}">
                  <a16:creationId xmlns:a16="http://schemas.microsoft.com/office/drawing/2014/main" id="{D579D1B6-CB48-1D5B-5B99-F5043AAF17C1}"/>
                </a:ext>
              </a:extLst>
            </p:cNvPr>
            <p:cNvSpPr/>
            <p:nvPr/>
          </p:nvSpPr>
          <p:spPr>
            <a:xfrm>
              <a:off x="5448425" y="4901100"/>
              <a:ext cx="61650" cy="89175"/>
            </a:xfrm>
            <a:custGeom>
              <a:avLst/>
              <a:gdLst/>
              <a:ahLst/>
              <a:cxnLst/>
              <a:rect l="l" t="t" r="r" b="b"/>
              <a:pathLst>
                <a:path w="2466" h="3567" extrusionOk="0">
                  <a:moveTo>
                    <a:pt x="1233" y="0"/>
                  </a:moveTo>
                  <a:cubicBezTo>
                    <a:pt x="552" y="0"/>
                    <a:pt x="0" y="798"/>
                    <a:pt x="0" y="1784"/>
                  </a:cubicBezTo>
                  <a:cubicBezTo>
                    <a:pt x="0" y="2768"/>
                    <a:pt x="552" y="3566"/>
                    <a:pt x="1233" y="3566"/>
                  </a:cubicBezTo>
                  <a:cubicBezTo>
                    <a:pt x="1912" y="3566"/>
                    <a:pt x="2466" y="2768"/>
                    <a:pt x="2466" y="1784"/>
                  </a:cubicBezTo>
                  <a:cubicBezTo>
                    <a:pt x="2466" y="809"/>
                    <a:pt x="1912"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880;p40">
              <a:extLst>
                <a:ext uri="{FF2B5EF4-FFF2-40B4-BE49-F238E27FC236}">
                  <a16:creationId xmlns:a16="http://schemas.microsoft.com/office/drawing/2014/main" id="{B6ABA9B6-877C-6444-CCDA-4D637EF91BA1}"/>
                </a:ext>
              </a:extLst>
            </p:cNvPr>
            <p:cNvSpPr/>
            <p:nvPr/>
          </p:nvSpPr>
          <p:spPr>
            <a:xfrm>
              <a:off x="5445725" y="4898450"/>
              <a:ext cx="67000" cy="94500"/>
            </a:xfrm>
            <a:custGeom>
              <a:avLst/>
              <a:gdLst/>
              <a:ahLst/>
              <a:cxnLst/>
              <a:rect l="l" t="t" r="r" b="b"/>
              <a:pathLst>
                <a:path w="2680" h="3780" extrusionOk="0">
                  <a:moveTo>
                    <a:pt x="1341" y="213"/>
                  </a:moveTo>
                  <a:cubicBezTo>
                    <a:pt x="1951" y="213"/>
                    <a:pt x="2466" y="965"/>
                    <a:pt x="2466" y="1890"/>
                  </a:cubicBezTo>
                  <a:cubicBezTo>
                    <a:pt x="2466" y="2813"/>
                    <a:pt x="1962" y="3565"/>
                    <a:pt x="1341" y="3565"/>
                  </a:cubicBezTo>
                  <a:cubicBezTo>
                    <a:pt x="720" y="3565"/>
                    <a:pt x="215" y="2813"/>
                    <a:pt x="215" y="1890"/>
                  </a:cubicBezTo>
                  <a:cubicBezTo>
                    <a:pt x="215" y="965"/>
                    <a:pt x="720" y="213"/>
                    <a:pt x="1341" y="213"/>
                  </a:cubicBezTo>
                  <a:close/>
                  <a:moveTo>
                    <a:pt x="1341" y="0"/>
                  </a:moveTo>
                  <a:cubicBezTo>
                    <a:pt x="602" y="0"/>
                    <a:pt x="1" y="848"/>
                    <a:pt x="1" y="1890"/>
                  </a:cubicBezTo>
                  <a:cubicBezTo>
                    <a:pt x="1" y="2931"/>
                    <a:pt x="602" y="3779"/>
                    <a:pt x="1341" y="3779"/>
                  </a:cubicBezTo>
                  <a:cubicBezTo>
                    <a:pt x="2079" y="3779"/>
                    <a:pt x="2679" y="2932"/>
                    <a:pt x="2679" y="1890"/>
                  </a:cubicBezTo>
                  <a:cubicBezTo>
                    <a:pt x="2679" y="848"/>
                    <a:pt x="2079" y="0"/>
                    <a:pt x="134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881;p40">
              <a:extLst>
                <a:ext uri="{FF2B5EF4-FFF2-40B4-BE49-F238E27FC236}">
                  <a16:creationId xmlns:a16="http://schemas.microsoft.com/office/drawing/2014/main" id="{EC2EE7C6-54ED-AEA5-F8B1-5F72B8E5D899}"/>
                </a:ext>
              </a:extLst>
            </p:cNvPr>
            <p:cNvSpPr/>
            <p:nvPr/>
          </p:nvSpPr>
          <p:spPr>
            <a:xfrm>
              <a:off x="5437850" y="4878125"/>
              <a:ext cx="93400" cy="135100"/>
            </a:xfrm>
            <a:custGeom>
              <a:avLst/>
              <a:gdLst/>
              <a:ahLst/>
              <a:cxnLst/>
              <a:rect l="l" t="t" r="r" b="b"/>
              <a:pathLst>
                <a:path w="3736" h="5404" extrusionOk="0">
                  <a:moveTo>
                    <a:pt x="1869" y="0"/>
                  </a:moveTo>
                  <a:cubicBezTo>
                    <a:pt x="837" y="0"/>
                    <a:pt x="0" y="1209"/>
                    <a:pt x="0" y="2703"/>
                  </a:cubicBezTo>
                  <a:cubicBezTo>
                    <a:pt x="0"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882;p40">
              <a:extLst>
                <a:ext uri="{FF2B5EF4-FFF2-40B4-BE49-F238E27FC236}">
                  <a16:creationId xmlns:a16="http://schemas.microsoft.com/office/drawing/2014/main" id="{8C338AE1-4112-CEC9-A40D-3803C7F6821F}"/>
                </a:ext>
              </a:extLst>
            </p:cNvPr>
            <p:cNvSpPr/>
            <p:nvPr/>
          </p:nvSpPr>
          <p:spPr>
            <a:xfrm>
              <a:off x="5435200" y="4875475"/>
              <a:ext cx="98750" cy="140425"/>
            </a:xfrm>
            <a:custGeom>
              <a:avLst/>
              <a:gdLst/>
              <a:ahLst/>
              <a:cxnLst/>
              <a:rect l="l" t="t" r="r" b="b"/>
              <a:pathLst>
                <a:path w="3950" h="5617" extrusionOk="0">
                  <a:moveTo>
                    <a:pt x="1975" y="214"/>
                  </a:moveTo>
                  <a:cubicBezTo>
                    <a:pt x="2946" y="214"/>
                    <a:pt x="3736" y="1377"/>
                    <a:pt x="3736" y="2809"/>
                  </a:cubicBezTo>
                  <a:cubicBezTo>
                    <a:pt x="3736" y="4240"/>
                    <a:pt x="2946" y="5404"/>
                    <a:pt x="1975" y="5404"/>
                  </a:cubicBezTo>
                  <a:cubicBezTo>
                    <a:pt x="1004" y="5404"/>
                    <a:pt x="213" y="4240"/>
                    <a:pt x="213" y="2809"/>
                  </a:cubicBezTo>
                  <a:cubicBezTo>
                    <a:pt x="213" y="1377"/>
                    <a:pt x="1004" y="214"/>
                    <a:pt x="1975" y="214"/>
                  </a:cubicBezTo>
                  <a:close/>
                  <a:moveTo>
                    <a:pt x="1975" y="1"/>
                  </a:moveTo>
                  <a:cubicBezTo>
                    <a:pt x="886" y="1"/>
                    <a:pt x="0" y="1260"/>
                    <a:pt x="0" y="2809"/>
                  </a:cubicBezTo>
                  <a:cubicBezTo>
                    <a:pt x="0" y="4357"/>
                    <a:pt x="886" y="5617"/>
                    <a:pt x="1975" y="5617"/>
                  </a:cubicBezTo>
                  <a:cubicBezTo>
                    <a:pt x="3063" y="5617"/>
                    <a:pt x="3949" y="4357"/>
                    <a:pt x="3949" y="2809"/>
                  </a:cubicBezTo>
                  <a:cubicBezTo>
                    <a:pt x="3949" y="1260"/>
                    <a:pt x="3063" y="1"/>
                    <a:pt x="197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883;p40">
              <a:extLst>
                <a:ext uri="{FF2B5EF4-FFF2-40B4-BE49-F238E27FC236}">
                  <a16:creationId xmlns:a16="http://schemas.microsoft.com/office/drawing/2014/main" id="{83257DFD-F01C-3426-D868-865B6488C2C6}"/>
                </a:ext>
              </a:extLst>
            </p:cNvPr>
            <p:cNvSpPr/>
            <p:nvPr/>
          </p:nvSpPr>
          <p:spPr>
            <a:xfrm>
              <a:off x="5448700" y="4878125"/>
              <a:ext cx="93475" cy="135100"/>
            </a:xfrm>
            <a:custGeom>
              <a:avLst/>
              <a:gdLst/>
              <a:ahLst/>
              <a:cxnLst/>
              <a:rect l="l" t="t" r="r" b="b"/>
              <a:pathLst>
                <a:path w="3739" h="5404" extrusionOk="0">
                  <a:moveTo>
                    <a:pt x="1870" y="0"/>
                  </a:moveTo>
                  <a:cubicBezTo>
                    <a:pt x="838" y="0"/>
                    <a:pt x="1" y="1209"/>
                    <a:pt x="1" y="2703"/>
                  </a:cubicBezTo>
                  <a:cubicBezTo>
                    <a:pt x="1" y="4195"/>
                    <a:pt x="838" y="5404"/>
                    <a:pt x="1870" y="5404"/>
                  </a:cubicBezTo>
                  <a:cubicBezTo>
                    <a:pt x="2901" y="5404"/>
                    <a:pt x="3738" y="4195"/>
                    <a:pt x="3738" y="2703"/>
                  </a:cubicBezTo>
                  <a:cubicBezTo>
                    <a:pt x="3738" y="1209"/>
                    <a:pt x="2901" y="0"/>
                    <a:pt x="18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884;p40">
              <a:extLst>
                <a:ext uri="{FF2B5EF4-FFF2-40B4-BE49-F238E27FC236}">
                  <a16:creationId xmlns:a16="http://schemas.microsoft.com/office/drawing/2014/main" id="{4C952B06-E9B5-EEFD-FECA-5526C36EEE28}"/>
                </a:ext>
              </a:extLst>
            </p:cNvPr>
            <p:cNvSpPr/>
            <p:nvPr/>
          </p:nvSpPr>
          <p:spPr>
            <a:xfrm>
              <a:off x="5446075" y="4875475"/>
              <a:ext cx="98725" cy="140425"/>
            </a:xfrm>
            <a:custGeom>
              <a:avLst/>
              <a:gdLst/>
              <a:ahLst/>
              <a:cxnLst/>
              <a:rect l="l" t="t" r="r" b="b"/>
              <a:pathLst>
                <a:path w="3949" h="5617" extrusionOk="0">
                  <a:moveTo>
                    <a:pt x="1975" y="214"/>
                  </a:moveTo>
                  <a:cubicBezTo>
                    <a:pt x="2945" y="214"/>
                    <a:pt x="3736" y="1377"/>
                    <a:pt x="3736" y="2809"/>
                  </a:cubicBezTo>
                  <a:cubicBezTo>
                    <a:pt x="3736" y="4240"/>
                    <a:pt x="2947" y="5404"/>
                    <a:pt x="1975" y="5404"/>
                  </a:cubicBezTo>
                  <a:cubicBezTo>
                    <a:pt x="1004" y="5404"/>
                    <a:pt x="213" y="4240"/>
                    <a:pt x="213" y="2809"/>
                  </a:cubicBezTo>
                  <a:cubicBezTo>
                    <a:pt x="213" y="1377"/>
                    <a:pt x="1004" y="214"/>
                    <a:pt x="1975" y="214"/>
                  </a:cubicBezTo>
                  <a:close/>
                  <a:moveTo>
                    <a:pt x="1975" y="1"/>
                  </a:moveTo>
                  <a:cubicBezTo>
                    <a:pt x="886" y="1"/>
                    <a:pt x="0" y="1260"/>
                    <a:pt x="0" y="2809"/>
                  </a:cubicBezTo>
                  <a:cubicBezTo>
                    <a:pt x="0" y="4357"/>
                    <a:pt x="886" y="5617"/>
                    <a:pt x="1975" y="5617"/>
                  </a:cubicBezTo>
                  <a:cubicBezTo>
                    <a:pt x="3063" y="5617"/>
                    <a:pt x="3949" y="4357"/>
                    <a:pt x="3949" y="2809"/>
                  </a:cubicBezTo>
                  <a:cubicBezTo>
                    <a:pt x="3949" y="1260"/>
                    <a:pt x="3064" y="1"/>
                    <a:pt x="197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885;p40">
              <a:extLst>
                <a:ext uri="{FF2B5EF4-FFF2-40B4-BE49-F238E27FC236}">
                  <a16:creationId xmlns:a16="http://schemas.microsoft.com/office/drawing/2014/main" id="{F5849A61-4C9F-6187-6798-F39344F299B9}"/>
                </a:ext>
              </a:extLst>
            </p:cNvPr>
            <p:cNvSpPr/>
            <p:nvPr/>
          </p:nvSpPr>
          <p:spPr>
            <a:xfrm>
              <a:off x="5476150" y="4917800"/>
              <a:ext cx="38550" cy="55800"/>
            </a:xfrm>
            <a:custGeom>
              <a:avLst/>
              <a:gdLst/>
              <a:ahLst/>
              <a:cxnLst/>
              <a:rect l="l" t="t" r="r" b="b"/>
              <a:pathLst>
                <a:path w="1542" h="2232" extrusionOk="0">
                  <a:moveTo>
                    <a:pt x="772" y="1"/>
                  </a:moveTo>
                  <a:cubicBezTo>
                    <a:pt x="346" y="1"/>
                    <a:pt x="0" y="499"/>
                    <a:pt x="0" y="1116"/>
                  </a:cubicBezTo>
                  <a:cubicBezTo>
                    <a:pt x="0" y="1732"/>
                    <a:pt x="347" y="2231"/>
                    <a:pt x="772" y="2231"/>
                  </a:cubicBezTo>
                  <a:cubicBezTo>
                    <a:pt x="1196" y="2231"/>
                    <a:pt x="1541" y="1732"/>
                    <a:pt x="1541" y="1116"/>
                  </a:cubicBezTo>
                  <a:cubicBezTo>
                    <a:pt x="1541" y="499"/>
                    <a:pt x="1199" y="1"/>
                    <a:pt x="7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886;p40">
              <a:extLst>
                <a:ext uri="{FF2B5EF4-FFF2-40B4-BE49-F238E27FC236}">
                  <a16:creationId xmlns:a16="http://schemas.microsoft.com/office/drawing/2014/main" id="{A743F71D-B5DF-44B1-CBE7-2EC180DDAE22}"/>
                </a:ext>
              </a:extLst>
            </p:cNvPr>
            <p:cNvSpPr/>
            <p:nvPr/>
          </p:nvSpPr>
          <p:spPr>
            <a:xfrm>
              <a:off x="5473475" y="4915125"/>
              <a:ext cx="43900" cy="61100"/>
            </a:xfrm>
            <a:custGeom>
              <a:avLst/>
              <a:gdLst/>
              <a:ahLst/>
              <a:cxnLst/>
              <a:rect l="l" t="t" r="r" b="b"/>
              <a:pathLst>
                <a:path w="1756" h="2444" extrusionOk="0">
                  <a:moveTo>
                    <a:pt x="879" y="213"/>
                  </a:moveTo>
                  <a:cubicBezTo>
                    <a:pt x="1245"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2" y="2444"/>
                    <a:pt x="1756" y="1908"/>
                    <a:pt x="1756" y="1223"/>
                  </a:cubicBezTo>
                  <a:cubicBezTo>
                    <a:pt x="1756" y="538"/>
                    <a:pt x="1362"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887;p40">
              <a:extLst>
                <a:ext uri="{FF2B5EF4-FFF2-40B4-BE49-F238E27FC236}">
                  <a16:creationId xmlns:a16="http://schemas.microsoft.com/office/drawing/2014/main" id="{E522100D-1D20-BC5F-2365-2EB9DC87F8BB}"/>
                </a:ext>
              </a:extLst>
            </p:cNvPr>
            <p:cNvSpPr/>
            <p:nvPr/>
          </p:nvSpPr>
          <p:spPr>
            <a:xfrm>
              <a:off x="5480950" y="4917800"/>
              <a:ext cx="38550" cy="55800"/>
            </a:xfrm>
            <a:custGeom>
              <a:avLst/>
              <a:gdLst/>
              <a:ahLst/>
              <a:cxnLst/>
              <a:rect l="l" t="t" r="r" b="b"/>
              <a:pathLst>
                <a:path w="1542" h="2232" extrusionOk="0">
                  <a:moveTo>
                    <a:pt x="772" y="1"/>
                  </a:moveTo>
                  <a:cubicBezTo>
                    <a:pt x="346" y="1"/>
                    <a:pt x="0" y="499"/>
                    <a:pt x="0" y="1116"/>
                  </a:cubicBezTo>
                  <a:cubicBezTo>
                    <a:pt x="0" y="1732"/>
                    <a:pt x="347" y="2231"/>
                    <a:pt x="772" y="2231"/>
                  </a:cubicBezTo>
                  <a:cubicBezTo>
                    <a:pt x="1196" y="2231"/>
                    <a:pt x="1541" y="1732"/>
                    <a:pt x="1541" y="1116"/>
                  </a:cubicBezTo>
                  <a:cubicBezTo>
                    <a:pt x="1541" y="499"/>
                    <a:pt x="1199" y="1"/>
                    <a:pt x="7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888;p40">
              <a:extLst>
                <a:ext uri="{FF2B5EF4-FFF2-40B4-BE49-F238E27FC236}">
                  <a16:creationId xmlns:a16="http://schemas.microsoft.com/office/drawing/2014/main" id="{67493D34-101D-18D1-70EC-59092BCF584A}"/>
                </a:ext>
              </a:extLst>
            </p:cNvPr>
            <p:cNvSpPr/>
            <p:nvPr/>
          </p:nvSpPr>
          <p:spPr>
            <a:xfrm>
              <a:off x="5478275" y="4915125"/>
              <a:ext cx="43900" cy="61100"/>
            </a:xfrm>
            <a:custGeom>
              <a:avLst/>
              <a:gdLst/>
              <a:ahLst/>
              <a:cxnLst/>
              <a:rect l="l" t="t" r="r" b="b"/>
              <a:pathLst>
                <a:path w="1756" h="2444" extrusionOk="0">
                  <a:moveTo>
                    <a:pt x="879" y="213"/>
                  </a:moveTo>
                  <a:cubicBezTo>
                    <a:pt x="1245"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3" y="2444"/>
                    <a:pt x="1756" y="1908"/>
                    <a:pt x="1756" y="1223"/>
                  </a:cubicBezTo>
                  <a:cubicBezTo>
                    <a:pt x="1756" y="538"/>
                    <a:pt x="1363"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889;p40">
              <a:extLst>
                <a:ext uri="{FF2B5EF4-FFF2-40B4-BE49-F238E27FC236}">
                  <a16:creationId xmlns:a16="http://schemas.microsoft.com/office/drawing/2014/main" id="{A796E7AF-5FC5-D275-71EA-D356204934A8}"/>
                </a:ext>
              </a:extLst>
            </p:cNvPr>
            <p:cNvSpPr/>
            <p:nvPr/>
          </p:nvSpPr>
          <p:spPr>
            <a:xfrm>
              <a:off x="5376175" y="5090850"/>
              <a:ext cx="53050" cy="43350"/>
            </a:xfrm>
            <a:custGeom>
              <a:avLst/>
              <a:gdLst/>
              <a:ahLst/>
              <a:cxnLst/>
              <a:rect l="l" t="t" r="r" b="b"/>
              <a:pathLst>
                <a:path w="2122" h="1734" extrusionOk="0">
                  <a:moveTo>
                    <a:pt x="600" y="1"/>
                  </a:moveTo>
                  <a:cubicBezTo>
                    <a:pt x="270" y="1"/>
                    <a:pt x="0" y="388"/>
                    <a:pt x="0" y="869"/>
                  </a:cubicBezTo>
                  <a:cubicBezTo>
                    <a:pt x="0" y="1348"/>
                    <a:pt x="270" y="1734"/>
                    <a:pt x="600" y="1734"/>
                  </a:cubicBezTo>
                  <a:lnTo>
                    <a:pt x="2122" y="1734"/>
                  </a:lnTo>
                  <a:lnTo>
                    <a:pt x="2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890;p40">
              <a:extLst>
                <a:ext uri="{FF2B5EF4-FFF2-40B4-BE49-F238E27FC236}">
                  <a16:creationId xmlns:a16="http://schemas.microsoft.com/office/drawing/2014/main" id="{204ECDB2-B164-DAC8-FC23-2D9FA0786A51}"/>
                </a:ext>
              </a:extLst>
            </p:cNvPr>
            <p:cNvSpPr/>
            <p:nvPr/>
          </p:nvSpPr>
          <p:spPr>
            <a:xfrm>
              <a:off x="5373525" y="5088175"/>
              <a:ext cx="58375" cy="48725"/>
            </a:xfrm>
            <a:custGeom>
              <a:avLst/>
              <a:gdLst/>
              <a:ahLst/>
              <a:cxnLst/>
              <a:rect l="l" t="t" r="r" b="b"/>
              <a:pathLst>
                <a:path w="2335" h="1949" extrusionOk="0">
                  <a:moveTo>
                    <a:pt x="706" y="213"/>
                  </a:moveTo>
                  <a:lnTo>
                    <a:pt x="706" y="215"/>
                  </a:lnTo>
                  <a:lnTo>
                    <a:pt x="2122" y="215"/>
                  </a:lnTo>
                  <a:lnTo>
                    <a:pt x="2122" y="1735"/>
                  </a:lnTo>
                  <a:lnTo>
                    <a:pt x="706" y="1735"/>
                  </a:lnTo>
                  <a:cubicBezTo>
                    <a:pt x="438" y="1735"/>
                    <a:pt x="213" y="1388"/>
                    <a:pt x="213" y="976"/>
                  </a:cubicBezTo>
                  <a:cubicBezTo>
                    <a:pt x="213" y="562"/>
                    <a:pt x="438" y="213"/>
                    <a:pt x="706" y="213"/>
                  </a:cubicBezTo>
                  <a:close/>
                  <a:moveTo>
                    <a:pt x="706" y="1"/>
                  </a:moveTo>
                  <a:cubicBezTo>
                    <a:pt x="316" y="1"/>
                    <a:pt x="0" y="431"/>
                    <a:pt x="0" y="976"/>
                  </a:cubicBezTo>
                  <a:cubicBezTo>
                    <a:pt x="0" y="1521"/>
                    <a:pt x="310" y="1948"/>
                    <a:pt x="706" y="1948"/>
                  </a:cubicBezTo>
                  <a:lnTo>
                    <a:pt x="2228" y="1948"/>
                  </a:lnTo>
                  <a:cubicBezTo>
                    <a:pt x="2287" y="1948"/>
                    <a:pt x="2335" y="1900"/>
                    <a:pt x="2335" y="1841"/>
                  </a:cubicBezTo>
                  <a:lnTo>
                    <a:pt x="2335" y="108"/>
                  </a:lnTo>
                  <a:cubicBezTo>
                    <a:pt x="2335" y="48"/>
                    <a:pt x="2287" y="1"/>
                    <a:pt x="222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891;p40">
              <a:extLst>
                <a:ext uri="{FF2B5EF4-FFF2-40B4-BE49-F238E27FC236}">
                  <a16:creationId xmlns:a16="http://schemas.microsoft.com/office/drawing/2014/main" id="{9BE2044E-8529-DE19-C7B3-4A3D32306F49}"/>
                </a:ext>
              </a:extLst>
            </p:cNvPr>
            <p:cNvSpPr/>
            <p:nvPr/>
          </p:nvSpPr>
          <p:spPr>
            <a:xfrm>
              <a:off x="5414250" y="5090850"/>
              <a:ext cx="30025" cy="43350"/>
            </a:xfrm>
            <a:custGeom>
              <a:avLst/>
              <a:gdLst/>
              <a:ahLst/>
              <a:cxnLst/>
              <a:rect l="l" t="t" r="r" b="b"/>
              <a:pathLst>
                <a:path w="1201" h="1734" extrusionOk="0">
                  <a:moveTo>
                    <a:pt x="599" y="1"/>
                  </a:moveTo>
                  <a:cubicBezTo>
                    <a:pt x="268" y="1"/>
                    <a:pt x="0" y="391"/>
                    <a:pt x="0" y="869"/>
                  </a:cubicBezTo>
                  <a:cubicBezTo>
                    <a:pt x="0" y="1347"/>
                    <a:pt x="267" y="1734"/>
                    <a:pt x="599" y="1734"/>
                  </a:cubicBezTo>
                  <a:cubicBezTo>
                    <a:pt x="932" y="1734"/>
                    <a:pt x="1200" y="1347"/>
                    <a:pt x="1200" y="869"/>
                  </a:cubicBezTo>
                  <a:cubicBezTo>
                    <a:pt x="1200"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892;p40">
              <a:extLst>
                <a:ext uri="{FF2B5EF4-FFF2-40B4-BE49-F238E27FC236}">
                  <a16:creationId xmlns:a16="http://schemas.microsoft.com/office/drawing/2014/main" id="{67D122B9-0937-ED33-E0D8-20AC5FD30F6B}"/>
                </a:ext>
              </a:extLst>
            </p:cNvPr>
            <p:cNvSpPr/>
            <p:nvPr/>
          </p:nvSpPr>
          <p:spPr>
            <a:xfrm>
              <a:off x="5411550" y="5088175"/>
              <a:ext cx="35400" cy="48725"/>
            </a:xfrm>
            <a:custGeom>
              <a:avLst/>
              <a:gdLst/>
              <a:ahLst/>
              <a:cxnLst/>
              <a:rect l="l" t="t" r="r" b="b"/>
              <a:pathLst>
                <a:path w="1416" h="1949" extrusionOk="0">
                  <a:moveTo>
                    <a:pt x="707" y="213"/>
                  </a:moveTo>
                  <a:cubicBezTo>
                    <a:pt x="975" y="213"/>
                    <a:pt x="1203" y="563"/>
                    <a:pt x="1203" y="976"/>
                  </a:cubicBezTo>
                  <a:cubicBezTo>
                    <a:pt x="1203" y="1387"/>
                    <a:pt x="979" y="1735"/>
                    <a:pt x="707" y="1735"/>
                  </a:cubicBezTo>
                  <a:cubicBezTo>
                    <a:pt x="436" y="1735"/>
                    <a:pt x="214" y="1388"/>
                    <a:pt x="214" y="976"/>
                  </a:cubicBezTo>
                  <a:cubicBezTo>
                    <a:pt x="214" y="562"/>
                    <a:pt x="440" y="213"/>
                    <a:pt x="707" y="213"/>
                  </a:cubicBezTo>
                  <a:close/>
                  <a:moveTo>
                    <a:pt x="707" y="1"/>
                  </a:moveTo>
                  <a:cubicBezTo>
                    <a:pt x="318" y="1"/>
                    <a:pt x="1" y="431"/>
                    <a:pt x="1" y="976"/>
                  </a:cubicBezTo>
                  <a:cubicBezTo>
                    <a:pt x="1" y="1521"/>
                    <a:pt x="311" y="1948"/>
                    <a:pt x="707" y="1948"/>
                  </a:cubicBezTo>
                  <a:cubicBezTo>
                    <a:pt x="1097" y="1948"/>
                    <a:pt x="1415" y="1513"/>
                    <a:pt x="1415" y="976"/>
                  </a:cubicBezTo>
                  <a:cubicBezTo>
                    <a:pt x="1415"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893;p40">
              <a:extLst>
                <a:ext uri="{FF2B5EF4-FFF2-40B4-BE49-F238E27FC236}">
                  <a16:creationId xmlns:a16="http://schemas.microsoft.com/office/drawing/2014/main" id="{CC947DF4-7CA7-5400-10A3-FC4E0F0A6534}"/>
                </a:ext>
              </a:extLst>
            </p:cNvPr>
            <p:cNvSpPr/>
            <p:nvPr/>
          </p:nvSpPr>
          <p:spPr>
            <a:xfrm>
              <a:off x="5409950" y="5067975"/>
              <a:ext cx="69300" cy="89175"/>
            </a:xfrm>
            <a:custGeom>
              <a:avLst/>
              <a:gdLst/>
              <a:ahLst/>
              <a:cxnLst/>
              <a:rect l="l" t="t" r="r" b="b"/>
              <a:pathLst>
                <a:path w="2772" h="3567" extrusionOk="0">
                  <a:moveTo>
                    <a:pt x="1234" y="0"/>
                  </a:moveTo>
                  <a:cubicBezTo>
                    <a:pt x="553" y="0"/>
                    <a:pt x="1" y="798"/>
                    <a:pt x="1" y="1784"/>
                  </a:cubicBezTo>
                  <a:cubicBezTo>
                    <a:pt x="1" y="2768"/>
                    <a:pt x="553" y="3566"/>
                    <a:pt x="1234" y="3566"/>
                  </a:cubicBezTo>
                  <a:lnTo>
                    <a:pt x="2772" y="3566"/>
                  </a:lnTo>
                  <a:lnTo>
                    <a:pt x="27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894;p40">
              <a:extLst>
                <a:ext uri="{FF2B5EF4-FFF2-40B4-BE49-F238E27FC236}">
                  <a16:creationId xmlns:a16="http://schemas.microsoft.com/office/drawing/2014/main" id="{15A2A3C5-18A7-30E0-4032-85A26A69DF9E}"/>
                </a:ext>
              </a:extLst>
            </p:cNvPr>
            <p:cNvSpPr/>
            <p:nvPr/>
          </p:nvSpPr>
          <p:spPr>
            <a:xfrm>
              <a:off x="5407325" y="5065325"/>
              <a:ext cx="74575" cy="94500"/>
            </a:xfrm>
            <a:custGeom>
              <a:avLst/>
              <a:gdLst/>
              <a:ahLst/>
              <a:cxnLst/>
              <a:rect l="l" t="t" r="r" b="b"/>
              <a:pathLst>
                <a:path w="2983" h="3780" extrusionOk="0">
                  <a:moveTo>
                    <a:pt x="2770" y="213"/>
                  </a:moveTo>
                  <a:lnTo>
                    <a:pt x="2770" y="3565"/>
                  </a:lnTo>
                  <a:lnTo>
                    <a:pt x="1339" y="3565"/>
                  </a:lnTo>
                  <a:cubicBezTo>
                    <a:pt x="718" y="3565"/>
                    <a:pt x="213" y="2813"/>
                    <a:pt x="213" y="1890"/>
                  </a:cubicBezTo>
                  <a:cubicBezTo>
                    <a:pt x="213" y="965"/>
                    <a:pt x="718" y="213"/>
                    <a:pt x="1339" y="213"/>
                  </a:cubicBezTo>
                  <a:close/>
                  <a:moveTo>
                    <a:pt x="1339" y="0"/>
                  </a:moveTo>
                  <a:cubicBezTo>
                    <a:pt x="600" y="0"/>
                    <a:pt x="0" y="848"/>
                    <a:pt x="0" y="1890"/>
                  </a:cubicBezTo>
                  <a:cubicBezTo>
                    <a:pt x="0" y="2932"/>
                    <a:pt x="600" y="3779"/>
                    <a:pt x="1339" y="3779"/>
                  </a:cubicBezTo>
                  <a:lnTo>
                    <a:pt x="2877" y="3779"/>
                  </a:lnTo>
                  <a:cubicBezTo>
                    <a:pt x="2935" y="3779"/>
                    <a:pt x="2983" y="3732"/>
                    <a:pt x="2983" y="3672"/>
                  </a:cubicBezTo>
                  <a:lnTo>
                    <a:pt x="2983" y="106"/>
                  </a:lnTo>
                  <a:cubicBezTo>
                    <a:pt x="2983" y="48"/>
                    <a:pt x="2935" y="0"/>
                    <a:pt x="287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895;p40">
              <a:extLst>
                <a:ext uri="{FF2B5EF4-FFF2-40B4-BE49-F238E27FC236}">
                  <a16:creationId xmlns:a16="http://schemas.microsoft.com/office/drawing/2014/main" id="{2609F680-42E4-61D5-EBC1-19D498362357}"/>
                </a:ext>
              </a:extLst>
            </p:cNvPr>
            <p:cNvSpPr/>
            <p:nvPr/>
          </p:nvSpPr>
          <p:spPr>
            <a:xfrm>
              <a:off x="5448425" y="5067975"/>
              <a:ext cx="61650" cy="89175"/>
            </a:xfrm>
            <a:custGeom>
              <a:avLst/>
              <a:gdLst/>
              <a:ahLst/>
              <a:cxnLst/>
              <a:rect l="l" t="t" r="r" b="b"/>
              <a:pathLst>
                <a:path w="2466" h="3567" extrusionOk="0">
                  <a:moveTo>
                    <a:pt x="1233" y="0"/>
                  </a:moveTo>
                  <a:cubicBezTo>
                    <a:pt x="552" y="0"/>
                    <a:pt x="0" y="800"/>
                    <a:pt x="0" y="1784"/>
                  </a:cubicBezTo>
                  <a:cubicBezTo>
                    <a:pt x="0" y="2766"/>
                    <a:pt x="552" y="3566"/>
                    <a:pt x="1233" y="3566"/>
                  </a:cubicBezTo>
                  <a:cubicBezTo>
                    <a:pt x="1912" y="3566"/>
                    <a:pt x="2466" y="2766"/>
                    <a:pt x="2466" y="1784"/>
                  </a:cubicBezTo>
                  <a:cubicBezTo>
                    <a:pt x="2466" y="798"/>
                    <a:pt x="1912"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896;p40">
              <a:extLst>
                <a:ext uri="{FF2B5EF4-FFF2-40B4-BE49-F238E27FC236}">
                  <a16:creationId xmlns:a16="http://schemas.microsoft.com/office/drawing/2014/main" id="{D9811F24-6DE8-B96D-22FA-0FB6909FDC05}"/>
                </a:ext>
              </a:extLst>
            </p:cNvPr>
            <p:cNvSpPr/>
            <p:nvPr/>
          </p:nvSpPr>
          <p:spPr>
            <a:xfrm>
              <a:off x="5445725" y="5065325"/>
              <a:ext cx="67000" cy="94500"/>
            </a:xfrm>
            <a:custGeom>
              <a:avLst/>
              <a:gdLst/>
              <a:ahLst/>
              <a:cxnLst/>
              <a:rect l="l" t="t" r="r" b="b"/>
              <a:pathLst>
                <a:path w="2680" h="3780" extrusionOk="0">
                  <a:moveTo>
                    <a:pt x="1341" y="213"/>
                  </a:moveTo>
                  <a:cubicBezTo>
                    <a:pt x="1962" y="213"/>
                    <a:pt x="2466" y="965"/>
                    <a:pt x="2466" y="1890"/>
                  </a:cubicBezTo>
                  <a:cubicBezTo>
                    <a:pt x="2466" y="2813"/>
                    <a:pt x="1962" y="3565"/>
                    <a:pt x="1341" y="3565"/>
                  </a:cubicBezTo>
                  <a:cubicBezTo>
                    <a:pt x="720" y="3565"/>
                    <a:pt x="215" y="2813"/>
                    <a:pt x="215" y="1890"/>
                  </a:cubicBezTo>
                  <a:cubicBezTo>
                    <a:pt x="215" y="965"/>
                    <a:pt x="720" y="213"/>
                    <a:pt x="1341" y="213"/>
                  </a:cubicBezTo>
                  <a:close/>
                  <a:moveTo>
                    <a:pt x="1341" y="0"/>
                  </a:moveTo>
                  <a:cubicBezTo>
                    <a:pt x="602" y="0"/>
                    <a:pt x="1" y="848"/>
                    <a:pt x="1" y="1890"/>
                  </a:cubicBezTo>
                  <a:cubicBezTo>
                    <a:pt x="1" y="2932"/>
                    <a:pt x="602" y="3779"/>
                    <a:pt x="1341" y="3779"/>
                  </a:cubicBezTo>
                  <a:cubicBezTo>
                    <a:pt x="2079" y="3779"/>
                    <a:pt x="2679" y="2932"/>
                    <a:pt x="2679" y="1890"/>
                  </a:cubicBezTo>
                  <a:cubicBezTo>
                    <a:pt x="2679" y="848"/>
                    <a:pt x="2079" y="0"/>
                    <a:pt x="134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897;p40">
              <a:extLst>
                <a:ext uri="{FF2B5EF4-FFF2-40B4-BE49-F238E27FC236}">
                  <a16:creationId xmlns:a16="http://schemas.microsoft.com/office/drawing/2014/main" id="{0679558D-F40C-199F-7B9F-011553459626}"/>
                </a:ext>
              </a:extLst>
            </p:cNvPr>
            <p:cNvSpPr/>
            <p:nvPr/>
          </p:nvSpPr>
          <p:spPr>
            <a:xfrm>
              <a:off x="5437850" y="5045000"/>
              <a:ext cx="93400" cy="135100"/>
            </a:xfrm>
            <a:custGeom>
              <a:avLst/>
              <a:gdLst/>
              <a:ahLst/>
              <a:cxnLst/>
              <a:rect l="l" t="t" r="r" b="b"/>
              <a:pathLst>
                <a:path w="3736" h="5404" extrusionOk="0">
                  <a:moveTo>
                    <a:pt x="1869" y="0"/>
                  </a:moveTo>
                  <a:cubicBezTo>
                    <a:pt x="837" y="0"/>
                    <a:pt x="0" y="1209"/>
                    <a:pt x="0" y="2703"/>
                  </a:cubicBezTo>
                  <a:cubicBezTo>
                    <a:pt x="0"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898;p40">
              <a:extLst>
                <a:ext uri="{FF2B5EF4-FFF2-40B4-BE49-F238E27FC236}">
                  <a16:creationId xmlns:a16="http://schemas.microsoft.com/office/drawing/2014/main" id="{D66E9BE2-7B29-4D6C-14F7-A5F80C94F2D1}"/>
                </a:ext>
              </a:extLst>
            </p:cNvPr>
            <p:cNvSpPr/>
            <p:nvPr/>
          </p:nvSpPr>
          <p:spPr>
            <a:xfrm>
              <a:off x="5435200" y="5042325"/>
              <a:ext cx="98750" cy="140450"/>
            </a:xfrm>
            <a:custGeom>
              <a:avLst/>
              <a:gdLst/>
              <a:ahLst/>
              <a:cxnLst/>
              <a:rect l="l" t="t" r="r" b="b"/>
              <a:pathLst>
                <a:path w="3950" h="5618" extrusionOk="0">
                  <a:moveTo>
                    <a:pt x="1975" y="215"/>
                  </a:moveTo>
                  <a:cubicBezTo>
                    <a:pt x="2946" y="215"/>
                    <a:pt x="3736" y="1377"/>
                    <a:pt x="3736" y="2810"/>
                  </a:cubicBezTo>
                  <a:cubicBezTo>
                    <a:pt x="3736" y="4241"/>
                    <a:pt x="2946" y="5405"/>
                    <a:pt x="1975" y="5405"/>
                  </a:cubicBezTo>
                  <a:cubicBezTo>
                    <a:pt x="1004" y="5405"/>
                    <a:pt x="213" y="4241"/>
                    <a:pt x="213" y="2810"/>
                  </a:cubicBezTo>
                  <a:cubicBezTo>
                    <a:pt x="213" y="1377"/>
                    <a:pt x="1004" y="215"/>
                    <a:pt x="1975" y="215"/>
                  </a:cubicBezTo>
                  <a:close/>
                  <a:moveTo>
                    <a:pt x="1975" y="0"/>
                  </a:moveTo>
                  <a:cubicBezTo>
                    <a:pt x="886" y="0"/>
                    <a:pt x="0" y="1261"/>
                    <a:pt x="0" y="2810"/>
                  </a:cubicBezTo>
                  <a:cubicBezTo>
                    <a:pt x="0" y="4358"/>
                    <a:pt x="886" y="5618"/>
                    <a:pt x="1975" y="5618"/>
                  </a:cubicBezTo>
                  <a:cubicBezTo>
                    <a:pt x="3063" y="5618"/>
                    <a:pt x="3949" y="4358"/>
                    <a:pt x="3949" y="2810"/>
                  </a:cubicBezTo>
                  <a:cubicBezTo>
                    <a:pt x="3949" y="1261"/>
                    <a:pt x="3063" y="0"/>
                    <a:pt x="19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899;p40">
              <a:extLst>
                <a:ext uri="{FF2B5EF4-FFF2-40B4-BE49-F238E27FC236}">
                  <a16:creationId xmlns:a16="http://schemas.microsoft.com/office/drawing/2014/main" id="{57D956B7-098A-266D-26ED-DCBDBBF33DBC}"/>
                </a:ext>
              </a:extLst>
            </p:cNvPr>
            <p:cNvSpPr/>
            <p:nvPr/>
          </p:nvSpPr>
          <p:spPr>
            <a:xfrm>
              <a:off x="5448700" y="5045000"/>
              <a:ext cx="93475" cy="135100"/>
            </a:xfrm>
            <a:custGeom>
              <a:avLst/>
              <a:gdLst/>
              <a:ahLst/>
              <a:cxnLst/>
              <a:rect l="l" t="t" r="r" b="b"/>
              <a:pathLst>
                <a:path w="3739" h="5404" extrusionOk="0">
                  <a:moveTo>
                    <a:pt x="1870" y="0"/>
                  </a:moveTo>
                  <a:cubicBezTo>
                    <a:pt x="838" y="0"/>
                    <a:pt x="1" y="1209"/>
                    <a:pt x="1" y="2703"/>
                  </a:cubicBezTo>
                  <a:cubicBezTo>
                    <a:pt x="1" y="4195"/>
                    <a:pt x="838" y="5404"/>
                    <a:pt x="1870" y="5404"/>
                  </a:cubicBezTo>
                  <a:cubicBezTo>
                    <a:pt x="2901" y="5404"/>
                    <a:pt x="3738" y="4195"/>
                    <a:pt x="3738" y="2703"/>
                  </a:cubicBezTo>
                  <a:cubicBezTo>
                    <a:pt x="3738" y="1209"/>
                    <a:pt x="2901" y="0"/>
                    <a:pt x="18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900;p40">
              <a:extLst>
                <a:ext uri="{FF2B5EF4-FFF2-40B4-BE49-F238E27FC236}">
                  <a16:creationId xmlns:a16="http://schemas.microsoft.com/office/drawing/2014/main" id="{905E8E1F-0DAD-BEFD-D2C0-F9DEF730F820}"/>
                </a:ext>
              </a:extLst>
            </p:cNvPr>
            <p:cNvSpPr/>
            <p:nvPr/>
          </p:nvSpPr>
          <p:spPr>
            <a:xfrm>
              <a:off x="5446075" y="5042325"/>
              <a:ext cx="98725" cy="140450"/>
            </a:xfrm>
            <a:custGeom>
              <a:avLst/>
              <a:gdLst/>
              <a:ahLst/>
              <a:cxnLst/>
              <a:rect l="l" t="t" r="r" b="b"/>
              <a:pathLst>
                <a:path w="3949" h="5618" extrusionOk="0">
                  <a:moveTo>
                    <a:pt x="1975" y="215"/>
                  </a:moveTo>
                  <a:cubicBezTo>
                    <a:pt x="2945" y="215"/>
                    <a:pt x="3736" y="1377"/>
                    <a:pt x="3736" y="2810"/>
                  </a:cubicBezTo>
                  <a:cubicBezTo>
                    <a:pt x="3736" y="4241"/>
                    <a:pt x="2947" y="5405"/>
                    <a:pt x="1975" y="5405"/>
                  </a:cubicBezTo>
                  <a:cubicBezTo>
                    <a:pt x="1004" y="5405"/>
                    <a:pt x="213" y="4241"/>
                    <a:pt x="213" y="2810"/>
                  </a:cubicBezTo>
                  <a:cubicBezTo>
                    <a:pt x="213" y="1377"/>
                    <a:pt x="1004" y="215"/>
                    <a:pt x="1975" y="215"/>
                  </a:cubicBezTo>
                  <a:close/>
                  <a:moveTo>
                    <a:pt x="1975" y="0"/>
                  </a:moveTo>
                  <a:cubicBezTo>
                    <a:pt x="886" y="0"/>
                    <a:pt x="0" y="1261"/>
                    <a:pt x="0" y="2810"/>
                  </a:cubicBezTo>
                  <a:cubicBezTo>
                    <a:pt x="0" y="4358"/>
                    <a:pt x="886" y="5618"/>
                    <a:pt x="1975" y="5618"/>
                  </a:cubicBezTo>
                  <a:cubicBezTo>
                    <a:pt x="3063" y="5618"/>
                    <a:pt x="3949" y="4358"/>
                    <a:pt x="3949" y="2810"/>
                  </a:cubicBezTo>
                  <a:cubicBezTo>
                    <a:pt x="3949" y="1261"/>
                    <a:pt x="3064" y="0"/>
                    <a:pt x="19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901;p40">
              <a:extLst>
                <a:ext uri="{FF2B5EF4-FFF2-40B4-BE49-F238E27FC236}">
                  <a16:creationId xmlns:a16="http://schemas.microsoft.com/office/drawing/2014/main" id="{2BDAE634-4215-A742-22FA-155D5193DE2E}"/>
                </a:ext>
              </a:extLst>
            </p:cNvPr>
            <p:cNvSpPr/>
            <p:nvPr/>
          </p:nvSpPr>
          <p:spPr>
            <a:xfrm>
              <a:off x="5476150" y="5084650"/>
              <a:ext cx="38550" cy="55800"/>
            </a:xfrm>
            <a:custGeom>
              <a:avLst/>
              <a:gdLst/>
              <a:ahLst/>
              <a:cxnLst/>
              <a:rect l="l" t="t" r="r" b="b"/>
              <a:pathLst>
                <a:path w="1542" h="2232" extrusionOk="0">
                  <a:moveTo>
                    <a:pt x="772" y="0"/>
                  </a:moveTo>
                  <a:cubicBezTo>
                    <a:pt x="346" y="0"/>
                    <a:pt x="0" y="500"/>
                    <a:pt x="0" y="1117"/>
                  </a:cubicBezTo>
                  <a:cubicBezTo>
                    <a:pt x="0" y="1733"/>
                    <a:pt x="347" y="2232"/>
                    <a:pt x="772" y="2232"/>
                  </a:cubicBezTo>
                  <a:cubicBezTo>
                    <a:pt x="1196" y="2232"/>
                    <a:pt x="1541" y="1733"/>
                    <a:pt x="1541" y="1117"/>
                  </a:cubicBezTo>
                  <a:cubicBezTo>
                    <a:pt x="1541" y="505"/>
                    <a:pt x="1199" y="0"/>
                    <a:pt x="7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902;p40">
              <a:extLst>
                <a:ext uri="{FF2B5EF4-FFF2-40B4-BE49-F238E27FC236}">
                  <a16:creationId xmlns:a16="http://schemas.microsoft.com/office/drawing/2014/main" id="{0F9423D5-1F72-69A4-01B0-597C0909A2A5}"/>
                </a:ext>
              </a:extLst>
            </p:cNvPr>
            <p:cNvSpPr/>
            <p:nvPr/>
          </p:nvSpPr>
          <p:spPr>
            <a:xfrm>
              <a:off x="5473475" y="5082000"/>
              <a:ext cx="43900" cy="61100"/>
            </a:xfrm>
            <a:custGeom>
              <a:avLst/>
              <a:gdLst/>
              <a:ahLst/>
              <a:cxnLst/>
              <a:rect l="l" t="t" r="r" b="b"/>
              <a:pathLst>
                <a:path w="1756" h="2444" extrusionOk="0">
                  <a:moveTo>
                    <a:pt x="879" y="213"/>
                  </a:moveTo>
                  <a:cubicBezTo>
                    <a:pt x="1239"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2" y="2444"/>
                    <a:pt x="1756" y="1896"/>
                    <a:pt x="1756" y="1223"/>
                  </a:cubicBezTo>
                  <a:cubicBezTo>
                    <a:pt x="1756" y="548"/>
                    <a:pt x="1362"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903;p40">
              <a:extLst>
                <a:ext uri="{FF2B5EF4-FFF2-40B4-BE49-F238E27FC236}">
                  <a16:creationId xmlns:a16="http://schemas.microsoft.com/office/drawing/2014/main" id="{B3023FE0-94BB-61EF-936F-2E672ED8C45F}"/>
                </a:ext>
              </a:extLst>
            </p:cNvPr>
            <p:cNvSpPr/>
            <p:nvPr/>
          </p:nvSpPr>
          <p:spPr>
            <a:xfrm>
              <a:off x="5480950" y="5084650"/>
              <a:ext cx="38550" cy="55800"/>
            </a:xfrm>
            <a:custGeom>
              <a:avLst/>
              <a:gdLst/>
              <a:ahLst/>
              <a:cxnLst/>
              <a:rect l="l" t="t" r="r" b="b"/>
              <a:pathLst>
                <a:path w="1542" h="2232" extrusionOk="0">
                  <a:moveTo>
                    <a:pt x="772" y="0"/>
                  </a:moveTo>
                  <a:cubicBezTo>
                    <a:pt x="346" y="0"/>
                    <a:pt x="0" y="500"/>
                    <a:pt x="0" y="1117"/>
                  </a:cubicBezTo>
                  <a:cubicBezTo>
                    <a:pt x="0" y="1733"/>
                    <a:pt x="347" y="2232"/>
                    <a:pt x="772" y="2232"/>
                  </a:cubicBezTo>
                  <a:cubicBezTo>
                    <a:pt x="1196" y="2232"/>
                    <a:pt x="1541" y="1733"/>
                    <a:pt x="1541" y="1117"/>
                  </a:cubicBezTo>
                  <a:cubicBezTo>
                    <a:pt x="1541" y="505"/>
                    <a:pt x="1199" y="0"/>
                    <a:pt x="7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904;p40">
              <a:extLst>
                <a:ext uri="{FF2B5EF4-FFF2-40B4-BE49-F238E27FC236}">
                  <a16:creationId xmlns:a16="http://schemas.microsoft.com/office/drawing/2014/main" id="{7AB092BD-E263-721B-CB43-2EAA8A389A3F}"/>
                </a:ext>
              </a:extLst>
            </p:cNvPr>
            <p:cNvSpPr/>
            <p:nvPr/>
          </p:nvSpPr>
          <p:spPr>
            <a:xfrm>
              <a:off x="5478275" y="5082000"/>
              <a:ext cx="43900" cy="61100"/>
            </a:xfrm>
            <a:custGeom>
              <a:avLst/>
              <a:gdLst/>
              <a:ahLst/>
              <a:cxnLst/>
              <a:rect l="l" t="t" r="r" b="b"/>
              <a:pathLst>
                <a:path w="1756" h="2444" extrusionOk="0">
                  <a:moveTo>
                    <a:pt x="879" y="213"/>
                  </a:moveTo>
                  <a:cubicBezTo>
                    <a:pt x="1237"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3" y="2444"/>
                    <a:pt x="1756" y="1896"/>
                    <a:pt x="1756" y="1223"/>
                  </a:cubicBezTo>
                  <a:cubicBezTo>
                    <a:pt x="1756" y="548"/>
                    <a:pt x="1363"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905;p40">
              <a:extLst>
                <a:ext uri="{FF2B5EF4-FFF2-40B4-BE49-F238E27FC236}">
                  <a16:creationId xmlns:a16="http://schemas.microsoft.com/office/drawing/2014/main" id="{EE848133-CB9F-8210-3FF4-A6920829BF90}"/>
                </a:ext>
              </a:extLst>
            </p:cNvPr>
            <p:cNvSpPr/>
            <p:nvPr/>
          </p:nvSpPr>
          <p:spPr>
            <a:xfrm>
              <a:off x="5525575" y="4378425"/>
              <a:ext cx="21775" cy="14450"/>
            </a:xfrm>
            <a:custGeom>
              <a:avLst/>
              <a:gdLst/>
              <a:ahLst/>
              <a:cxnLst/>
              <a:rect l="l" t="t" r="r" b="b"/>
              <a:pathLst>
                <a:path w="871" h="578" extrusionOk="0">
                  <a:moveTo>
                    <a:pt x="745" y="1"/>
                  </a:moveTo>
                  <a:cubicBezTo>
                    <a:pt x="519" y="165"/>
                    <a:pt x="267" y="290"/>
                    <a:pt x="1" y="373"/>
                  </a:cubicBezTo>
                  <a:lnTo>
                    <a:pt x="63" y="577"/>
                  </a:lnTo>
                  <a:cubicBezTo>
                    <a:pt x="353" y="486"/>
                    <a:pt x="624" y="351"/>
                    <a:pt x="870" y="174"/>
                  </a:cubicBezTo>
                  <a:lnTo>
                    <a:pt x="74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906;p40">
              <a:extLst>
                <a:ext uri="{FF2B5EF4-FFF2-40B4-BE49-F238E27FC236}">
                  <a16:creationId xmlns:a16="http://schemas.microsoft.com/office/drawing/2014/main" id="{7135D4F5-0BE7-A261-DF52-36116863689D}"/>
                </a:ext>
              </a:extLst>
            </p:cNvPr>
            <p:cNvSpPr/>
            <p:nvPr/>
          </p:nvSpPr>
          <p:spPr>
            <a:xfrm>
              <a:off x="5431600" y="4252325"/>
              <a:ext cx="155675" cy="138350"/>
            </a:xfrm>
            <a:custGeom>
              <a:avLst/>
              <a:gdLst/>
              <a:ahLst/>
              <a:cxnLst/>
              <a:rect l="l" t="t" r="r" b="b"/>
              <a:pathLst>
                <a:path w="6227" h="5534" extrusionOk="0">
                  <a:moveTo>
                    <a:pt x="2958" y="0"/>
                  </a:moveTo>
                  <a:cubicBezTo>
                    <a:pt x="2591" y="0"/>
                    <a:pt x="2224" y="71"/>
                    <a:pt x="1873" y="213"/>
                  </a:cubicBezTo>
                  <a:cubicBezTo>
                    <a:pt x="1161" y="502"/>
                    <a:pt x="605" y="1052"/>
                    <a:pt x="305" y="1760"/>
                  </a:cubicBezTo>
                  <a:cubicBezTo>
                    <a:pt x="6" y="2469"/>
                    <a:pt x="0" y="3251"/>
                    <a:pt x="289" y="3964"/>
                  </a:cubicBezTo>
                  <a:cubicBezTo>
                    <a:pt x="579" y="4676"/>
                    <a:pt x="1127" y="5234"/>
                    <a:pt x="1836" y="5533"/>
                  </a:cubicBezTo>
                  <a:lnTo>
                    <a:pt x="1919" y="5337"/>
                  </a:lnTo>
                  <a:cubicBezTo>
                    <a:pt x="1264" y="5060"/>
                    <a:pt x="755" y="4543"/>
                    <a:pt x="487" y="3884"/>
                  </a:cubicBezTo>
                  <a:cubicBezTo>
                    <a:pt x="219" y="3224"/>
                    <a:pt x="225" y="2499"/>
                    <a:pt x="502" y="1844"/>
                  </a:cubicBezTo>
                  <a:cubicBezTo>
                    <a:pt x="779" y="1187"/>
                    <a:pt x="1294" y="679"/>
                    <a:pt x="1954" y="411"/>
                  </a:cubicBezTo>
                  <a:cubicBezTo>
                    <a:pt x="2278" y="280"/>
                    <a:pt x="2618" y="214"/>
                    <a:pt x="2958" y="214"/>
                  </a:cubicBezTo>
                  <a:cubicBezTo>
                    <a:pt x="3310" y="214"/>
                    <a:pt x="3661" y="284"/>
                    <a:pt x="3995" y="425"/>
                  </a:cubicBezTo>
                  <a:cubicBezTo>
                    <a:pt x="5348" y="998"/>
                    <a:pt x="5984" y="2564"/>
                    <a:pt x="5412" y="3918"/>
                  </a:cubicBezTo>
                  <a:cubicBezTo>
                    <a:pt x="5304" y="4175"/>
                    <a:pt x="5156" y="4412"/>
                    <a:pt x="4975" y="4622"/>
                  </a:cubicBezTo>
                  <a:lnTo>
                    <a:pt x="5135" y="4762"/>
                  </a:lnTo>
                  <a:cubicBezTo>
                    <a:pt x="5332" y="4534"/>
                    <a:pt x="5491" y="4280"/>
                    <a:pt x="5609" y="4001"/>
                  </a:cubicBezTo>
                  <a:cubicBezTo>
                    <a:pt x="6227" y="2539"/>
                    <a:pt x="5539" y="846"/>
                    <a:pt x="4077" y="228"/>
                  </a:cubicBezTo>
                  <a:cubicBezTo>
                    <a:pt x="3717" y="76"/>
                    <a:pt x="3337" y="0"/>
                    <a:pt x="295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907;p40">
              <a:extLst>
                <a:ext uri="{FF2B5EF4-FFF2-40B4-BE49-F238E27FC236}">
                  <a16:creationId xmlns:a16="http://schemas.microsoft.com/office/drawing/2014/main" id="{B42285BB-C2CC-D688-1526-BF3F70F22A6F}"/>
                </a:ext>
              </a:extLst>
            </p:cNvPr>
            <p:cNvSpPr/>
            <p:nvPr/>
          </p:nvSpPr>
          <p:spPr>
            <a:xfrm>
              <a:off x="5387000" y="3489125"/>
              <a:ext cx="221100" cy="145425"/>
            </a:xfrm>
            <a:custGeom>
              <a:avLst/>
              <a:gdLst/>
              <a:ahLst/>
              <a:cxnLst/>
              <a:rect l="l" t="t" r="r" b="b"/>
              <a:pathLst>
                <a:path w="8844" h="5817" extrusionOk="0">
                  <a:moveTo>
                    <a:pt x="3528" y="0"/>
                  </a:moveTo>
                  <a:cubicBezTo>
                    <a:pt x="2005" y="0"/>
                    <a:pt x="753" y="647"/>
                    <a:pt x="434" y="1734"/>
                  </a:cubicBezTo>
                  <a:cubicBezTo>
                    <a:pt x="0" y="3202"/>
                    <a:pt x="1436" y="4919"/>
                    <a:pt x="3639" y="5568"/>
                  </a:cubicBezTo>
                  <a:cubicBezTo>
                    <a:pt x="4212" y="5737"/>
                    <a:pt x="4780" y="5817"/>
                    <a:pt x="5315" y="5817"/>
                  </a:cubicBezTo>
                  <a:cubicBezTo>
                    <a:pt x="6837" y="5817"/>
                    <a:pt x="8091" y="5170"/>
                    <a:pt x="8411" y="4083"/>
                  </a:cubicBezTo>
                  <a:cubicBezTo>
                    <a:pt x="8843" y="2614"/>
                    <a:pt x="7408" y="897"/>
                    <a:pt x="5206" y="249"/>
                  </a:cubicBezTo>
                  <a:cubicBezTo>
                    <a:pt x="4632" y="80"/>
                    <a:pt x="4063" y="0"/>
                    <a:pt x="35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908;p40">
              <a:extLst>
                <a:ext uri="{FF2B5EF4-FFF2-40B4-BE49-F238E27FC236}">
                  <a16:creationId xmlns:a16="http://schemas.microsoft.com/office/drawing/2014/main" id="{1D5E8839-739B-78D3-34CD-0095C414279E}"/>
                </a:ext>
              </a:extLst>
            </p:cNvPr>
            <p:cNvSpPr/>
            <p:nvPr/>
          </p:nvSpPr>
          <p:spPr>
            <a:xfrm>
              <a:off x="5389750" y="3486425"/>
              <a:ext cx="215575" cy="150725"/>
            </a:xfrm>
            <a:custGeom>
              <a:avLst/>
              <a:gdLst/>
              <a:ahLst/>
              <a:cxnLst/>
              <a:rect l="l" t="t" r="r" b="b"/>
              <a:pathLst>
                <a:path w="8623" h="6029" extrusionOk="0">
                  <a:moveTo>
                    <a:pt x="3418" y="214"/>
                  </a:moveTo>
                  <a:cubicBezTo>
                    <a:pt x="3952" y="214"/>
                    <a:pt x="4510" y="296"/>
                    <a:pt x="5064" y="459"/>
                  </a:cubicBezTo>
                  <a:cubicBezTo>
                    <a:pt x="6111" y="767"/>
                    <a:pt x="7012" y="1327"/>
                    <a:pt x="7604" y="2035"/>
                  </a:cubicBezTo>
                  <a:cubicBezTo>
                    <a:pt x="8187" y="2731"/>
                    <a:pt x="8397" y="3486"/>
                    <a:pt x="8199" y="4162"/>
                  </a:cubicBezTo>
                  <a:cubicBezTo>
                    <a:pt x="7892" y="5201"/>
                    <a:pt x="6681" y="5818"/>
                    <a:pt x="5208" y="5818"/>
                  </a:cubicBezTo>
                  <a:cubicBezTo>
                    <a:pt x="4682" y="5818"/>
                    <a:pt x="4123" y="5739"/>
                    <a:pt x="3559" y="5573"/>
                  </a:cubicBezTo>
                  <a:cubicBezTo>
                    <a:pt x="2514" y="5265"/>
                    <a:pt x="1611" y="4705"/>
                    <a:pt x="1019" y="3998"/>
                  </a:cubicBezTo>
                  <a:cubicBezTo>
                    <a:pt x="437" y="3303"/>
                    <a:pt x="227" y="2546"/>
                    <a:pt x="425" y="1872"/>
                  </a:cubicBezTo>
                  <a:cubicBezTo>
                    <a:pt x="624" y="1197"/>
                    <a:pt x="1211" y="676"/>
                    <a:pt x="2076" y="407"/>
                  </a:cubicBezTo>
                  <a:cubicBezTo>
                    <a:pt x="2490" y="279"/>
                    <a:pt x="2944" y="214"/>
                    <a:pt x="3418" y="214"/>
                  </a:cubicBezTo>
                  <a:close/>
                  <a:moveTo>
                    <a:pt x="3419" y="1"/>
                  </a:moveTo>
                  <a:cubicBezTo>
                    <a:pt x="2923" y="1"/>
                    <a:pt x="2448" y="68"/>
                    <a:pt x="2014" y="204"/>
                  </a:cubicBezTo>
                  <a:cubicBezTo>
                    <a:pt x="1077" y="494"/>
                    <a:pt x="440" y="1066"/>
                    <a:pt x="221" y="1812"/>
                  </a:cubicBezTo>
                  <a:cubicBezTo>
                    <a:pt x="0" y="2557"/>
                    <a:pt x="227" y="3381"/>
                    <a:pt x="855" y="4135"/>
                  </a:cubicBezTo>
                  <a:cubicBezTo>
                    <a:pt x="1475" y="4875"/>
                    <a:pt x="2413" y="5459"/>
                    <a:pt x="3498" y="5779"/>
                  </a:cubicBezTo>
                  <a:cubicBezTo>
                    <a:pt x="4079" y="5948"/>
                    <a:pt x="4653" y="6029"/>
                    <a:pt x="5197" y="6029"/>
                  </a:cubicBezTo>
                  <a:cubicBezTo>
                    <a:pt x="6769" y="6029"/>
                    <a:pt x="8070" y="5353"/>
                    <a:pt x="8403" y="4221"/>
                  </a:cubicBezTo>
                  <a:cubicBezTo>
                    <a:pt x="8623" y="3475"/>
                    <a:pt x="8397" y="2650"/>
                    <a:pt x="7768" y="1898"/>
                  </a:cubicBezTo>
                  <a:cubicBezTo>
                    <a:pt x="7149" y="1158"/>
                    <a:pt x="6211" y="575"/>
                    <a:pt x="5125" y="255"/>
                  </a:cubicBezTo>
                  <a:cubicBezTo>
                    <a:pt x="4552" y="86"/>
                    <a:pt x="3973" y="1"/>
                    <a:pt x="341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909;p40">
              <a:extLst>
                <a:ext uri="{FF2B5EF4-FFF2-40B4-BE49-F238E27FC236}">
                  <a16:creationId xmlns:a16="http://schemas.microsoft.com/office/drawing/2014/main" id="{37A6474E-070A-0FED-5CB6-346D5E9D4EF4}"/>
                </a:ext>
              </a:extLst>
            </p:cNvPr>
            <p:cNvSpPr/>
            <p:nvPr/>
          </p:nvSpPr>
          <p:spPr>
            <a:xfrm>
              <a:off x="5340250" y="4430800"/>
              <a:ext cx="64000" cy="64025"/>
            </a:xfrm>
            <a:custGeom>
              <a:avLst/>
              <a:gdLst/>
              <a:ahLst/>
              <a:cxnLst/>
              <a:rect l="l" t="t" r="r" b="b"/>
              <a:pathLst>
                <a:path w="2560" h="2561" extrusionOk="0">
                  <a:moveTo>
                    <a:pt x="1279" y="1"/>
                  </a:moveTo>
                  <a:cubicBezTo>
                    <a:pt x="573" y="1"/>
                    <a:pt x="0" y="574"/>
                    <a:pt x="0" y="1281"/>
                  </a:cubicBezTo>
                  <a:cubicBezTo>
                    <a:pt x="0" y="1987"/>
                    <a:pt x="573" y="2560"/>
                    <a:pt x="1279" y="2560"/>
                  </a:cubicBezTo>
                  <a:cubicBezTo>
                    <a:pt x="1986" y="2560"/>
                    <a:pt x="2560" y="1987"/>
                    <a:pt x="2560" y="1281"/>
                  </a:cubicBezTo>
                  <a:cubicBezTo>
                    <a:pt x="2560" y="574"/>
                    <a:pt x="1986" y="1"/>
                    <a:pt x="12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910;p40">
              <a:extLst>
                <a:ext uri="{FF2B5EF4-FFF2-40B4-BE49-F238E27FC236}">
                  <a16:creationId xmlns:a16="http://schemas.microsoft.com/office/drawing/2014/main" id="{8F8FB37E-679A-405A-1780-3D23C1CAC643}"/>
                </a:ext>
              </a:extLst>
            </p:cNvPr>
            <p:cNvSpPr/>
            <p:nvPr/>
          </p:nvSpPr>
          <p:spPr>
            <a:xfrm>
              <a:off x="5337550" y="4428175"/>
              <a:ext cx="69350" cy="69325"/>
            </a:xfrm>
            <a:custGeom>
              <a:avLst/>
              <a:gdLst/>
              <a:ahLst/>
              <a:cxnLst/>
              <a:rect l="l" t="t" r="r" b="b"/>
              <a:pathLst>
                <a:path w="2774" h="2773" extrusionOk="0">
                  <a:moveTo>
                    <a:pt x="1387" y="213"/>
                  </a:moveTo>
                  <a:cubicBezTo>
                    <a:pt x="2033" y="213"/>
                    <a:pt x="2560" y="740"/>
                    <a:pt x="2560" y="1386"/>
                  </a:cubicBezTo>
                  <a:cubicBezTo>
                    <a:pt x="2560" y="2033"/>
                    <a:pt x="2033" y="2560"/>
                    <a:pt x="1387" y="2560"/>
                  </a:cubicBezTo>
                  <a:cubicBezTo>
                    <a:pt x="741" y="2560"/>
                    <a:pt x="214" y="2033"/>
                    <a:pt x="214" y="1386"/>
                  </a:cubicBezTo>
                  <a:cubicBezTo>
                    <a:pt x="214" y="740"/>
                    <a:pt x="741" y="213"/>
                    <a:pt x="1387" y="213"/>
                  </a:cubicBezTo>
                  <a:close/>
                  <a:moveTo>
                    <a:pt x="1387" y="0"/>
                  </a:moveTo>
                  <a:cubicBezTo>
                    <a:pt x="623" y="0"/>
                    <a:pt x="1" y="621"/>
                    <a:pt x="1" y="1386"/>
                  </a:cubicBezTo>
                  <a:cubicBezTo>
                    <a:pt x="1" y="2150"/>
                    <a:pt x="623" y="2773"/>
                    <a:pt x="1387" y="2773"/>
                  </a:cubicBezTo>
                  <a:cubicBezTo>
                    <a:pt x="2153" y="2773"/>
                    <a:pt x="2773" y="2150"/>
                    <a:pt x="2773" y="1386"/>
                  </a:cubicBezTo>
                  <a:cubicBezTo>
                    <a:pt x="2773" y="621"/>
                    <a:pt x="2153" y="0"/>
                    <a:pt x="138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911;p40">
              <a:extLst>
                <a:ext uri="{FF2B5EF4-FFF2-40B4-BE49-F238E27FC236}">
                  <a16:creationId xmlns:a16="http://schemas.microsoft.com/office/drawing/2014/main" id="{D80F656D-3070-15C7-77A3-986121F8A35C}"/>
                </a:ext>
              </a:extLst>
            </p:cNvPr>
            <p:cNvSpPr/>
            <p:nvPr/>
          </p:nvSpPr>
          <p:spPr>
            <a:xfrm>
              <a:off x="4567350" y="4901100"/>
              <a:ext cx="61650" cy="89175"/>
            </a:xfrm>
            <a:custGeom>
              <a:avLst/>
              <a:gdLst/>
              <a:ahLst/>
              <a:cxnLst/>
              <a:rect l="l" t="t" r="r" b="b"/>
              <a:pathLst>
                <a:path w="2466" h="3567" extrusionOk="0">
                  <a:moveTo>
                    <a:pt x="1233" y="0"/>
                  </a:moveTo>
                  <a:cubicBezTo>
                    <a:pt x="552" y="0"/>
                    <a:pt x="0" y="798"/>
                    <a:pt x="0" y="1784"/>
                  </a:cubicBezTo>
                  <a:cubicBezTo>
                    <a:pt x="0" y="2768"/>
                    <a:pt x="552" y="3566"/>
                    <a:pt x="1233" y="3566"/>
                  </a:cubicBezTo>
                  <a:cubicBezTo>
                    <a:pt x="1913" y="3566"/>
                    <a:pt x="2466" y="2768"/>
                    <a:pt x="2466" y="1784"/>
                  </a:cubicBezTo>
                  <a:cubicBezTo>
                    <a:pt x="2466" y="798"/>
                    <a:pt x="1913"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912;p40">
              <a:extLst>
                <a:ext uri="{FF2B5EF4-FFF2-40B4-BE49-F238E27FC236}">
                  <a16:creationId xmlns:a16="http://schemas.microsoft.com/office/drawing/2014/main" id="{52A9F97E-8507-7C0B-50F8-EDEFD6C6C403}"/>
                </a:ext>
              </a:extLst>
            </p:cNvPr>
            <p:cNvSpPr/>
            <p:nvPr/>
          </p:nvSpPr>
          <p:spPr>
            <a:xfrm>
              <a:off x="4564700" y="4898450"/>
              <a:ext cx="66975" cy="94500"/>
            </a:xfrm>
            <a:custGeom>
              <a:avLst/>
              <a:gdLst/>
              <a:ahLst/>
              <a:cxnLst/>
              <a:rect l="l" t="t" r="r" b="b"/>
              <a:pathLst>
                <a:path w="2679" h="3780" extrusionOk="0">
                  <a:moveTo>
                    <a:pt x="1339" y="213"/>
                  </a:moveTo>
                  <a:cubicBezTo>
                    <a:pt x="1960" y="213"/>
                    <a:pt x="2466" y="965"/>
                    <a:pt x="2466" y="1890"/>
                  </a:cubicBezTo>
                  <a:cubicBezTo>
                    <a:pt x="2466" y="2813"/>
                    <a:pt x="1960" y="3565"/>
                    <a:pt x="1339" y="3565"/>
                  </a:cubicBezTo>
                  <a:cubicBezTo>
                    <a:pt x="718" y="3565"/>
                    <a:pt x="213" y="2813"/>
                    <a:pt x="213" y="1890"/>
                  </a:cubicBezTo>
                  <a:cubicBezTo>
                    <a:pt x="213" y="965"/>
                    <a:pt x="718" y="213"/>
                    <a:pt x="1339" y="213"/>
                  </a:cubicBezTo>
                  <a:close/>
                  <a:moveTo>
                    <a:pt x="1339" y="0"/>
                  </a:moveTo>
                  <a:cubicBezTo>
                    <a:pt x="600" y="0"/>
                    <a:pt x="0" y="848"/>
                    <a:pt x="0" y="1890"/>
                  </a:cubicBezTo>
                  <a:cubicBezTo>
                    <a:pt x="0" y="2931"/>
                    <a:pt x="600" y="3779"/>
                    <a:pt x="1339" y="3779"/>
                  </a:cubicBezTo>
                  <a:cubicBezTo>
                    <a:pt x="2077" y="3779"/>
                    <a:pt x="2679" y="2932"/>
                    <a:pt x="2679" y="1890"/>
                  </a:cubicBezTo>
                  <a:cubicBezTo>
                    <a:pt x="2679" y="848"/>
                    <a:pt x="2077" y="0"/>
                    <a:pt x="133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913;p40">
              <a:extLst>
                <a:ext uri="{FF2B5EF4-FFF2-40B4-BE49-F238E27FC236}">
                  <a16:creationId xmlns:a16="http://schemas.microsoft.com/office/drawing/2014/main" id="{4AE7F181-2157-A160-2BCD-93C3B1A5F965}"/>
                </a:ext>
              </a:extLst>
            </p:cNvPr>
            <p:cNvSpPr/>
            <p:nvPr/>
          </p:nvSpPr>
          <p:spPr>
            <a:xfrm>
              <a:off x="4535250" y="4878125"/>
              <a:ext cx="93425" cy="135100"/>
            </a:xfrm>
            <a:custGeom>
              <a:avLst/>
              <a:gdLst/>
              <a:ahLst/>
              <a:cxnLst/>
              <a:rect l="l" t="t" r="r" b="b"/>
              <a:pathLst>
                <a:path w="3737" h="5404" extrusionOk="0">
                  <a:moveTo>
                    <a:pt x="1869" y="0"/>
                  </a:moveTo>
                  <a:cubicBezTo>
                    <a:pt x="837" y="0"/>
                    <a:pt x="1" y="1209"/>
                    <a:pt x="1" y="2703"/>
                  </a:cubicBezTo>
                  <a:cubicBezTo>
                    <a:pt x="1"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914;p40">
              <a:extLst>
                <a:ext uri="{FF2B5EF4-FFF2-40B4-BE49-F238E27FC236}">
                  <a16:creationId xmlns:a16="http://schemas.microsoft.com/office/drawing/2014/main" id="{01F441FE-83C5-4D0B-3666-2A5DBE4B5DB5}"/>
                </a:ext>
              </a:extLst>
            </p:cNvPr>
            <p:cNvSpPr/>
            <p:nvPr/>
          </p:nvSpPr>
          <p:spPr>
            <a:xfrm>
              <a:off x="4532575" y="4875475"/>
              <a:ext cx="98775" cy="140425"/>
            </a:xfrm>
            <a:custGeom>
              <a:avLst/>
              <a:gdLst/>
              <a:ahLst/>
              <a:cxnLst/>
              <a:rect l="l" t="t" r="r" b="b"/>
              <a:pathLst>
                <a:path w="3951" h="5617" extrusionOk="0">
                  <a:moveTo>
                    <a:pt x="1976" y="214"/>
                  </a:moveTo>
                  <a:cubicBezTo>
                    <a:pt x="2947" y="214"/>
                    <a:pt x="3738" y="1377"/>
                    <a:pt x="3738" y="2809"/>
                  </a:cubicBezTo>
                  <a:cubicBezTo>
                    <a:pt x="3738" y="4240"/>
                    <a:pt x="2947" y="5404"/>
                    <a:pt x="1976" y="5404"/>
                  </a:cubicBezTo>
                  <a:cubicBezTo>
                    <a:pt x="1004" y="5404"/>
                    <a:pt x="215" y="4240"/>
                    <a:pt x="215" y="2809"/>
                  </a:cubicBezTo>
                  <a:cubicBezTo>
                    <a:pt x="215" y="1377"/>
                    <a:pt x="1004" y="214"/>
                    <a:pt x="1976" y="214"/>
                  </a:cubicBezTo>
                  <a:close/>
                  <a:moveTo>
                    <a:pt x="1976" y="1"/>
                  </a:moveTo>
                  <a:cubicBezTo>
                    <a:pt x="888" y="1"/>
                    <a:pt x="0" y="1260"/>
                    <a:pt x="0" y="2809"/>
                  </a:cubicBezTo>
                  <a:cubicBezTo>
                    <a:pt x="0" y="4357"/>
                    <a:pt x="888" y="5617"/>
                    <a:pt x="1976" y="5617"/>
                  </a:cubicBezTo>
                  <a:cubicBezTo>
                    <a:pt x="3065" y="5617"/>
                    <a:pt x="3951" y="4357"/>
                    <a:pt x="3951" y="2809"/>
                  </a:cubicBezTo>
                  <a:cubicBezTo>
                    <a:pt x="3951" y="1260"/>
                    <a:pt x="3065" y="1"/>
                    <a:pt x="197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915;p40">
              <a:extLst>
                <a:ext uri="{FF2B5EF4-FFF2-40B4-BE49-F238E27FC236}">
                  <a16:creationId xmlns:a16="http://schemas.microsoft.com/office/drawing/2014/main" id="{5053B3A0-E886-1ABD-3D53-2D3134C9100E}"/>
                </a:ext>
              </a:extLst>
            </p:cNvPr>
            <p:cNvSpPr/>
            <p:nvPr/>
          </p:nvSpPr>
          <p:spPr>
            <a:xfrm>
              <a:off x="4546125" y="4878125"/>
              <a:ext cx="93450" cy="135100"/>
            </a:xfrm>
            <a:custGeom>
              <a:avLst/>
              <a:gdLst/>
              <a:ahLst/>
              <a:cxnLst/>
              <a:rect l="l" t="t" r="r" b="b"/>
              <a:pathLst>
                <a:path w="3738" h="5404" extrusionOk="0">
                  <a:moveTo>
                    <a:pt x="1869" y="0"/>
                  </a:moveTo>
                  <a:cubicBezTo>
                    <a:pt x="837" y="0"/>
                    <a:pt x="0" y="1209"/>
                    <a:pt x="0" y="2703"/>
                  </a:cubicBezTo>
                  <a:cubicBezTo>
                    <a:pt x="0" y="4195"/>
                    <a:pt x="837" y="5404"/>
                    <a:pt x="1869" y="5404"/>
                  </a:cubicBezTo>
                  <a:cubicBezTo>
                    <a:pt x="2901" y="5404"/>
                    <a:pt x="3738" y="4195"/>
                    <a:pt x="3738" y="2703"/>
                  </a:cubicBezTo>
                  <a:cubicBezTo>
                    <a:pt x="3738"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916;p40">
              <a:extLst>
                <a:ext uri="{FF2B5EF4-FFF2-40B4-BE49-F238E27FC236}">
                  <a16:creationId xmlns:a16="http://schemas.microsoft.com/office/drawing/2014/main" id="{139BAEAE-EE44-13E4-97BF-A2B30715C887}"/>
                </a:ext>
              </a:extLst>
            </p:cNvPr>
            <p:cNvSpPr/>
            <p:nvPr/>
          </p:nvSpPr>
          <p:spPr>
            <a:xfrm>
              <a:off x="4543475" y="4875475"/>
              <a:ext cx="98750" cy="140425"/>
            </a:xfrm>
            <a:custGeom>
              <a:avLst/>
              <a:gdLst/>
              <a:ahLst/>
              <a:cxnLst/>
              <a:rect l="l" t="t" r="r" b="b"/>
              <a:pathLst>
                <a:path w="3950" h="5617" extrusionOk="0">
                  <a:moveTo>
                    <a:pt x="1975" y="214"/>
                  </a:moveTo>
                  <a:cubicBezTo>
                    <a:pt x="2946" y="214"/>
                    <a:pt x="3736" y="1377"/>
                    <a:pt x="3736" y="2809"/>
                  </a:cubicBezTo>
                  <a:cubicBezTo>
                    <a:pt x="3736" y="4240"/>
                    <a:pt x="2946" y="5404"/>
                    <a:pt x="1975" y="5404"/>
                  </a:cubicBezTo>
                  <a:cubicBezTo>
                    <a:pt x="1004" y="5404"/>
                    <a:pt x="214" y="4240"/>
                    <a:pt x="214" y="2809"/>
                  </a:cubicBezTo>
                  <a:cubicBezTo>
                    <a:pt x="214" y="1377"/>
                    <a:pt x="1004" y="214"/>
                    <a:pt x="1975" y="214"/>
                  </a:cubicBezTo>
                  <a:close/>
                  <a:moveTo>
                    <a:pt x="1975" y="1"/>
                  </a:moveTo>
                  <a:cubicBezTo>
                    <a:pt x="887" y="1"/>
                    <a:pt x="1" y="1260"/>
                    <a:pt x="1" y="2809"/>
                  </a:cubicBezTo>
                  <a:cubicBezTo>
                    <a:pt x="1" y="4357"/>
                    <a:pt x="887" y="5617"/>
                    <a:pt x="1975" y="5617"/>
                  </a:cubicBezTo>
                  <a:cubicBezTo>
                    <a:pt x="3063" y="5617"/>
                    <a:pt x="3949" y="4357"/>
                    <a:pt x="3949" y="2809"/>
                  </a:cubicBezTo>
                  <a:cubicBezTo>
                    <a:pt x="3949" y="1260"/>
                    <a:pt x="3063" y="1"/>
                    <a:pt x="197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917;p40">
              <a:extLst>
                <a:ext uri="{FF2B5EF4-FFF2-40B4-BE49-F238E27FC236}">
                  <a16:creationId xmlns:a16="http://schemas.microsoft.com/office/drawing/2014/main" id="{940EB7B1-5AC2-2FD7-3885-C4BAF37CD7CE}"/>
                </a:ext>
              </a:extLst>
            </p:cNvPr>
            <p:cNvSpPr/>
            <p:nvPr/>
          </p:nvSpPr>
          <p:spPr>
            <a:xfrm>
              <a:off x="4574450" y="4902100"/>
              <a:ext cx="66025" cy="87150"/>
            </a:xfrm>
            <a:custGeom>
              <a:avLst/>
              <a:gdLst/>
              <a:ahLst/>
              <a:cxnLst/>
              <a:rect l="l" t="t" r="r" b="b"/>
              <a:pathLst>
                <a:path w="2641" h="3486" extrusionOk="0">
                  <a:moveTo>
                    <a:pt x="1203" y="0"/>
                  </a:moveTo>
                  <a:cubicBezTo>
                    <a:pt x="539" y="0"/>
                    <a:pt x="0" y="782"/>
                    <a:pt x="0" y="1744"/>
                  </a:cubicBezTo>
                  <a:cubicBezTo>
                    <a:pt x="0" y="2706"/>
                    <a:pt x="539" y="3486"/>
                    <a:pt x="1203" y="3486"/>
                  </a:cubicBezTo>
                  <a:lnTo>
                    <a:pt x="2640" y="3486"/>
                  </a:lnTo>
                  <a:lnTo>
                    <a:pt x="2640" y="2"/>
                  </a:lnTo>
                  <a:lnTo>
                    <a:pt x="12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918;p40">
              <a:extLst>
                <a:ext uri="{FF2B5EF4-FFF2-40B4-BE49-F238E27FC236}">
                  <a16:creationId xmlns:a16="http://schemas.microsoft.com/office/drawing/2014/main" id="{162F19F0-7B4C-7605-053E-235B83C4CB7E}"/>
                </a:ext>
              </a:extLst>
            </p:cNvPr>
            <p:cNvSpPr/>
            <p:nvPr/>
          </p:nvSpPr>
          <p:spPr>
            <a:xfrm>
              <a:off x="4571775" y="4899450"/>
              <a:ext cx="71375" cy="92500"/>
            </a:xfrm>
            <a:custGeom>
              <a:avLst/>
              <a:gdLst/>
              <a:ahLst/>
              <a:cxnLst/>
              <a:rect l="l" t="t" r="r" b="b"/>
              <a:pathLst>
                <a:path w="2855" h="3700" extrusionOk="0">
                  <a:moveTo>
                    <a:pt x="2640" y="214"/>
                  </a:moveTo>
                  <a:lnTo>
                    <a:pt x="2640" y="3485"/>
                  </a:lnTo>
                  <a:lnTo>
                    <a:pt x="1310" y="3485"/>
                  </a:lnTo>
                  <a:cubicBezTo>
                    <a:pt x="706" y="3485"/>
                    <a:pt x="213" y="2751"/>
                    <a:pt x="213" y="1850"/>
                  </a:cubicBezTo>
                  <a:cubicBezTo>
                    <a:pt x="213" y="948"/>
                    <a:pt x="706" y="214"/>
                    <a:pt x="1310" y="214"/>
                  </a:cubicBezTo>
                  <a:close/>
                  <a:moveTo>
                    <a:pt x="1310" y="1"/>
                  </a:moveTo>
                  <a:cubicBezTo>
                    <a:pt x="588" y="1"/>
                    <a:pt x="0" y="830"/>
                    <a:pt x="0" y="1850"/>
                  </a:cubicBezTo>
                  <a:cubicBezTo>
                    <a:pt x="0" y="2868"/>
                    <a:pt x="588" y="3699"/>
                    <a:pt x="1310" y="3699"/>
                  </a:cubicBezTo>
                  <a:lnTo>
                    <a:pt x="2747" y="3699"/>
                  </a:lnTo>
                  <a:cubicBezTo>
                    <a:pt x="2807" y="3698"/>
                    <a:pt x="2855" y="3650"/>
                    <a:pt x="2855" y="3592"/>
                  </a:cubicBezTo>
                  <a:lnTo>
                    <a:pt x="2855" y="108"/>
                  </a:lnTo>
                  <a:cubicBezTo>
                    <a:pt x="2855" y="48"/>
                    <a:pt x="2807" y="1"/>
                    <a:pt x="274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919;p40">
              <a:extLst>
                <a:ext uri="{FF2B5EF4-FFF2-40B4-BE49-F238E27FC236}">
                  <a16:creationId xmlns:a16="http://schemas.microsoft.com/office/drawing/2014/main" id="{6BDF1EF6-1C2B-C497-BE8E-E38B122F95D2}"/>
                </a:ext>
              </a:extLst>
            </p:cNvPr>
            <p:cNvSpPr/>
            <p:nvPr/>
          </p:nvSpPr>
          <p:spPr>
            <a:xfrm>
              <a:off x="4610375" y="4902100"/>
              <a:ext cx="60200" cy="87150"/>
            </a:xfrm>
            <a:custGeom>
              <a:avLst/>
              <a:gdLst/>
              <a:ahLst/>
              <a:cxnLst/>
              <a:rect l="l" t="t" r="r" b="b"/>
              <a:pathLst>
                <a:path w="2408" h="3486" extrusionOk="0">
                  <a:moveTo>
                    <a:pt x="1203" y="0"/>
                  </a:moveTo>
                  <a:cubicBezTo>
                    <a:pt x="538" y="0"/>
                    <a:pt x="0" y="782"/>
                    <a:pt x="0" y="1744"/>
                  </a:cubicBezTo>
                  <a:cubicBezTo>
                    <a:pt x="0" y="2706"/>
                    <a:pt x="538" y="3486"/>
                    <a:pt x="1203" y="3486"/>
                  </a:cubicBezTo>
                  <a:cubicBezTo>
                    <a:pt x="1869" y="3486"/>
                    <a:pt x="2408" y="2706"/>
                    <a:pt x="2408" y="1744"/>
                  </a:cubicBezTo>
                  <a:cubicBezTo>
                    <a:pt x="2408" y="782"/>
                    <a:pt x="1869" y="0"/>
                    <a:pt x="12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920;p40">
              <a:extLst>
                <a:ext uri="{FF2B5EF4-FFF2-40B4-BE49-F238E27FC236}">
                  <a16:creationId xmlns:a16="http://schemas.microsoft.com/office/drawing/2014/main" id="{7904CDCC-1FCE-C8F1-2771-C4C442942081}"/>
                </a:ext>
              </a:extLst>
            </p:cNvPr>
            <p:cNvSpPr/>
            <p:nvPr/>
          </p:nvSpPr>
          <p:spPr>
            <a:xfrm>
              <a:off x="4607725" y="4899450"/>
              <a:ext cx="65550" cy="92500"/>
            </a:xfrm>
            <a:custGeom>
              <a:avLst/>
              <a:gdLst/>
              <a:ahLst/>
              <a:cxnLst/>
              <a:rect l="l" t="t" r="r" b="b"/>
              <a:pathLst>
                <a:path w="2622" h="3700" extrusionOk="0">
                  <a:moveTo>
                    <a:pt x="1309" y="214"/>
                  </a:moveTo>
                  <a:cubicBezTo>
                    <a:pt x="1915" y="214"/>
                    <a:pt x="2408" y="948"/>
                    <a:pt x="2408" y="1850"/>
                  </a:cubicBezTo>
                  <a:cubicBezTo>
                    <a:pt x="2408" y="2751"/>
                    <a:pt x="1914" y="3485"/>
                    <a:pt x="1309" y="3485"/>
                  </a:cubicBezTo>
                  <a:cubicBezTo>
                    <a:pt x="705" y="3485"/>
                    <a:pt x="213" y="2751"/>
                    <a:pt x="213" y="1850"/>
                  </a:cubicBezTo>
                  <a:cubicBezTo>
                    <a:pt x="213" y="948"/>
                    <a:pt x="705" y="214"/>
                    <a:pt x="1309" y="214"/>
                  </a:cubicBezTo>
                  <a:close/>
                  <a:moveTo>
                    <a:pt x="1309" y="1"/>
                  </a:moveTo>
                  <a:cubicBezTo>
                    <a:pt x="587" y="1"/>
                    <a:pt x="1" y="830"/>
                    <a:pt x="1" y="1850"/>
                  </a:cubicBezTo>
                  <a:cubicBezTo>
                    <a:pt x="1" y="2868"/>
                    <a:pt x="587" y="3699"/>
                    <a:pt x="1309" y="3699"/>
                  </a:cubicBezTo>
                  <a:cubicBezTo>
                    <a:pt x="2033" y="3699"/>
                    <a:pt x="2621" y="2868"/>
                    <a:pt x="2621" y="1850"/>
                  </a:cubicBezTo>
                  <a:cubicBezTo>
                    <a:pt x="2621" y="830"/>
                    <a:pt x="2031" y="1"/>
                    <a:pt x="130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921;p40">
              <a:extLst>
                <a:ext uri="{FF2B5EF4-FFF2-40B4-BE49-F238E27FC236}">
                  <a16:creationId xmlns:a16="http://schemas.microsoft.com/office/drawing/2014/main" id="{DAA9E7C7-5079-EF9F-ACC3-DB08FB7B932D}"/>
                </a:ext>
              </a:extLst>
            </p:cNvPr>
            <p:cNvSpPr/>
            <p:nvPr/>
          </p:nvSpPr>
          <p:spPr>
            <a:xfrm>
              <a:off x="4633150" y="4923975"/>
              <a:ext cx="53100" cy="43400"/>
            </a:xfrm>
            <a:custGeom>
              <a:avLst/>
              <a:gdLst/>
              <a:ahLst/>
              <a:cxnLst/>
              <a:rect l="l" t="t" r="r" b="b"/>
              <a:pathLst>
                <a:path w="2124" h="1736" extrusionOk="0">
                  <a:moveTo>
                    <a:pt x="602" y="1"/>
                  </a:moveTo>
                  <a:cubicBezTo>
                    <a:pt x="268" y="1"/>
                    <a:pt x="0" y="388"/>
                    <a:pt x="0" y="869"/>
                  </a:cubicBezTo>
                  <a:cubicBezTo>
                    <a:pt x="0" y="1348"/>
                    <a:pt x="268" y="1735"/>
                    <a:pt x="602" y="1735"/>
                  </a:cubicBezTo>
                  <a:lnTo>
                    <a:pt x="2124" y="1735"/>
                  </a:lnTo>
                  <a:lnTo>
                    <a:pt x="21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922;p40">
              <a:extLst>
                <a:ext uri="{FF2B5EF4-FFF2-40B4-BE49-F238E27FC236}">
                  <a16:creationId xmlns:a16="http://schemas.microsoft.com/office/drawing/2014/main" id="{077E76DE-F7CE-B449-F131-C50CA9695BE8}"/>
                </a:ext>
              </a:extLst>
            </p:cNvPr>
            <p:cNvSpPr/>
            <p:nvPr/>
          </p:nvSpPr>
          <p:spPr>
            <a:xfrm>
              <a:off x="4630475" y="4921300"/>
              <a:ext cx="58450" cy="48750"/>
            </a:xfrm>
            <a:custGeom>
              <a:avLst/>
              <a:gdLst/>
              <a:ahLst/>
              <a:cxnLst/>
              <a:rect l="l" t="t" r="r" b="b"/>
              <a:pathLst>
                <a:path w="2338" h="1950" extrusionOk="0">
                  <a:moveTo>
                    <a:pt x="2125" y="214"/>
                  </a:moveTo>
                  <a:lnTo>
                    <a:pt x="2125" y="1737"/>
                  </a:lnTo>
                  <a:lnTo>
                    <a:pt x="709" y="1737"/>
                  </a:lnTo>
                  <a:cubicBezTo>
                    <a:pt x="435" y="1737"/>
                    <a:pt x="213" y="1396"/>
                    <a:pt x="213" y="976"/>
                  </a:cubicBezTo>
                  <a:cubicBezTo>
                    <a:pt x="213" y="556"/>
                    <a:pt x="435" y="214"/>
                    <a:pt x="709" y="214"/>
                  </a:cubicBezTo>
                  <a:close/>
                  <a:moveTo>
                    <a:pt x="709" y="1"/>
                  </a:moveTo>
                  <a:cubicBezTo>
                    <a:pt x="311" y="1"/>
                    <a:pt x="0" y="428"/>
                    <a:pt x="0" y="976"/>
                  </a:cubicBezTo>
                  <a:cubicBezTo>
                    <a:pt x="0" y="1522"/>
                    <a:pt x="311" y="1950"/>
                    <a:pt x="709" y="1950"/>
                  </a:cubicBezTo>
                  <a:lnTo>
                    <a:pt x="2231" y="1950"/>
                  </a:lnTo>
                  <a:cubicBezTo>
                    <a:pt x="2290" y="1950"/>
                    <a:pt x="2338" y="1902"/>
                    <a:pt x="2338" y="1842"/>
                  </a:cubicBezTo>
                  <a:lnTo>
                    <a:pt x="2338" y="108"/>
                  </a:lnTo>
                  <a:cubicBezTo>
                    <a:pt x="2338" y="48"/>
                    <a:pt x="2290" y="1"/>
                    <a:pt x="223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923;p40">
              <a:extLst>
                <a:ext uri="{FF2B5EF4-FFF2-40B4-BE49-F238E27FC236}">
                  <a16:creationId xmlns:a16="http://schemas.microsoft.com/office/drawing/2014/main" id="{3A1581E6-1590-4057-06F6-423613F25597}"/>
                </a:ext>
              </a:extLst>
            </p:cNvPr>
            <p:cNvSpPr/>
            <p:nvPr/>
          </p:nvSpPr>
          <p:spPr>
            <a:xfrm>
              <a:off x="4671275" y="4923975"/>
              <a:ext cx="29975" cy="43400"/>
            </a:xfrm>
            <a:custGeom>
              <a:avLst/>
              <a:gdLst/>
              <a:ahLst/>
              <a:cxnLst/>
              <a:rect l="l" t="t" r="r" b="b"/>
              <a:pathLst>
                <a:path w="1199" h="1736" extrusionOk="0">
                  <a:moveTo>
                    <a:pt x="599" y="1"/>
                  </a:moveTo>
                  <a:cubicBezTo>
                    <a:pt x="268" y="1"/>
                    <a:pt x="0" y="388"/>
                    <a:pt x="0" y="869"/>
                  </a:cubicBezTo>
                  <a:cubicBezTo>
                    <a:pt x="0" y="1348"/>
                    <a:pt x="268" y="1735"/>
                    <a:pt x="599" y="1735"/>
                  </a:cubicBezTo>
                  <a:cubicBezTo>
                    <a:pt x="929" y="1735"/>
                    <a:pt x="1199" y="1348"/>
                    <a:pt x="1199" y="869"/>
                  </a:cubicBezTo>
                  <a:cubicBezTo>
                    <a:pt x="1199"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924;p40">
              <a:extLst>
                <a:ext uri="{FF2B5EF4-FFF2-40B4-BE49-F238E27FC236}">
                  <a16:creationId xmlns:a16="http://schemas.microsoft.com/office/drawing/2014/main" id="{8D40CC26-095E-B25D-4497-B862B282A94E}"/>
                </a:ext>
              </a:extLst>
            </p:cNvPr>
            <p:cNvSpPr/>
            <p:nvPr/>
          </p:nvSpPr>
          <p:spPr>
            <a:xfrm>
              <a:off x="4668575" y="4921300"/>
              <a:ext cx="35325" cy="48750"/>
            </a:xfrm>
            <a:custGeom>
              <a:avLst/>
              <a:gdLst/>
              <a:ahLst/>
              <a:cxnLst/>
              <a:rect l="l" t="t" r="r" b="b"/>
              <a:pathLst>
                <a:path w="1413" h="1950" extrusionOk="0">
                  <a:moveTo>
                    <a:pt x="707" y="214"/>
                  </a:moveTo>
                  <a:cubicBezTo>
                    <a:pt x="975" y="214"/>
                    <a:pt x="1200" y="563"/>
                    <a:pt x="1200" y="976"/>
                  </a:cubicBezTo>
                  <a:cubicBezTo>
                    <a:pt x="1200" y="1388"/>
                    <a:pt x="975" y="1737"/>
                    <a:pt x="707" y="1737"/>
                  </a:cubicBezTo>
                  <a:cubicBezTo>
                    <a:pt x="440" y="1737"/>
                    <a:pt x="214" y="1388"/>
                    <a:pt x="214" y="976"/>
                  </a:cubicBezTo>
                  <a:cubicBezTo>
                    <a:pt x="214" y="563"/>
                    <a:pt x="440" y="214"/>
                    <a:pt x="707" y="214"/>
                  </a:cubicBezTo>
                  <a:close/>
                  <a:moveTo>
                    <a:pt x="707" y="1"/>
                  </a:moveTo>
                  <a:cubicBezTo>
                    <a:pt x="318" y="1"/>
                    <a:pt x="1" y="438"/>
                    <a:pt x="1" y="976"/>
                  </a:cubicBezTo>
                  <a:cubicBezTo>
                    <a:pt x="1" y="1513"/>
                    <a:pt x="318" y="1950"/>
                    <a:pt x="707" y="1950"/>
                  </a:cubicBezTo>
                  <a:cubicBezTo>
                    <a:pt x="1097" y="1950"/>
                    <a:pt x="1412" y="1513"/>
                    <a:pt x="1412" y="976"/>
                  </a:cubicBezTo>
                  <a:cubicBezTo>
                    <a:pt x="1412"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925;p40">
              <a:extLst>
                <a:ext uri="{FF2B5EF4-FFF2-40B4-BE49-F238E27FC236}">
                  <a16:creationId xmlns:a16="http://schemas.microsoft.com/office/drawing/2014/main" id="{0FD93A00-1803-D181-1D22-89AE3474B0F2}"/>
                </a:ext>
              </a:extLst>
            </p:cNvPr>
            <p:cNvSpPr/>
            <p:nvPr/>
          </p:nvSpPr>
          <p:spPr>
            <a:xfrm>
              <a:off x="4567350" y="5067975"/>
              <a:ext cx="61650" cy="89175"/>
            </a:xfrm>
            <a:custGeom>
              <a:avLst/>
              <a:gdLst/>
              <a:ahLst/>
              <a:cxnLst/>
              <a:rect l="l" t="t" r="r" b="b"/>
              <a:pathLst>
                <a:path w="2466" h="3567" extrusionOk="0">
                  <a:moveTo>
                    <a:pt x="1233" y="0"/>
                  </a:moveTo>
                  <a:cubicBezTo>
                    <a:pt x="552" y="0"/>
                    <a:pt x="0" y="798"/>
                    <a:pt x="0" y="1784"/>
                  </a:cubicBezTo>
                  <a:cubicBezTo>
                    <a:pt x="0" y="2768"/>
                    <a:pt x="552" y="3566"/>
                    <a:pt x="1233" y="3566"/>
                  </a:cubicBezTo>
                  <a:cubicBezTo>
                    <a:pt x="1913" y="3566"/>
                    <a:pt x="2466" y="2768"/>
                    <a:pt x="2466" y="1784"/>
                  </a:cubicBezTo>
                  <a:cubicBezTo>
                    <a:pt x="2466" y="798"/>
                    <a:pt x="1913"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926;p40">
              <a:extLst>
                <a:ext uri="{FF2B5EF4-FFF2-40B4-BE49-F238E27FC236}">
                  <a16:creationId xmlns:a16="http://schemas.microsoft.com/office/drawing/2014/main" id="{9F227D46-964F-FE8F-EF36-17C17B59FE40}"/>
                </a:ext>
              </a:extLst>
            </p:cNvPr>
            <p:cNvSpPr/>
            <p:nvPr/>
          </p:nvSpPr>
          <p:spPr>
            <a:xfrm>
              <a:off x="4564700" y="5065325"/>
              <a:ext cx="66975" cy="94500"/>
            </a:xfrm>
            <a:custGeom>
              <a:avLst/>
              <a:gdLst/>
              <a:ahLst/>
              <a:cxnLst/>
              <a:rect l="l" t="t" r="r" b="b"/>
              <a:pathLst>
                <a:path w="2679" h="3780" extrusionOk="0">
                  <a:moveTo>
                    <a:pt x="1339" y="213"/>
                  </a:moveTo>
                  <a:cubicBezTo>
                    <a:pt x="1960" y="213"/>
                    <a:pt x="2466" y="965"/>
                    <a:pt x="2466" y="1890"/>
                  </a:cubicBezTo>
                  <a:cubicBezTo>
                    <a:pt x="2466" y="2813"/>
                    <a:pt x="1960" y="3565"/>
                    <a:pt x="1339" y="3565"/>
                  </a:cubicBezTo>
                  <a:cubicBezTo>
                    <a:pt x="718" y="3565"/>
                    <a:pt x="213" y="2813"/>
                    <a:pt x="213" y="1890"/>
                  </a:cubicBezTo>
                  <a:cubicBezTo>
                    <a:pt x="213" y="965"/>
                    <a:pt x="718" y="213"/>
                    <a:pt x="1339" y="213"/>
                  </a:cubicBezTo>
                  <a:close/>
                  <a:moveTo>
                    <a:pt x="1339" y="0"/>
                  </a:moveTo>
                  <a:cubicBezTo>
                    <a:pt x="600" y="0"/>
                    <a:pt x="0" y="848"/>
                    <a:pt x="0" y="1890"/>
                  </a:cubicBezTo>
                  <a:cubicBezTo>
                    <a:pt x="0" y="2932"/>
                    <a:pt x="600" y="3779"/>
                    <a:pt x="1339" y="3779"/>
                  </a:cubicBezTo>
                  <a:cubicBezTo>
                    <a:pt x="2077" y="3779"/>
                    <a:pt x="2679" y="2932"/>
                    <a:pt x="2679" y="1890"/>
                  </a:cubicBezTo>
                  <a:cubicBezTo>
                    <a:pt x="2679" y="848"/>
                    <a:pt x="2077" y="0"/>
                    <a:pt x="133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927;p40">
              <a:extLst>
                <a:ext uri="{FF2B5EF4-FFF2-40B4-BE49-F238E27FC236}">
                  <a16:creationId xmlns:a16="http://schemas.microsoft.com/office/drawing/2014/main" id="{FECA2984-CED6-98FC-DCF5-41183BACE9E3}"/>
                </a:ext>
              </a:extLst>
            </p:cNvPr>
            <p:cNvSpPr/>
            <p:nvPr/>
          </p:nvSpPr>
          <p:spPr>
            <a:xfrm>
              <a:off x="4535250" y="5045000"/>
              <a:ext cx="93425" cy="135100"/>
            </a:xfrm>
            <a:custGeom>
              <a:avLst/>
              <a:gdLst/>
              <a:ahLst/>
              <a:cxnLst/>
              <a:rect l="l" t="t" r="r" b="b"/>
              <a:pathLst>
                <a:path w="3737" h="5404" extrusionOk="0">
                  <a:moveTo>
                    <a:pt x="1869" y="0"/>
                  </a:moveTo>
                  <a:cubicBezTo>
                    <a:pt x="837" y="0"/>
                    <a:pt x="1" y="1209"/>
                    <a:pt x="1" y="2703"/>
                  </a:cubicBezTo>
                  <a:cubicBezTo>
                    <a:pt x="1"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928;p40">
              <a:extLst>
                <a:ext uri="{FF2B5EF4-FFF2-40B4-BE49-F238E27FC236}">
                  <a16:creationId xmlns:a16="http://schemas.microsoft.com/office/drawing/2014/main" id="{9A270D2C-FE0B-E098-4EA4-5FEDF0B362CD}"/>
                </a:ext>
              </a:extLst>
            </p:cNvPr>
            <p:cNvSpPr/>
            <p:nvPr/>
          </p:nvSpPr>
          <p:spPr>
            <a:xfrm>
              <a:off x="4532575" y="5042325"/>
              <a:ext cx="98775" cy="140450"/>
            </a:xfrm>
            <a:custGeom>
              <a:avLst/>
              <a:gdLst/>
              <a:ahLst/>
              <a:cxnLst/>
              <a:rect l="l" t="t" r="r" b="b"/>
              <a:pathLst>
                <a:path w="3951" h="5618" extrusionOk="0">
                  <a:moveTo>
                    <a:pt x="1976" y="215"/>
                  </a:moveTo>
                  <a:cubicBezTo>
                    <a:pt x="2947" y="215"/>
                    <a:pt x="3738" y="1377"/>
                    <a:pt x="3738" y="2810"/>
                  </a:cubicBezTo>
                  <a:cubicBezTo>
                    <a:pt x="3738" y="4241"/>
                    <a:pt x="2947" y="5405"/>
                    <a:pt x="1976" y="5405"/>
                  </a:cubicBezTo>
                  <a:cubicBezTo>
                    <a:pt x="1004" y="5405"/>
                    <a:pt x="215" y="4241"/>
                    <a:pt x="215" y="2810"/>
                  </a:cubicBezTo>
                  <a:cubicBezTo>
                    <a:pt x="215" y="1377"/>
                    <a:pt x="1004" y="215"/>
                    <a:pt x="1976" y="215"/>
                  </a:cubicBezTo>
                  <a:close/>
                  <a:moveTo>
                    <a:pt x="1976" y="0"/>
                  </a:moveTo>
                  <a:cubicBezTo>
                    <a:pt x="888" y="0"/>
                    <a:pt x="0" y="1261"/>
                    <a:pt x="0" y="2810"/>
                  </a:cubicBezTo>
                  <a:cubicBezTo>
                    <a:pt x="0" y="4358"/>
                    <a:pt x="888" y="5618"/>
                    <a:pt x="1976" y="5618"/>
                  </a:cubicBezTo>
                  <a:cubicBezTo>
                    <a:pt x="3065" y="5618"/>
                    <a:pt x="3951" y="4358"/>
                    <a:pt x="3951" y="2810"/>
                  </a:cubicBezTo>
                  <a:cubicBezTo>
                    <a:pt x="3951" y="1261"/>
                    <a:pt x="3065" y="0"/>
                    <a:pt x="197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929;p40">
              <a:extLst>
                <a:ext uri="{FF2B5EF4-FFF2-40B4-BE49-F238E27FC236}">
                  <a16:creationId xmlns:a16="http://schemas.microsoft.com/office/drawing/2014/main" id="{D6DA45FC-71AF-B76A-D1B9-8E17CDEECB3E}"/>
                </a:ext>
              </a:extLst>
            </p:cNvPr>
            <p:cNvSpPr/>
            <p:nvPr/>
          </p:nvSpPr>
          <p:spPr>
            <a:xfrm>
              <a:off x="4546125" y="5045000"/>
              <a:ext cx="93450" cy="135100"/>
            </a:xfrm>
            <a:custGeom>
              <a:avLst/>
              <a:gdLst/>
              <a:ahLst/>
              <a:cxnLst/>
              <a:rect l="l" t="t" r="r" b="b"/>
              <a:pathLst>
                <a:path w="3738" h="5404" extrusionOk="0">
                  <a:moveTo>
                    <a:pt x="1869" y="0"/>
                  </a:moveTo>
                  <a:cubicBezTo>
                    <a:pt x="837" y="0"/>
                    <a:pt x="0" y="1209"/>
                    <a:pt x="0" y="2703"/>
                  </a:cubicBezTo>
                  <a:cubicBezTo>
                    <a:pt x="0" y="4195"/>
                    <a:pt x="837" y="5404"/>
                    <a:pt x="1869" y="5404"/>
                  </a:cubicBezTo>
                  <a:cubicBezTo>
                    <a:pt x="2901" y="5404"/>
                    <a:pt x="3738" y="4195"/>
                    <a:pt x="3738" y="2703"/>
                  </a:cubicBezTo>
                  <a:cubicBezTo>
                    <a:pt x="3738"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930;p40">
              <a:extLst>
                <a:ext uri="{FF2B5EF4-FFF2-40B4-BE49-F238E27FC236}">
                  <a16:creationId xmlns:a16="http://schemas.microsoft.com/office/drawing/2014/main" id="{94DF31E9-4841-4724-96BF-6EE8B068670C}"/>
                </a:ext>
              </a:extLst>
            </p:cNvPr>
            <p:cNvSpPr/>
            <p:nvPr/>
          </p:nvSpPr>
          <p:spPr>
            <a:xfrm>
              <a:off x="4543475" y="5042325"/>
              <a:ext cx="98750" cy="140450"/>
            </a:xfrm>
            <a:custGeom>
              <a:avLst/>
              <a:gdLst/>
              <a:ahLst/>
              <a:cxnLst/>
              <a:rect l="l" t="t" r="r" b="b"/>
              <a:pathLst>
                <a:path w="3950" h="5618" extrusionOk="0">
                  <a:moveTo>
                    <a:pt x="1975" y="215"/>
                  </a:moveTo>
                  <a:cubicBezTo>
                    <a:pt x="2946" y="215"/>
                    <a:pt x="3736" y="1377"/>
                    <a:pt x="3736" y="2810"/>
                  </a:cubicBezTo>
                  <a:cubicBezTo>
                    <a:pt x="3736" y="4241"/>
                    <a:pt x="2946" y="5405"/>
                    <a:pt x="1975" y="5405"/>
                  </a:cubicBezTo>
                  <a:cubicBezTo>
                    <a:pt x="1004" y="5405"/>
                    <a:pt x="214" y="4241"/>
                    <a:pt x="214" y="2810"/>
                  </a:cubicBezTo>
                  <a:cubicBezTo>
                    <a:pt x="214" y="1377"/>
                    <a:pt x="1004" y="215"/>
                    <a:pt x="1975" y="215"/>
                  </a:cubicBezTo>
                  <a:close/>
                  <a:moveTo>
                    <a:pt x="1975" y="0"/>
                  </a:moveTo>
                  <a:cubicBezTo>
                    <a:pt x="887" y="0"/>
                    <a:pt x="1" y="1261"/>
                    <a:pt x="1" y="2810"/>
                  </a:cubicBezTo>
                  <a:cubicBezTo>
                    <a:pt x="1" y="4358"/>
                    <a:pt x="887" y="5618"/>
                    <a:pt x="1975" y="5618"/>
                  </a:cubicBezTo>
                  <a:cubicBezTo>
                    <a:pt x="3063" y="5618"/>
                    <a:pt x="3949" y="4358"/>
                    <a:pt x="3949" y="2810"/>
                  </a:cubicBezTo>
                  <a:cubicBezTo>
                    <a:pt x="3949" y="1261"/>
                    <a:pt x="3063" y="0"/>
                    <a:pt x="19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931;p40">
              <a:extLst>
                <a:ext uri="{FF2B5EF4-FFF2-40B4-BE49-F238E27FC236}">
                  <a16:creationId xmlns:a16="http://schemas.microsoft.com/office/drawing/2014/main" id="{7351CCAA-26EC-F0F4-AEFF-DDE77830A966}"/>
                </a:ext>
              </a:extLst>
            </p:cNvPr>
            <p:cNvSpPr/>
            <p:nvPr/>
          </p:nvSpPr>
          <p:spPr>
            <a:xfrm>
              <a:off x="4574450" y="5068975"/>
              <a:ext cx="66025" cy="86925"/>
            </a:xfrm>
            <a:custGeom>
              <a:avLst/>
              <a:gdLst/>
              <a:ahLst/>
              <a:cxnLst/>
              <a:rect l="l" t="t" r="r" b="b"/>
              <a:pathLst>
                <a:path w="2641" h="3477" extrusionOk="0">
                  <a:moveTo>
                    <a:pt x="1203" y="0"/>
                  </a:moveTo>
                  <a:lnTo>
                    <a:pt x="1203" y="2"/>
                  </a:lnTo>
                  <a:cubicBezTo>
                    <a:pt x="539" y="2"/>
                    <a:pt x="0" y="782"/>
                    <a:pt x="0" y="1744"/>
                  </a:cubicBezTo>
                  <a:cubicBezTo>
                    <a:pt x="0" y="2706"/>
                    <a:pt x="539" y="3477"/>
                    <a:pt x="1203" y="3477"/>
                  </a:cubicBezTo>
                  <a:lnTo>
                    <a:pt x="2640" y="3477"/>
                  </a:lnTo>
                  <a:lnTo>
                    <a:pt x="26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932;p40">
              <a:extLst>
                <a:ext uri="{FF2B5EF4-FFF2-40B4-BE49-F238E27FC236}">
                  <a16:creationId xmlns:a16="http://schemas.microsoft.com/office/drawing/2014/main" id="{4BAC2B9B-50A5-B669-B27B-C2C749D23505}"/>
                </a:ext>
              </a:extLst>
            </p:cNvPr>
            <p:cNvSpPr/>
            <p:nvPr/>
          </p:nvSpPr>
          <p:spPr>
            <a:xfrm>
              <a:off x="4571775" y="5066325"/>
              <a:ext cx="71375" cy="92275"/>
            </a:xfrm>
            <a:custGeom>
              <a:avLst/>
              <a:gdLst/>
              <a:ahLst/>
              <a:cxnLst/>
              <a:rect l="l" t="t" r="r" b="b"/>
              <a:pathLst>
                <a:path w="2855" h="3691" extrusionOk="0">
                  <a:moveTo>
                    <a:pt x="2640" y="213"/>
                  </a:moveTo>
                  <a:lnTo>
                    <a:pt x="2640" y="3476"/>
                  </a:lnTo>
                  <a:lnTo>
                    <a:pt x="1310" y="3476"/>
                  </a:lnTo>
                  <a:cubicBezTo>
                    <a:pt x="706" y="3476"/>
                    <a:pt x="213" y="2751"/>
                    <a:pt x="213" y="1850"/>
                  </a:cubicBezTo>
                  <a:cubicBezTo>
                    <a:pt x="213" y="947"/>
                    <a:pt x="706" y="213"/>
                    <a:pt x="1310" y="213"/>
                  </a:cubicBezTo>
                  <a:close/>
                  <a:moveTo>
                    <a:pt x="1310" y="1"/>
                  </a:moveTo>
                  <a:cubicBezTo>
                    <a:pt x="588" y="1"/>
                    <a:pt x="0" y="834"/>
                    <a:pt x="0" y="1850"/>
                  </a:cubicBezTo>
                  <a:cubicBezTo>
                    <a:pt x="0" y="2864"/>
                    <a:pt x="588" y="3690"/>
                    <a:pt x="1310" y="3690"/>
                  </a:cubicBezTo>
                  <a:lnTo>
                    <a:pt x="2747" y="3690"/>
                  </a:lnTo>
                  <a:cubicBezTo>
                    <a:pt x="2807" y="3690"/>
                    <a:pt x="2855" y="3642"/>
                    <a:pt x="2855" y="3583"/>
                  </a:cubicBezTo>
                  <a:lnTo>
                    <a:pt x="2855" y="108"/>
                  </a:lnTo>
                  <a:cubicBezTo>
                    <a:pt x="2855" y="48"/>
                    <a:pt x="2807" y="1"/>
                    <a:pt x="274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933;p40">
              <a:extLst>
                <a:ext uri="{FF2B5EF4-FFF2-40B4-BE49-F238E27FC236}">
                  <a16:creationId xmlns:a16="http://schemas.microsoft.com/office/drawing/2014/main" id="{9FE0BF08-5418-83D6-E419-1D3B67521079}"/>
                </a:ext>
              </a:extLst>
            </p:cNvPr>
            <p:cNvSpPr/>
            <p:nvPr/>
          </p:nvSpPr>
          <p:spPr>
            <a:xfrm>
              <a:off x="4610375" y="5068975"/>
              <a:ext cx="60200" cy="87075"/>
            </a:xfrm>
            <a:custGeom>
              <a:avLst/>
              <a:gdLst/>
              <a:ahLst/>
              <a:cxnLst/>
              <a:rect l="l" t="t" r="r" b="b"/>
              <a:pathLst>
                <a:path w="2408" h="3483" extrusionOk="0">
                  <a:moveTo>
                    <a:pt x="1203" y="0"/>
                  </a:moveTo>
                  <a:cubicBezTo>
                    <a:pt x="538" y="0"/>
                    <a:pt x="0" y="782"/>
                    <a:pt x="0" y="1744"/>
                  </a:cubicBezTo>
                  <a:cubicBezTo>
                    <a:pt x="0" y="2706"/>
                    <a:pt x="538" y="3483"/>
                    <a:pt x="1203" y="3483"/>
                  </a:cubicBezTo>
                  <a:cubicBezTo>
                    <a:pt x="1869" y="3483"/>
                    <a:pt x="2408" y="2706"/>
                    <a:pt x="2408" y="1744"/>
                  </a:cubicBezTo>
                  <a:cubicBezTo>
                    <a:pt x="2408" y="782"/>
                    <a:pt x="1869" y="0"/>
                    <a:pt x="12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934;p40">
              <a:extLst>
                <a:ext uri="{FF2B5EF4-FFF2-40B4-BE49-F238E27FC236}">
                  <a16:creationId xmlns:a16="http://schemas.microsoft.com/office/drawing/2014/main" id="{7D5D1960-10D3-B738-1444-EC675CDAC8F1}"/>
                </a:ext>
              </a:extLst>
            </p:cNvPr>
            <p:cNvSpPr/>
            <p:nvPr/>
          </p:nvSpPr>
          <p:spPr>
            <a:xfrm>
              <a:off x="4607725" y="5066325"/>
              <a:ext cx="65550" cy="92425"/>
            </a:xfrm>
            <a:custGeom>
              <a:avLst/>
              <a:gdLst/>
              <a:ahLst/>
              <a:cxnLst/>
              <a:rect l="l" t="t" r="r" b="b"/>
              <a:pathLst>
                <a:path w="2622" h="3697" extrusionOk="0">
                  <a:moveTo>
                    <a:pt x="1309" y="213"/>
                  </a:moveTo>
                  <a:cubicBezTo>
                    <a:pt x="1915" y="213"/>
                    <a:pt x="2408" y="949"/>
                    <a:pt x="2408" y="1850"/>
                  </a:cubicBezTo>
                  <a:cubicBezTo>
                    <a:pt x="2408" y="2751"/>
                    <a:pt x="1914" y="3483"/>
                    <a:pt x="1309" y="3483"/>
                  </a:cubicBezTo>
                  <a:cubicBezTo>
                    <a:pt x="705" y="3483"/>
                    <a:pt x="213" y="2751"/>
                    <a:pt x="213" y="1850"/>
                  </a:cubicBezTo>
                  <a:cubicBezTo>
                    <a:pt x="213" y="947"/>
                    <a:pt x="705" y="213"/>
                    <a:pt x="1309" y="213"/>
                  </a:cubicBezTo>
                  <a:close/>
                  <a:moveTo>
                    <a:pt x="1309" y="1"/>
                  </a:moveTo>
                  <a:cubicBezTo>
                    <a:pt x="587" y="1"/>
                    <a:pt x="1" y="831"/>
                    <a:pt x="1" y="1850"/>
                  </a:cubicBezTo>
                  <a:cubicBezTo>
                    <a:pt x="1" y="2868"/>
                    <a:pt x="587" y="3696"/>
                    <a:pt x="1309" y="3696"/>
                  </a:cubicBezTo>
                  <a:cubicBezTo>
                    <a:pt x="2033" y="3696"/>
                    <a:pt x="2621" y="2868"/>
                    <a:pt x="2621" y="1850"/>
                  </a:cubicBezTo>
                  <a:cubicBezTo>
                    <a:pt x="2621" y="830"/>
                    <a:pt x="2031" y="1"/>
                    <a:pt x="130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935;p40">
              <a:extLst>
                <a:ext uri="{FF2B5EF4-FFF2-40B4-BE49-F238E27FC236}">
                  <a16:creationId xmlns:a16="http://schemas.microsoft.com/office/drawing/2014/main" id="{BC59D956-2E26-E580-1B91-2B90D25051F0}"/>
                </a:ext>
              </a:extLst>
            </p:cNvPr>
            <p:cNvSpPr/>
            <p:nvPr/>
          </p:nvSpPr>
          <p:spPr>
            <a:xfrm>
              <a:off x="4633150" y="5090850"/>
              <a:ext cx="53100" cy="43350"/>
            </a:xfrm>
            <a:custGeom>
              <a:avLst/>
              <a:gdLst/>
              <a:ahLst/>
              <a:cxnLst/>
              <a:rect l="l" t="t" r="r" b="b"/>
              <a:pathLst>
                <a:path w="2124" h="1734" extrusionOk="0">
                  <a:moveTo>
                    <a:pt x="602" y="1"/>
                  </a:moveTo>
                  <a:cubicBezTo>
                    <a:pt x="268" y="1"/>
                    <a:pt x="0" y="388"/>
                    <a:pt x="0" y="869"/>
                  </a:cubicBezTo>
                  <a:cubicBezTo>
                    <a:pt x="0" y="1348"/>
                    <a:pt x="268" y="1734"/>
                    <a:pt x="602" y="1734"/>
                  </a:cubicBezTo>
                  <a:lnTo>
                    <a:pt x="2124" y="1734"/>
                  </a:lnTo>
                  <a:lnTo>
                    <a:pt x="21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936;p40">
              <a:extLst>
                <a:ext uri="{FF2B5EF4-FFF2-40B4-BE49-F238E27FC236}">
                  <a16:creationId xmlns:a16="http://schemas.microsoft.com/office/drawing/2014/main" id="{2BB99707-ECCC-9217-1C2B-B1F39825571A}"/>
                </a:ext>
              </a:extLst>
            </p:cNvPr>
            <p:cNvSpPr/>
            <p:nvPr/>
          </p:nvSpPr>
          <p:spPr>
            <a:xfrm>
              <a:off x="4630475" y="5088175"/>
              <a:ext cx="58450" cy="48725"/>
            </a:xfrm>
            <a:custGeom>
              <a:avLst/>
              <a:gdLst/>
              <a:ahLst/>
              <a:cxnLst/>
              <a:rect l="l" t="t" r="r" b="b"/>
              <a:pathLst>
                <a:path w="2338" h="1949" extrusionOk="0">
                  <a:moveTo>
                    <a:pt x="709" y="213"/>
                  </a:moveTo>
                  <a:lnTo>
                    <a:pt x="709" y="215"/>
                  </a:lnTo>
                  <a:lnTo>
                    <a:pt x="2125" y="215"/>
                  </a:lnTo>
                  <a:lnTo>
                    <a:pt x="2125" y="1735"/>
                  </a:lnTo>
                  <a:lnTo>
                    <a:pt x="709" y="1735"/>
                  </a:lnTo>
                  <a:cubicBezTo>
                    <a:pt x="435" y="1735"/>
                    <a:pt x="213" y="1396"/>
                    <a:pt x="213" y="976"/>
                  </a:cubicBezTo>
                  <a:cubicBezTo>
                    <a:pt x="213" y="556"/>
                    <a:pt x="435" y="213"/>
                    <a:pt x="709" y="213"/>
                  </a:cubicBezTo>
                  <a:close/>
                  <a:moveTo>
                    <a:pt x="709" y="1"/>
                  </a:moveTo>
                  <a:cubicBezTo>
                    <a:pt x="311" y="1"/>
                    <a:pt x="0" y="431"/>
                    <a:pt x="0" y="976"/>
                  </a:cubicBezTo>
                  <a:cubicBezTo>
                    <a:pt x="0" y="1521"/>
                    <a:pt x="311" y="1948"/>
                    <a:pt x="709" y="1948"/>
                  </a:cubicBezTo>
                  <a:lnTo>
                    <a:pt x="2231" y="1948"/>
                  </a:lnTo>
                  <a:cubicBezTo>
                    <a:pt x="2290" y="1948"/>
                    <a:pt x="2338" y="1900"/>
                    <a:pt x="2338" y="1841"/>
                  </a:cubicBezTo>
                  <a:lnTo>
                    <a:pt x="2338" y="108"/>
                  </a:lnTo>
                  <a:cubicBezTo>
                    <a:pt x="2338" y="48"/>
                    <a:pt x="2290" y="1"/>
                    <a:pt x="223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937;p40">
              <a:extLst>
                <a:ext uri="{FF2B5EF4-FFF2-40B4-BE49-F238E27FC236}">
                  <a16:creationId xmlns:a16="http://schemas.microsoft.com/office/drawing/2014/main" id="{68D4FB84-E84D-91C6-3B0D-D1646689F901}"/>
                </a:ext>
              </a:extLst>
            </p:cNvPr>
            <p:cNvSpPr/>
            <p:nvPr/>
          </p:nvSpPr>
          <p:spPr>
            <a:xfrm>
              <a:off x="4671275" y="5090850"/>
              <a:ext cx="29975" cy="43350"/>
            </a:xfrm>
            <a:custGeom>
              <a:avLst/>
              <a:gdLst/>
              <a:ahLst/>
              <a:cxnLst/>
              <a:rect l="l" t="t" r="r" b="b"/>
              <a:pathLst>
                <a:path w="1199" h="1734" extrusionOk="0">
                  <a:moveTo>
                    <a:pt x="599" y="1"/>
                  </a:moveTo>
                  <a:cubicBezTo>
                    <a:pt x="268" y="1"/>
                    <a:pt x="0" y="391"/>
                    <a:pt x="0" y="869"/>
                  </a:cubicBezTo>
                  <a:cubicBezTo>
                    <a:pt x="0" y="1347"/>
                    <a:pt x="268" y="1734"/>
                    <a:pt x="599" y="1734"/>
                  </a:cubicBezTo>
                  <a:cubicBezTo>
                    <a:pt x="929" y="1734"/>
                    <a:pt x="1199" y="1347"/>
                    <a:pt x="1199" y="869"/>
                  </a:cubicBezTo>
                  <a:cubicBezTo>
                    <a:pt x="1199"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938;p40">
              <a:extLst>
                <a:ext uri="{FF2B5EF4-FFF2-40B4-BE49-F238E27FC236}">
                  <a16:creationId xmlns:a16="http://schemas.microsoft.com/office/drawing/2014/main" id="{7E109CC8-145F-BE91-857D-EABCFC1AB27D}"/>
                </a:ext>
              </a:extLst>
            </p:cNvPr>
            <p:cNvSpPr/>
            <p:nvPr/>
          </p:nvSpPr>
          <p:spPr>
            <a:xfrm>
              <a:off x="4668575" y="5088175"/>
              <a:ext cx="35325" cy="48725"/>
            </a:xfrm>
            <a:custGeom>
              <a:avLst/>
              <a:gdLst/>
              <a:ahLst/>
              <a:cxnLst/>
              <a:rect l="l" t="t" r="r" b="b"/>
              <a:pathLst>
                <a:path w="1413" h="1949" extrusionOk="0">
                  <a:moveTo>
                    <a:pt x="707" y="213"/>
                  </a:moveTo>
                  <a:cubicBezTo>
                    <a:pt x="975" y="213"/>
                    <a:pt x="1200" y="563"/>
                    <a:pt x="1200" y="976"/>
                  </a:cubicBezTo>
                  <a:cubicBezTo>
                    <a:pt x="1200" y="1387"/>
                    <a:pt x="975" y="1735"/>
                    <a:pt x="707" y="1735"/>
                  </a:cubicBezTo>
                  <a:cubicBezTo>
                    <a:pt x="440" y="1735"/>
                    <a:pt x="214" y="1388"/>
                    <a:pt x="214" y="976"/>
                  </a:cubicBezTo>
                  <a:cubicBezTo>
                    <a:pt x="214" y="562"/>
                    <a:pt x="440" y="213"/>
                    <a:pt x="707" y="213"/>
                  </a:cubicBezTo>
                  <a:close/>
                  <a:moveTo>
                    <a:pt x="707" y="1"/>
                  </a:moveTo>
                  <a:cubicBezTo>
                    <a:pt x="318" y="1"/>
                    <a:pt x="1" y="440"/>
                    <a:pt x="1" y="976"/>
                  </a:cubicBezTo>
                  <a:cubicBezTo>
                    <a:pt x="1" y="1512"/>
                    <a:pt x="318" y="1948"/>
                    <a:pt x="707" y="1948"/>
                  </a:cubicBezTo>
                  <a:cubicBezTo>
                    <a:pt x="1097" y="1948"/>
                    <a:pt x="1412" y="1513"/>
                    <a:pt x="1412" y="976"/>
                  </a:cubicBezTo>
                  <a:cubicBezTo>
                    <a:pt x="1412"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939;p40">
              <a:extLst>
                <a:ext uri="{FF2B5EF4-FFF2-40B4-BE49-F238E27FC236}">
                  <a16:creationId xmlns:a16="http://schemas.microsoft.com/office/drawing/2014/main" id="{51FC340E-CDA5-DE8E-E514-0E447921C978}"/>
                </a:ext>
              </a:extLst>
            </p:cNvPr>
            <p:cNvSpPr/>
            <p:nvPr/>
          </p:nvSpPr>
          <p:spPr>
            <a:xfrm>
              <a:off x="4200775" y="3862850"/>
              <a:ext cx="345375" cy="499600"/>
            </a:xfrm>
            <a:custGeom>
              <a:avLst/>
              <a:gdLst/>
              <a:ahLst/>
              <a:cxnLst/>
              <a:rect l="l" t="t" r="r" b="b"/>
              <a:pathLst>
                <a:path w="13815" h="19984" extrusionOk="0">
                  <a:moveTo>
                    <a:pt x="6907" y="1"/>
                  </a:moveTo>
                  <a:cubicBezTo>
                    <a:pt x="5076" y="1"/>
                    <a:pt x="3319" y="1053"/>
                    <a:pt x="2024" y="2928"/>
                  </a:cubicBezTo>
                  <a:cubicBezTo>
                    <a:pt x="728" y="4801"/>
                    <a:pt x="0" y="7343"/>
                    <a:pt x="0" y="9993"/>
                  </a:cubicBezTo>
                  <a:cubicBezTo>
                    <a:pt x="0" y="12642"/>
                    <a:pt x="728" y="15183"/>
                    <a:pt x="2024" y="17056"/>
                  </a:cubicBezTo>
                  <a:cubicBezTo>
                    <a:pt x="3319" y="18931"/>
                    <a:pt x="5076" y="19984"/>
                    <a:pt x="6907" y="19984"/>
                  </a:cubicBezTo>
                  <a:cubicBezTo>
                    <a:pt x="8740" y="19984"/>
                    <a:pt x="10497" y="18931"/>
                    <a:pt x="11792" y="17056"/>
                  </a:cubicBezTo>
                  <a:cubicBezTo>
                    <a:pt x="13088" y="15183"/>
                    <a:pt x="13814" y="12642"/>
                    <a:pt x="13814" y="9993"/>
                  </a:cubicBezTo>
                  <a:cubicBezTo>
                    <a:pt x="13814" y="7343"/>
                    <a:pt x="13088" y="4801"/>
                    <a:pt x="11792" y="2928"/>
                  </a:cubicBezTo>
                  <a:cubicBezTo>
                    <a:pt x="10497" y="1053"/>
                    <a:pt x="8740" y="1"/>
                    <a:pt x="69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940;p40">
              <a:extLst>
                <a:ext uri="{FF2B5EF4-FFF2-40B4-BE49-F238E27FC236}">
                  <a16:creationId xmlns:a16="http://schemas.microsoft.com/office/drawing/2014/main" id="{7B58F38A-9DBB-6CCA-CAD4-613791881471}"/>
                </a:ext>
              </a:extLst>
            </p:cNvPr>
            <p:cNvSpPr/>
            <p:nvPr/>
          </p:nvSpPr>
          <p:spPr>
            <a:xfrm>
              <a:off x="4198125" y="3860200"/>
              <a:ext cx="350700" cy="504900"/>
            </a:xfrm>
            <a:custGeom>
              <a:avLst/>
              <a:gdLst/>
              <a:ahLst/>
              <a:cxnLst/>
              <a:rect l="l" t="t" r="r" b="b"/>
              <a:pathLst>
                <a:path w="14028" h="20196" extrusionOk="0">
                  <a:moveTo>
                    <a:pt x="7013" y="214"/>
                  </a:moveTo>
                  <a:cubicBezTo>
                    <a:pt x="10764" y="214"/>
                    <a:pt x="13815" y="4648"/>
                    <a:pt x="13815" y="10099"/>
                  </a:cubicBezTo>
                  <a:cubicBezTo>
                    <a:pt x="13815" y="15548"/>
                    <a:pt x="10764" y="19983"/>
                    <a:pt x="7013" y="19983"/>
                  </a:cubicBezTo>
                  <a:cubicBezTo>
                    <a:pt x="3264" y="19983"/>
                    <a:pt x="213" y="15548"/>
                    <a:pt x="213" y="10099"/>
                  </a:cubicBezTo>
                  <a:cubicBezTo>
                    <a:pt x="213" y="4648"/>
                    <a:pt x="3264" y="214"/>
                    <a:pt x="7013" y="214"/>
                  </a:cubicBezTo>
                  <a:close/>
                  <a:moveTo>
                    <a:pt x="7013" y="1"/>
                  </a:moveTo>
                  <a:cubicBezTo>
                    <a:pt x="3146" y="1"/>
                    <a:pt x="0" y="4530"/>
                    <a:pt x="0" y="10099"/>
                  </a:cubicBezTo>
                  <a:cubicBezTo>
                    <a:pt x="0" y="15666"/>
                    <a:pt x="3146" y="20195"/>
                    <a:pt x="7013" y="20195"/>
                  </a:cubicBezTo>
                  <a:cubicBezTo>
                    <a:pt x="10881" y="20195"/>
                    <a:pt x="14028" y="15666"/>
                    <a:pt x="14028" y="10099"/>
                  </a:cubicBezTo>
                  <a:cubicBezTo>
                    <a:pt x="14028" y="4530"/>
                    <a:pt x="10881" y="1"/>
                    <a:pt x="701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941;p40">
              <a:extLst>
                <a:ext uri="{FF2B5EF4-FFF2-40B4-BE49-F238E27FC236}">
                  <a16:creationId xmlns:a16="http://schemas.microsoft.com/office/drawing/2014/main" id="{C72017CA-3603-E5F6-0141-9C774DFCD085}"/>
                </a:ext>
              </a:extLst>
            </p:cNvPr>
            <p:cNvSpPr/>
            <p:nvPr/>
          </p:nvSpPr>
          <p:spPr>
            <a:xfrm>
              <a:off x="4240850" y="3862850"/>
              <a:ext cx="345375" cy="499600"/>
            </a:xfrm>
            <a:custGeom>
              <a:avLst/>
              <a:gdLst/>
              <a:ahLst/>
              <a:cxnLst/>
              <a:rect l="l" t="t" r="r" b="b"/>
              <a:pathLst>
                <a:path w="13815" h="19984" extrusionOk="0">
                  <a:moveTo>
                    <a:pt x="6908" y="1"/>
                  </a:moveTo>
                  <a:cubicBezTo>
                    <a:pt x="5076" y="1"/>
                    <a:pt x="3319" y="1053"/>
                    <a:pt x="2024" y="2928"/>
                  </a:cubicBezTo>
                  <a:cubicBezTo>
                    <a:pt x="729" y="4801"/>
                    <a:pt x="1" y="7343"/>
                    <a:pt x="1" y="9993"/>
                  </a:cubicBezTo>
                  <a:cubicBezTo>
                    <a:pt x="1" y="12642"/>
                    <a:pt x="729" y="15183"/>
                    <a:pt x="2024" y="17056"/>
                  </a:cubicBezTo>
                  <a:cubicBezTo>
                    <a:pt x="3319" y="18931"/>
                    <a:pt x="5076" y="19984"/>
                    <a:pt x="6908" y="19984"/>
                  </a:cubicBezTo>
                  <a:cubicBezTo>
                    <a:pt x="8741" y="19984"/>
                    <a:pt x="10498" y="18931"/>
                    <a:pt x="11793" y="17056"/>
                  </a:cubicBezTo>
                  <a:cubicBezTo>
                    <a:pt x="13088" y="15183"/>
                    <a:pt x="13815" y="12642"/>
                    <a:pt x="13815" y="9993"/>
                  </a:cubicBezTo>
                  <a:cubicBezTo>
                    <a:pt x="13815" y="7343"/>
                    <a:pt x="13088" y="4801"/>
                    <a:pt x="11793" y="2928"/>
                  </a:cubicBezTo>
                  <a:cubicBezTo>
                    <a:pt x="10498" y="1053"/>
                    <a:pt x="8741" y="1"/>
                    <a:pt x="69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942;p40">
              <a:extLst>
                <a:ext uri="{FF2B5EF4-FFF2-40B4-BE49-F238E27FC236}">
                  <a16:creationId xmlns:a16="http://schemas.microsoft.com/office/drawing/2014/main" id="{46E50111-25C0-9473-84E2-3347B4E88D69}"/>
                </a:ext>
              </a:extLst>
            </p:cNvPr>
            <p:cNvSpPr/>
            <p:nvPr/>
          </p:nvSpPr>
          <p:spPr>
            <a:xfrm>
              <a:off x="4238200" y="3860200"/>
              <a:ext cx="350725" cy="504900"/>
            </a:xfrm>
            <a:custGeom>
              <a:avLst/>
              <a:gdLst/>
              <a:ahLst/>
              <a:cxnLst/>
              <a:rect l="l" t="t" r="r" b="b"/>
              <a:pathLst>
                <a:path w="14029" h="20196" extrusionOk="0">
                  <a:moveTo>
                    <a:pt x="7014" y="214"/>
                  </a:moveTo>
                  <a:cubicBezTo>
                    <a:pt x="10764" y="214"/>
                    <a:pt x="13815" y="4648"/>
                    <a:pt x="13815" y="10099"/>
                  </a:cubicBezTo>
                  <a:cubicBezTo>
                    <a:pt x="13815" y="15548"/>
                    <a:pt x="10764" y="19983"/>
                    <a:pt x="7014" y="19983"/>
                  </a:cubicBezTo>
                  <a:cubicBezTo>
                    <a:pt x="3265" y="19983"/>
                    <a:pt x="214" y="15548"/>
                    <a:pt x="214" y="10099"/>
                  </a:cubicBezTo>
                  <a:cubicBezTo>
                    <a:pt x="214" y="4648"/>
                    <a:pt x="3265" y="214"/>
                    <a:pt x="7014" y="214"/>
                  </a:cubicBezTo>
                  <a:close/>
                  <a:moveTo>
                    <a:pt x="7014" y="1"/>
                  </a:moveTo>
                  <a:cubicBezTo>
                    <a:pt x="3147" y="1"/>
                    <a:pt x="1" y="4530"/>
                    <a:pt x="1" y="10099"/>
                  </a:cubicBezTo>
                  <a:cubicBezTo>
                    <a:pt x="1" y="15666"/>
                    <a:pt x="3147" y="20195"/>
                    <a:pt x="7014" y="20195"/>
                  </a:cubicBezTo>
                  <a:cubicBezTo>
                    <a:pt x="10882" y="20195"/>
                    <a:pt x="14028" y="15666"/>
                    <a:pt x="14028" y="10099"/>
                  </a:cubicBezTo>
                  <a:cubicBezTo>
                    <a:pt x="14028" y="4530"/>
                    <a:pt x="10882" y="1"/>
                    <a:pt x="701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943;p40">
              <a:extLst>
                <a:ext uri="{FF2B5EF4-FFF2-40B4-BE49-F238E27FC236}">
                  <a16:creationId xmlns:a16="http://schemas.microsoft.com/office/drawing/2014/main" id="{B5571BF7-C9EE-5E3B-EC88-C19B8BEA6D41}"/>
                </a:ext>
              </a:extLst>
            </p:cNvPr>
            <p:cNvSpPr/>
            <p:nvPr/>
          </p:nvSpPr>
          <p:spPr>
            <a:xfrm>
              <a:off x="4329750" y="3947900"/>
              <a:ext cx="256075" cy="329575"/>
            </a:xfrm>
            <a:custGeom>
              <a:avLst/>
              <a:gdLst/>
              <a:ahLst/>
              <a:cxnLst/>
              <a:rect l="l" t="t" r="r" b="b"/>
              <a:pathLst>
                <a:path w="10243" h="13183" extrusionOk="0">
                  <a:moveTo>
                    <a:pt x="4558" y="1"/>
                  </a:moveTo>
                  <a:cubicBezTo>
                    <a:pt x="2040" y="1"/>
                    <a:pt x="0" y="2951"/>
                    <a:pt x="0" y="6591"/>
                  </a:cubicBezTo>
                  <a:cubicBezTo>
                    <a:pt x="0" y="10231"/>
                    <a:pt x="2040" y="13182"/>
                    <a:pt x="4558" y="13182"/>
                  </a:cubicBezTo>
                  <a:lnTo>
                    <a:pt x="10243" y="13182"/>
                  </a:lnTo>
                  <a:lnTo>
                    <a:pt x="102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944;p40">
              <a:extLst>
                <a:ext uri="{FF2B5EF4-FFF2-40B4-BE49-F238E27FC236}">
                  <a16:creationId xmlns:a16="http://schemas.microsoft.com/office/drawing/2014/main" id="{196F5C0A-7635-6AD6-D794-1DBFAAB15015}"/>
                </a:ext>
              </a:extLst>
            </p:cNvPr>
            <p:cNvSpPr/>
            <p:nvPr/>
          </p:nvSpPr>
          <p:spPr>
            <a:xfrm>
              <a:off x="4327050" y="3945225"/>
              <a:ext cx="261425" cy="334925"/>
            </a:xfrm>
            <a:custGeom>
              <a:avLst/>
              <a:gdLst/>
              <a:ahLst/>
              <a:cxnLst/>
              <a:rect l="l" t="t" r="r" b="b"/>
              <a:pathLst>
                <a:path w="10457" h="13397" extrusionOk="0">
                  <a:moveTo>
                    <a:pt x="10243" y="215"/>
                  </a:moveTo>
                  <a:lnTo>
                    <a:pt x="10243" y="13182"/>
                  </a:lnTo>
                  <a:lnTo>
                    <a:pt x="4666" y="13182"/>
                  </a:lnTo>
                  <a:cubicBezTo>
                    <a:pt x="2211" y="13182"/>
                    <a:pt x="214" y="10271"/>
                    <a:pt x="214" y="6698"/>
                  </a:cubicBezTo>
                  <a:cubicBezTo>
                    <a:pt x="214" y="3123"/>
                    <a:pt x="2211" y="215"/>
                    <a:pt x="4666" y="215"/>
                  </a:cubicBezTo>
                  <a:close/>
                  <a:moveTo>
                    <a:pt x="4666" y="1"/>
                  </a:moveTo>
                  <a:cubicBezTo>
                    <a:pt x="2093" y="1"/>
                    <a:pt x="1" y="3004"/>
                    <a:pt x="1" y="6698"/>
                  </a:cubicBezTo>
                  <a:cubicBezTo>
                    <a:pt x="1" y="10391"/>
                    <a:pt x="2093" y="13397"/>
                    <a:pt x="4666" y="13397"/>
                  </a:cubicBezTo>
                  <a:lnTo>
                    <a:pt x="10351" y="13397"/>
                  </a:lnTo>
                  <a:cubicBezTo>
                    <a:pt x="10409" y="13397"/>
                    <a:pt x="10456" y="13349"/>
                    <a:pt x="10456" y="13289"/>
                  </a:cubicBezTo>
                  <a:lnTo>
                    <a:pt x="10456" y="108"/>
                  </a:lnTo>
                  <a:cubicBezTo>
                    <a:pt x="10456" y="48"/>
                    <a:pt x="10410" y="1"/>
                    <a:pt x="1035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945;p40">
              <a:extLst>
                <a:ext uri="{FF2B5EF4-FFF2-40B4-BE49-F238E27FC236}">
                  <a16:creationId xmlns:a16="http://schemas.microsoft.com/office/drawing/2014/main" id="{08990454-F91A-6834-6BC7-218D4AFEC7BF}"/>
                </a:ext>
              </a:extLst>
            </p:cNvPr>
            <p:cNvSpPr/>
            <p:nvPr/>
          </p:nvSpPr>
          <p:spPr>
            <a:xfrm>
              <a:off x="4471850" y="3947825"/>
              <a:ext cx="227925" cy="329650"/>
            </a:xfrm>
            <a:custGeom>
              <a:avLst/>
              <a:gdLst/>
              <a:ahLst/>
              <a:cxnLst/>
              <a:rect l="l" t="t" r="r" b="b"/>
              <a:pathLst>
                <a:path w="9117" h="13186" extrusionOk="0">
                  <a:moveTo>
                    <a:pt x="4559" y="1"/>
                  </a:moveTo>
                  <a:cubicBezTo>
                    <a:pt x="2041" y="1"/>
                    <a:pt x="1" y="2954"/>
                    <a:pt x="1" y="6594"/>
                  </a:cubicBezTo>
                  <a:cubicBezTo>
                    <a:pt x="1" y="10234"/>
                    <a:pt x="2041" y="13185"/>
                    <a:pt x="4559" y="13185"/>
                  </a:cubicBezTo>
                  <a:cubicBezTo>
                    <a:pt x="7075" y="13185"/>
                    <a:pt x="9116" y="10234"/>
                    <a:pt x="9116" y="6594"/>
                  </a:cubicBezTo>
                  <a:cubicBezTo>
                    <a:pt x="9116" y="2954"/>
                    <a:pt x="7075" y="1"/>
                    <a:pt x="45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946;p40">
              <a:extLst>
                <a:ext uri="{FF2B5EF4-FFF2-40B4-BE49-F238E27FC236}">
                  <a16:creationId xmlns:a16="http://schemas.microsoft.com/office/drawing/2014/main" id="{84B30078-5542-BF35-534D-1E03C0B819F1}"/>
                </a:ext>
              </a:extLst>
            </p:cNvPr>
            <p:cNvSpPr/>
            <p:nvPr/>
          </p:nvSpPr>
          <p:spPr>
            <a:xfrm>
              <a:off x="4469225" y="3945200"/>
              <a:ext cx="233175" cy="334950"/>
            </a:xfrm>
            <a:custGeom>
              <a:avLst/>
              <a:gdLst/>
              <a:ahLst/>
              <a:cxnLst/>
              <a:rect l="l" t="t" r="r" b="b"/>
              <a:pathLst>
                <a:path w="9327" h="13398" extrusionOk="0">
                  <a:moveTo>
                    <a:pt x="4664" y="213"/>
                  </a:moveTo>
                  <a:cubicBezTo>
                    <a:pt x="7117" y="213"/>
                    <a:pt x="9114" y="3123"/>
                    <a:pt x="9114" y="6699"/>
                  </a:cubicBezTo>
                  <a:cubicBezTo>
                    <a:pt x="9114" y="10275"/>
                    <a:pt x="7117" y="13183"/>
                    <a:pt x="4664" y="13183"/>
                  </a:cubicBezTo>
                  <a:cubicBezTo>
                    <a:pt x="2210" y="13183"/>
                    <a:pt x="213" y="10274"/>
                    <a:pt x="213" y="6699"/>
                  </a:cubicBezTo>
                  <a:cubicBezTo>
                    <a:pt x="213" y="3123"/>
                    <a:pt x="2210" y="213"/>
                    <a:pt x="4664" y="213"/>
                  </a:cubicBezTo>
                  <a:close/>
                  <a:moveTo>
                    <a:pt x="4664" y="0"/>
                  </a:moveTo>
                  <a:cubicBezTo>
                    <a:pt x="2092" y="0"/>
                    <a:pt x="0" y="3005"/>
                    <a:pt x="0" y="6699"/>
                  </a:cubicBezTo>
                  <a:cubicBezTo>
                    <a:pt x="0" y="10392"/>
                    <a:pt x="2092" y="13398"/>
                    <a:pt x="4664" y="13398"/>
                  </a:cubicBezTo>
                  <a:cubicBezTo>
                    <a:pt x="7235" y="13398"/>
                    <a:pt x="9327" y="10392"/>
                    <a:pt x="9327" y="6699"/>
                  </a:cubicBezTo>
                  <a:cubicBezTo>
                    <a:pt x="9327" y="3005"/>
                    <a:pt x="7235" y="0"/>
                    <a:pt x="466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947;p40">
              <a:extLst>
                <a:ext uri="{FF2B5EF4-FFF2-40B4-BE49-F238E27FC236}">
                  <a16:creationId xmlns:a16="http://schemas.microsoft.com/office/drawing/2014/main" id="{88642B3F-1DD2-903C-0B3A-341B1D74BD96}"/>
                </a:ext>
              </a:extLst>
            </p:cNvPr>
            <p:cNvSpPr/>
            <p:nvPr/>
          </p:nvSpPr>
          <p:spPr>
            <a:xfrm>
              <a:off x="4434125" y="3321175"/>
              <a:ext cx="740050" cy="1589625"/>
            </a:xfrm>
            <a:custGeom>
              <a:avLst/>
              <a:gdLst/>
              <a:ahLst/>
              <a:cxnLst/>
              <a:rect l="l" t="t" r="r" b="b"/>
              <a:pathLst>
                <a:path w="29602" h="63585" extrusionOk="0">
                  <a:moveTo>
                    <a:pt x="23549" y="1"/>
                  </a:moveTo>
                  <a:cubicBezTo>
                    <a:pt x="21921" y="1"/>
                    <a:pt x="20294" y="148"/>
                    <a:pt x="18686" y="441"/>
                  </a:cubicBezTo>
                  <a:cubicBezTo>
                    <a:pt x="8130" y="2382"/>
                    <a:pt x="2305" y="12573"/>
                    <a:pt x="1456" y="16821"/>
                  </a:cubicBezTo>
                  <a:cubicBezTo>
                    <a:pt x="608" y="21069"/>
                    <a:pt x="971" y="29440"/>
                    <a:pt x="971" y="32232"/>
                  </a:cubicBezTo>
                  <a:cubicBezTo>
                    <a:pt x="971" y="35022"/>
                    <a:pt x="0" y="39510"/>
                    <a:pt x="1578" y="43880"/>
                  </a:cubicBezTo>
                  <a:cubicBezTo>
                    <a:pt x="3157" y="48248"/>
                    <a:pt x="6794" y="56248"/>
                    <a:pt x="7763" y="58316"/>
                  </a:cubicBezTo>
                  <a:cubicBezTo>
                    <a:pt x="8731" y="60385"/>
                    <a:pt x="9827" y="62926"/>
                    <a:pt x="13465" y="63535"/>
                  </a:cubicBezTo>
                  <a:lnTo>
                    <a:pt x="13788" y="63584"/>
                  </a:lnTo>
                  <a:cubicBezTo>
                    <a:pt x="13164" y="62761"/>
                    <a:pt x="12147" y="60651"/>
                    <a:pt x="12862" y="58800"/>
                  </a:cubicBezTo>
                  <a:cubicBezTo>
                    <a:pt x="13715" y="56616"/>
                    <a:pt x="13104" y="53098"/>
                    <a:pt x="13104" y="53098"/>
                  </a:cubicBezTo>
                  <a:cubicBezTo>
                    <a:pt x="12452" y="52661"/>
                    <a:pt x="11912" y="52078"/>
                    <a:pt x="11527" y="51391"/>
                  </a:cubicBezTo>
                  <a:cubicBezTo>
                    <a:pt x="10799" y="50178"/>
                    <a:pt x="11770" y="48722"/>
                    <a:pt x="11770" y="48722"/>
                  </a:cubicBezTo>
                  <a:lnTo>
                    <a:pt x="10677" y="46539"/>
                  </a:lnTo>
                  <a:lnTo>
                    <a:pt x="11770" y="43747"/>
                  </a:lnTo>
                  <a:cubicBezTo>
                    <a:pt x="11770" y="43747"/>
                    <a:pt x="10192" y="39499"/>
                    <a:pt x="9829" y="38528"/>
                  </a:cubicBezTo>
                  <a:cubicBezTo>
                    <a:pt x="9467" y="37558"/>
                    <a:pt x="10070" y="37675"/>
                    <a:pt x="10799" y="36224"/>
                  </a:cubicBezTo>
                  <a:cubicBezTo>
                    <a:pt x="11529" y="34770"/>
                    <a:pt x="11891" y="31248"/>
                    <a:pt x="12013" y="28216"/>
                  </a:cubicBezTo>
                  <a:cubicBezTo>
                    <a:pt x="12135" y="25183"/>
                    <a:pt x="10070" y="14506"/>
                    <a:pt x="14924" y="7956"/>
                  </a:cubicBezTo>
                  <a:cubicBezTo>
                    <a:pt x="19754" y="1438"/>
                    <a:pt x="29503" y="684"/>
                    <a:pt x="29602" y="678"/>
                  </a:cubicBezTo>
                  <a:lnTo>
                    <a:pt x="29472" y="650"/>
                  </a:lnTo>
                  <a:cubicBezTo>
                    <a:pt x="29240" y="599"/>
                    <a:pt x="29008" y="550"/>
                    <a:pt x="28766" y="502"/>
                  </a:cubicBezTo>
                  <a:lnTo>
                    <a:pt x="28738" y="502"/>
                  </a:lnTo>
                  <a:cubicBezTo>
                    <a:pt x="28680" y="491"/>
                    <a:pt x="28622" y="480"/>
                    <a:pt x="28564" y="469"/>
                  </a:cubicBezTo>
                  <a:lnTo>
                    <a:pt x="28564" y="469"/>
                  </a:lnTo>
                  <a:cubicBezTo>
                    <a:pt x="26907" y="157"/>
                    <a:pt x="25228" y="1"/>
                    <a:pt x="235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948;p40">
              <a:extLst>
                <a:ext uri="{FF2B5EF4-FFF2-40B4-BE49-F238E27FC236}">
                  <a16:creationId xmlns:a16="http://schemas.microsoft.com/office/drawing/2014/main" id="{49976FF8-E6EF-2916-F43F-2A4BE82D64DF}"/>
                </a:ext>
              </a:extLst>
            </p:cNvPr>
            <p:cNvSpPr/>
            <p:nvPr/>
          </p:nvSpPr>
          <p:spPr>
            <a:xfrm>
              <a:off x="4441275" y="3318450"/>
              <a:ext cx="735650" cy="1594975"/>
            </a:xfrm>
            <a:custGeom>
              <a:avLst/>
              <a:gdLst/>
              <a:ahLst/>
              <a:cxnLst/>
              <a:rect l="l" t="t" r="r" b="b"/>
              <a:pathLst>
                <a:path w="29426" h="63799" extrusionOk="0">
                  <a:moveTo>
                    <a:pt x="23263" y="214"/>
                  </a:moveTo>
                  <a:cubicBezTo>
                    <a:pt x="24692" y="214"/>
                    <a:pt x="26120" y="329"/>
                    <a:pt x="27542" y="558"/>
                  </a:cubicBezTo>
                  <a:cubicBezTo>
                    <a:pt x="27548" y="561"/>
                    <a:pt x="27556" y="562"/>
                    <a:pt x="27563" y="564"/>
                  </a:cubicBezTo>
                  <a:lnTo>
                    <a:pt x="27568" y="564"/>
                  </a:lnTo>
                  <a:cubicBezTo>
                    <a:pt x="27861" y="611"/>
                    <a:pt x="28151" y="662"/>
                    <a:pt x="28430" y="717"/>
                  </a:cubicBezTo>
                  <a:cubicBezTo>
                    <a:pt x="28436" y="718"/>
                    <a:pt x="28442" y="718"/>
                    <a:pt x="28447" y="718"/>
                  </a:cubicBezTo>
                  <a:cubicBezTo>
                    <a:pt x="28453" y="718"/>
                    <a:pt x="28459" y="718"/>
                    <a:pt x="28464" y="717"/>
                  </a:cubicBezTo>
                  <a:cubicBezTo>
                    <a:pt x="28522" y="729"/>
                    <a:pt x="28579" y="740"/>
                    <a:pt x="28634" y="751"/>
                  </a:cubicBezTo>
                  <a:cubicBezTo>
                    <a:pt x="26332" y="1042"/>
                    <a:pt x="18698" y="2406"/>
                    <a:pt x="14551" y="8001"/>
                  </a:cubicBezTo>
                  <a:cubicBezTo>
                    <a:pt x="10644" y="13273"/>
                    <a:pt x="11182" y="21046"/>
                    <a:pt x="11504" y="25691"/>
                  </a:cubicBezTo>
                  <a:cubicBezTo>
                    <a:pt x="11582" y="26824"/>
                    <a:pt x="11643" y="27719"/>
                    <a:pt x="11620" y="28321"/>
                  </a:cubicBezTo>
                  <a:cubicBezTo>
                    <a:pt x="11468" y="32110"/>
                    <a:pt x="11018" y="35088"/>
                    <a:pt x="10418" y="36283"/>
                  </a:cubicBezTo>
                  <a:cubicBezTo>
                    <a:pt x="10146" y="36827"/>
                    <a:pt x="9887" y="37150"/>
                    <a:pt x="9699" y="37387"/>
                  </a:cubicBezTo>
                  <a:cubicBezTo>
                    <a:pt x="9376" y="37793"/>
                    <a:pt x="9197" y="38017"/>
                    <a:pt x="9443" y="38675"/>
                  </a:cubicBezTo>
                  <a:cubicBezTo>
                    <a:pt x="9785" y="39590"/>
                    <a:pt x="11212" y="43430"/>
                    <a:pt x="11370" y="43855"/>
                  </a:cubicBezTo>
                  <a:lnTo>
                    <a:pt x="10292" y="46608"/>
                  </a:lnTo>
                  <a:cubicBezTo>
                    <a:pt x="10281" y="46636"/>
                    <a:pt x="10283" y="46667"/>
                    <a:pt x="10296" y="46694"/>
                  </a:cubicBezTo>
                  <a:lnTo>
                    <a:pt x="11361" y="48825"/>
                  </a:lnTo>
                  <a:cubicBezTo>
                    <a:pt x="11189" y="49106"/>
                    <a:pt x="10466" y="50416"/>
                    <a:pt x="11148" y="51552"/>
                  </a:cubicBezTo>
                  <a:cubicBezTo>
                    <a:pt x="11530" y="52236"/>
                    <a:pt x="12074" y="52828"/>
                    <a:pt x="12720" y="53269"/>
                  </a:cubicBezTo>
                  <a:cubicBezTo>
                    <a:pt x="12787" y="53683"/>
                    <a:pt x="13257" y="56871"/>
                    <a:pt x="12476" y="58871"/>
                  </a:cubicBezTo>
                  <a:cubicBezTo>
                    <a:pt x="11837" y="60526"/>
                    <a:pt x="12558" y="62489"/>
                    <a:pt x="13268" y="63549"/>
                  </a:cubicBezTo>
                  <a:lnTo>
                    <a:pt x="13196" y="63538"/>
                  </a:lnTo>
                  <a:cubicBezTo>
                    <a:pt x="9709" y="62956"/>
                    <a:pt x="8615" y="60613"/>
                    <a:pt x="7650" y="58545"/>
                  </a:cubicBezTo>
                  <a:lnTo>
                    <a:pt x="7573" y="58381"/>
                  </a:lnTo>
                  <a:cubicBezTo>
                    <a:pt x="6676" y="56463"/>
                    <a:pt x="2999" y="48397"/>
                    <a:pt x="1392" y="43951"/>
                  </a:cubicBezTo>
                  <a:cubicBezTo>
                    <a:pt x="216" y="40692"/>
                    <a:pt x="465" y="37382"/>
                    <a:pt x="664" y="34723"/>
                  </a:cubicBezTo>
                  <a:cubicBezTo>
                    <a:pt x="730" y="33856"/>
                    <a:pt x="791" y="33039"/>
                    <a:pt x="791" y="32341"/>
                  </a:cubicBezTo>
                  <a:cubicBezTo>
                    <a:pt x="791" y="31814"/>
                    <a:pt x="779" y="31084"/>
                    <a:pt x="764" y="30237"/>
                  </a:cubicBezTo>
                  <a:cubicBezTo>
                    <a:pt x="698" y="26553"/>
                    <a:pt x="588" y="20389"/>
                    <a:pt x="1276" y="16951"/>
                  </a:cubicBezTo>
                  <a:cubicBezTo>
                    <a:pt x="2003" y="13308"/>
                    <a:pt x="7418" y="2678"/>
                    <a:pt x="18418" y="655"/>
                  </a:cubicBezTo>
                  <a:cubicBezTo>
                    <a:pt x="20028" y="361"/>
                    <a:pt x="21645" y="214"/>
                    <a:pt x="23263" y="214"/>
                  </a:cubicBezTo>
                  <a:close/>
                  <a:moveTo>
                    <a:pt x="23266" y="0"/>
                  </a:moveTo>
                  <a:cubicBezTo>
                    <a:pt x="21634" y="0"/>
                    <a:pt x="20003" y="149"/>
                    <a:pt x="18381" y="446"/>
                  </a:cubicBezTo>
                  <a:cubicBezTo>
                    <a:pt x="7272" y="2488"/>
                    <a:pt x="1802" y="13229"/>
                    <a:pt x="1066" y="16909"/>
                  </a:cubicBezTo>
                  <a:cubicBezTo>
                    <a:pt x="375" y="20370"/>
                    <a:pt x="484" y="26549"/>
                    <a:pt x="549" y="30241"/>
                  </a:cubicBezTo>
                  <a:cubicBezTo>
                    <a:pt x="566" y="31086"/>
                    <a:pt x="578" y="31817"/>
                    <a:pt x="578" y="32341"/>
                  </a:cubicBezTo>
                  <a:cubicBezTo>
                    <a:pt x="578" y="33032"/>
                    <a:pt x="517" y="33845"/>
                    <a:pt x="453" y="34707"/>
                  </a:cubicBezTo>
                  <a:cubicBezTo>
                    <a:pt x="250" y="37387"/>
                    <a:pt x="0" y="40722"/>
                    <a:pt x="1193" y="44024"/>
                  </a:cubicBezTo>
                  <a:cubicBezTo>
                    <a:pt x="2801" y="48478"/>
                    <a:pt x="6483" y="56552"/>
                    <a:pt x="7381" y="58470"/>
                  </a:cubicBezTo>
                  <a:lnTo>
                    <a:pt x="7457" y="58635"/>
                  </a:lnTo>
                  <a:cubicBezTo>
                    <a:pt x="8396" y="60645"/>
                    <a:pt x="9563" y="63148"/>
                    <a:pt x="13164" y="63748"/>
                  </a:cubicBezTo>
                  <a:lnTo>
                    <a:pt x="13485" y="63797"/>
                  </a:lnTo>
                  <a:cubicBezTo>
                    <a:pt x="13491" y="63799"/>
                    <a:pt x="13496" y="63799"/>
                    <a:pt x="13502" y="63799"/>
                  </a:cubicBezTo>
                  <a:cubicBezTo>
                    <a:pt x="13539" y="63799"/>
                    <a:pt x="13573" y="63780"/>
                    <a:pt x="13592" y="63747"/>
                  </a:cubicBezTo>
                  <a:cubicBezTo>
                    <a:pt x="13615" y="63710"/>
                    <a:pt x="13613" y="63663"/>
                    <a:pt x="13587" y="63628"/>
                  </a:cubicBezTo>
                  <a:cubicBezTo>
                    <a:pt x="13086" y="62967"/>
                    <a:pt x="11947" y="60836"/>
                    <a:pt x="12675" y="58948"/>
                  </a:cubicBezTo>
                  <a:cubicBezTo>
                    <a:pt x="13530" y="56762"/>
                    <a:pt x="12949" y="53333"/>
                    <a:pt x="12924" y="53189"/>
                  </a:cubicBezTo>
                  <a:cubicBezTo>
                    <a:pt x="12919" y="53161"/>
                    <a:pt x="12903" y="53135"/>
                    <a:pt x="12878" y="53119"/>
                  </a:cubicBezTo>
                  <a:cubicBezTo>
                    <a:pt x="12242" y="52694"/>
                    <a:pt x="11709" y="52117"/>
                    <a:pt x="11332" y="51447"/>
                  </a:cubicBezTo>
                  <a:cubicBezTo>
                    <a:pt x="10649" y="50306"/>
                    <a:pt x="11563" y="48904"/>
                    <a:pt x="11573" y="48890"/>
                  </a:cubicBezTo>
                  <a:cubicBezTo>
                    <a:pt x="11594" y="48859"/>
                    <a:pt x="11597" y="48817"/>
                    <a:pt x="11579" y="48783"/>
                  </a:cubicBezTo>
                  <a:lnTo>
                    <a:pt x="10509" y="46642"/>
                  </a:lnTo>
                  <a:lnTo>
                    <a:pt x="11584" y="43895"/>
                  </a:lnTo>
                  <a:cubicBezTo>
                    <a:pt x="11593" y="43871"/>
                    <a:pt x="11593" y="43844"/>
                    <a:pt x="11584" y="43819"/>
                  </a:cubicBezTo>
                  <a:cubicBezTo>
                    <a:pt x="11584" y="43819"/>
                    <a:pt x="10006" y="39571"/>
                    <a:pt x="9644" y="38600"/>
                  </a:cubicBezTo>
                  <a:cubicBezTo>
                    <a:pt x="9440" y="38055"/>
                    <a:pt x="9556" y="37909"/>
                    <a:pt x="9866" y="37521"/>
                  </a:cubicBezTo>
                  <a:cubicBezTo>
                    <a:pt x="10061" y="37277"/>
                    <a:pt x="10327" y="36943"/>
                    <a:pt x="10609" y="36380"/>
                  </a:cubicBezTo>
                  <a:cubicBezTo>
                    <a:pt x="11493" y="34619"/>
                    <a:pt x="11760" y="30162"/>
                    <a:pt x="11834" y="28330"/>
                  </a:cubicBezTo>
                  <a:cubicBezTo>
                    <a:pt x="11858" y="27718"/>
                    <a:pt x="11795" y="26817"/>
                    <a:pt x="11716" y="25676"/>
                  </a:cubicBezTo>
                  <a:cubicBezTo>
                    <a:pt x="11398" y="21062"/>
                    <a:pt x="10863" y="13337"/>
                    <a:pt x="14724" y="8129"/>
                  </a:cubicBezTo>
                  <a:cubicBezTo>
                    <a:pt x="19486" y="1701"/>
                    <a:pt x="29226" y="900"/>
                    <a:pt x="29323" y="893"/>
                  </a:cubicBezTo>
                  <a:cubicBezTo>
                    <a:pt x="29377" y="890"/>
                    <a:pt x="29418" y="848"/>
                    <a:pt x="29423" y="795"/>
                  </a:cubicBezTo>
                  <a:cubicBezTo>
                    <a:pt x="29426" y="742"/>
                    <a:pt x="29390" y="693"/>
                    <a:pt x="29338" y="683"/>
                  </a:cubicBezTo>
                  <a:lnTo>
                    <a:pt x="29208" y="655"/>
                  </a:lnTo>
                  <a:cubicBezTo>
                    <a:pt x="28976" y="604"/>
                    <a:pt x="28742" y="555"/>
                    <a:pt x="28480" y="506"/>
                  </a:cubicBezTo>
                  <a:lnTo>
                    <a:pt x="28473" y="507"/>
                  </a:lnTo>
                  <a:cubicBezTo>
                    <a:pt x="28381" y="489"/>
                    <a:pt x="28285" y="472"/>
                    <a:pt x="28190" y="454"/>
                  </a:cubicBezTo>
                  <a:cubicBezTo>
                    <a:pt x="26556" y="152"/>
                    <a:pt x="24911" y="0"/>
                    <a:pt x="2326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949;p40">
              <a:extLst>
                <a:ext uri="{FF2B5EF4-FFF2-40B4-BE49-F238E27FC236}">
                  <a16:creationId xmlns:a16="http://schemas.microsoft.com/office/drawing/2014/main" id="{DE845CC3-276F-94A3-93D3-89642C151768}"/>
                </a:ext>
              </a:extLst>
            </p:cNvPr>
            <p:cNvSpPr/>
            <p:nvPr/>
          </p:nvSpPr>
          <p:spPr>
            <a:xfrm>
              <a:off x="4578275" y="3396225"/>
              <a:ext cx="160650" cy="539475"/>
            </a:xfrm>
            <a:custGeom>
              <a:avLst/>
              <a:gdLst/>
              <a:ahLst/>
              <a:cxnLst/>
              <a:rect l="l" t="t" r="r" b="b"/>
              <a:pathLst>
                <a:path w="6426" h="21579" extrusionOk="0">
                  <a:moveTo>
                    <a:pt x="6286" y="0"/>
                  </a:moveTo>
                  <a:cubicBezTo>
                    <a:pt x="5224" y="922"/>
                    <a:pt x="4417" y="2179"/>
                    <a:pt x="3482" y="3635"/>
                  </a:cubicBezTo>
                  <a:lnTo>
                    <a:pt x="3463" y="3666"/>
                  </a:lnTo>
                  <a:cubicBezTo>
                    <a:pt x="1" y="9049"/>
                    <a:pt x="162" y="16014"/>
                    <a:pt x="257" y="20174"/>
                  </a:cubicBezTo>
                  <a:cubicBezTo>
                    <a:pt x="269" y="20688"/>
                    <a:pt x="279" y="21160"/>
                    <a:pt x="282" y="21578"/>
                  </a:cubicBezTo>
                  <a:lnTo>
                    <a:pt x="495" y="21577"/>
                  </a:lnTo>
                  <a:cubicBezTo>
                    <a:pt x="492" y="21157"/>
                    <a:pt x="482" y="20685"/>
                    <a:pt x="470" y="20170"/>
                  </a:cubicBezTo>
                  <a:cubicBezTo>
                    <a:pt x="375" y="16033"/>
                    <a:pt x="215" y="9110"/>
                    <a:pt x="3641" y="3782"/>
                  </a:cubicBezTo>
                  <a:lnTo>
                    <a:pt x="3661" y="3751"/>
                  </a:lnTo>
                  <a:cubicBezTo>
                    <a:pt x="4587" y="2308"/>
                    <a:pt x="5388" y="1062"/>
                    <a:pt x="6426" y="163"/>
                  </a:cubicBezTo>
                  <a:lnTo>
                    <a:pt x="6286"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950;p40">
              <a:extLst>
                <a:ext uri="{FF2B5EF4-FFF2-40B4-BE49-F238E27FC236}">
                  <a16:creationId xmlns:a16="http://schemas.microsoft.com/office/drawing/2014/main" id="{5BBF03CF-77DE-1540-0FAA-FC002FD0C587}"/>
                </a:ext>
              </a:extLst>
            </p:cNvPr>
            <p:cNvSpPr/>
            <p:nvPr/>
          </p:nvSpPr>
          <p:spPr>
            <a:xfrm>
              <a:off x="4586775" y="4535100"/>
              <a:ext cx="28000" cy="157825"/>
            </a:xfrm>
            <a:custGeom>
              <a:avLst/>
              <a:gdLst/>
              <a:ahLst/>
              <a:cxnLst/>
              <a:rect l="l" t="t" r="r" b="b"/>
              <a:pathLst>
                <a:path w="1120" h="6313" extrusionOk="0">
                  <a:moveTo>
                    <a:pt x="1120" y="1"/>
                  </a:moveTo>
                  <a:cubicBezTo>
                    <a:pt x="1120" y="1"/>
                    <a:pt x="0" y="3045"/>
                    <a:pt x="283" y="6313"/>
                  </a:cubicBezTo>
                  <a:lnTo>
                    <a:pt x="11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951;p40">
              <a:extLst>
                <a:ext uri="{FF2B5EF4-FFF2-40B4-BE49-F238E27FC236}">
                  <a16:creationId xmlns:a16="http://schemas.microsoft.com/office/drawing/2014/main" id="{65945FE8-B0AD-3A25-E929-3B72A9F356D6}"/>
                </a:ext>
              </a:extLst>
            </p:cNvPr>
            <p:cNvSpPr/>
            <p:nvPr/>
          </p:nvSpPr>
          <p:spPr>
            <a:xfrm>
              <a:off x="4584125" y="4534175"/>
              <a:ext cx="33150" cy="159000"/>
            </a:xfrm>
            <a:custGeom>
              <a:avLst/>
              <a:gdLst/>
              <a:ahLst/>
              <a:cxnLst/>
              <a:rect l="l" t="t" r="r" b="b"/>
              <a:pathLst>
                <a:path w="1326" h="6360" extrusionOk="0">
                  <a:moveTo>
                    <a:pt x="1125" y="1"/>
                  </a:moveTo>
                  <a:cubicBezTo>
                    <a:pt x="1114" y="32"/>
                    <a:pt x="1" y="3104"/>
                    <a:pt x="283" y="6360"/>
                  </a:cubicBezTo>
                  <a:lnTo>
                    <a:pt x="283" y="6358"/>
                  </a:lnTo>
                  <a:lnTo>
                    <a:pt x="496" y="6341"/>
                  </a:lnTo>
                  <a:cubicBezTo>
                    <a:pt x="218" y="3135"/>
                    <a:pt x="1314" y="105"/>
                    <a:pt x="1326" y="75"/>
                  </a:cubicBezTo>
                  <a:lnTo>
                    <a:pt x="112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952;p40">
              <a:extLst>
                <a:ext uri="{FF2B5EF4-FFF2-40B4-BE49-F238E27FC236}">
                  <a16:creationId xmlns:a16="http://schemas.microsoft.com/office/drawing/2014/main" id="{0BA29B47-EF2E-04A0-1B23-13D84BD23E97}"/>
                </a:ext>
              </a:extLst>
            </p:cNvPr>
            <p:cNvSpPr/>
            <p:nvPr/>
          </p:nvSpPr>
          <p:spPr>
            <a:xfrm>
              <a:off x="4464200" y="3949475"/>
              <a:ext cx="263825" cy="207725"/>
            </a:xfrm>
            <a:custGeom>
              <a:avLst/>
              <a:gdLst/>
              <a:ahLst/>
              <a:cxnLst/>
              <a:rect l="l" t="t" r="r" b="b"/>
              <a:pathLst>
                <a:path w="10553" h="8309" extrusionOk="0">
                  <a:moveTo>
                    <a:pt x="5278" y="0"/>
                  </a:moveTo>
                  <a:cubicBezTo>
                    <a:pt x="3998" y="0"/>
                    <a:pt x="2271" y="1305"/>
                    <a:pt x="1013" y="2453"/>
                  </a:cubicBezTo>
                  <a:cubicBezTo>
                    <a:pt x="73" y="3301"/>
                    <a:pt x="0" y="4752"/>
                    <a:pt x="850" y="5690"/>
                  </a:cubicBezTo>
                  <a:cubicBezTo>
                    <a:pt x="901" y="5748"/>
                    <a:pt x="956" y="5801"/>
                    <a:pt x="1013" y="5853"/>
                  </a:cubicBezTo>
                  <a:cubicBezTo>
                    <a:pt x="2278" y="7001"/>
                    <a:pt x="3998" y="8309"/>
                    <a:pt x="5278" y="8309"/>
                  </a:cubicBezTo>
                  <a:cubicBezTo>
                    <a:pt x="6557" y="8309"/>
                    <a:pt x="8279" y="7001"/>
                    <a:pt x="9543" y="5853"/>
                  </a:cubicBezTo>
                  <a:cubicBezTo>
                    <a:pt x="10482" y="5002"/>
                    <a:pt x="10552" y="3549"/>
                    <a:pt x="9701" y="2609"/>
                  </a:cubicBezTo>
                  <a:cubicBezTo>
                    <a:pt x="9650" y="2554"/>
                    <a:pt x="9598" y="2502"/>
                    <a:pt x="9543" y="2453"/>
                  </a:cubicBezTo>
                  <a:cubicBezTo>
                    <a:pt x="8279" y="1305"/>
                    <a:pt x="6557" y="0"/>
                    <a:pt x="527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953;p40">
              <a:extLst>
                <a:ext uri="{FF2B5EF4-FFF2-40B4-BE49-F238E27FC236}">
                  <a16:creationId xmlns:a16="http://schemas.microsoft.com/office/drawing/2014/main" id="{7D9951D8-7BBF-F72E-C5EC-53775CD2AD29}"/>
                </a:ext>
              </a:extLst>
            </p:cNvPr>
            <p:cNvSpPr/>
            <p:nvPr/>
          </p:nvSpPr>
          <p:spPr>
            <a:xfrm>
              <a:off x="4467250" y="3946800"/>
              <a:ext cx="257750" cy="213050"/>
            </a:xfrm>
            <a:custGeom>
              <a:avLst/>
              <a:gdLst/>
              <a:ahLst/>
              <a:cxnLst/>
              <a:rect l="l" t="t" r="r" b="b"/>
              <a:pathLst>
                <a:path w="10310" h="8522" extrusionOk="0">
                  <a:moveTo>
                    <a:pt x="5156" y="213"/>
                  </a:moveTo>
                  <a:cubicBezTo>
                    <a:pt x="6413" y="213"/>
                    <a:pt x="8130" y="1532"/>
                    <a:pt x="9349" y="2639"/>
                  </a:cubicBezTo>
                  <a:cubicBezTo>
                    <a:pt x="9401" y="2685"/>
                    <a:pt x="9452" y="2735"/>
                    <a:pt x="9500" y="2788"/>
                  </a:cubicBezTo>
                  <a:cubicBezTo>
                    <a:pt x="9893" y="3221"/>
                    <a:pt x="10094" y="3782"/>
                    <a:pt x="10065" y="4366"/>
                  </a:cubicBezTo>
                  <a:cubicBezTo>
                    <a:pt x="10037" y="4951"/>
                    <a:pt x="9783" y="5488"/>
                    <a:pt x="9349" y="5882"/>
                  </a:cubicBezTo>
                  <a:cubicBezTo>
                    <a:pt x="8130" y="6989"/>
                    <a:pt x="6412" y="8309"/>
                    <a:pt x="5156" y="8309"/>
                  </a:cubicBezTo>
                  <a:cubicBezTo>
                    <a:pt x="3901" y="8309"/>
                    <a:pt x="2183" y="6989"/>
                    <a:pt x="962" y="5882"/>
                  </a:cubicBezTo>
                  <a:cubicBezTo>
                    <a:pt x="909" y="5832"/>
                    <a:pt x="856" y="5780"/>
                    <a:pt x="807" y="5725"/>
                  </a:cubicBezTo>
                  <a:cubicBezTo>
                    <a:pt x="416" y="5292"/>
                    <a:pt x="216" y="4732"/>
                    <a:pt x="246" y="4150"/>
                  </a:cubicBezTo>
                  <a:cubicBezTo>
                    <a:pt x="274" y="3566"/>
                    <a:pt x="529" y="3030"/>
                    <a:pt x="964" y="2639"/>
                  </a:cubicBezTo>
                  <a:cubicBezTo>
                    <a:pt x="2677" y="1074"/>
                    <a:pt x="4166" y="213"/>
                    <a:pt x="5156" y="213"/>
                  </a:cubicBezTo>
                  <a:close/>
                  <a:moveTo>
                    <a:pt x="5156" y="0"/>
                  </a:moveTo>
                  <a:cubicBezTo>
                    <a:pt x="3819" y="0"/>
                    <a:pt x="2059" y="1349"/>
                    <a:pt x="819" y="2479"/>
                  </a:cubicBezTo>
                  <a:cubicBezTo>
                    <a:pt x="344" y="2910"/>
                    <a:pt x="64" y="3499"/>
                    <a:pt x="32" y="4140"/>
                  </a:cubicBezTo>
                  <a:cubicBezTo>
                    <a:pt x="0" y="4778"/>
                    <a:pt x="219" y="5393"/>
                    <a:pt x="648" y="5868"/>
                  </a:cubicBezTo>
                  <a:cubicBezTo>
                    <a:pt x="703" y="5929"/>
                    <a:pt x="760" y="5986"/>
                    <a:pt x="819" y="6039"/>
                  </a:cubicBezTo>
                  <a:cubicBezTo>
                    <a:pt x="2067" y="7172"/>
                    <a:pt x="3833" y="8521"/>
                    <a:pt x="5156" y="8521"/>
                  </a:cubicBezTo>
                  <a:cubicBezTo>
                    <a:pt x="6479" y="8521"/>
                    <a:pt x="8245" y="7172"/>
                    <a:pt x="9492" y="6039"/>
                  </a:cubicBezTo>
                  <a:cubicBezTo>
                    <a:pt x="9969" y="5608"/>
                    <a:pt x="10247" y="5018"/>
                    <a:pt x="10278" y="4376"/>
                  </a:cubicBezTo>
                  <a:cubicBezTo>
                    <a:pt x="10310" y="3735"/>
                    <a:pt x="10088" y="3120"/>
                    <a:pt x="9658" y="2645"/>
                  </a:cubicBezTo>
                  <a:cubicBezTo>
                    <a:pt x="9605" y="2588"/>
                    <a:pt x="9550" y="2533"/>
                    <a:pt x="9492" y="2481"/>
                  </a:cubicBezTo>
                  <a:cubicBezTo>
                    <a:pt x="8246" y="1349"/>
                    <a:pt x="6492" y="0"/>
                    <a:pt x="515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954;p40">
              <a:extLst>
                <a:ext uri="{FF2B5EF4-FFF2-40B4-BE49-F238E27FC236}">
                  <a16:creationId xmlns:a16="http://schemas.microsoft.com/office/drawing/2014/main" id="{6CB28513-B12C-77E3-772F-1FFB6367CECF}"/>
                </a:ext>
              </a:extLst>
            </p:cNvPr>
            <p:cNvSpPr/>
            <p:nvPr/>
          </p:nvSpPr>
          <p:spPr>
            <a:xfrm>
              <a:off x="4611675" y="4269450"/>
              <a:ext cx="116725" cy="145425"/>
            </a:xfrm>
            <a:custGeom>
              <a:avLst/>
              <a:gdLst/>
              <a:ahLst/>
              <a:cxnLst/>
              <a:rect l="l" t="t" r="r" b="b"/>
              <a:pathLst>
                <a:path w="4669" h="5817" extrusionOk="0">
                  <a:moveTo>
                    <a:pt x="2630" y="0"/>
                  </a:moveTo>
                  <a:lnTo>
                    <a:pt x="2630" y="0"/>
                  </a:lnTo>
                  <a:cubicBezTo>
                    <a:pt x="2311" y="30"/>
                    <a:pt x="1708" y="228"/>
                    <a:pt x="1357" y="1376"/>
                  </a:cubicBezTo>
                  <a:cubicBezTo>
                    <a:pt x="864" y="2980"/>
                    <a:pt x="0" y="4213"/>
                    <a:pt x="740" y="4829"/>
                  </a:cubicBezTo>
                  <a:cubicBezTo>
                    <a:pt x="1480" y="5445"/>
                    <a:pt x="4668" y="5816"/>
                    <a:pt x="4668" y="5816"/>
                  </a:cubicBezTo>
                  <a:cubicBezTo>
                    <a:pt x="4668" y="5816"/>
                    <a:pt x="3090" y="1568"/>
                    <a:pt x="2728" y="597"/>
                  </a:cubicBezTo>
                  <a:cubicBezTo>
                    <a:pt x="2642" y="411"/>
                    <a:pt x="2607" y="204"/>
                    <a:pt x="263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955;p40">
              <a:extLst>
                <a:ext uri="{FF2B5EF4-FFF2-40B4-BE49-F238E27FC236}">
                  <a16:creationId xmlns:a16="http://schemas.microsoft.com/office/drawing/2014/main" id="{3540C845-367D-73CA-1199-22AC02C2E931}"/>
                </a:ext>
              </a:extLst>
            </p:cNvPr>
            <p:cNvSpPr/>
            <p:nvPr/>
          </p:nvSpPr>
          <p:spPr>
            <a:xfrm>
              <a:off x="4613575" y="4266800"/>
              <a:ext cx="117650" cy="150700"/>
            </a:xfrm>
            <a:custGeom>
              <a:avLst/>
              <a:gdLst/>
              <a:ahLst/>
              <a:cxnLst/>
              <a:rect l="l" t="t" r="r" b="b"/>
              <a:pathLst>
                <a:path w="4706" h="6028" extrusionOk="0">
                  <a:moveTo>
                    <a:pt x="2441" y="231"/>
                  </a:moveTo>
                  <a:cubicBezTo>
                    <a:pt x="2441" y="410"/>
                    <a:pt x="2479" y="584"/>
                    <a:pt x="2551" y="741"/>
                  </a:cubicBezTo>
                  <a:cubicBezTo>
                    <a:pt x="2871" y="1597"/>
                    <a:pt x="4137" y="5003"/>
                    <a:pt x="4431" y="5794"/>
                  </a:cubicBezTo>
                  <a:cubicBezTo>
                    <a:pt x="3760" y="5706"/>
                    <a:pt x="1342" y="5361"/>
                    <a:pt x="733" y="4853"/>
                  </a:cubicBezTo>
                  <a:cubicBezTo>
                    <a:pt x="256" y="4456"/>
                    <a:pt x="538" y="3744"/>
                    <a:pt x="928" y="2760"/>
                  </a:cubicBezTo>
                  <a:cubicBezTo>
                    <a:pt x="1077" y="2384"/>
                    <a:pt x="1245" y="1960"/>
                    <a:pt x="1382" y="1513"/>
                  </a:cubicBezTo>
                  <a:cubicBezTo>
                    <a:pt x="1659" y="610"/>
                    <a:pt x="2089" y="310"/>
                    <a:pt x="2441" y="231"/>
                  </a:cubicBezTo>
                  <a:close/>
                  <a:moveTo>
                    <a:pt x="2554" y="0"/>
                  </a:moveTo>
                  <a:cubicBezTo>
                    <a:pt x="2550" y="0"/>
                    <a:pt x="2547" y="0"/>
                    <a:pt x="2543" y="1"/>
                  </a:cubicBezTo>
                  <a:cubicBezTo>
                    <a:pt x="2189" y="33"/>
                    <a:pt x="1541" y="266"/>
                    <a:pt x="1178" y="1451"/>
                  </a:cubicBezTo>
                  <a:cubicBezTo>
                    <a:pt x="1044" y="1889"/>
                    <a:pt x="877" y="2308"/>
                    <a:pt x="730" y="2681"/>
                  </a:cubicBezTo>
                  <a:cubicBezTo>
                    <a:pt x="322" y="3708"/>
                    <a:pt x="0" y="4521"/>
                    <a:pt x="596" y="5015"/>
                  </a:cubicBezTo>
                  <a:cubicBezTo>
                    <a:pt x="1351" y="5645"/>
                    <a:pt x="4448" y="6013"/>
                    <a:pt x="4580" y="6028"/>
                  </a:cubicBezTo>
                  <a:lnTo>
                    <a:pt x="4592" y="6028"/>
                  </a:lnTo>
                  <a:cubicBezTo>
                    <a:pt x="4625" y="6028"/>
                    <a:pt x="4655" y="6014"/>
                    <a:pt x="4676" y="5988"/>
                  </a:cubicBezTo>
                  <a:cubicBezTo>
                    <a:pt x="4699" y="5958"/>
                    <a:pt x="4705" y="5919"/>
                    <a:pt x="4692" y="5885"/>
                  </a:cubicBezTo>
                  <a:cubicBezTo>
                    <a:pt x="4692" y="5885"/>
                    <a:pt x="3114" y="1637"/>
                    <a:pt x="2749" y="659"/>
                  </a:cubicBezTo>
                  <a:cubicBezTo>
                    <a:pt x="2670" y="489"/>
                    <a:pt x="2639" y="303"/>
                    <a:pt x="2660" y="118"/>
                  </a:cubicBezTo>
                  <a:cubicBezTo>
                    <a:pt x="2662" y="86"/>
                    <a:pt x="2652" y="54"/>
                    <a:pt x="2630" y="32"/>
                  </a:cubicBezTo>
                  <a:cubicBezTo>
                    <a:pt x="2609" y="11"/>
                    <a:pt x="2582" y="0"/>
                    <a:pt x="255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956;p40">
              <a:extLst>
                <a:ext uri="{FF2B5EF4-FFF2-40B4-BE49-F238E27FC236}">
                  <a16:creationId xmlns:a16="http://schemas.microsoft.com/office/drawing/2014/main" id="{8164E54B-40D4-9B22-3B42-3196BC4FDC0D}"/>
                </a:ext>
              </a:extLst>
            </p:cNvPr>
            <p:cNvSpPr/>
            <p:nvPr/>
          </p:nvSpPr>
          <p:spPr>
            <a:xfrm>
              <a:off x="4614750" y="4484725"/>
              <a:ext cx="113650" cy="50400"/>
            </a:xfrm>
            <a:custGeom>
              <a:avLst/>
              <a:gdLst/>
              <a:ahLst/>
              <a:cxnLst/>
              <a:rect l="l" t="t" r="r" b="b"/>
              <a:pathLst>
                <a:path w="4546" h="2016" extrusionOk="0">
                  <a:moveTo>
                    <a:pt x="3308" y="0"/>
                  </a:moveTo>
                  <a:cubicBezTo>
                    <a:pt x="2622" y="0"/>
                    <a:pt x="1948" y="186"/>
                    <a:pt x="1357" y="536"/>
                  </a:cubicBezTo>
                  <a:cubicBezTo>
                    <a:pt x="775" y="892"/>
                    <a:pt x="305" y="1405"/>
                    <a:pt x="1" y="2016"/>
                  </a:cubicBezTo>
                  <a:lnTo>
                    <a:pt x="4545" y="2016"/>
                  </a:lnTo>
                  <a:lnTo>
                    <a:pt x="3454" y="3"/>
                  </a:lnTo>
                  <a:cubicBezTo>
                    <a:pt x="3405" y="1"/>
                    <a:pt x="3356" y="0"/>
                    <a:pt x="330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957;p40">
              <a:extLst>
                <a:ext uri="{FF2B5EF4-FFF2-40B4-BE49-F238E27FC236}">
                  <a16:creationId xmlns:a16="http://schemas.microsoft.com/office/drawing/2014/main" id="{CCAF8147-3ABE-20D1-8DBF-6A126FF8AAB8}"/>
                </a:ext>
              </a:extLst>
            </p:cNvPr>
            <p:cNvSpPr/>
            <p:nvPr/>
          </p:nvSpPr>
          <p:spPr>
            <a:xfrm>
              <a:off x="4611975" y="4482025"/>
              <a:ext cx="119200" cy="55800"/>
            </a:xfrm>
            <a:custGeom>
              <a:avLst/>
              <a:gdLst/>
              <a:ahLst/>
              <a:cxnLst/>
              <a:rect l="l" t="t" r="r" b="b"/>
              <a:pathLst>
                <a:path w="4768" h="2232" extrusionOk="0">
                  <a:moveTo>
                    <a:pt x="3412" y="214"/>
                  </a:moveTo>
                  <a:cubicBezTo>
                    <a:pt x="3441" y="214"/>
                    <a:pt x="3470" y="214"/>
                    <a:pt x="3499" y="215"/>
                  </a:cubicBezTo>
                  <a:lnTo>
                    <a:pt x="4476" y="2017"/>
                  </a:lnTo>
                  <a:lnTo>
                    <a:pt x="289" y="2017"/>
                  </a:lnTo>
                  <a:cubicBezTo>
                    <a:pt x="584" y="1491"/>
                    <a:pt x="1007" y="1050"/>
                    <a:pt x="1522" y="735"/>
                  </a:cubicBezTo>
                  <a:cubicBezTo>
                    <a:pt x="2096" y="394"/>
                    <a:pt x="2744" y="214"/>
                    <a:pt x="3412" y="214"/>
                  </a:cubicBezTo>
                  <a:close/>
                  <a:moveTo>
                    <a:pt x="3420" y="1"/>
                  </a:moveTo>
                  <a:cubicBezTo>
                    <a:pt x="2713" y="1"/>
                    <a:pt x="2023" y="190"/>
                    <a:pt x="1412" y="553"/>
                  </a:cubicBezTo>
                  <a:cubicBezTo>
                    <a:pt x="813" y="919"/>
                    <a:pt x="329" y="1446"/>
                    <a:pt x="17" y="2076"/>
                  </a:cubicBezTo>
                  <a:cubicBezTo>
                    <a:pt x="0" y="2109"/>
                    <a:pt x="2" y="2148"/>
                    <a:pt x="21" y="2179"/>
                  </a:cubicBezTo>
                  <a:cubicBezTo>
                    <a:pt x="40" y="2210"/>
                    <a:pt x="75" y="2230"/>
                    <a:pt x="112" y="2230"/>
                  </a:cubicBezTo>
                  <a:lnTo>
                    <a:pt x="4656" y="2230"/>
                  </a:lnTo>
                  <a:lnTo>
                    <a:pt x="4656" y="2231"/>
                  </a:lnTo>
                  <a:cubicBezTo>
                    <a:pt x="4693" y="2231"/>
                    <a:pt x="4729" y="2210"/>
                    <a:pt x="4748" y="2179"/>
                  </a:cubicBezTo>
                  <a:cubicBezTo>
                    <a:pt x="4766" y="2146"/>
                    <a:pt x="4768" y="2106"/>
                    <a:pt x="4750" y="2073"/>
                  </a:cubicBezTo>
                  <a:lnTo>
                    <a:pt x="3659" y="60"/>
                  </a:lnTo>
                  <a:cubicBezTo>
                    <a:pt x="3639" y="27"/>
                    <a:pt x="3606" y="5"/>
                    <a:pt x="3568" y="4"/>
                  </a:cubicBezTo>
                  <a:cubicBezTo>
                    <a:pt x="3518" y="2"/>
                    <a:pt x="3469" y="1"/>
                    <a:pt x="342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958;p40">
              <a:extLst>
                <a:ext uri="{FF2B5EF4-FFF2-40B4-BE49-F238E27FC236}">
                  <a16:creationId xmlns:a16="http://schemas.microsoft.com/office/drawing/2014/main" id="{CE945AA0-321C-F9AC-55AC-68F74D7418E2}"/>
                </a:ext>
              </a:extLst>
            </p:cNvPr>
            <p:cNvSpPr/>
            <p:nvPr/>
          </p:nvSpPr>
          <p:spPr>
            <a:xfrm>
              <a:off x="4614750" y="4535100"/>
              <a:ext cx="147000" cy="113525"/>
            </a:xfrm>
            <a:custGeom>
              <a:avLst/>
              <a:gdLst/>
              <a:ahLst/>
              <a:cxnLst/>
              <a:rect l="l" t="t" r="r" b="b"/>
              <a:pathLst>
                <a:path w="5880" h="4541" extrusionOk="0">
                  <a:moveTo>
                    <a:pt x="1" y="1"/>
                  </a:moveTo>
                  <a:cubicBezTo>
                    <a:pt x="1" y="1"/>
                    <a:pt x="1" y="1727"/>
                    <a:pt x="2221" y="2961"/>
                  </a:cubicBezTo>
                  <a:cubicBezTo>
                    <a:pt x="4441" y="4195"/>
                    <a:pt x="5879" y="4541"/>
                    <a:pt x="5879" y="4541"/>
                  </a:cubicBezTo>
                  <a:cubicBezTo>
                    <a:pt x="5227" y="4106"/>
                    <a:pt x="4687" y="3524"/>
                    <a:pt x="4302" y="2842"/>
                  </a:cubicBezTo>
                  <a:cubicBezTo>
                    <a:pt x="3574" y="1628"/>
                    <a:pt x="4545" y="171"/>
                    <a:pt x="4545" y="171"/>
                  </a:cubicBezTo>
                  <a:lnTo>
                    <a:pt x="4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959;p40">
              <a:extLst>
                <a:ext uri="{FF2B5EF4-FFF2-40B4-BE49-F238E27FC236}">
                  <a16:creationId xmlns:a16="http://schemas.microsoft.com/office/drawing/2014/main" id="{B40BA3FD-812A-8584-6E06-2368C1757912}"/>
                </a:ext>
              </a:extLst>
            </p:cNvPr>
            <p:cNvSpPr/>
            <p:nvPr/>
          </p:nvSpPr>
          <p:spPr>
            <a:xfrm>
              <a:off x="4612075" y="4532425"/>
              <a:ext cx="152650" cy="118875"/>
            </a:xfrm>
            <a:custGeom>
              <a:avLst/>
              <a:gdLst/>
              <a:ahLst/>
              <a:cxnLst/>
              <a:rect l="l" t="t" r="r" b="b"/>
              <a:pathLst>
                <a:path w="6106" h="4755" extrusionOk="0">
                  <a:moveTo>
                    <a:pt x="4499" y="215"/>
                  </a:moveTo>
                  <a:lnTo>
                    <a:pt x="4529" y="273"/>
                  </a:lnTo>
                  <a:cubicBezTo>
                    <a:pt x="4356" y="556"/>
                    <a:pt x="3635" y="1865"/>
                    <a:pt x="4316" y="3002"/>
                  </a:cubicBezTo>
                  <a:cubicBezTo>
                    <a:pt x="4607" y="3519"/>
                    <a:pt x="4992" y="3984"/>
                    <a:pt x="5443" y="4369"/>
                  </a:cubicBezTo>
                  <a:cubicBezTo>
                    <a:pt x="4828" y="4161"/>
                    <a:pt x="3750" y="3736"/>
                    <a:pt x="2379" y="2976"/>
                  </a:cubicBezTo>
                  <a:cubicBezTo>
                    <a:pt x="559" y="1962"/>
                    <a:pt x="269" y="602"/>
                    <a:pt x="223" y="215"/>
                  </a:cubicBezTo>
                  <a:close/>
                  <a:moveTo>
                    <a:pt x="108" y="1"/>
                  </a:moveTo>
                  <a:cubicBezTo>
                    <a:pt x="80" y="1"/>
                    <a:pt x="51" y="13"/>
                    <a:pt x="32" y="32"/>
                  </a:cubicBezTo>
                  <a:cubicBezTo>
                    <a:pt x="13" y="53"/>
                    <a:pt x="1" y="80"/>
                    <a:pt x="1" y="108"/>
                  </a:cubicBezTo>
                  <a:cubicBezTo>
                    <a:pt x="1" y="181"/>
                    <a:pt x="26" y="1910"/>
                    <a:pt x="2276" y="3160"/>
                  </a:cubicBezTo>
                  <a:cubicBezTo>
                    <a:pt x="4482" y="4389"/>
                    <a:pt x="5948" y="4747"/>
                    <a:pt x="5962" y="4752"/>
                  </a:cubicBezTo>
                  <a:cubicBezTo>
                    <a:pt x="5970" y="4753"/>
                    <a:pt x="5979" y="4755"/>
                    <a:pt x="5986" y="4755"/>
                  </a:cubicBezTo>
                  <a:lnTo>
                    <a:pt x="5988" y="4755"/>
                  </a:lnTo>
                  <a:cubicBezTo>
                    <a:pt x="6029" y="4755"/>
                    <a:pt x="6068" y="4730"/>
                    <a:pt x="6085" y="4691"/>
                  </a:cubicBezTo>
                  <a:cubicBezTo>
                    <a:pt x="6105" y="4643"/>
                    <a:pt x="6089" y="4588"/>
                    <a:pt x="6046" y="4558"/>
                  </a:cubicBezTo>
                  <a:cubicBezTo>
                    <a:pt x="5412" y="4135"/>
                    <a:pt x="4877" y="3561"/>
                    <a:pt x="4502" y="2895"/>
                  </a:cubicBezTo>
                  <a:cubicBezTo>
                    <a:pt x="4502" y="2895"/>
                    <a:pt x="4500" y="2894"/>
                    <a:pt x="4500" y="2894"/>
                  </a:cubicBezTo>
                  <a:cubicBezTo>
                    <a:pt x="3817" y="1753"/>
                    <a:pt x="4731" y="352"/>
                    <a:pt x="4741" y="337"/>
                  </a:cubicBezTo>
                  <a:cubicBezTo>
                    <a:pt x="4762" y="306"/>
                    <a:pt x="4764" y="264"/>
                    <a:pt x="4747" y="230"/>
                  </a:cubicBezTo>
                  <a:lnTo>
                    <a:pt x="4660" y="59"/>
                  </a:lnTo>
                  <a:cubicBezTo>
                    <a:pt x="4642" y="23"/>
                    <a:pt x="4605" y="1"/>
                    <a:pt x="456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960;p40">
              <a:extLst>
                <a:ext uri="{FF2B5EF4-FFF2-40B4-BE49-F238E27FC236}">
                  <a16:creationId xmlns:a16="http://schemas.microsoft.com/office/drawing/2014/main" id="{A24E88F8-8D29-9DD1-28DB-9CD0D10C9AF6}"/>
                </a:ext>
              </a:extLst>
            </p:cNvPr>
            <p:cNvSpPr/>
            <p:nvPr/>
          </p:nvSpPr>
          <p:spPr>
            <a:xfrm>
              <a:off x="4520100" y="3973450"/>
              <a:ext cx="121375" cy="159750"/>
            </a:xfrm>
            <a:custGeom>
              <a:avLst/>
              <a:gdLst/>
              <a:ahLst/>
              <a:cxnLst/>
              <a:rect l="l" t="t" r="r" b="b"/>
              <a:pathLst>
                <a:path w="4855" h="6390" extrusionOk="0">
                  <a:moveTo>
                    <a:pt x="2428" y="0"/>
                  </a:moveTo>
                  <a:cubicBezTo>
                    <a:pt x="1088" y="0"/>
                    <a:pt x="1" y="1431"/>
                    <a:pt x="1" y="3194"/>
                  </a:cubicBezTo>
                  <a:cubicBezTo>
                    <a:pt x="1" y="4958"/>
                    <a:pt x="1088" y="6389"/>
                    <a:pt x="2428" y="6389"/>
                  </a:cubicBezTo>
                  <a:cubicBezTo>
                    <a:pt x="3768" y="6389"/>
                    <a:pt x="4855" y="4958"/>
                    <a:pt x="4855" y="3194"/>
                  </a:cubicBezTo>
                  <a:cubicBezTo>
                    <a:pt x="4855" y="1431"/>
                    <a:pt x="3768" y="0"/>
                    <a:pt x="2428" y="0"/>
                  </a:cubicBezTo>
                  <a:close/>
                </a:path>
              </a:pathLst>
            </a:custGeom>
            <a:solidFill>
              <a:srgbClr val="BCC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961;p40">
              <a:extLst>
                <a:ext uri="{FF2B5EF4-FFF2-40B4-BE49-F238E27FC236}">
                  <a16:creationId xmlns:a16="http://schemas.microsoft.com/office/drawing/2014/main" id="{0605795E-2626-37DD-7E0F-C8A4910B1066}"/>
                </a:ext>
              </a:extLst>
            </p:cNvPr>
            <p:cNvSpPr/>
            <p:nvPr/>
          </p:nvSpPr>
          <p:spPr>
            <a:xfrm>
              <a:off x="4517450" y="3970775"/>
              <a:ext cx="126700" cy="165100"/>
            </a:xfrm>
            <a:custGeom>
              <a:avLst/>
              <a:gdLst/>
              <a:ahLst/>
              <a:cxnLst/>
              <a:rect l="l" t="t" r="r" b="b"/>
              <a:pathLst>
                <a:path w="5068" h="6604" extrusionOk="0">
                  <a:moveTo>
                    <a:pt x="2534" y="215"/>
                  </a:moveTo>
                  <a:cubicBezTo>
                    <a:pt x="3814" y="215"/>
                    <a:pt x="4855" y="1599"/>
                    <a:pt x="4855" y="3303"/>
                  </a:cubicBezTo>
                  <a:cubicBezTo>
                    <a:pt x="4855" y="5004"/>
                    <a:pt x="3813" y="6389"/>
                    <a:pt x="2534" y="6389"/>
                  </a:cubicBezTo>
                  <a:cubicBezTo>
                    <a:pt x="1255" y="6389"/>
                    <a:pt x="214" y="5004"/>
                    <a:pt x="214" y="3303"/>
                  </a:cubicBezTo>
                  <a:cubicBezTo>
                    <a:pt x="214" y="1599"/>
                    <a:pt x="1255" y="215"/>
                    <a:pt x="2534" y="215"/>
                  </a:cubicBezTo>
                  <a:close/>
                  <a:moveTo>
                    <a:pt x="2534" y="0"/>
                  </a:moveTo>
                  <a:cubicBezTo>
                    <a:pt x="1137" y="0"/>
                    <a:pt x="1" y="1482"/>
                    <a:pt x="1" y="3303"/>
                  </a:cubicBezTo>
                  <a:cubicBezTo>
                    <a:pt x="1" y="5122"/>
                    <a:pt x="1137" y="6604"/>
                    <a:pt x="2534" y="6604"/>
                  </a:cubicBezTo>
                  <a:cubicBezTo>
                    <a:pt x="3932" y="6604"/>
                    <a:pt x="5068" y="5122"/>
                    <a:pt x="5068" y="3303"/>
                  </a:cubicBezTo>
                  <a:cubicBezTo>
                    <a:pt x="5068" y="1482"/>
                    <a:pt x="3932" y="0"/>
                    <a:pt x="253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962;p40">
              <a:extLst>
                <a:ext uri="{FF2B5EF4-FFF2-40B4-BE49-F238E27FC236}">
                  <a16:creationId xmlns:a16="http://schemas.microsoft.com/office/drawing/2014/main" id="{E9346DB9-7BE9-7C0C-9D00-8820CC044D37}"/>
                </a:ext>
              </a:extLst>
            </p:cNvPr>
            <p:cNvSpPr/>
            <p:nvPr/>
          </p:nvSpPr>
          <p:spPr>
            <a:xfrm>
              <a:off x="4535250" y="3993400"/>
              <a:ext cx="91075" cy="119850"/>
            </a:xfrm>
            <a:custGeom>
              <a:avLst/>
              <a:gdLst/>
              <a:ahLst/>
              <a:cxnLst/>
              <a:rect l="l" t="t" r="r" b="b"/>
              <a:pathLst>
                <a:path w="3643" h="4794" extrusionOk="0">
                  <a:moveTo>
                    <a:pt x="1822" y="0"/>
                  </a:moveTo>
                  <a:cubicBezTo>
                    <a:pt x="817" y="0"/>
                    <a:pt x="1" y="1072"/>
                    <a:pt x="1" y="2396"/>
                  </a:cubicBezTo>
                  <a:cubicBezTo>
                    <a:pt x="1" y="3721"/>
                    <a:pt x="817" y="4793"/>
                    <a:pt x="1822" y="4793"/>
                  </a:cubicBezTo>
                  <a:cubicBezTo>
                    <a:pt x="2828" y="4793"/>
                    <a:pt x="3643" y="3721"/>
                    <a:pt x="3643" y="2396"/>
                  </a:cubicBezTo>
                  <a:cubicBezTo>
                    <a:pt x="3643" y="1072"/>
                    <a:pt x="2828" y="0"/>
                    <a:pt x="182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963;p40">
              <a:extLst>
                <a:ext uri="{FF2B5EF4-FFF2-40B4-BE49-F238E27FC236}">
                  <a16:creationId xmlns:a16="http://schemas.microsoft.com/office/drawing/2014/main" id="{77A966AC-ABE9-F27B-2BC2-5211C3F59CD5}"/>
                </a:ext>
              </a:extLst>
            </p:cNvPr>
            <p:cNvSpPr/>
            <p:nvPr/>
          </p:nvSpPr>
          <p:spPr>
            <a:xfrm>
              <a:off x="4532600" y="3990725"/>
              <a:ext cx="96400" cy="125200"/>
            </a:xfrm>
            <a:custGeom>
              <a:avLst/>
              <a:gdLst/>
              <a:ahLst/>
              <a:cxnLst/>
              <a:rect l="l" t="t" r="r" b="b"/>
              <a:pathLst>
                <a:path w="3856" h="5008" extrusionOk="0">
                  <a:moveTo>
                    <a:pt x="1928" y="213"/>
                  </a:moveTo>
                  <a:cubicBezTo>
                    <a:pt x="2873" y="213"/>
                    <a:pt x="3643" y="1240"/>
                    <a:pt x="3643" y="2505"/>
                  </a:cubicBezTo>
                  <a:cubicBezTo>
                    <a:pt x="3643" y="3767"/>
                    <a:pt x="2873" y="4795"/>
                    <a:pt x="1928" y="4795"/>
                  </a:cubicBezTo>
                  <a:cubicBezTo>
                    <a:pt x="982" y="4795"/>
                    <a:pt x="214" y="3767"/>
                    <a:pt x="214" y="2505"/>
                  </a:cubicBezTo>
                  <a:cubicBezTo>
                    <a:pt x="214" y="1240"/>
                    <a:pt x="982" y="213"/>
                    <a:pt x="1928" y="213"/>
                  </a:cubicBezTo>
                  <a:close/>
                  <a:moveTo>
                    <a:pt x="1928" y="0"/>
                  </a:moveTo>
                  <a:cubicBezTo>
                    <a:pt x="864" y="0"/>
                    <a:pt x="1" y="1123"/>
                    <a:pt x="1" y="2505"/>
                  </a:cubicBezTo>
                  <a:cubicBezTo>
                    <a:pt x="1" y="3885"/>
                    <a:pt x="864" y="5007"/>
                    <a:pt x="1928" y="5007"/>
                  </a:cubicBezTo>
                  <a:cubicBezTo>
                    <a:pt x="2991" y="5007"/>
                    <a:pt x="3856" y="3883"/>
                    <a:pt x="3856" y="2505"/>
                  </a:cubicBezTo>
                  <a:cubicBezTo>
                    <a:pt x="3856" y="1124"/>
                    <a:pt x="2991" y="0"/>
                    <a:pt x="192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964;p40">
              <a:extLst>
                <a:ext uri="{FF2B5EF4-FFF2-40B4-BE49-F238E27FC236}">
                  <a16:creationId xmlns:a16="http://schemas.microsoft.com/office/drawing/2014/main" id="{1496C6BE-C891-2794-2703-47521CA1D576}"/>
                </a:ext>
              </a:extLst>
            </p:cNvPr>
            <p:cNvSpPr/>
            <p:nvPr/>
          </p:nvSpPr>
          <p:spPr>
            <a:xfrm>
              <a:off x="4554025" y="4018325"/>
              <a:ext cx="53350" cy="69950"/>
            </a:xfrm>
            <a:custGeom>
              <a:avLst/>
              <a:gdLst/>
              <a:ahLst/>
              <a:cxnLst/>
              <a:rect l="l" t="t" r="r" b="b"/>
              <a:pathLst>
                <a:path w="2134" h="2798" extrusionOk="0">
                  <a:moveTo>
                    <a:pt x="1066" y="1"/>
                  </a:moveTo>
                  <a:cubicBezTo>
                    <a:pt x="476" y="1"/>
                    <a:pt x="0" y="628"/>
                    <a:pt x="0" y="1401"/>
                  </a:cubicBezTo>
                  <a:cubicBezTo>
                    <a:pt x="0" y="2172"/>
                    <a:pt x="476" y="2797"/>
                    <a:pt x="1066" y="2797"/>
                  </a:cubicBezTo>
                  <a:cubicBezTo>
                    <a:pt x="1657" y="2797"/>
                    <a:pt x="2134" y="2172"/>
                    <a:pt x="2134" y="1401"/>
                  </a:cubicBezTo>
                  <a:cubicBezTo>
                    <a:pt x="2134" y="628"/>
                    <a:pt x="1657" y="1"/>
                    <a:pt x="1066"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965;p40">
              <a:extLst>
                <a:ext uri="{FF2B5EF4-FFF2-40B4-BE49-F238E27FC236}">
                  <a16:creationId xmlns:a16="http://schemas.microsoft.com/office/drawing/2014/main" id="{3CD9A3C5-B114-ABE6-3972-212FF6CF5EDF}"/>
                </a:ext>
              </a:extLst>
            </p:cNvPr>
            <p:cNvSpPr/>
            <p:nvPr/>
          </p:nvSpPr>
          <p:spPr>
            <a:xfrm>
              <a:off x="4551375" y="4015650"/>
              <a:ext cx="58650" cy="75250"/>
            </a:xfrm>
            <a:custGeom>
              <a:avLst/>
              <a:gdLst/>
              <a:ahLst/>
              <a:cxnLst/>
              <a:rect l="l" t="t" r="r" b="b"/>
              <a:pathLst>
                <a:path w="2346" h="3010" extrusionOk="0">
                  <a:moveTo>
                    <a:pt x="1172" y="215"/>
                  </a:moveTo>
                  <a:cubicBezTo>
                    <a:pt x="1702" y="215"/>
                    <a:pt x="2132" y="796"/>
                    <a:pt x="2132" y="1508"/>
                  </a:cubicBezTo>
                  <a:cubicBezTo>
                    <a:pt x="2132" y="2218"/>
                    <a:pt x="1702" y="2797"/>
                    <a:pt x="1172" y="2797"/>
                  </a:cubicBezTo>
                  <a:cubicBezTo>
                    <a:pt x="644" y="2797"/>
                    <a:pt x="213" y="2219"/>
                    <a:pt x="213" y="1508"/>
                  </a:cubicBezTo>
                  <a:cubicBezTo>
                    <a:pt x="213" y="794"/>
                    <a:pt x="644" y="215"/>
                    <a:pt x="1172" y="215"/>
                  </a:cubicBezTo>
                  <a:close/>
                  <a:moveTo>
                    <a:pt x="1172" y="1"/>
                  </a:moveTo>
                  <a:cubicBezTo>
                    <a:pt x="526" y="1"/>
                    <a:pt x="0" y="678"/>
                    <a:pt x="0" y="1508"/>
                  </a:cubicBezTo>
                  <a:cubicBezTo>
                    <a:pt x="0" y="2335"/>
                    <a:pt x="526" y="3010"/>
                    <a:pt x="1172" y="3010"/>
                  </a:cubicBezTo>
                  <a:cubicBezTo>
                    <a:pt x="1820" y="3010"/>
                    <a:pt x="2345" y="2337"/>
                    <a:pt x="2345" y="1508"/>
                  </a:cubicBezTo>
                  <a:cubicBezTo>
                    <a:pt x="2345" y="677"/>
                    <a:pt x="1820" y="1"/>
                    <a:pt x="117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966;p40">
              <a:extLst>
                <a:ext uri="{FF2B5EF4-FFF2-40B4-BE49-F238E27FC236}">
                  <a16:creationId xmlns:a16="http://schemas.microsoft.com/office/drawing/2014/main" id="{AF2957DA-03B5-3DE6-17B2-FE1C36798312}"/>
                </a:ext>
              </a:extLst>
            </p:cNvPr>
            <p:cNvSpPr/>
            <p:nvPr/>
          </p:nvSpPr>
          <p:spPr>
            <a:xfrm>
              <a:off x="5774075" y="3390525"/>
              <a:ext cx="463875" cy="237800"/>
            </a:xfrm>
            <a:custGeom>
              <a:avLst/>
              <a:gdLst/>
              <a:ahLst/>
              <a:cxnLst/>
              <a:rect l="l" t="t" r="r" b="b"/>
              <a:pathLst>
                <a:path w="18555" h="9512" extrusionOk="0">
                  <a:moveTo>
                    <a:pt x="9408" y="1"/>
                  </a:moveTo>
                  <a:cubicBezTo>
                    <a:pt x="9379" y="1"/>
                    <a:pt x="9353" y="11"/>
                    <a:pt x="9332" y="32"/>
                  </a:cubicBezTo>
                  <a:lnTo>
                    <a:pt x="1" y="9362"/>
                  </a:lnTo>
                  <a:lnTo>
                    <a:pt x="151" y="9512"/>
                  </a:lnTo>
                  <a:lnTo>
                    <a:pt x="9452" y="214"/>
                  </a:lnTo>
                  <a:lnTo>
                    <a:pt x="18554" y="214"/>
                  </a:lnTo>
                  <a:lnTo>
                    <a:pt x="18554"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967;p40">
              <a:extLst>
                <a:ext uri="{FF2B5EF4-FFF2-40B4-BE49-F238E27FC236}">
                  <a16:creationId xmlns:a16="http://schemas.microsoft.com/office/drawing/2014/main" id="{1AE99F5E-5D4D-5994-5DAA-9D837E0F3E3D}"/>
                </a:ext>
              </a:extLst>
            </p:cNvPr>
            <p:cNvSpPr/>
            <p:nvPr/>
          </p:nvSpPr>
          <p:spPr>
            <a:xfrm>
              <a:off x="6218575" y="3371550"/>
              <a:ext cx="40000" cy="40000"/>
            </a:xfrm>
            <a:custGeom>
              <a:avLst/>
              <a:gdLst/>
              <a:ahLst/>
              <a:cxnLst/>
              <a:rect l="l" t="t" r="r" b="b"/>
              <a:pathLst>
                <a:path w="1600" h="1600" extrusionOk="0">
                  <a:moveTo>
                    <a:pt x="800" y="0"/>
                  </a:moveTo>
                  <a:cubicBezTo>
                    <a:pt x="359" y="0"/>
                    <a:pt x="0" y="358"/>
                    <a:pt x="0" y="800"/>
                  </a:cubicBezTo>
                  <a:cubicBezTo>
                    <a:pt x="0" y="1242"/>
                    <a:pt x="359" y="1599"/>
                    <a:pt x="800" y="1599"/>
                  </a:cubicBezTo>
                  <a:cubicBezTo>
                    <a:pt x="1242" y="1599"/>
                    <a:pt x="1599" y="1242"/>
                    <a:pt x="1599" y="800"/>
                  </a:cubicBezTo>
                  <a:cubicBezTo>
                    <a:pt x="1599" y="358"/>
                    <a:pt x="1242" y="0"/>
                    <a:pt x="80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968;p40">
              <a:extLst>
                <a:ext uri="{FF2B5EF4-FFF2-40B4-BE49-F238E27FC236}">
                  <a16:creationId xmlns:a16="http://schemas.microsoft.com/office/drawing/2014/main" id="{F28AA49F-AA1B-62B7-4BCF-CEBAB8396E44}"/>
                </a:ext>
              </a:extLst>
            </p:cNvPr>
            <p:cNvSpPr/>
            <p:nvPr/>
          </p:nvSpPr>
          <p:spPr>
            <a:xfrm>
              <a:off x="6215875" y="3368875"/>
              <a:ext cx="45375" cy="45350"/>
            </a:xfrm>
            <a:custGeom>
              <a:avLst/>
              <a:gdLst/>
              <a:ahLst/>
              <a:cxnLst/>
              <a:rect l="l" t="t" r="r" b="b"/>
              <a:pathLst>
                <a:path w="1815" h="1814" extrusionOk="0">
                  <a:moveTo>
                    <a:pt x="908" y="213"/>
                  </a:moveTo>
                  <a:cubicBezTo>
                    <a:pt x="1290" y="213"/>
                    <a:pt x="1601" y="524"/>
                    <a:pt x="1601" y="907"/>
                  </a:cubicBezTo>
                  <a:cubicBezTo>
                    <a:pt x="1601" y="1289"/>
                    <a:pt x="1290" y="1599"/>
                    <a:pt x="908" y="1599"/>
                  </a:cubicBezTo>
                  <a:cubicBezTo>
                    <a:pt x="526" y="1599"/>
                    <a:pt x="215" y="1289"/>
                    <a:pt x="215" y="907"/>
                  </a:cubicBezTo>
                  <a:cubicBezTo>
                    <a:pt x="215" y="524"/>
                    <a:pt x="526" y="213"/>
                    <a:pt x="908" y="213"/>
                  </a:cubicBezTo>
                  <a:close/>
                  <a:moveTo>
                    <a:pt x="908" y="0"/>
                  </a:moveTo>
                  <a:cubicBezTo>
                    <a:pt x="407" y="0"/>
                    <a:pt x="1" y="407"/>
                    <a:pt x="1" y="907"/>
                  </a:cubicBezTo>
                  <a:cubicBezTo>
                    <a:pt x="1" y="1407"/>
                    <a:pt x="409" y="1814"/>
                    <a:pt x="908" y="1814"/>
                  </a:cubicBezTo>
                  <a:cubicBezTo>
                    <a:pt x="1408" y="1814"/>
                    <a:pt x="1814" y="1407"/>
                    <a:pt x="1814" y="907"/>
                  </a:cubicBezTo>
                  <a:cubicBezTo>
                    <a:pt x="1814" y="407"/>
                    <a:pt x="1408" y="0"/>
                    <a:pt x="90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969;p40">
              <a:extLst>
                <a:ext uri="{FF2B5EF4-FFF2-40B4-BE49-F238E27FC236}">
                  <a16:creationId xmlns:a16="http://schemas.microsoft.com/office/drawing/2014/main" id="{691B38AC-5BDA-091E-1137-7B37F787A1AB}"/>
                </a:ext>
              </a:extLst>
            </p:cNvPr>
            <p:cNvSpPr/>
            <p:nvPr/>
          </p:nvSpPr>
          <p:spPr>
            <a:xfrm>
              <a:off x="6231700" y="3442575"/>
              <a:ext cx="136625" cy="5350"/>
            </a:xfrm>
            <a:custGeom>
              <a:avLst/>
              <a:gdLst/>
              <a:ahLst/>
              <a:cxnLst/>
              <a:rect l="l" t="t" r="r" b="b"/>
              <a:pathLst>
                <a:path w="5465" h="214" extrusionOk="0">
                  <a:moveTo>
                    <a:pt x="1" y="0"/>
                  </a:moveTo>
                  <a:lnTo>
                    <a:pt x="1"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970;p40">
              <a:extLst>
                <a:ext uri="{FF2B5EF4-FFF2-40B4-BE49-F238E27FC236}">
                  <a16:creationId xmlns:a16="http://schemas.microsoft.com/office/drawing/2014/main" id="{C138CD87-96CC-91BC-C500-F39BA0FE3786}"/>
                </a:ext>
              </a:extLst>
            </p:cNvPr>
            <p:cNvSpPr/>
            <p:nvPr/>
          </p:nvSpPr>
          <p:spPr>
            <a:xfrm>
              <a:off x="6231700" y="3474200"/>
              <a:ext cx="136625" cy="5400"/>
            </a:xfrm>
            <a:custGeom>
              <a:avLst/>
              <a:gdLst/>
              <a:ahLst/>
              <a:cxnLst/>
              <a:rect l="l" t="t" r="r" b="b"/>
              <a:pathLst>
                <a:path w="5465" h="216" extrusionOk="0">
                  <a:moveTo>
                    <a:pt x="1" y="1"/>
                  </a:moveTo>
                  <a:lnTo>
                    <a:pt x="1" y="215"/>
                  </a:lnTo>
                  <a:lnTo>
                    <a:pt x="5465" y="215"/>
                  </a:lnTo>
                  <a:lnTo>
                    <a:pt x="546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971;p40">
              <a:extLst>
                <a:ext uri="{FF2B5EF4-FFF2-40B4-BE49-F238E27FC236}">
                  <a16:creationId xmlns:a16="http://schemas.microsoft.com/office/drawing/2014/main" id="{6EA5533C-42B5-B202-1610-0FC300AE9909}"/>
                </a:ext>
              </a:extLst>
            </p:cNvPr>
            <p:cNvSpPr/>
            <p:nvPr/>
          </p:nvSpPr>
          <p:spPr>
            <a:xfrm>
              <a:off x="6231700" y="3505850"/>
              <a:ext cx="136625" cy="5350"/>
            </a:xfrm>
            <a:custGeom>
              <a:avLst/>
              <a:gdLst/>
              <a:ahLst/>
              <a:cxnLst/>
              <a:rect l="l" t="t" r="r" b="b"/>
              <a:pathLst>
                <a:path w="5465" h="214" extrusionOk="0">
                  <a:moveTo>
                    <a:pt x="1" y="0"/>
                  </a:moveTo>
                  <a:lnTo>
                    <a:pt x="1"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972;p40">
              <a:extLst>
                <a:ext uri="{FF2B5EF4-FFF2-40B4-BE49-F238E27FC236}">
                  <a16:creationId xmlns:a16="http://schemas.microsoft.com/office/drawing/2014/main" id="{42D170FB-9F2A-06E9-9A4E-895AA50CE8CC}"/>
                </a:ext>
              </a:extLst>
            </p:cNvPr>
            <p:cNvSpPr/>
            <p:nvPr/>
          </p:nvSpPr>
          <p:spPr>
            <a:xfrm>
              <a:off x="6231700" y="3537525"/>
              <a:ext cx="136625" cy="5350"/>
            </a:xfrm>
            <a:custGeom>
              <a:avLst/>
              <a:gdLst/>
              <a:ahLst/>
              <a:cxnLst/>
              <a:rect l="l" t="t" r="r" b="b"/>
              <a:pathLst>
                <a:path w="5465" h="214" extrusionOk="0">
                  <a:moveTo>
                    <a:pt x="1" y="0"/>
                  </a:moveTo>
                  <a:lnTo>
                    <a:pt x="1"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973;p40">
              <a:extLst>
                <a:ext uri="{FF2B5EF4-FFF2-40B4-BE49-F238E27FC236}">
                  <a16:creationId xmlns:a16="http://schemas.microsoft.com/office/drawing/2014/main" id="{7EF2CF6C-7EC5-0AC7-99CA-0E534157666B}"/>
                </a:ext>
              </a:extLst>
            </p:cNvPr>
            <p:cNvSpPr/>
            <p:nvPr/>
          </p:nvSpPr>
          <p:spPr>
            <a:xfrm>
              <a:off x="4124950" y="4398325"/>
              <a:ext cx="308925" cy="99800"/>
            </a:xfrm>
            <a:custGeom>
              <a:avLst/>
              <a:gdLst/>
              <a:ahLst/>
              <a:cxnLst/>
              <a:rect l="l" t="t" r="r" b="b"/>
              <a:pathLst>
                <a:path w="12357" h="3992" extrusionOk="0">
                  <a:moveTo>
                    <a:pt x="12160" y="0"/>
                  </a:moveTo>
                  <a:lnTo>
                    <a:pt x="10540" y="3779"/>
                  </a:lnTo>
                  <a:lnTo>
                    <a:pt x="0" y="3779"/>
                  </a:lnTo>
                  <a:lnTo>
                    <a:pt x="0" y="3992"/>
                  </a:lnTo>
                  <a:lnTo>
                    <a:pt x="10610" y="3992"/>
                  </a:lnTo>
                  <a:cubicBezTo>
                    <a:pt x="10653" y="3992"/>
                    <a:pt x="10691" y="3967"/>
                    <a:pt x="10708" y="3928"/>
                  </a:cubicBezTo>
                  <a:lnTo>
                    <a:pt x="12357" y="85"/>
                  </a:lnTo>
                  <a:lnTo>
                    <a:pt x="1216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974;p40">
              <a:extLst>
                <a:ext uri="{FF2B5EF4-FFF2-40B4-BE49-F238E27FC236}">
                  <a16:creationId xmlns:a16="http://schemas.microsoft.com/office/drawing/2014/main" id="{C419DD88-507B-2C4F-F75F-0A922B287DD8}"/>
                </a:ext>
              </a:extLst>
            </p:cNvPr>
            <p:cNvSpPr/>
            <p:nvPr/>
          </p:nvSpPr>
          <p:spPr>
            <a:xfrm>
              <a:off x="4104950" y="4475450"/>
              <a:ext cx="40050" cy="40000"/>
            </a:xfrm>
            <a:custGeom>
              <a:avLst/>
              <a:gdLst/>
              <a:ahLst/>
              <a:cxnLst/>
              <a:rect l="l" t="t" r="r" b="b"/>
              <a:pathLst>
                <a:path w="1602" h="1600" extrusionOk="0">
                  <a:moveTo>
                    <a:pt x="802" y="0"/>
                  </a:moveTo>
                  <a:cubicBezTo>
                    <a:pt x="359" y="0"/>
                    <a:pt x="1" y="359"/>
                    <a:pt x="1" y="800"/>
                  </a:cubicBezTo>
                  <a:cubicBezTo>
                    <a:pt x="1" y="1242"/>
                    <a:pt x="359" y="1599"/>
                    <a:pt x="802" y="1599"/>
                  </a:cubicBezTo>
                  <a:cubicBezTo>
                    <a:pt x="1242" y="1599"/>
                    <a:pt x="1601" y="1242"/>
                    <a:pt x="1601" y="800"/>
                  </a:cubicBezTo>
                  <a:cubicBezTo>
                    <a:pt x="1601" y="359"/>
                    <a:pt x="1242" y="0"/>
                    <a:pt x="80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975;p40">
              <a:extLst>
                <a:ext uri="{FF2B5EF4-FFF2-40B4-BE49-F238E27FC236}">
                  <a16:creationId xmlns:a16="http://schemas.microsoft.com/office/drawing/2014/main" id="{EBCB5D2A-63EB-2D68-9BD6-53C2AD3B4C1F}"/>
                </a:ext>
              </a:extLst>
            </p:cNvPr>
            <p:cNvSpPr/>
            <p:nvPr/>
          </p:nvSpPr>
          <p:spPr>
            <a:xfrm>
              <a:off x="4102300" y="4472750"/>
              <a:ext cx="45325" cy="45375"/>
            </a:xfrm>
            <a:custGeom>
              <a:avLst/>
              <a:gdLst/>
              <a:ahLst/>
              <a:cxnLst/>
              <a:rect l="l" t="t" r="r" b="b"/>
              <a:pathLst>
                <a:path w="1813" h="1815" extrusionOk="0">
                  <a:moveTo>
                    <a:pt x="906" y="215"/>
                  </a:moveTo>
                  <a:cubicBezTo>
                    <a:pt x="1289" y="215"/>
                    <a:pt x="1600" y="527"/>
                    <a:pt x="1600" y="908"/>
                  </a:cubicBezTo>
                  <a:cubicBezTo>
                    <a:pt x="1600" y="1290"/>
                    <a:pt x="1289" y="1602"/>
                    <a:pt x="906" y="1602"/>
                  </a:cubicBezTo>
                  <a:cubicBezTo>
                    <a:pt x="525" y="1602"/>
                    <a:pt x="214" y="1290"/>
                    <a:pt x="214" y="908"/>
                  </a:cubicBezTo>
                  <a:cubicBezTo>
                    <a:pt x="214" y="527"/>
                    <a:pt x="525" y="215"/>
                    <a:pt x="906" y="215"/>
                  </a:cubicBezTo>
                  <a:close/>
                  <a:moveTo>
                    <a:pt x="906" y="1"/>
                  </a:moveTo>
                  <a:cubicBezTo>
                    <a:pt x="407" y="1"/>
                    <a:pt x="1" y="407"/>
                    <a:pt x="1" y="908"/>
                  </a:cubicBezTo>
                  <a:cubicBezTo>
                    <a:pt x="1" y="1408"/>
                    <a:pt x="407" y="1814"/>
                    <a:pt x="906" y="1814"/>
                  </a:cubicBezTo>
                  <a:cubicBezTo>
                    <a:pt x="1406" y="1814"/>
                    <a:pt x="1813" y="1408"/>
                    <a:pt x="1813" y="908"/>
                  </a:cubicBezTo>
                  <a:cubicBezTo>
                    <a:pt x="1813" y="407"/>
                    <a:pt x="1406" y="1"/>
                    <a:pt x="9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976;p40">
              <a:extLst>
                <a:ext uri="{FF2B5EF4-FFF2-40B4-BE49-F238E27FC236}">
                  <a16:creationId xmlns:a16="http://schemas.microsoft.com/office/drawing/2014/main" id="{E873A2C9-C1B5-23DB-659E-13D327E7BD68}"/>
                </a:ext>
              </a:extLst>
            </p:cNvPr>
            <p:cNvSpPr/>
            <p:nvPr/>
          </p:nvSpPr>
          <p:spPr>
            <a:xfrm>
              <a:off x="4061850" y="4551500"/>
              <a:ext cx="136625" cy="5325"/>
            </a:xfrm>
            <a:custGeom>
              <a:avLst/>
              <a:gdLst/>
              <a:ahLst/>
              <a:cxnLst/>
              <a:rect l="l" t="t" r="r" b="b"/>
              <a:pathLst>
                <a:path w="5465" h="213" extrusionOk="0">
                  <a:moveTo>
                    <a:pt x="0" y="0"/>
                  </a:moveTo>
                  <a:lnTo>
                    <a:pt x="0"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977;p40">
              <a:extLst>
                <a:ext uri="{FF2B5EF4-FFF2-40B4-BE49-F238E27FC236}">
                  <a16:creationId xmlns:a16="http://schemas.microsoft.com/office/drawing/2014/main" id="{FF9E9F62-4D68-447A-1196-05D101D13887}"/>
                </a:ext>
              </a:extLst>
            </p:cNvPr>
            <p:cNvSpPr/>
            <p:nvPr/>
          </p:nvSpPr>
          <p:spPr>
            <a:xfrm>
              <a:off x="4061850" y="4583125"/>
              <a:ext cx="136625" cy="5400"/>
            </a:xfrm>
            <a:custGeom>
              <a:avLst/>
              <a:gdLst/>
              <a:ahLst/>
              <a:cxnLst/>
              <a:rect l="l" t="t" r="r" b="b"/>
              <a:pathLst>
                <a:path w="5465" h="216" extrusionOk="0">
                  <a:moveTo>
                    <a:pt x="0" y="1"/>
                  </a:moveTo>
                  <a:lnTo>
                    <a:pt x="0" y="215"/>
                  </a:lnTo>
                  <a:lnTo>
                    <a:pt x="5465" y="215"/>
                  </a:lnTo>
                  <a:lnTo>
                    <a:pt x="546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978;p40">
              <a:extLst>
                <a:ext uri="{FF2B5EF4-FFF2-40B4-BE49-F238E27FC236}">
                  <a16:creationId xmlns:a16="http://schemas.microsoft.com/office/drawing/2014/main" id="{730C24AF-9993-7B83-21EE-3B2F316FDC09}"/>
                </a:ext>
              </a:extLst>
            </p:cNvPr>
            <p:cNvSpPr/>
            <p:nvPr/>
          </p:nvSpPr>
          <p:spPr>
            <a:xfrm>
              <a:off x="4061850" y="4614775"/>
              <a:ext cx="136625" cy="5350"/>
            </a:xfrm>
            <a:custGeom>
              <a:avLst/>
              <a:gdLst/>
              <a:ahLst/>
              <a:cxnLst/>
              <a:rect l="l" t="t" r="r" b="b"/>
              <a:pathLst>
                <a:path w="5465" h="214" extrusionOk="0">
                  <a:moveTo>
                    <a:pt x="0" y="0"/>
                  </a:moveTo>
                  <a:lnTo>
                    <a:pt x="0"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979;p40">
              <a:extLst>
                <a:ext uri="{FF2B5EF4-FFF2-40B4-BE49-F238E27FC236}">
                  <a16:creationId xmlns:a16="http://schemas.microsoft.com/office/drawing/2014/main" id="{BC2F4F51-4E8E-71D0-E2B9-47B19DF183F6}"/>
                </a:ext>
              </a:extLst>
            </p:cNvPr>
            <p:cNvSpPr/>
            <p:nvPr/>
          </p:nvSpPr>
          <p:spPr>
            <a:xfrm>
              <a:off x="4061850" y="4646450"/>
              <a:ext cx="136625" cy="5350"/>
            </a:xfrm>
            <a:custGeom>
              <a:avLst/>
              <a:gdLst/>
              <a:ahLst/>
              <a:cxnLst/>
              <a:rect l="l" t="t" r="r" b="b"/>
              <a:pathLst>
                <a:path w="5465" h="214" extrusionOk="0">
                  <a:moveTo>
                    <a:pt x="0" y="0"/>
                  </a:moveTo>
                  <a:lnTo>
                    <a:pt x="0"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980;p40">
              <a:extLst>
                <a:ext uri="{FF2B5EF4-FFF2-40B4-BE49-F238E27FC236}">
                  <a16:creationId xmlns:a16="http://schemas.microsoft.com/office/drawing/2014/main" id="{96240EB2-5C6B-62AE-F4C3-36EB4C5A0141}"/>
                </a:ext>
              </a:extLst>
            </p:cNvPr>
            <p:cNvSpPr/>
            <p:nvPr/>
          </p:nvSpPr>
          <p:spPr>
            <a:xfrm>
              <a:off x="4680275" y="5167725"/>
              <a:ext cx="5350" cy="173825"/>
            </a:xfrm>
            <a:custGeom>
              <a:avLst/>
              <a:gdLst/>
              <a:ahLst/>
              <a:cxnLst/>
              <a:rect l="l" t="t" r="r" b="b"/>
              <a:pathLst>
                <a:path w="214" h="6953" extrusionOk="0">
                  <a:moveTo>
                    <a:pt x="0" y="0"/>
                  </a:moveTo>
                  <a:lnTo>
                    <a:pt x="0" y="6952"/>
                  </a:lnTo>
                  <a:lnTo>
                    <a:pt x="213" y="6952"/>
                  </a:lnTo>
                  <a:lnTo>
                    <a:pt x="213"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981;p40">
              <a:extLst>
                <a:ext uri="{FF2B5EF4-FFF2-40B4-BE49-F238E27FC236}">
                  <a16:creationId xmlns:a16="http://schemas.microsoft.com/office/drawing/2014/main" id="{48D28BF3-C06F-92B3-7626-784DD0CA14B0}"/>
                </a:ext>
              </a:extLst>
            </p:cNvPr>
            <p:cNvSpPr/>
            <p:nvPr/>
          </p:nvSpPr>
          <p:spPr>
            <a:xfrm>
              <a:off x="4663900" y="5316800"/>
              <a:ext cx="40000" cy="40000"/>
            </a:xfrm>
            <a:custGeom>
              <a:avLst/>
              <a:gdLst/>
              <a:ahLst/>
              <a:cxnLst/>
              <a:rect l="l" t="t" r="r" b="b"/>
              <a:pathLst>
                <a:path w="1600" h="1600" extrusionOk="0">
                  <a:moveTo>
                    <a:pt x="800" y="1"/>
                  </a:moveTo>
                  <a:cubicBezTo>
                    <a:pt x="359" y="1"/>
                    <a:pt x="0" y="358"/>
                    <a:pt x="0" y="800"/>
                  </a:cubicBezTo>
                  <a:cubicBezTo>
                    <a:pt x="0" y="1241"/>
                    <a:pt x="359" y="1600"/>
                    <a:pt x="800" y="1600"/>
                  </a:cubicBezTo>
                  <a:cubicBezTo>
                    <a:pt x="1242" y="1600"/>
                    <a:pt x="1599" y="1241"/>
                    <a:pt x="1599" y="800"/>
                  </a:cubicBezTo>
                  <a:cubicBezTo>
                    <a:pt x="1599" y="358"/>
                    <a:pt x="1242" y="1"/>
                    <a:pt x="8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982;p40">
              <a:extLst>
                <a:ext uri="{FF2B5EF4-FFF2-40B4-BE49-F238E27FC236}">
                  <a16:creationId xmlns:a16="http://schemas.microsoft.com/office/drawing/2014/main" id="{61131402-1831-003D-F481-F2833C088923}"/>
                </a:ext>
              </a:extLst>
            </p:cNvPr>
            <p:cNvSpPr/>
            <p:nvPr/>
          </p:nvSpPr>
          <p:spPr>
            <a:xfrm>
              <a:off x="4661250" y="5314125"/>
              <a:ext cx="45325" cy="45325"/>
            </a:xfrm>
            <a:custGeom>
              <a:avLst/>
              <a:gdLst/>
              <a:ahLst/>
              <a:cxnLst/>
              <a:rect l="l" t="t" r="r" b="b"/>
              <a:pathLst>
                <a:path w="1813" h="1813" extrusionOk="0">
                  <a:moveTo>
                    <a:pt x="906" y="213"/>
                  </a:moveTo>
                  <a:cubicBezTo>
                    <a:pt x="1289" y="213"/>
                    <a:pt x="1600" y="524"/>
                    <a:pt x="1600" y="907"/>
                  </a:cubicBezTo>
                  <a:cubicBezTo>
                    <a:pt x="1600" y="1288"/>
                    <a:pt x="1289" y="1599"/>
                    <a:pt x="906" y="1599"/>
                  </a:cubicBezTo>
                  <a:cubicBezTo>
                    <a:pt x="525" y="1599"/>
                    <a:pt x="214" y="1288"/>
                    <a:pt x="214" y="907"/>
                  </a:cubicBezTo>
                  <a:cubicBezTo>
                    <a:pt x="214" y="524"/>
                    <a:pt x="525" y="213"/>
                    <a:pt x="906" y="213"/>
                  </a:cubicBezTo>
                  <a:close/>
                  <a:moveTo>
                    <a:pt x="906" y="0"/>
                  </a:moveTo>
                  <a:cubicBezTo>
                    <a:pt x="407" y="0"/>
                    <a:pt x="1" y="407"/>
                    <a:pt x="1" y="907"/>
                  </a:cubicBezTo>
                  <a:cubicBezTo>
                    <a:pt x="1" y="1406"/>
                    <a:pt x="407" y="1812"/>
                    <a:pt x="906" y="1812"/>
                  </a:cubicBezTo>
                  <a:cubicBezTo>
                    <a:pt x="1406" y="1812"/>
                    <a:pt x="1813" y="1406"/>
                    <a:pt x="1813" y="907"/>
                  </a:cubicBezTo>
                  <a:cubicBezTo>
                    <a:pt x="1813" y="407"/>
                    <a:pt x="1406" y="0"/>
                    <a:pt x="90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983;p40">
              <a:extLst>
                <a:ext uri="{FF2B5EF4-FFF2-40B4-BE49-F238E27FC236}">
                  <a16:creationId xmlns:a16="http://schemas.microsoft.com/office/drawing/2014/main" id="{A12AB8EB-F33D-EF5F-174D-E44177415C41}"/>
                </a:ext>
              </a:extLst>
            </p:cNvPr>
            <p:cNvSpPr/>
            <p:nvPr/>
          </p:nvSpPr>
          <p:spPr>
            <a:xfrm>
              <a:off x="4489200" y="5276500"/>
              <a:ext cx="136675" cy="5325"/>
            </a:xfrm>
            <a:custGeom>
              <a:avLst/>
              <a:gdLst/>
              <a:ahLst/>
              <a:cxnLst/>
              <a:rect l="l" t="t" r="r" b="b"/>
              <a:pathLst>
                <a:path w="5467" h="213" extrusionOk="0">
                  <a:moveTo>
                    <a:pt x="1" y="0"/>
                  </a:moveTo>
                  <a:lnTo>
                    <a:pt x="1" y="213"/>
                  </a:lnTo>
                  <a:lnTo>
                    <a:pt x="5467" y="213"/>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984;p40">
              <a:extLst>
                <a:ext uri="{FF2B5EF4-FFF2-40B4-BE49-F238E27FC236}">
                  <a16:creationId xmlns:a16="http://schemas.microsoft.com/office/drawing/2014/main" id="{1C0F1612-5C2F-8677-8D74-E908B96FD56B}"/>
                </a:ext>
              </a:extLst>
            </p:cNvPr>
            <p:cNvSpPr/>
            <p:nvPr/>
          </p:nvSpPr>
          <p:spPr>
            <a:xfrm>
              <a:off x="4489200" y="5308175"/>
              <a:ext cx="136675" cy="5350"/>
            </a:xfrm>
            <a:custGeom>
              <a:avLst/>
              <a:gdLst/>
              <a:ahLst/>
              <a:cxnLst/>
              <a:rect l="l" t="t" r="r" b="b"/>
              <a:pathLst>
                <a:path w="5467" h="214" extrusionOk="0">
                  <a:moveTo>
                    <a:pt x="1" y="0"/>
                  </a:moveTo>
                  <a:lnTo>
                    <a:pt x="1" y="213"/>
                  </a:lnTo>
                  <a:lnTo>
                    <a:pt x="5467" y="213"/>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985;p40">
              <a:extLst>
                <a:ext uri="{FF2B5EF4-FFF2-40B4-BE49-F238E27FC236}">
                  <a16:creationId xmlns:a16="http://schemas.microsoft.com/office/drawing/2014/main" id="{6DF79180-8411-D05D-D401-BF8D82B1616D}"/>
                </a:ext>
              </a:extLst>
            </p:cNvPr>
            <p:cNvSpPr/>
            <p:nvPr/>
          </p:nvSpPr>
          <p:spPr>
            <a:xfrm>
              <a:off x="4489200" y="5339800"/>
              <a:ext cx="136675" cy="5400"/>
            </a:xfrm>
            <a:custGeom>
              <a:avLst/>
              <a:gdLst/>
              <a:ahLst/>
              <a:cxnLst/>
              <a:rect l="l" t="t" r="r" b="b"/>
              <a:pathLst>
                <a:path w="5467" h="216" extrusionOk="0">
                  <a:moveTo>
                    <a:pt x="1" y="1"/>
                  </a:moveTo>
                  <a:lnTo>
                    <a:pt x="1" y="215"/>
                  </a:lnTo>
                  <a:lnTo>
                    <a:pt x="5467" y="215"/>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986;p40">
              <a:extLst>
                <a:ext uri="{FF2B5EF4-FFF2-40B4-BE49-F238E27FC236}">
                  <a16:creationId xmlns:a16="http://schemas.microsoft.com/office/drawing/2014/main" id="{DE5B2069-ECAA-6C00-01AC-0068C8D2D89F}"/>
                </a:ext>
              </a:extLst>
            </p:cNvPr>
            <p:cNvSpPr/>
            <p:nvPr/>
          </p:nvSpPr>
          <p:spPr>
            <a:xfrm>
              <a:off x="4489200" y="5371475"/>
              <a:ext cx="136675" cy="5350"/>
            </a:xfrm>
            <a:custGeom>
              <a:avLst/>
              <a:gdLst/>
              <a:ahLst/>
              <a:cxnLst/>
              <a:rect l="l" t="t" r="r" b="b"/>
              <a:pathLst>
                <a:path w="5467" h="214" extrusionOk="0">
                  <a:moveTo>
                    <a:pt x="1" y="1"/>
                  </a:moveTo>
                  <a:lnTo>
                    <a:pt x="1" y="214"/>
                  </a:lnTo>
                  <a:lnTo>
                    <a:pt x="5467" y="214"/>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987;p40">
              <a:extLst>
                <a:ext uri="{FF2B5EF4-FFF2-40B4-BE49-F238E27FC236}">
                  <a16:creationId xmlns:a16="http://schemas.microsoft.com/office/drawing/2014/main" id="{DF827BD4-8A57-7B9E-4227-01C1341B19F4}"/>
                </a:ext>
              </a:extLst>
            </p:cNvPr>
            <p:cNvSpPr/>
            <p:nvPr/>
          </p:nvSpPr>
          <p:spPr>
            <a:xfrm>
              <a:off x="5542150" y="5109875"/>
              <a:ext cx="297875" cy="147425"/>
            </a:xfrm>
            <a:custGeom>
              <a:avLst/>
              <a:gdLst/>
              <a:ahLst/>
              <a:cxnLst/>
              <a:rect l="l" t="t" r="r" b="b"/>
              <a:pathLst>
                <a:path w="11915" h="5897" extrusionOk="0">
                  <a:moveTo>
                    <a:pt x="0" y="1"/>
                  </a:moveTo>
                  <a:lnTo>
                    <a:pt x="0" y="213"/>
                  </a:lnTo>
                  <a:lnTo>
                    <a:pt x="4308" y="213"/>
                  </a:lnTo>
                  <a:lnTo>
                    <a:pt x="4308" y="5791"/>
                  </a:lnTo>
                  <a:cubicBezTo>
                    <a:pt x="4308" y="5849"/>
                    <a:pt x="4355" y="5897"/>
                    <a:pt x="4415" y="5897"/>
                  </a:cubicBezTo>
                  <a:lnTo>
                    <a:pt x="11915" y="5897"/>
                  </a:lnTo>
                  <a:lnTo>
                    <a:pt x="11915" y="5684"/>
                  </a:lnTo>
                  <a:lnTo>
                    <a:pt x="4521" y="5684"/>
                  </a:lnTo>
                  <a:lnTo>
                    <a:pt x="4521" y="108"/>
                  </a:lnTo>
                  <a:cubicBezTo>
                    <a:pt x="4521" y="48"/>
                    <a:pt x="4473" y="1"/>
                    <a:pt x="441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988;p40">
              <a:extLst>
                <a:ext uri="{FF2B5EF4-FFF2-40B4-BE49-F238E27FC236}">
                  <a16:creationId xmlns:a16="http://schemas.microsoft.com/office/drawing/2014/main" id="{0004E734-3298-6763-4A2F-CDC4CB5EB3A7}"/>
                </a:ext>
              </a:extLst>
            </p:cNvPr>
            <p:cNvSpPr/>
            <p:nvPr/>
          </p:nvSpPr>
          <p:spPr>
            <a:xfrm>
              <a:off x="5824625" y="5234350"/>
              <a:ext cx="40000" cy="40050"/>
            </a:xfrm>
            <a:custGeom>
              <a:avLst/>
              <a:gdLst/>
              <a:ahLst/>
              <a:cxnLst/>
              <a:rect l="l" t="t" r="r" b="b"/>
              <a:pathLst>
                <a:path w="1600" h="1602" extrusionOk="0">
                  <a:moveTo>
                    <a:pt x="800" y="1"/>
                  </a:moveTo>
                  <a:cubicBezTo>
                    <a:pt x="359" y="1"/>
                    <a:pt x="1" y="359"/>
                    <a:pt x="1" y="800"/>
                  </a:cubicBezTo>
                  <a:cubicBezTo>
                    <a:pt x="1" y="1242"/>
                    <a:pt x="359" y="1601"/>
                    <a:pt x="800" y="1601"/>
                  </a:cubicBezTo>
                  <a:cubicBezTo>
                    <a:pt x="1242" y="1601"/>
                    <a:pt x="1600" y="1242"/>
                    <a:pt x="1600" y="800"/>
                  </a:cubicBezTo>
                  <a:cubicBezTo>
                    <a:pt x="1600" y="359"/>
                    <a:pt x="1242" y="1"/>
                    <a:pt x="8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989;p40">
              <a:extLst>
                <a:ext uri="{FF2B5EF4-FFF2-40B4-BE49-F238E27FC236}">
                  <a16:creationId xmlns:a16="http://schemas.microsoft.com/office/drawing/2014/main" id="{262AA25A-A490-46DA-7BE3-BBDEBD2B55AE}"/>
                </a:ext>
              </a:extLst>
            </p:cNvPr>
            <p:cNvSpPr/>
            <p:nvPr/>
          </p:nvSpPr>
          <p:spPr>
            <a:xfrm>
              <a:off x="5821975" y="5231700"/>
              <a:ext cx="45325" cy="45325"/>
            </a:xfrm>
            <a:custGeom>
              <a:avLst/>
              <a:gdLst/>
              <a:ahLst/>
              <a:cxnLst/>
              <a:rect l="l" t="t" r="r" b="b"/>
              <a:pathLst>
                <a:path w="1813" h="1813" extrusionOk="0">
                  <a:moveTo>
                    <a:pt x="906" y="214"/>
                  </a:moveTo>
                  <a:cubicBezTo>
                    <a:pt x="1289" y="214"/>
                    <a:pt x="1600" y="525"/>
                    <a:pt x="1600" y="906"/>
                  </a:cubicBezTo>
                  <a:cubicBezTo>
                    <a:pt x="1600" y="1289"/>
                    <a:pt x="1289" y="1600"/>
                    <a:pt x="906" y="1600"/>
                  </a:cubicBezTo>
                  <a:cubicBezTo>
                    <a:pt x="525" y="1600"/>
                    <a:pt x="214" y="1289"/>
                    <a:pt x="214" y="906"/>
                  </a:cubicBezTo>
                  <a:cubicBezTo>
                    <a:pt x="214" y="525"/>
                    <a:pt x="525" y="214"/>
                    <a:pt x="906" y="214"/>
                  </a:cubicBezTo>
                  <a:close/>
                  <a:moveTo>
                    <a:pt x="906" y="1"/>
                  </a:moveTo>
                  <a:cubicBezTo>
                    <a:pt x="407" y="1"/>
                    <a:pt x="1" y="407"/>
                    <a:pt x="1" y="906"/>
                  </a:cubicBezTo>
                  <a:cubicBezTo>
                    <a:pt x="1" y="1406"/>
                    <a:pt x="407" y="1813"/>
                    <a:pt x="906" y="1813"/>
                  </a:cubicBezTo>
                  <a:cubicBezTo>
                    <a:pt x="1406" y="1813"/>
                    <a:pt x="1813" y="1406"/>
                    <a:pt x="1813" y="906"/>
                  </a:cubicBezTo>
                  <a:cubicBezTo>
                    <a:pt x="1813" y="407"/>
                    <a:pt x="1406" y="1"/>
                    <a:pt x="9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990;p40">
              <a:extLst>
                <a:ext uri="{FF2B5EF4-FFF2-40B4-BE49-F238E27FC236}">
                  <a16:creationId xmlns:a16="http://schemas.microsoft.com/office/drawing/2014/main" id="{1A146104-6EA9-CA4C-ADAA-3545F571A9CC}"/>
                </a:ext>
              </a:extLst>
            </p:cNvPr>
            <p:cNvSpPr/>
            <p:nvPr/>
          </p:nvSpPr>
          <p:spPr>
            <a:xfrm>
              <a:off x="5896650" y="5201850"/>
              <a:ext cx="136675" cy="5350"/>
            </a:xfrm>
            <a:custGeom>
              <a:avLst/>
              <a:gdLst/>
              <a:ahLst/>
              <a:cxnLst/>
              <a:rect l="l" t="t" r="r" b="b"/>
              <a:pathLst>
                <a:path w="5467" h="214" extrusionOk="0">
                  <a:moveTo>
                    <a:pt x="1" y="1"/>
                  </a:moveTo>
                  <a:lnTo>
                    <a:pt x="1" y="214"/>
                  </a:lnTo>
                  <a:lnTo>
                    <a:pt x="5467" y="214"/>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991;p40">
              <a:extLst>
                <a:ext uri="{FF2B5EF4-FFF2-40B4-BE49-F238E27FC236}">
                  <a16:creationId xmlns:a16="http://schemas.microsoft.com/office/drawing/2014/main" id="{BA776EEE-1606-462B-3B6D-CBC1B8CFBBDC}"/>
                </a:ext>
              </a:extLst>
            </p:cNvPr>
            <p:cNvSpPr/>
            <p:nvPr/>
          </p:nvSpPr>
          <p:spPr>
            <a:xfrm>
              <a:off x="5896650" y="5233500"/>
              <a:ext cx="136675" cy="5375"/>
            </a:xfrm>
            <a:custGeom>
              <a:avLst/>
              <a:gdLst/>
              <a:ahLst/>
              <a:cxnLst/>
              <a:rect l="l" t="t" r="r" b="b"/>
              <a:pathLst>
                <a:path w="5467" h="215" extrusionOk="0">
                  <a:moveTo>
                    <a:pt x="1" y="0"/>
                  </a:moveTo>
                  <a:lnTo>
                    <a:pt x="1" y="215"/>
                  </a:lnTo>
                  <a:lnTo>
                    <a:pt x="5467" y="215"/>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992;p40">
              <a:extLst>
                <a:ext uri="{FF2B5EF4-FFF2-40B4-BE49-F238E27FC236}">
                  <a16:creationId xmlns:a16="http://schemas.microsoft.com/office/drawing/2014/main" id="{5DE7FA4E-B23E-CD66-1927-A87890D80DE5}"/>
                </a:ext>
              </a:extLst>
            </p:cNvPr>
            <p:cNvSpPr/>
            <p:nvPr/>
          </p:nvSpPr>
          <p:spPr>
            <a:xfrm>
              <a:off x="5896650" y="5265175"/>
              <a:ext cx="136675" cy="5350"/>
            </a:xfrm>
            <a:custGeom>
              <a:avLst/>
              <a:gdLst/>
              <a:ahLst/>
              <a:cxnLst/>
              <a:rect l="l" t="t" r="r" b="b"/>
              <a:pathLst>
                <a:path w="5467" h="214" extrusionOk="0">
                  <a:moveTo>
                    <a:pt x="1" y="0"/>
                  </a:moveTo>
                  <a:lnTo>
                    <a:pt x="1" y="213"/>
                  </a:lnTo>
                  <a:lnTo>
                    <a:pt x="5467" y="213"/>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993;p40">
              <a:extLst>
                <a:ext uri="{FF2B5EF4-FFF2-40B4-BE49-F238E27FC236}">
                  <a16:creationId xmlns:a16="http://schemas.microsoft.com/office/drawing/2014/main" id="{C2CD0A0B-3C83-1AD5-3B09-E9C154F83074}"/>
                </a:ext>
              </a:extLst>
            </p:cNvPr>
            <p:cNvSpPr/>
            <p:nvPr/>
          </p:nvSpPr>
          <p:spPr>
            <a:xfrm>
              <a:off x="5896650" y="5296850"/>
              <a:ext cx="136675" cy="5350"/>
            </a:xfrm>
            <a:custGeom>
              <a:avLst/>
              <a:gdLst/>
              <a:ahLst/>
              <a:cxnLst/>
              <a:rect l="l" t="t" r="r" b="b"/>
              <a:pathLst>
                <a:path w="5467" h="214" extrusionOk="0">
                  <a:moveTo>
                    <a:pt x="1" y="1"/>
                  </a:moveTo>
                  <a:lnTo>
                    <a:pt x="1" y="213"/>
                  </a:lnTo>
                  <a:lnTo>
                    <a:pt x="5467" y="213"/>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994;p40">
              <a:extLst>
                <a:ext uri="{FF2B5EF4-FFF2-40B4-BE49-F238E27FC236}">
                  <a16:creationId xmlns:a16="http://schemas.microsoft.com/office/drawing/2014/main" id="{0154435B-8F53-E4AD-1FC9-0C45AD72A7EF}"/>
                </a:ext>
              </a:extLst>
            </p:cNvPr>
            <p:cNvSpPr/>
            <p:nvPr/>
          </p:nvSpPr>
          <p:spPr>
            <a:xfrm>
              <a:off x="5975800" y="4961625"/>
              <a:ext cx="297700" cy="5350"/>
            </a:xfrm>
            <a:custGeom>
              <a:avLst/>
              <a:gdLst/>
              <a:ahLst/>
              <a:cxnLst/>
              <a:rect l="l" t="t" r="r" b="b"/>
              <a:pathLst>
                <a:path w="11908" h="214" extrusionOk="0">
                  <a:moveTo>
                    <a:pt x="0" y="0"/>
                  </a:moveTo>
                  <a:lnTo>
                    <a:pt x="0" y="213"/>
                  </a:lnTo>
                  <a:lnTo>
                    <a:pt x="11907" y="213"/>
                  </a:lnTo>
                  <a:lnTo>
                    <a:pt x="1190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995;p40">
              <a:extLst>
                <a:ext uri="{FF2B5EF4-FFF2-40B4-BE49-F238E27FC236}">
                  <a16:creationId xmlns:a16="http://schemas.microsoft.com/office/drawing/2014/main" id="{988B47B4-4EEB-27E0-BC01-B512AC290542}"/>
                </a:ext>
              </a:extLst>
            </p:cNvPr>
            <p:cNvSpPr/>
            <p:nvPr/>
          </p:nvSpPr>
          <p:spPr>
            <a:xfrm>
              <a:off x="6122200" y="4816450"/>
              <a:ext cx="5350" cy="147825"/>
            </a:xfrm>
            <a:custGeom>
              <a:avLst/>
              <a:gdLst/>
              <a:ahLst/>
              <a:cxnLst/>
              <a:rect l="l" t="t" r="r" b="b"/>
              <a:pathLst>
                <a:path w="214" h="5913" extrusionOk="0">
                  <a:moveTo>
                    <a:pt x="0" y="0"/>
                  </a:moveTo>
                  <a:lnTo>
                    <a:pt x="0" y="5913"/>
                  </a:lnTo>
                  <a:lnTo>
                    <a:pt x="213" y="5913"/>
                  </a:lnTo>
                  <a:lnTo>
                    <a:pt x="2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996;p40">
              <a:extLst>
                <a:ext uri="{FF2B5EF4-FFF2-40B4-BE49-F238E27FC236}">
                  <a16:creationId xmlns:a16="http://schemas.microsoft.com/office/drawing/2014/main" id="{FAD8B244-25DA-222C-5EBB-21D9022E2074}"/>
                </a:ext>
              </a:extLst>
            </p:cNvPr>
            <p:cNvSpPr/>
            <p:nvPr/>
          </p:nvSpPr>
          <p:spPr>
            <a:xfrm>
              <a:off x="5921100" y="4909775"/>
              <a:ext cx="109325" cy="109300"/>
            </a:xfrm>
            <a:custGeom>
              <a:avLst/>
              <a:gdLst/>
              <a:ahLst/>
              <a:cxnLst/>
              <a:rect l="l" t="t" r="r" b="b"/>
              <a:pathLst>
                <a:path w="4373" h="4372" extrusionOk="0">
                  <a:moveTo>
                    <a:pt x="2187" y="0"/>
                  </a:moveTo>
                  <a:cubicBezTo>
                    <a:pt x="979" y="0"/>
                    <a:pt x="1" y="978"/>
                    <a:pt x="1" y="2186"/>
                  </a:cubicBezTo>
                  <a:cubicBezTo>
                    <a:pt x="1" y="3393"/>
                    <a:pt x="979" y="4372"/>
                    <a:pt x="2187" y="4372"/>
                  </a:cubicBezTo>
                  <a:cubicBezTo>
                    <a:pt x="3393" y="4372"/>
                    <a:pt x="4372" y="3393"/>
                    <a:pt x="4372" y="2186"/>
                  </a:cubicBezTo>
                  <a:cubicBezTo>
                    <a:pt x="4372" y="978"/>
                    <a:pt x="3393" y="0"/>
                    <a:pt x="2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997;p40">
              <a:extLst>
                <a:ext uri="{FF2B5EF4-FFF2-40B4-BE49-F238E27FC236}">
                  <a16:creationId xmlns:a16="http://schemas.microsoft.com/office/drawing/2014/main" id="{448613DF-74B7-7750-976D-AB12ECFE6FEE}"/>
                </a:ext>
              </a:extLst>
            </p:cNvPr>
            <p:cNvSpPr/>
            <p:nvPr/>
          </p:nvSpPr>
          <p:spPr>
            <a:xfrm>
              <a:off x="5910725" y="4907075"/>
              <a:ext cx="123875" cy="114675"/>
            </a:xfrm>
            <a:custGeom>
              <a:avLst/>
              <a:gdLst/>
              <a:ahLst/>
              <a:cxnLst/>
              <a:rect l="l" t="t" r="r" b="b"/>
              <a:pathLst>
                <a:path w="4955" h="4587" extrusionOk="0">
                  <a:moveTo>
                    <a:pt x="2600" y="213"/>
                  </a:moveTo>
                  <a:cubicBezTo>
                    <a:pt x="2872" y="213"/>
                    <a:pt x="3143" y="267"/>
                    <a:pt x="3401" y="375"/>
                  </a:cubicBezTo>
                  <a:cubicBezTo>
                    <a:pt x="3915" y="589"/>
                    <a:pt x="4312" y="990"/>
                    <a:pt x="4524" y="1503"/>
                  </a:cubicBezTo>
                  <a:cubicBezTo>
                    <a:pt x="4735" y="2017"/>
                    <a:pt x="4734" y="2583"/>
                    <a:pt x="4519" y="3095"/>
                  </a:cubicBezTo>
                  <a:cubicBezTo>
                    <a:pt x="4307" y="3607"/>
                    <a:pt x="3906" y="4006"/>
                    <a:pt x="3392" y="4218"/>
                  </a:cubicBezTo>
                  <a:cubicBezTo>
                    <a:pt x="3135" y="4324"/>
                    <a:pt x="2868" y="4374"/>
                    <a:pt x="2605" y="4374"/>
                  </a:cubicBezTo>
                  <a:cubicBezTo>
                    <a:pt x="1786" y="4374"/>
                    <a:pt x="1008" y="3887"/>
                    <a:pt x="678" y="3084"/>
                  </a:cubicBezTo>
                  <a:cubicBezTo>
                    <a:pt x="242" y="2024"/>
                    <a:pt x="749" y="806"/>
                    <a:pt x="1811" y="372"/>
                  </a:cubicBezTo>
                  <a:lnTo>
                    <a:pt x="1810" y="372"/>
                  </a:lnTo>
                  <a:cubicBezTo>
                    <a:pt x="2065" y="266"/>
                    <a:pt x="2333" y="213"/>
                    <a:pt x="2600" y="213"/>
                  </a:cubicBezTo>
                  <a:close/>
                  <a:moveTo>
                    <a:pt x="2602" y="0"/>
                  </a:moveTo>
                  <a:cubicBezTo>
                    <a:pt x="2306" y="0"/>
                    <a:pt x="2011" y="58"/>
                    <a:pt x="1729" y="174"/>
                  </a:cubicBezTo>
                  <a:cubicBezTo>
                    <a:pt x="560" y="654"/>
                    <a:pt x="1" y="1996"/>
                    <a:pt x="480" y="3166"/>
                  </a:cubicBezTo>
                  <a:cubicBezTo>
                    <a:pt x="845" y="4051"/>
                    <a:pt x="1702" y="4587"/>
                    <a:pt x="2605" y="4587"/>
                  </a:cubicBezTo>
                  <a:cubicBezTo>
                    <a:pt x="2894" y="4587"/>
                    <a:pt x="3188" y="4532"/>
                    <a:pt x="3473" y="4414"/>
                  </a:cubicBezTo>
                  <a:cubicBezTo>
                    <a:pt x="4039" y="4182"/>
                    <a:pt x="4481" y="3743"/>
                    <a:pt x="4716" y="3177"/>
                  </a:cubicBezTo>
                  <a:cubicBezTo>
                    <a:pt x="4953" y="2611"/>
                    <a:pt x="4954" y="1989"/>
                    <a:pt x="4722" y="1423"/>
                  </a:cubicBezTo>
                  <a:cubicBezTo>
                    <a:pt x="4488" y="856"/>
                    <a:pt x="4049" y="415"/>
                    <a:pt x="3483" y="178"/>
                  </a:cubicBezTo>
                  <a:cubicBezTo>
                    <a:pt x="3199" y="60"/>
                    <a:pt x="2901" y="0"/>
                    <a:pt x="2602"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998;p40">
              <a:extLst>
                <a:ext uri="{FF2B5EF4-FFF2-40B4-BE49-F238E27FC236}">
                  <a16:creationId xmlns:a16="http://schemas.microsoft.com/office/drawing/2014/main" id="{F4DAA992-9E9F-7200-8ED6-8099A72BD34A}"/>
                </a:ext>
              </a:extLst>
            </p:cNvPr>
            <p:cNvSpPr/>
            <p:nvPr/>
          </p:nvSpPr>
          <p:spPr>
            <a:xfrm>
              <a:off x="5920325" y="4909700"/>
              <a:ext cx="98900" cy="109275"/>
            </a:xfrm>
            <a:custGeom>
              <a:avLst/>
              <a:gdLst/>
              <a:ahLst/>
              <a:cxnLst/>
              <a:rect l="l" t="t" r="r" b="b"/>
              <a:pathLst>
                <a:path w="3956" h="4371" extrusionOk="0">
                  <a:moveTo>
                    <a:pt x="2161" y="0"/>
                  </a:moveTo>
                  <a:cubicBezTo>
                    <a:pt x="955" y="30"/>
                    <a:pt x="1" y="1032"/>
                    <a:pt x="29" y="2239"/>
                  </a:cubicBezTo>
                  <a:cubicBezTo>
                    <a:pt x="58" y="3427"/>
                    <a:pt x="1031" y="4371"/>
                    <a:pt x="2213" y="4371"/>
                  </a:cubicBezTo>
                  <a:cubicBezTo>
                    <a:pt x="2232" y="4371"/>
                    <a:pt x="2250" y="4371"/>
                    <a:pt x="2268" y="4370"/>
                  </a:cubicBezTo>
                  <a:cubicBezTo>
                    <a:pt x="2932" y="4354"/>
                    <a:pt x="3553" y="4037"/>
                    <a:pt x="3955" y="3508"/>
                  </a:cubicBezTo>
                  <a:lnTo>
                    <a:pt x="2161" y="2491"/>
                  </a:lnTo>
                  <a:lnTo>
                    <a:pt x="2161" y="0"/>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999;p40">
              <a:extLst>
                <a:ext uri="{FF2B5EF4-FFF2-40B4-BE49-F238E27FC236}">
                  <a16:creationId xmlns:a16="http://schemas.microsoft.com/office/drawing/2014/main" id="{B1CABD68-0E03-0291-76E3-96138C326A9F}"/>
                </a:ext>
              </a:extLst>
            </p:cNvPr>
            <p:cNvSpPr/>
            <p:nvPr/>
          </p:nvSpPr>
          <p:spPr>
            <a:xfrm>
              <a:off x="5917975" y="4906925"/>
              <a:ext cx="105200" cy="114725"/>
            </a:xfrm>
            <a:custGeom>
              <a:avLst/>
              <a:gdLst/>
              <a:ahLst/>
              <a:cxnLst/>
              <a:rect l="l" t="t" r="r" b="b"/>
              <a:pathLst>
                <a:path w="4208" h="4589" extrusionOk="0">
                  <a:moveTo>
                    <a:pt x="2149" y="223"/>
                  </a:moveTo>
                  <a:lnTo>
                    <a:pt x="2149" y="2665"/>
                  </a:lnTo>
                  <a:lnTo>
                    <a:pt x="3887" y="3650"/>
                  </a:lnTo>
                  <a:cubicBezTo>
                    <a:pt x="3503" y="4098"/>
                    <a:pt x="2953" y="4361"/>
                    <a:pt x="2359" y="4375"/>
                  </a:cubicBezTo>
                  <a:cubicBezTo>
                    <a:pt x="2344" y="4376"/>
                    <a:pt x="2329" y="4376"/>
                    <a:pt x="2313" y="4376"/>
                  </a:cubicBezTo>
                  <a:cubicBezTo>
                    <a:pt x="1778" y="4376"/>
                    <a:pt x="1266" y="4174"/>
                    <a:pt x="875" y="3802"/>
                  </a:cubicBezTo>
                  <a:cubicBezTo>
                    <a:pt x="473" y="3419"/>
                    <a:pt x="244" y="2903"/>
                    <a:pt x="230" y="2347"/>
                  </a:cubicBezTo>
                  <a:cubicBezTo>
                    <a:pt x="217" y="1792"/>
                    <a:pt x="419" y="1265"/>
                    <a:pt x="803" y="863"/>
                  </a:cubicBezTo>
                  <a:cubicBezTo>
                    <a:pt x="1161" y="486"/>
                    <a:pt x="1636" y="261"/>
                    <a:pt x="2149" y="223"/>
                  </a:cubicBezTo>
                  <a:close/>
                  <a:moveTo>
                    <a:pt x="2362" y="1"/>
                  </a:moveTo>
                  <a:lnTo>
                    <a:pt x="2252" y="4"/>
                  </a:lnTo>
                  <a:cubicBezTo>
                    <a:pt x="1640" y="20"/>
                    <a:pt x="1070" y="272"/>
                    <a:pt x="649" y="716"/>
                  </a:cubicBezTo>
                  <a:cubicBezTo>
                    <a:pt x="226" y="1159"/>
                    <a:pt x="1" y="1740"/>
                    <a:pt x="17" y="2352"/>
                  </a:cubicBezTo>
                  <a:cubicBezTo>
                    <a:pt x="32" y="2964"/>
                    <a:pt x="284" y="3534"/>
                    <a:pt x="727" y="3957"/>
                  </a:cubicBezTo>
                  <a:cubicBezTo>
                    <a:pt x="1156" y="4365"/>
                    <a:pt x="1716" y="4588"/>
                    <a:pt x="2307" y="4588"/>
                  </a:cubicBezTo>
                  <a:lnTo>
                    <a:pt x="2364" y="4588"/>
                  </a:lnTo>
                  <a:cubicBezTo>
                    <a:pt x="3065" y="4570"/>
                    <a:pt x="3710" y="4241"/>
                    <a:pt x="4134" y="3683"/>
                  </a:cubicBezTo>
                  <a:lnTo>
                    <a:pt x="4207" y="3586"/>
                  </a:lnTo>
                  <a:lnTo>
                    <a:pt x="2362" y="2540"/>
                  </a:lnTo>
                  <a:lnTo>
                    <a:pt x="236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000;p40">
              <a:extLst>
                <a:ext uri="{FF2B5EF4-FFF2-40B4-BE49-F238E27FC236}">
                  <a16:creationId xmlns:a16="http://schemas.microsoft.com/office/drawing/2014/main" id="{A5BC869F-F007-EAA0-2AE7-D81AAF3DF542}"/>
                </a:ext>
              </a:extLst>
            </p:cNvPr>
            <p:cNvSpPr/>
            <p:nvPr/>
          </p:nvSpPr>
          <p:spPr>
            <a:xfrm>
              <a:off x="5943850" y="4932275"/>
              <a:ext cx="64025" cy="64025"/>
            </a:xfrm>
            <a:custGeom>
              <a:avLst/>
              <a:gdLst/>
              <a:ahLst/>
              <a:cxnLst/>
              <a:rect l="l" t="t" r="r" b="b"/>
              <a:pathLst>
                <a:path w="2561" h="2561" extrusionOk="0">
                  <a:moveTo>
                    <a:pt x="1280" y="1"/>
                  </a:moveTo>
                  <a:cubicBezTo>
                    <a:pt x="574" y="1"/>
                    <a:pt x="1" y="574"/>
                    <a:pt x="1" y="1281"/>
                  </a:cubicBezTo>
                  <a:cubicBezTo>
                    <a:pt x="1" y="1987"/>
                    <a:pt x="574" y="2560"/>
                    <a:pt x="1280" y="2560"/>
                  </a:cubicBezTo>
                  <a:cubicBezTo>
                    <a:pt x="1987" y="2560"/>
                    <a:pt x="2560" y="1987"/>
                    <a:pt x="2560" y="1281"/>
                  </a:cubicBezTo>
                  <a:cubicBezTo>
                    <a:pt x="2560" y="574"/>
                    <a:pt x="1987" y="1"/>
                    <a:pt x="12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001;p40">
              <a:extLst>
                <a:ext uri="{FF2B5EF4-FFF2-40B4-BE49-F238E27FC236}">
                  <a16:creationId xmlns:a16="http://schemas.microsoft.com/office/drawing/2014/main" id="{30994488-1AEC-C2BD-2484-C2864C93D075}"/>
                </a:ext>
              </a:extLst>
            </p:cNvPr>
            <p:cNvSpPr/>
            <p:nvPr/>
          </p:nvSpPr>
          <p:spPr>
            <a:xfrm>
              <a:off x="5941175" y="4929650"/>
              <a:ext cx="69325" cy="69300"/>
            </a:xfrm>
            <a:custGeom>
              <a:avLst/>
              <a:gdLst/>
              <a:ahLst/>
              <a:cxnLst/>
              <a:rect l="l" t="t" r="r" b="b"/>
              <a:pathLst>
                <a:path w="2773" h="2772" extrusionOk="0">
                  <a:moveTo>
                    <a:pt x="1387" y="213"/>
                  </a:moveTo>
                  <a:cubicBezTo>
                    <a:pt x="2033" y="213"/>
                    <a:pt x="2560" y="739"/>
                    <a:pt x="2560" y="1386"/>
                  </a:cubicBezTo>
                  <a:cubicBezTo>
                    <a:pt x="2560" y="2033"/>
                    <a:pt x="2033" y="2558"/>
                    <a:pt x="1387" y="2558"/>
                  </a:cubicBezTo>
                  <a:cubicBezTo>
                    <a:pt x="740" y="2558"/>
                    <a:pt x="213" y="2033"/>
                    <a:pt x="213" y="1386"/>
                  </a:cubicBezTo>
                  <a:cubicBezTo>
                    <a:pt x="213" y="739"/>
                    <a:pt x="740" y="213"/>
                    <a:pt x="1387" y="213"/>
                  </a:cubicBezTo>
                  <a:close/>
                  <a:moveTo>
                    <a:pt x="1387" y="0"/>
                  </a:moveTo>
                  <a:cubicBezTo>
                    <a:pt x="623" y="0"/>
                    <a:pt x="0" y="621"/>
                    <a:pt x="0" y="1386"/>
                  </a:cubicBezTo>
                  <a:cubicBezTo>
                    <a:pt x="0" y="2150"/>
                    <a:pt x="623" y="2771"/>
                    <a:pt x="1387" y="2771"/>
                  </a:cubicBezTo>
                  <a:cubicBezTo>
                    <a:pt x="2152" y="2771"/>
                    <a:pt x="2773" y="2150"/>
                    <a:pt x="2773" y="1386"/>
                  </a:cubicBezTo>
                  <a:cubicBezTo>
                    <a:pt x="2773" y="621"/>
                    <a:pt x="2152" y="0"/>
                    <a:pt x="1387"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002;p40">
              <a:extLst>
                <a:ext uri="{FF2B5EF4-FFF2-40B4-BE49-F238E27FC236}">
                  <a16:creationId xmlns:a16="http://schemas.microsoft.com/office/drawing/2014/main" id="{7CDAB2C0-51A0-FFFA-CAA5-184CE473CF7F}"/>
                </a:ext>
              </a:extLst>
            </p:cNvPr>
            <p:cNvSpPr/>
            <p:nvPr/>
          </p:nvSpPr>
          <p:spPr>
            <a:xfrm>
              <a:off x="6070150" y="4909775"/>
              <a:ext cx="109325" cy="109300"/>
            </a:xfrm>
            <a:custGeom>
              <a:avLst/>
              <a:gdLst/>
              <a:ahLst/>
              <a:cxnLst/>
              <a:rect l="l" t="t" r="r" b="b"/>
              <a:pathLst>
                <a:path w="4373" h="4372" extrusionOk="0">
                  <a:moveTo>
                    <a:pt x="2186" y="0"/>
                  </a:moveTo>
                  <a:cubicBezTo>
                    <a:pt x="979" y="0"/>
                    <a:pt x="1" y="978"/>
                    <a:pt x="1" y="2186"/>
                  </a:cubicBezTo>
                  <a:cubicBezTo>
                    <a:pt x="1" y="3393"/>
                    <a:pt x="979" y="4372"/>
                    <a:pt x="2186" y="4372"/>
                  </a:cubicBezTo>
                  <a:cubicBezTo>
                    <a:pt x="3394" y="4372"/>
                    <a:pt x="4372" y="3393"/>
                    <a:pt x="4372" y="2186"/>
                  </a:cubicBezTo>
                  <a:cubicBezTo>
                    <a:pt x="4372" y="978"/>
                    <a:pt x="3394" y="0"/>
                    <a:pt x="21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003;p40">
              <a:extLst>
                <a:ext uri="{FF2B5EF4-FFF2-40B4-BE49-F238E27FC236}">
                  <a16:creationId xmlns:a16="http://schemas.microsoft.com/office/drawing/2014/main" id="{DFA8EBD8-D1A2-CA66-DC5B-B7A7A9D6DDBA}"/>
                </a:ext>
              </a:extLst>
            </p:cNvPr>
            <p:cNvSpPr/>
            <p:nvPr/>
          </p:nvSpPr>
          <p:spPr>
            <a:xfrm>
              <a:off x="6065975" y="4907100"/>
              <a:ext cx="123875" cy="114650"/>
            </a:xfrm>
            <a:custGeom>
              <a:avLst/>
              <a:gdLst/>
              <a:ahLst/>
              <a:cxnLst/>
              <a:rect l="l" t="t" r="r" b="b"/>
              <a:pathLst>
                <a:path w="4955" h="4586" extrusionOk="0">
                  <a:moveTo>
                    <a:pt x="2351" y="213"/>
                  </a:moveTo>
                  <a:cubicBezTo>
                    <a:pt x="3170" y="213"/>
                    <a:pt x="3947" y="700"/>
                    <a:pt x="4277" y="1502"/>
                  </a:cubicBezTo>
                  <a:cubicBezTo>
                    <a:pt x="4713" y="2562"/>
                    <a:pt x="4204" y="3779"/>
                    <a:pt x="3144" y="4215"/>
                  </a:cubicBezTo>
                  <a:cubicBezTo>
                    <a:pt x="2889" y="4320"/>
                    <a:pt x="2621" y="4373"/>
                    <a:pt x="2352" y="4373"/>
                  </a:cubicBezTo>
                  <a:cubicBezTo>
                    <a:pt x="2082" y="4373"/>
                    <a:pt x="1811" y="4319"/>
                    <a:pt x="1552" y="4212"/>
                  </a:cubicBezTo>
                  <a:cubicBezTo>
                    <a:pt x="1040" y="3998"/>
                    <a:pt x="643" y="3597"/>
                    <a:pt x="431" y="3083"/>
                  </a:cubicBezTo>
                  <a:cubicBezTo>
                    <a:pt x="220" y="2570"/>
                    <a:pt x="221" y="2004"/>
                    <a:pt x="434" y="1492"/>
                  </a:cubicBezTo>
                  <a:cubicBezTo>
                    <a:pt x="649" y="980"/>
                    <a:pt x="1049" y="581"/>
                    <a:pt x="1563" y="369"/>
                  </a:cubicBezTo>
                  <a:cubicBezTo>
                    <a:pt x="1821" y="263"/>
                    <a:pt x="2088" y="213"/>
                    <a:pt x="2351" y="213"/>
                  </a:cubicBezTo>
                  <a:close/>
                  <a:moveTo>
                    <a:pt x="2351" y="0"/>
                  </a:moveTo>
                  <a:cubicBezTo>
                    <a:pt x="2061" y="0"/>
                    <a:pt x="1767" y="56"/>
                    <a:pt x="1482" y="173"/>
                  </a:cubicBezTo>
                  <a:cubicBezTo>
                    <a:pt x="915" y="405"/>
                    <a:pt x="474" y="844"/>
                    <a:pt x="238" y="1410"/>
                  </a:cubicBezTo>
                  <a:cubicBezTo>
                    <a:pt x="2" y="1976"/>
                    <a:pt x="1" y="2598"/>
                    <a:pt x="233" y="3164"/>
                  </a:cubicBezTo>
                  <a:cubicBezTo>
                    <a:pt x="465" y="3731"/>
                    <a:pt x="906" y="4172"/>
                    <a:pt x="1470" y="4409"/>
                  </a:cubicBezTo>
                  <a:cubicBezTo>
                    <a:pt x="1755" y="4526"/>
                    <a:pt x="2054" y="4586"/>
                    <a:pt x="2353" y="4586"/>
                  </a:cubicBezTo>
                  <a:cubicBezTo>
                    <a:pt x="2648" y="4586"/>
                    <a:pt x="2944" y="4528"/>
                    <a:pt x="3226" y="4413"/>
                  </a:cubicBezTo>
                  <a:cubicBezTo>
                    <a:pt x="4395" y="3932"/>
                    <a:pt x="4955" y="2591"/>
                    <a:pt x="4474" y="1420"/>
                  </a:cubicBezTo>
                  <a:cubicBezTo>
                    <a:pt x="4110" y="536"/>
                    <a:pt x="3253" y="0"/>
                    <a:pt x="2351"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004;p40">
              <a:extLst>
                <a:ext uri="{FF2B5EF4-FFF2-40B4-BE49-F238E27FC236}">
                  <a16:creationId xmlns:a16="http://schemas.microsoft.com/office/drawing/2014/main" id="{2C6C4798-9865-C18C-D8D7-9F9DB8898533}"/>
                </a:ext>
              </a:extLst>
            </p:cNvPr>
            <p:cNvSpPr/>
            <p:nvPr/>
          </p:nvSpPr>
          <p:spPr>
            <a:xfrm>
              <a:off x="6069325" y="4909700"/>
              <a:ext cx="98925" cy="109275"/>
            </a:xfrm>
            <a:custGeom>
              <a:avLst/>
              <a:gdLst/>
              <a:ahLst/>
              <a:cxnLst/>
              <a:rect l="l" t="t" r="r" b="b"/>
              <a:pathLst>
                <a:path w="3957" h="4371" extrusionOk="0">
                  <a:moveTo>
                    <a:pt x="2161" y="0"/>
                  </a:moveTo>
                  <a:cubicBezTo>
                    <a:pt x="955" y="31"/>
                    <a:pt x="1" y="1033"/>
                    <a:pt x="32" y="2241"/>
                  </a:cubicBezTo>
                  <a:cubicBezTo>
                    <a:pt x="63" y="3428"/>
                    <a:pt x="1034" y="4371"/>
                    <a:pt x="2215" y="4371"/>
                  </a:cubicBezTo>
                  <a:cubicBezTo>
                    <a:pt x="2235" y="4371"/>
                    <a:pt x="2254" y="4371"/>
                    <a:pt x="2273" y="4370"/>
                  </a:cubicBezTo>
                  <a:cubicBezTo>
                    <a:pt x="2936" y="4354"/>
                    <a:pt x="3556" y="4037"/>
                    <a:pt x="3957" y="3508"/>
                  </a:cubicBezTo>
                  <a:lnTo>
                    <a:pt x="2161" y="2491"/>
                  </a:lnTo>
                  <a:lnTo>
                    <a:pt x="2161" y="0"/>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005;p40">
              <a:extLst>
                <a:ext uri="{FF2B5EF4-FFF2-40B4-BE49-F238E27FC236}">
                  <a16:creationId xmlns:a16="http://schemas.microsoft.com/office/drawing/2014/main" id="{5C7B8FD1-A2D8-1264-427A-AD5624E39EA6}"/>
                </a:ext>
              </a:extLst>
            </p:cNvPr>
            <p:cNvSpPr/>
            <p:nvPr/>
          </p:nvSpPr>
          <p:spPr>
            <a:xfrm>
              <a:off x="6067075" y="4906925"/>
              <a:ext cx="105175" cy="114725"/>
            </a:xfrm>
            <a:custGeom>
              <a:avLst/>
              <a:gdLst/>
              <a:ahLst/>
              <a:cxnLst/>
              <a:rect l="l" t="t" r="r" b="b"/>
              <a:pathLst>
                <a:path w="4207" h="4589" extrusionOk="0">
                  <a:moveTo>
                    <a:pt x="2146" y="223"/>
                  </a:moveTo>
                  <a:lnTo>
                    <a:pt x="2144" y="2663"/>
                  </a:lnTo>
                  <a:lnTo>
                    <a:pt x="3885" y="3650"/>
                  </a:lnTo>
                  <a:cubicBezTo>
                    <a:pt x="3502" y="4097"/>
                    <a:pt x="2953" y="4359"/>
                    <a:pt x="2360" y="4374"/>
                  </a:cubicBezTo>
                  <a:cubicBezTo>
                    <a:pt x="2342" y="4375"/>
                    <a:pt x="2324" y="4375"/>
                    <a:pt x="2306" y="4375"/>
                  </a:cubicBezTo>
                  <a:cubicBezTo>
                    <a:pt x="1184" y="4375"/>
                    <a:pt x="258" y="3478"/>
                    <a:pt x="228" y="2349"/>
                  </a:cubicBezTo>
                  <a:cubicBezTo>
                    <a:pt x="201" y="1240"/>
                    <a:pt x="1051" y="308"/>
                    <a:pt x="2146" y="223"/>
                  </a:cubicBezTo>
                  <a:close/>
                  <a:moveTo>
                    <a:pt x="2359" y="1"/>
                  </a:moveTo>
                  <a:lnTo>
                    <a:pt x="2248" y="4"/>
                  </a:lnTo>
                  <a:cubicBezTo>
                    <a:pt x="1636" y="20"/>
                    <a:pt x="1068" y="273"/>
                    <a:pt x="645" y="717"/>
                  </a:cubicBezTo>
                  <a:cubicBezTo>
                    <a:pt x="223" y="1161"/>
                    <a:pt x="0" y="1741"/>
                    <a:pt x="15" y="2355"/>
                  </a:cubicBezTo>
                  <a:cubicBezTo>
                    <a:pt x="46" y="3598"/>
                    <a:pt x="1069" y="4588"/>
                    <a:pt x="2306" y="4588"/>
                  </a:cubicBezTo>
                  <a:lnTo>
                    <a:pt x="2364" y="4588"/>
                  </a:lnTo>
                  <a:cubicBezTo>
                    <a:pt x="3064" y="4570"/>
                    <a:pt x="3709" y="4240"/>
                    <a:pt x="4132" y="3683"/>
                  </a:cubicBezTo>
                  <a:lnTo>
                    <a:pt x="4206" y="3586"/>
                  </a:lnTo>
                  <a:lnTo>
                    <a:pt x="2359" y="2540"/>
                  </a:lnTo>
                  <a:lnTo>
                    <a:pt x="23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006;p40">
              <a:extLst>
                <a:ext uri="{FF2B5EF4-FFF2-40B4-BE49-F238E27FC236}">
                  <a16:creationId xmlns:a16="http://schemas.microsoft.com/office/drawing/2014/main" id="{17C32379-F1DB-EF75-2CCA-5D7DB4324052}"/>
                </a:ext>
              </a:extLst>
            </p:cNvPr>
            <p:cNvSpPr/>
            <p:nvPr/>
          </p:nvSpPr>
          <p:spPr>
            <a:xfrm>
              <a:off x="6092900" y="4932275"/>
              <a:ext cx="64000" cy="64025"/>
            </a:xfrm>
            <a:custGeom>
              <a:avLst/>
              <a:gdLst/>
              <a:ahLst/>
              <a:cxnLst/>
              <a:rect l="l" t="t" r="r" b="b"/>
              <a:pathLst>
                <a:path w="2560" h="2561" extrusionOk="0">
                  <a:moveTo>
                    <a:pt x="1281" y="1"/>
                  </a:moveTo>
                  <a:cubicBezTo>
                    <a:pt x="574" y="1"/>
                    <a:pt x="0" y="574"/>
                    <a:pt x="0" y="1281"/>
                  </a:cubicBezTo>
                  <a:cubicBezTo>
                    <a:pt x="0" y="1987"/>
                    <a:pt x="574" y="2560"/>
                    <a:pt x="1281" y="2560"/>
                  </a:cubicBezTo>
                  <a:cubicBezTo>
                    <a:pt x="1987" y="2560"/>
                    <a:pt x="2560" y="1987"/>
                    <a:pt x="2560" y="1281"/>
                  </a:cubicBezTo>
                  <a:cubicBezTo>
                    <a:pt x="2560" y="574"/>
                    <a:pt x="1987" y="1"/>
                    <a:pt x="12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007;p40">
              <a:extLst>
                <a:ext uri="{FF2B5EF4-FFF2-40B4-BE49-F238E27FC236}">
                  <a16:creationId xmlns:a16="http://schemas.microsoft.com/office/drawing/2014/main" id="{08F81C1A-40EB-E22E-39E9-57307BA2A3C9}"/>
                </a:ext>
              </a:extLst>
            </p:cNvPr>
            <p:cNvSpPr/>
            <p:nvPr/>
          </p:nvSpPr>
          <p:spPr>
            <a:xfrm>
              <a:off x="6090250" y="4929650"/>
              <a:ext cx="69350" cy="69300"/>
            </a:xfrm>
            <a:custGeom>
              <a:avLst/>
              <a:gdLst/>
              <a:ahLst/>
              <a:cxnLst/>
              <a:rect l="l" t="t" r="r" b="b"/>
              <a:pathLst>
                <a:path w="2774" h="2772" extrusionOk="0">
                  <a:moveTo>
                    <a:pt x="1387" y="213"/>
                  </a:moveTo>
                  <a:cubicBezTo>
                    <a:pt x="2033" y="213"/>
                    <a:pt x="2560" y="739"/>
                    <a:pt x="2560" y="1386"/>
                  </a:cubicBezTo>
                  <a:cubicBezTo>
                    <a:pt x="2560" y="2033"/>
                    <a:pt x="2033" y="2558"/>
                    <a:pt x="1387" y="2558"/>
                  </a:cubicBezTo>
                  <a:cubicBezTo>
                    <a:pt x="741" y="2558"/>
                    <a:pt x="214" y="2033"/>
                    <a:pt x="214" y="1386"/>
                  </a:cubicBezTo>
                  <a:cubicBezTo>
                    <a:pt x="214" y="739"/>
                    <a:pt x="741" y="213"/>
                    <a:pt x="1387" y="213"/>
                  </a:cubicBezTo>
                  <a:close/>
                  <a:moveTo>
                    <a:pt x="1387" y="0"/>
                  </a:moveTo>
                  <a:cubicBezTo>
                    <a:pt x="622" y="0"/>
                    <a:pt x="1" y="621"/>
                    <a:pt x="1" y="1386"/>
                  </a:cubicBezTo>
                  <a:cubicBezTo>
                    <a:pt x="1" y="2150"/>
                    <a:pt x="622" y="2771"/>
                    <a:pt x="1387" y="2771"/>
                  </a:cubicBezTo>
                  <a:cubicBezTo>
                    <a:pt x="2151" y="2771"/>
                    <a:pt x="2773" y="2150"/>
                    <a:pt x="2773" y="1386"/>
                  </a:cubicBezTo>
                  <a:cubicBezTo>
                    <a:pt x="2773" y="621"/>
                    <a:pt x="2151" y="0"/>
                    <a:pt x="1387"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008;p40">
              <a:extLst>
                <a:ext uri="{FF2B5EF4-FFF2-40B4-BE49-F238E27FC236}">
                  <a16:creationId xmlns:a16="http://schemas.microsoft.com/office/drawing/2014/main" id="{AA767A89-5E1A-0AD1-F2A7-157608C0ADBE}"/>
                </a:ext>
              </a:extLst>
            </p:cNvPr>
            <p:cNvSpPr/>
            <p:nvPr/>
          </p:nvSpPr>
          <p:spPr>
            <a:xfrm>
              <a:off x="6219075" y="4909475"/>
              <a:ext cx="109325" cy="109350"/>
            </a:xfrm>
            <a:custGeom>
              <a:avLst/>
              <a:gdLst/>
              <a:ahLst/>
              <a:cxnLst/>
              <a:rect l="l" t="t" r="r" b="b"/>
              <a:pathLst>
                <a:path w="4373" h="4374" extrusionOk="0">
                  <a:moveTo>
                    <a:pt x="2187" y="0"/>
                  </a:moveTo>
                  <a:cubicBezTo>
                    <a:pt x="979" y="0"/>
                    <a:pt x="1" y="980"/>
                    <a:pt x="1" y="2187"/>
                  </a:cubicBezTo>
                  <a:cubicBezTo>
                    <a:pt x="1" y="3393"/>
                    <a:pt x="979" y="4373"/>
                    <a:pt x="2187" y="4373"/>
                  </a:cubicBezTo>
                  <a:cubicBezTo>
                    <a:pt x="3394" y="4373"/>
                    <a:pt x="4372" y="3393"/>
                    <a:pt x="4372" y="2187"/>
                  </a:cubicBezTo>
                  <a:cubicBezTo>
                    <a:pt x="4372" y="980"/>
                    <a:pt x="3394" y="0"/>
                    <a:pt x="2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009;p40">
              <a:extLst>
                <a:ext uri="{FF2B5EF4-FFF2-40B4-BE49-F238E27FC236}">
                  <a16:creationId xmlns:a16="http://schemas.microsoft.com/office/drawing/2014/main" id="{66B3913E-8BFE-8596-E16D-58D401EC69FB}"/>
                </a:ext>
              </a:extLst>
            </p:cNvPr>
            <p:cNvSpPr/>
            <p:nvPr/>
          </p:nvSpPr>
          <p:spPr>
            <a:xfrm>
              <a:off x="6211050" y="4906800"/>
              <a:ext cx="125375" cy="114700"/>
            </a:xfrm>
            <a:custGeom>
              <a:avLst/>
              <a:gdLst/>
              <a:ahLst/>
              <a:cxnLst/>
              <a:rect l="l" t="t" r="r" b="b"/>
              <a:pathLst>
                <a:path w="5015" h="4588" extrusionOk="0">
                  <a:moveTo>
                    <a:pt x="2505" y="214"/>
                  </a:moveTo>
                  <a:cubicBezTo>
                    <a:pt x="2651" y="214"/>
                    <a:pt x="2798" y="229"/>
                    <a:pt x="2945" y="261"/>
                  </a:cubicBezTo>
                  <a:cubicBezTo>
                    <a:pt x="4067" y="502"/>
                    <a:pt x="4781" y="1609"/>
                    <a:pt x="4540" y="2731"/>
                  </a:cubicBezTo>
                  <a:cubicBezTo>
                    <a:pt x="4424" y="3274"/>
                    <a:pt x="4102" y="3739"/>
                    <a:pt x="3636" y="4041"/>
                  </a:cubicBezTo>
                  <a:cubicBezTo>
                    <a:pt x="3296" y="4260"/>
                    <a:pt x="2908" y="4374"/>
                    <a:pt x="2512" y="4374"/>
                  </a:cubicBezTo>
                  <a:cubicBezTo>
                    <a:pt x="2365" y="4374"/>
                    <a:pt x="2218" y="4358"/>
                    <a:pt x="2071" y="4327"/>
                  </a:cubicBezTo>
                  <a:cubicBezTo>
                    <a:pt x="950" y="4086"/>
                    <a:pt x="234" y="2976"/>
                    <a:pt x="475" y="1857"/>
                  </a:cubicBezTo>
                  <a:cubicBezTo>
                    <a:pt x="591" y="1313"/>
                    <a:pt x="913" y="849"/>
                    <a:pt x="1380" y="546"/>
                  </a:cubicBezTo>
                  <a:cubicBezTo>
                    <a:pt x="1720" y="328"/>
                    <a:pt x="2109" y="214"/>
                    <a:pt x="2505" y="214"/>
                  </a:cubicBezTo>
                  <a:close/>
                  <a:moveTo>
                    <a:pt x="2504" y="0"/>
                  </a:moveTo>
                  <a:cubicBezTo>
                    <a:pt x="2068" y="0"/>
                    <a:pt x="1640" y="125"/>
                    <a:pt x="1264" y="368"/>
                  </a:cubicBezTo>
                  <a:cubicBezTo>
                    <a:pt x="749" y="700"/>
                    <a:pt x="396" y="1213"/>
                    <a:pt x="267" y="1812"/>
                  </a:cubicBezTo>
                  <a:cubicBezTo>
                    <a:pt x="0" y="3048"/>
                    <a:pt x="789" y="4269"/>
                    <a:pt x="2025" y="4535"/>
                  </a:cubicBezTo>
                  <a:cubicBezTo>
                    <a:pt x="2187" y="4569"/>
                    <a:pt x="2351" y="4587"/>
                    <a:pt x="2512" y="4587"/>
                  </a:cubicBezTo>
                  <a:cubicBezTo>
                    <a:pt x="2948" y="4587"/>
                    <a:pt x="3377" y="4462"/>
                    <a:pt x="3752" y="4220"/>
                  </a:cubicBezTo>
                  <a:cubicBezTo>
                    <a:pt x="4266" y="3888"/>
                    <a:pt x="4620" y="3374"/>
                    <a:pt x="4750" y="2775"/>
                  </a:cubicBezTo>
                  <a:cubicBezTo>
                    <a:pt x="5015" y="1540"/>
                    <a:pt x="4226" y="319"/>
                    <a:pt x="2990" y="52"/>
                  </a:cubicBezTo>
                  <a:cubicBezTo>
                    <a:pt x="2828" y="17"/>
                    <a:pt x="2666" y="0"/>
                    <a:pt x="2504"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010;p40">
              <a:extLst>
                <a:ext uri="{FF2B5EF4-FFF2-40B4-BE49-F238E27FC236}">
                  <a16:creationId xmlns:a16="http://schemas.microsoft.com/office/drawing/2014/main" id="{D5E550AF-3942-AB5A-FAC1-23E4843BC09A}"/>
                </a:ext>
              </a:extLst>
            </p:cNvPr>
            <p:cNvSpPr/>
            <p:nvPr/>
          </p:nvSpPr>
          <p:spPr>
            <a:xfrm>
              <a:off x="6218375" y="4909700"/>
              <a:ext cx="98900" cy="109275"/>
            </a:xfrm>
            <a:custGeom>
              <a:avLst/>
              <a:gdLst/>
              <a:ahLst/>
              <a:cxnLst/>
              <a:rect l="l" t="t" r="r" b="b"/>
              <a:pathLst>
                <a:path w="3956" h="4371" extrusionOk="0">
                  <a:moveTo>
                    <a:pt x="2162" y="0"/>
                  </a:moveTo>
                  <a:cubicBezTo>
                    <a:pt x="955" y="30"/>
                    <a:pt x="1" y="1032"/>
                    <a:pt x="30" y="2239"/>
                  </a:cubicBezTo>
                  <a:cubicBezTo>
                    <a:pt x="60" y="3427"/>
                    <a:pt x="1032" y="4371"/>
                    <a:pt x="2215" y="4371"/>
                  </a:cubicBezTo>
                  <a:cubicBezTo>
                    <a:pt x="2233" y="4371"/>
                    <a:pt x="2251" y="4371"/>
                    <a:pt x="2270" y="4370"/>
                  </a:cubicBezTo>
                  <a:cubicBezTo>
                    <a:pt x="2934" y="4354"/>
                    <a:pt x="3555" y="4037"/>
                    <a:pt x="3955" y="3508"/>
                  </a:cubicBezTo>
                  <a:lnTo>
                    <a:pt x="2162" y="2491"/>
                  </a:lnTo>
                  <a:lnTo>
                    <a:pt x="2162" y="0"/>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011;p40">
              <a:extLst>
                <a:ext uri="{FF2B5EF4-FFF2-40B4-BE49-F238E27FC236}">
                  <a16:creationId xmlns:a16="http://schemas.microsoft.com/office/drawing/2014/main" id="{235517A4-9976-F771-3727-CE7264673EB1}"/>
                </a:ext>
              </a:extLst>
            </p:cNvPr>
            <p:cNvSpPr/>
            <p:nvPr/>
          </p:nvSpPr>
          <p:spPr>
            <a:xfrm>
              <a:off x="6216075" y="4906925"/>
              <a:ext cx="105175" cy="114725"/>
            </a:xfrm>
            <a:custGeom>
              <a:avLst/>
              <a:gdLst/>
              <a:ahLst/>
              <a:cxnLst/>
              <a:rect l="l" t="t" r="r" b="b"/>
              <a:pathLst>
                <a:path w="4207" h="4589" extrusionOk="0">
                  <a:moveTo>
                    <a:pt x="2147" y="223"/>
                  </a:moveTo>
                  <a:lnTo>
                    <a:pt x="2147" y="2665"/>
                  </a:lnTo>
                  <a:lnTo>
                    <a:pt x="3886" y="3650"/>
                  </a:lnTo>
                  <a:cubicBezTo>
                    <a:pt x="3502" y="4098"/>
                    <a:pt x="2953" y="4361"/>
                    <a:pt x="2359" y="4375"/>
                  </a:cubicBezTo>
                  <a:cubicBezTo>
                    <a:pt x="2343" y="4376"/>
                    <a:pt x="2328" y="4376"/>
                    <a:pt x="2313" y="4376"/>
                  </a:cubicBezTo>
                  <a:cubicBezTo>
                    <a:pt x="1777" y="4376"/>
                    <a:pt x="1265" y="4174"/>
                    <a:pt x="874" y="3802"/>
                  </a:cubicBezTo>
                  <a:cubicBezTo>
                    <a:pt x="471" y="3419"/>
                    <a:pt x="243" y="2903"/>
                    <a:pt x="230" y="2347"/>
                  </a:cubicBezTo>
                  <a:cubicBezTo>
                    <a:pt x="216" y="1792"/>
                    <a:pt x="419" y="1265"/>
                    <a:pt x="801" y="863"/>
                  </a:cubicBezTo>
                  <a:cubicBezTo>
                    <a:pt x="1160" y="486"/>
                    <a:pt x="1634" y="261"/>
                    <a:pt x="2147" y="223"/>
                  </a:cubicBezTo>
                  <a:close/>
                  <a:moveTo>
                    <a:pt x="2360" y="1"/>
                  </a:moveTo>
                  <a:lnTo>
                    <a:pt x="2252" y="4"/>
                  </a:lnTo>
                  <a:cubicBezTo>
                    <a:pt x="1640" y="20"/>
                    <a:pt x="1069" y="272"/>
                    <a:pt x="648" y="716"/>
                  </a:cubicBezTo>
                  <a:cubicBezTo>
                    <a:pt x="225" y="1159"/>
                    <a:pt x="0" y="1740"/>
                    <a:pt x="17" y="2352"/>
                  </a:cubicBezTo>
                  <a:cubicBezTo>
                    <a:pt x="32" y="2964"/>
                    <a:pt x="283" y="3534"/>
                    <a:pt x="727" y="3957"/>
                  </a:cubicBezTo>
                  <a:cubicBezTo>
                    <a:pt x="1156" y="4365"/>
                    <a:pt x="1716" y="4588"/>
                    <a:pt x="2307" y="4588"/>
                  </a:cubicBezTo>
                  <a:lnTo>
                    <a:pt x="2363" y="4588"/>
                  </a:lnTo>
                  <a:cubicBezTo>
                    <a:pt x="3064" y="4570"/>
                    <a:pt x="3709" y="4241"/>
                    <a:pt x="4132" y="3683"/>
                  </a:cubicBezTo>
                  <a:lnTo>
                    <a:pt x="4206" y="3586"/>
                  </a:lnTo>
                  <a:lnTo>
                    <a:pt x="2360" y="2540"/>
                  </a:lnTo>
                  <a:lnTo>
                    <a:pt x="236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012;p40">
              <a:extLst>
                <a:ext uri="{FF2B5EF4-FFF2-40B4-BE49-F238E27FC236}">
                  <a16:creationId xmlns:a16="http://schemas.microsoft.com/office/drawing/2014/main" id="{72C048BF-FA88-2D0D-A1A5-F2C647D6B1D7}"/>
                </a:ext>
              </a:extLst>
            </p:cNvPr>
            <p:cNvSpPr/>
            <p:nvPr/>
          </p:nvSpPr>
          <p:spPr>
            <a:xfrm>
              <a:off x="6241950" y="4932275"/>
              <a:ext cx="63975" cy="64025"/>
            </a:xfrm>
            <a:custGeom>
              <a:avLst/>
              <a:gdLst/>
              <a:ahLst/>
              <a:cxnLst/>
              <a:rect l="l" t="t" r="r" b="b"/>
              <a:pathLst>
                <a:path w="2559" h="2561" extrusionOk="0">
                  <a:moveTo>
                    <a:pt x="1279" y="1"/>
                  </a:moveTo>
                  <a:cubicBezTo>
                    <a:pt x="572" y="1"/>
                    <a:pt x="0" y="574"/>
                    <a:pt x="0" y="1281"/>
                  </a:cubicBezTo>
                  <a:cubicBezTo>
                    <a:pt x="0" y="1987"/>
                    <a:pt x="572" y="2560"/>
                    <a:pt x="1279" y="2560"/>
                  </a:cubicBezTo>
                  <a:cubicBezTo>
                    <a:pt x="1986" y="2560"/>
                    <a:pt x="2558" y="1987"/>
                    <a:pt x="2558" y="1281"/>
                  </a:cubicBezTo>
                  <a:cubicBezTo>
                    <a:pt x="2558" y="574"/>
                    <a:pt x="1986" y="1"/>
                    <a:pt x="12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013;p40">
              <a:extLst>
                <a:ext uri="{FF2B5EF4-FFF2-40B4-BE49-F238E27FC236}">
                  <a16:creationId xmlns:a16="http://schemas.microsoft.com/office/drawing/2014/main" id="{E22FC25F-B2C8-84F3-2D2B-DAAA4CE8324B}"/>
                </a:ext>
              </a:extLst>
            </p:cNvPr>
            <p:cNvSpPr/>
            <p:nvPr/>
          </p:nvSpPr>
          <p:spPr>
            <a:xfrm>
              <a:off x="6239250" y="4929650"/>
              <a:ext cx="69350" cy="69300"/>
            </a:xfrm>
            <a:custGeom>
              <a:avLst/>
              <a:gdLst/>
              <a:ahLst/>
              <a:cxnLst/>
              <a:rect l="l" t="t" r="r" b="b"/>
              <a:pathLst>
                <a:path w="2774" h="2772" extrusionOk="0">
                  <a:moveTo>
                    <a:pt x="1387" y="213"/>
                  </a:moveTo>
                  <a:cubicBezTo>
                    <a:pt x="2033" y="213"/>
                    <a:pt x="2560" y="739"/>
                    <a:pt x="2560" y="1386"/>
                  </a:cubicBezTo>
                  <a:cubicBezTo>
                    <a:pt x="2560" y="2033"/>
                    <a:pt x="2033" y="2558"/>
                    <a:pt x="1387" y="2558"/>
                  </a:cubicBezTo>
                  <a:cubicBezTo>
                    <a:pt x="741" y="2558"/>
                    <a:pt x="214" y="2033"/>
                    <a:pt x="214" y="1386"/>
                  </a:cubicBezTo>
                  <a:cubicBezTo>
                    <a:pt x="214" y="739"/>
                    <a:pt x="741" y="213"/>
                    <a:pt x="1387" y="213"/>
                  </a:cubicBezTo>
                  <a:close/>
                  <a:moveTo>
                    <a:pt x="1387" y="0"/>
                  </a:moveTo>
                  <a:cubicBezTo>
                    <a:pt x="623" y="0"/>
                    <a:pt x="1" y="621"/>
                    <a:pt x="1" y="1386"/>
                  </a:cubicBezTo>
                  <a:cubicBezTo>
                    <a:pt x="1" y="2150"/>
                    <a:pt x="623" y="2771"/>
                    <a:pt x="1387" y="2771"/>
                  </a:cubicBezTo>
                  <a:cubicBezTo>
                    <a:pt x="2151" y="2771"/>
                    <a:pt x="2773" y="2150"/>
                    <a:pt x="2773" y="1386"/>
                  </a:cubicBezTo>
                  <a:cubicBezTo>
                    <a:pt x="2773" y="621"/>
                    <a:pt x="2151" y="0"/>
                    <a:pt x="1387"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014;p40">
              <a:extLst>
                <a:ext uri="{FF2B5EF4-FFF2-40B4-BE49-F238E27FC236}">
                  <a16:creationId xmlns:a16="http://schemas.microsoft.com/office/drawing/2014/main" id="{A11F7358-E97D-D504-72C0-9A38959352E9}"/>
                </a:ext>
              </a:extLst>
            </p:cNvPr>
            <p:cNvSpPr/>
            <p:nvPr/>
          </p:nvSpPr>
          <p:spPr>
            <a:xfrm>
              <a:off x="5965775" y="4680325"/>
              <a:ext cx="95425" cy="133650"/>
            </a:xfrm>
            <a:custGeom>
              <a:avLst/>
              <a:gdLst/>
              <a:ahLst/>
              <a:cxnLst/>
              <a:rect l="l" t="t" r="r" b="b"/>
              <a:pathLst>
                <a:path w="3817" h="5346" extrusionOk="0">
                  <a:moveTo>
                    <a:pt x="1004" y="0"/>
                  </a:moveTo>
                  <a:lnTo>
                    <a:pt x="1" y="967"/>
                  </a:lnTo>
                  <a:lnTo>
                    <a:pt x="1" y="5346"/>
                  </a:lnTo>
                  <a:lnTo>
                    <a:pt x="3817" y="5346"/>
                  </a:lnTo>
                  <a:lnTo>
                    <a:pt x="38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015;p40">
              <a:extLst>
                <a:ext uri="{FF2B5EF4-FFF2-40B4-BE49-F238E27FC236}">
                  <a16:creationId xmlns:a16="http://schemas.microsoft.com/office/drawing/2014/main" id="{2C31841D-E44C-6CEB-2329-80DAEA24B9C0}"/>
                </a:ext>
              </a:extLst>
            </p:cNvPr>
            <p:cNvSpPr/>
            <p:nvPr/>
          </p:nvSpPr>
          <p:spPr>
            <a:xfrm>
              <a:off x="5963100" y="4677675"/>
              <a:ext cx="100775" cy="138950"/>
            </a:xfrm>
            <a:custGeom>
              <a:avLst/>
              <a:gdLst/>
              <a:ahLst/>
              <a:cxnLst/>
              <a:rect l="l" t="t" r="r" b="b"/>
              <a:pathLst>
                <a:path w="4031" h="5558" extrusionOk="0">
                  <a:moveTo>
                    <a:pt x="3818" y="213"/>
                  </a:moveTo>
                  <a:lnTo>
                    <a:pt x="3818" y="5344"/>
                  </a:lnTo>
                  <a:lnTo>
                    <a:pt x="213" y="5344"/>
                  </a:lnTo>
                  <a:lnTo>
                    <a:pt x="213" y="1119"/>
                  </a:lnTo>
                  <a:lnTo>
                    <a:pt x="1154" y="213"/>
                  </a:lnTo>
                  <a:close/>
                  <a:moveTo>
                    <a:pt x="1111" y="1"/>
                  </a:moveTo>
                  <a:cubicBezTo>
                    <a:pt x="1084" y="1"/>
                    <a:pt x="1058" y="11"/>
                    <a:pt x="1038" y="30"/>
                  </a:cubicBezTo>
                  <a:lnTo>
                    <a:pt x="33" y="997"/>
                  </a:lnTo>
                  <a:cubicBezTo>
                    <a:pt x="12" y="1016"/>
                    <a:pt x="0" y="1044"/>
                    <a:pt x="0" y="1073"/>
                  </a:cubicBezTo>
                  <a:lnTo>
                    <a:pt x="0" y="5452"/>
                  </a:lnTo>
                  <a:cubicBezTo>
                    <a:pt x="0" y="5510"/>
                    <a:pt x="48" y="5557"/>
                    <a:pt x="108" y="5557"/>
                  </a:cubicBezTo>
                  <a:lnTo>
                    <a:pt x="3924" y="5557"/>
                  </a:lnTo>
                  <a:cubicBezTo>
                    <a:pt x="3983" y="5557"/>
                    <a:pt x="4031" y="5510"/>
                    <a:pt x="4031" y="5452"/>
                  </a:cubicBezTo>
                  <a:lnTo>
                    <a:pt x="4031" y="106"/>
                  </a:lnTo>
                  <a:cubicBezTo>
                    <a:pt x="4031" y="48"/>
                    <a:pt x="3983" y="1"/>
                    <a:pt x="3924"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016;p40">
              <a:extLst>
                <a:ext uri="{FF2B5EF4-FFF2-40B4-BE49-F238E27FC236}">
                  <a16:creationId xmlns:a16="http://schemas.microsoft.com/office/drawing/2014/main" id="{E7D253E2-0747-AB40-E803-F59F55A31577}"/>
                </a:ext>
              </a:extLst>
            </p:cNvPr>
            <p:cNvSpPr/>
            <p:nvPr/>
          </p:nvSpPr>
          <p:spPr>
            <a:xfrm>
              <a:off x="5965775" y="4680325"/>
              <a:ext cx="25925" cy="24175"/>
            </a:xfrm>
            <a:custGeom>
              <a:avLst/>
              <a:gdLst/>
              <a:ahLst/>
              <a:cxnLst/>
              <a:rect l="l" t="t" r="r" b="b"/>
              <a:pathLst>
                <a:path w="1037" h="967" extrusionOk="0">
                  <a:moveTo>
                    <a:pt x="1037" y="0"/>
                  </a:moveTo>
                  <a:lnTo>
                    <a:pt x="1" y="967"/>
                  </a:lnTo>
                  <a:lnTo>
                    <a:pt x="1037" y="967"/>
                  </a:lnTo>
                  <a:lnTo>
                    <a:pt x="10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017;p40">
              <a:extLst>
                <a:ext uri="{FF2B5EF4-FFF2-40B4-BE49-F238E27FC236}">
                  <a16:creationId xmlns:a16="http://schemas.microsoft.com/office/drawing/2014/main" id="{80F4B36C-525B-7ABA-E6D6-1C3799999B0F}"/>
                </a:ext>
              </a:extLst>
            </p:cNvPr>
            <p:cNvSpPr/>
            <p:nvPr/>
          </p:nvSpPr>
          <p:spPr>
            <a:xfrm>
              <a:off x="5962875" y="4677650"/>
              <a:ext cx="31475" cy="29525"/>
            </a:xfrm>
            <a:custGeom>
              <a:avLst/>
              <a:gdLst/>
              <a:ahLst/>
              <a:cxnLst/>
              <a:rect l="l" t="t" r="r" b="b"/>
              <a:pathLst>
                <a:path w="1259" h="1181" extrusionOk="0">
                  <a:moveTo>
                    <a:pt x="1046" y="353"/>
                  </a:moveTo>
                  <a:lnTo>
                    <a:pt x="1046" y="968"/>
                  </a:lnTo>
                  <a:lnTo>
                    <a:pt x="386" y="968"/>
                  </a:lnTo>
                  <a:lnTo>
                    <a:pt x="1046" y="353"/>
                  </a:lnTo>
                  <a:close/>
                  <a:moveTo>
                    <a:pt x="1151" y="1"/>
                  </a:moveTo>
                  <a:cubicBezTo>
                    <a:pt x="1125" y="1"/>
                    <a:pt x="1100" y="11"/>
                    <a:pt x="1080" y="30"/>
                  </a:cubicBezTo>
                  <a:lnTo>
                    <a:pt x="44" y="996"/>
                  </a:lnTo>
                  <a:cubicBezTo>
                    <a:pt x="11" y="1026"/>
                    <a:pt x="1" y="1072"/>
                    <a:pt x="17" y="1112"/>
                  </a:cubicBezTo>
                  <a:cubicBezTo>
                    <a:pt x="33" y="1154"/>
                    <a:pt x="72" y="1181"/>
                    <a:pt x="117" y="1181"/>
                  </a:cubicBezTo>
                  <a:lnTo>
                    <a:pt x="1153" y="1181"/>
                  </a:lnTo>
                  <a:cubicBezTo>
                    <a:pt x="1211" y="1181"/>
                    <a:pt x="1259" y="1133"/>
                    <a:pt x="1259" y="1074"/>
                  </a:cubicBezTo>
                  <a:lnTo>
                    <a:pt x="1259" y="107"/>
                  </a:lnTo>
                  <a:cubicBezTo>
                    <a:pt x="1259" y="66"/>
                    <a:pt x="1233" y="27"/>
                    <a:pt x="1195" y="10"/>
                  </a:cubicBezTo>
                  <a:cubicBezTo>
                    <a:pt x="1181" y="4"/>
                    <a:pt x="1166" y="1"/>
                    <a:pt x="1151"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018;p40">
              <a:extLst>
                <a:ext uri="{FF2B5EF4-FFF2-40B4-BE49-F238E27FC236}">
                  <a16:creationId xmlns:a16="http://schemas.microsoft.com/office/drawing/2014/main" id="{8CEC4723-28CE-71FE-E5B3-38BD87479EC4}"/>
                </a:ext>
              </a:extLst>
            </p:cNvPr>
            <p:cNvSpPr/>
            <p:nvPr/>
          </p:nvSpPr>
          <p:spPr>
            <a:xfrm>
              <a:off x="6070075" y="4680325"/>
              <a:ext cx="95475" cy="133650"/>
            </a:xfrm>
            <a:custGeom>
              <a:avLst/>
              <a:gdLst/>
              <a:ahLst/>
              <a:cxnLst/>
              <a:rect l="l" t="t" r="r" b="b"/>
              <a:pathLst>
                <a:path w="3819" h="5346" extrusionOk="0">
                  <a:moveTo>
                    <a:pt x="1006" y="0"/>
                  </a:moveTo>
                  <a:lnTo>
                    <a:pt x="1" y="967"/>
                  </a:lnTo>
                  <a:lnTo>
                    <a:pt x="1" y="5346"/>
                  </a:lnTo>
                  <a:lnTo>
                    <a:pt x="3818" y="5346"/>
                  </a:lnTo>
                  <a:lnTo>
                    <a:pt x="38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019;p40">
              <a:extLst>
                <a:ext uri="{FF2B5EF4-FFF2-40B4-BE49-F238E27FC236}">
                  <a16:creationId xmlns:a16="http://schemas.microsoft.com/office/drawing/2014/main" id="{925606F1-BAF2-25E0-0CD5-0ABB42BF5B91}"/>
                </a:ext>
              </a:extLst>
            </p:cNvPr>
            <p:cNvSpPr/>
            <p:nvPr/>
          </p:nvSpPr>
          <p:spPr>
            <a:xfrm>
              <a:off x="6067425" y="4677675"/>
              <a:ext cx="100800" cy="138950"/>
            </a:xfrm>
            <a:custGeom>
              <a:avLst/>
              <a:gdLst/>
              <a:ahLst/>
              <a:cxnLst/>
              <a:rect l="l" t="t" r="r" b="b"/>
              <a:pathLst>
                <a:path w="4032" h="5558" extrusionOk="0">
                  <a:moveTo>
                    <a:pt x="3817" y="213"/>
                  </a:moveTo>
                  <a:lnTo>
                    <a:pt x="3817" y="5344"/>
                  </a:lnTo>
                  <a:lnTo>
                    <a:pt x="214" y="5344"/>
                  </a:lnTo>
                  <a:lnTo>
                    <a:pt x="214" y="1119"/>
                  </a:lnTo>
                  <a:lnTo>
                    <a:pt x="1155" y="213"/>
                  </a:lnTo>
                  <a:close/>
                  <a:moveTo>
                    <a:pt x="1112" y="1"/>
                  </a:moveTo>
                  <a:cubicBezTo>
                    <a:pt x="1085" y="1"/>
                    <a:pt x="1058" y="11"/>
                    <a:pt x="1039" y="30"/>
                  </a:cubicBezTo>
                  <a:lnTo>
                    <a:pt x="34" y="997"/>
                  </a:lnTo>
                  <a:cubicBezTo>
                    <a:pt x="13" y="1016"/>
                    <a:pt x="1" y="1044"/>
                    <a:pt x="1" y="1073"/>
                  </a:cubicBezTo>
                  <a:lnTo>
                    <a:pt x="1" y="5452"/>
                  </a:lnTo>
                  <a:cubicBezTo>
                    <a:pt x="1" y="5510"/>
                    <a:pt x="49" y="5557"/>
                    <a:pt x="108" y="5557"/>
                  </a:cubicBezTo>
                  <a:lnTo>
                    <a:pt x="3924" y="5557"/>
                  </a:lnTo>
                  <a:cubicBezTo>
                    <a:pt x="3984" y="5557"/>
                    <a:pt x="4031" y="5510"/>
                    <a:pt x="4031" y="5452"/>
                  </a:cubicBezTo>
                  <a:lnTo>
                    <a:pt x="4031" y="106"/>
                  </a:lnTo>
                  <a:cubicBezTo>
                    <a:pt x="4031" y="48"/>
                    <a:pt x="3984" y="1"/>
                    <a:pt x="3924"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020;p40">
              <a:extLst>
                <a:ext uri="{FF2B5EF4-FFF2-40B4-BE49-F238E27FC236}">
                  <a16:creationId xmlns:a16="http://schemas.microsoft.com/office/drawing/2014/main" id="{57E5905F-1CA1-C50C-2E61-FCE4E840A003}"/>
                </a:ext>
              </a:extLst>
            </p:cNvPr>
            <p:cNvSpPr/>
            <p:nvPr/>
          </p:nvSpPr>
          <p:spPr>
            <a:xfrm>
              <a:off x="6070075" y="4680325"/>
              <a:ext cx="25975" cy="24175"/>
            </a:xfrm>
            <a:custGeom>
              <a:avLst/>
              <a:gdLst/>
              <a:ahLst/>
              <a:cxnLst/>
              <a:rect l="l" t="t" r="r" b="b"/>
              <a:pathLst>
                <a:path w="1039" h="967" extrusionOk="0">
                  <a:moveTo>
                    <a:pt x="1038" y="0"/>
                  </a:moveTo>
                  <a:lnTo>
                    <a:pt x="1" y="967"/>
                  </a:lnTo>
                  <a:lnTo>
                    <a:pt x="1038" y="967"/>
                  </a:lnTo>
                  <a:lnTo>
                    <a:pt x="10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021;p40">
              <a:extLst>
                <a:ext uri="{FF2B5EF4-FFF2-40B4-BE49-F238E27FC236}">
                  <a16:creationId xmlns:a16="http://schemas.microsoft.com/office/drawing/2014/main" id="{2CEAB664-ADB8-C819-A5DA-989D0DDFC3FF}"/>
                </a:ext>
              </a:extLst>
            </p:cNvPr>
            <p:cNvSpPr/>
            <p:nvPr/>
          </p:nvSpPr>
          <p:spPr>
            <a:xfrm>
              <a:off x="6067225" y="4677650"/>
              <a:ext cx="31475" cy="29525"/>
            </a:xfrm>
            <a:custGeom>
              <a:avLst/>
              <a:gdLst/>
              <a:ahLst/>
              <a:cxnLst/>
              <a:rect l="l" t="t" r="r" b="b"/>
              <a:pathLst>
                <a:path w="1259" h="1181" extrusionOk="0">
                  <a:moveTo>
                    <a:pt x="1045" y="353"/>
                  </a:moveTo>
                  <a:lnTo>
                    <a:pt x="1045" y="968"/>
                  </a:lnTo>
                  <a:lnTo>
                    <a:pt x="386" y="968"/>
                  </a:lnTo>
                  <a:lnTo>
                    <a:pt x="1045" y="353"/>
                  </a:lnTo>
                  <a:close/>
                  <a:moveTo>
                    <a:pt x="1151" y="1"/>
                  </a:moveTo>
                  <a:cubicBezTo>
                    <a:pt x="1125" y="1"/>
                    <a:pt x="1099" y="11"/>
                    <a:pt x="1079" y="30"/>
                  </a:cubicBezTo>
                  <a:lnTo>
                    <a:pt x="43" y="996"/>
                  </a:lnTo>
                  <a:cubicBezTo>
                    <a:pt x="10" y="1026"/>
                    <a:pt x="0" y="1072"/>
                    <a:pt x="16" y="1112"/>
                  </a:cubicBezTo>
                  <a:cubicBezTo>
                    <a:pt x="33" y="1154"/>
                    <a:pt x="71" y="1181"/>
                    <a:pt x="115" y="1181"/>
                  </a:cubicBezTo>
                  <a:lnTo>
                    <a:pt x="1151" y="1181"/>
                  </a:lnTo>
                  <a:cubicBezTo>
                    <a:pt x="1211" y="1181"/>
                    <a:pt x="1258" y="1133"/>
                    <a:pt x="1258" y="1074"/>
                  </a:cubicBezTo>
                  <a:lnTo>
                    <a:pt x="1258" y="107"/>
                  </a:lnTo>
                  <a:cubicBezTo>
                    <a:pt x="1258" y="66"/>
                    <a:pt x="1233" y="27"/>
                    <a:pt x="1194" y="10"/>
                  </a:cubicBezTo>
                  <a:cubicBezTo>
                    <a:pt x="1180" y="4"/>
                    <a:pt x="1165" y="1"/>
                    <a:pt x="1151"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022;p40">
              <a:extLst>
                <a:ext uri="{FF2B5EF4-FFF2-40B4-BE49-F238E27FC236}">
                  <a16:creationId xmlns:a16="http://schemas.microsoft.com/office/drawing/2014/main" id="{58ABCF61-3E18-6924-4993-648DF2C3896B}"/>
                </a:ext>
              </a:extLst>
            </p:cNvPr>
            <p:cNvSpPr/>
            <p:nvPr/>
          </p:nvSpPr>
          <p:spPr>
            <a:xfrm>
              <a:off x="6174425" y="4680325"/>
              <a:ext cx="95450" cy="133650"/>
            </a:xfrm>
            <a:custGeom>
              <a:avLst/>
              <a:gdLst/>
              <a:ahLst/>
              <a:cxnLst/>
              <a:rect l="l" t="t" r="r" b="b"/>
              <a:pathLst>
                <a:path w="3818" h="5346" extrusionOk="0">
                  <a:moveTo>
                    <a:pt x="1005" y="0"/>
                  </a:moveTo>
                  <a:lnTo>
                    <a:pt x="0" y="967"/>
                  </a:lnTo>
                  <a:lnTo>
                    <a:pt x="0" y="5346"/>
                  </a:lnTo>
                  <a:lnTo>
                    <a:pt x="3818" y="5346"/>
                  </a:lnTo>
                  <a:lnTo>
                    <a:pt x="38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023;p40">
              <a:extLst>
                <a:ext uri="{FF2B5EF4-FFF2-40B4-BE49-F238E27FC236}">
                  <a16:creationId xmlns:a16="http://schemas.microsoft.com/office/drawing/2014/main" id="{0B4CDAB3-CA13-BE54-B983-E2C607AFA731}"/>
                </a:ext>
              </a:extLst>
            </p:cNvPr>
            <p:cNvSpPr/>
            <p:nvPr/>
          </p:nvSpPr>
          <p:spPr>
            <a:xfrm>
              <a:off x="6171775" y="4677675"/>
              <a:ext cx="100775" cy="138950"/>
            </a:xfrm>
            <a:custGeom>
              <a:avLst/>
              <a:gdLst/>
              <a:ahLst/>
              <a:cxnLst/>
              <a:rect l="l" t="t" r="r" b="b"/>
              <a:pathLst>
                <a:path w="4031" h="5558" extrusionOk="0">
                  <a:moveTo>
                    <a:pt x="3817" y="213"/>
                  </a:moveTo>
                  <a:lnTo>
                    <a:pt x="3817" y="5344"/>
                  </a:lnTo>
                  <a:lnTo>
                    <a:pt x="213" y="5344"/>
                  </a:lnTo>
                  <a:lnTo>
                    <a:pt x="213" y="1119"/>
                  </a:lnTo>
                  <a:lnTo>
                    <a:pt x="1154" y="213"/>
                  </a:lnTo>
                  <a:close/>
                  <a:moveTo>
                    <a:pt x="1111" y="1"/>
                  </a:moveTo>
                  <a:cubicBezTo>
                    <a:pt x="1084" y="1"/>
                    <a:pt x="1056" y="11"/>
                    <a:pt x="1037" y="30"/>
                  </a:cubicBezTo>
                  <a:lnTo>
                    <a:pt x="33" y="997"/>
                  </a:lnTo>
                  <a:cubicBezTo>
                    <a:pt x="12" y="1016"/>
                    <a:pt x="0" y="1044"/>
                    <a:pt x="0" y="1073"/>
                  </a:cubicBezTo>
                  <a:lnTo>
                    <a:pt x="0" y="5452"/>
                  </a:lnTo>
                  <a:cubicBezTo>
                    <a:pt x="0" y="5510"/>
                    <a:pt x="48" y="5557"/>
                    <a:pt x="106" y="5557"/>
                  </a:cubicBezTo>
                  <a:lnTo>
                    <a:pt x="3924" y="5557"/>
                  </a:lnTo>
                  <a:cubicBezTo>
                    <a:pt x="3983" y="5557"/>
                    <a:pt x="4031" y="5510"/>
                    <a:pt x="4031" y="5452"/>
                  </a:cubicBezTo>
                  <a:lnTo>
                    <a:pt x="4031" y="106"/>
                  </a:lnTo>
                  <a:cubicBezTo>
                    <a:pt x="4031" y="48"/>
                    <a:pt x="3983" y="1"/>
                    <a:pt x="3924"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024;p40">
              <a:extLst>
                <a:ext uri="{FF2B5EF4-FFF2-40B4-BE49-F238E27FC236}">
                  <a16:creationId xmlns:a16="http://schemas.microsoft.com/office/drawing/2014/main" id="{86D499ED-683D-B869-18AA-A51180454D28}"/>
                </a:ext>
              </a:extLst>
            </p:cNvPr>
            <p:cNvSpPr/>
            <p:nvPr/>
          </p:nvSpPr>
          <p:spPr>
            <a:xfrm>
              <a:off x="6174425" y="4680325"/>
              <a:ext cx="25925" cy="24175"/>
            </a:xfrm>
            <a:custGeom>
              <a:avLst/>
              <a:gdLst/>
              <a:ahLst/>
              <a:cxnLst/>
              <a:rect l="l" t="t" r="r" b="b"/>
              <a:pathLst>
                <a:path w="1037" h="967" extrusionOk="0">
                  <a:moveTo>
                    <a:pt x="1036" y="0"/>
                  </a:moveTo>
                  <a:lnTo>
                    <a:pt x="0" y="967"/>
                  </a:lnTo>
                  <a:lnTo>
                    <a:pt x="1036" y="967"/>
                  </a:lnTo>
                  <a:lnTo>
                    <a:pt x="10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025;p40">
              <a:extLst>
                <a:ext uri="{FF2B5EF4-FFF2-40B4-BE49-F238E27FC236}">
                  <a16:creationId xmlns:a16="http://schemas.microsoft.com/office/drawing/2014/main" id="{D053FD6D-2431-D71B-2AED-B1A0F3F8CF36}"/>
                </a:ext>
              </a:extLst>
            </p:cNvPr>
            <p:cNvSpPr/>
            <p:nvPr/>
          </p:nvSpPr>
          <p:spPr>
            <a:xfrm>
              <a:off x="6171550" y="4677650"/>
              <a:ext cx="31475" cy="29525"/>
            </a:xfrm>
            <a:custGeom>
              <a:avLst/>
              <a:gdLst/>
              <a:ahLst/>
              <a:cxnLst/>
              <a:rect l="l" t="t" r="r" b="b"/>
              <a:pathLst>
                <a:path w="1259" h="1181" extrusionOk="0">
                  <a:moveTo>
                    <a:pt x="1046" y="353"/>
                  </a:moveTo>
                  <a:lnTo>
                    <a:pt x="1046" y="968"/>
                  </a:lnTo>
                  <a:lnTo>
                    <a:pt x="386" y="968"/>
                  </a:lnTo>
                  <a:lnTo>
                    <a:pt x="1046" y="353"/>
                  </a:lnTo>
                  <a:close/>
                  <a:moveTo>
                    <a:pt x="1151" y="1"/>
                  </a:moveTo>
                  <a:cubicBezTo>
                    <a:pt x="1125" y="1"/>
                    <a:pt x="1100" y="11"/>
                    <a:pt x="1080" y="30"/>
                  </a:cubicBezTo>
                  <a:lnTo>
                    <a:pt x="42" y="996"/>
                  </a:lnTo>
                  <a:cubicBezTo>
                    <a:pt x="11" y="1026"/>
                    <a:pt x="0" y="1072"/>
                    <a:pt x="17" y="1112"/>
                  </a:cubicBezTo>
                  <a:cubicBezTo>
                    <a:pt x="33" y="1154"/>
                    <a:pt x="72" y="1181"/>
                    <a:pt x="115" y="1181"/>
                  </a:cubicBezTo>
                  <a:lnTo>
                    <a:pt x="1151" y="1181"/>
                  </a:lnTo>
                  <a:cubicBezTo>
                    <a:pt x="1211" y="1181"/>
                    <a:pt x="1259" y="1133"/>
                    <a:pt x="1259" y="1074"/>
                  </a:cubicBezTo>
                  <a:lnTo>
                    <a:pt x="1259" y="107"/>
                  </a:lnTo>
                  <a:cubicBezTo>
                    <a:pt x="1259" y="66"/>
                    <a:pt x="1233" y="27"/>
                    <a:pt x="1195" y="10"/>
                  </a:cubicBezTo>
                  <a:cubicBezTo>
                    <a:pt x="1181" y="4"/>
                    <a:pt x="1166" y="1"/>
                    <a:pt x="1151"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026;p40">
              <a:extLst>
                <a:ext uri="{FF2B5EF4-FFF2-40B4-BE49-F238E27FC236}">
                  <a16:creationId xmlns:a16="http://schemas.microsoft.com/office/drawing/2014/main" id="{3D558BE9-E4C3-DD90-6367-7E126BDDC1FC}"/>
                </a:ext>
              </a:extLst>
            </p:cNvPr>
            <p:cNvSpPr/>
            <p:nvPr/>
          </p:nvSpPr>
          <p:spPr>
            <a:xfrm>
              <a:off x="6120900" y="4362800"/>
              <a:ext cx="5325" cy="246975"/>
            </a:xfrm>
            <a:custGeom>
              <a:avLst/>
              <a:gdLst/>
              <a:ahLst/>
              <a:cxnLst/>
              <a:rect l="l" t="t" r="r" b="b"/>
              <a:pathLst>
                <a:path w="213" h="9879" extrusionOk="0">
                  <a:moveTo>
                    <a:pt x="0" y="1"/>
                  </a:moveTo>
                  <a:lnTo>
                    <a:pt x="0" y="9878"/>
                  </a:lnTo>
                  <a:lnTo>
                    <a:pt x="213" y="9878"/>
                  </a:lnTo>
                  <a:lnTo>
                    <a:pt x="213"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027;p40">
              <a:extLst>
                <a:ext uri="{FF2B5EF4-FFF2-40B4-BE49-F238E27FC236}">
                  <a16:creationId xmlns:a16="http://schemas.microsoft.com/office/drawing/2014/main" id="{413445B8-82A2-FCF1-9DC0-EC183C31E135}"/>
                </a:ext>
              </a:extLst>
            </p:cNvPr>
            <p:cNvSpPr/>
            <p:nvPr/>
          </p:nvSpPr>
          <p:spPr>
            <a:xfrm>
              <a:off x="6102025" y="4588000"/>
              <a:ext cx="40025" cy="40000"/>
            </a:xfrm>
            <a:custGeom>
              <a:avLst/>
              <a:gdLst/>
              <a:ahLst/>
              <a:cxnLst/>
              <a:rect l="l" t="t" r="r" b="b"/>
              <a:pathLst>
                <a:path w="1601" h="1600" extrusionOk="0">
                  <a:moveTo>
                    <a:pt x="800" y="1"/>
                  </a:moveTo>
                  <a:cubicBezTo>
                    <a:pt x="359" y="1"/>
                    <a:pt x="0" y="358"/>
                    <a:pt x="0" y="800"/>
                  </a:cubicBezTo>
                  <a:cubicBezTo>
                    <a:pt x="0" y="1241"/>
                    <a:pt x="359" y="1600"/>
                    <a:pt x="800" y="1600"/>
                  </a:cubicBezTo>
                  <a:cubicBezTo>
                    <a:pt x="1242" y="1600"/>
                    <a:pt x="1601" y="1241"/>
                    <a:pt x="1601" y="800"/>
                  </a:cubicBezTo>
                  <a:cubicBezTo>
                    <a:pt x="1601" y="358"/>
                    <a:pt x="1242" y="1"/>
                    <a:pt x="8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028;p40">
              <a:extLst>
                <a:ext uri="{FF2B5EF4-FFF2-40B4-BE49-F238E27FC236}">
                  <a16:creationId xmlns:a16="http://schemas.microsoft.com/office/drawing/2014/main" id="{39608CFF-BEEE-AAD5-33D7-D50D32FFCC3E}"/>
                </a:ext>
              </a:extLst>
            </p:cNvPr>
            <p:cNvSpPr/>
            <p:nvPr/>
          </p:nvSpPr>
          <p:spPr>
            <a:xfrm>
              <a:off x="6099375" y="4585325"/>
              <a:ext cx="45325" cy="45350"/>
            </a:xfrm>
            <a:custGeom>
              <a:avLst/>
              <a:gdLst/>
              <a:ahLst/>
              <a:cxnLst/>
              <a:rect l="l" t="t" r="r" b="b"/>
              <a:pathLst>
                <a:path w="1813" h="1814" extrusionOk="0">
                  <a:moveTo>
                    <a:pt x="906" y="213"/>
                  </a:moveTo>
                  <a:cubicBezTo>
                    <a:pt x="1288" y="213"/>
                    <a:pt x="1600" y="525"/>
                    <a:pt x="1600" y="907"/>
                  </a:cubicBezTo>
                  <a:cubicBezTo>
                    <a:pt x="1600" y="1288"/>
                    <a:pt x="1288" y="1600"/>
                    <a:pt x="906" y="1600"/>
                  </a:cubicBezTo>
                  <a:cubicBezTo>
                    <a:pt x="525" y="1600"/>
                    <a:pt x="213" y="1288"/>
                    <a:pt x="213" y="907"/>
                  </a:cubicBezTo>
                  <a:cubicBezTo>
                    <a:pt x="213" y="525"/>
                    <a:pt x="525" y="213"/>
                    <a:pt x="906" y="213"/>
                  </a:cubicBezTo>
                  <a:close/>
                  <a:moveTo>
                    <a:pt x="906" y="0"/>
                  </a:moveTo>
                  <a:cubicBezTo>
                    <a:pt x="407" y="0"/>
                    <a:pt x="0" y="407"/>
                    <a:pt x="0" y="907"/>
                  </a:cubicBezTo>
                  <a:cubicBezTo>
                    <a:pt x="0" y="1408"/>
                    <a:pt x="407" y="1814"/>
                    <a:pt x="906" y="1814"/>
                  </a:cubicBezTo>
                  <a:cubicBezTo>
                    <a:pt x="1406" y="1814"/>
                    <a:pt x="1812" y="1408"/>
                    <a:pt x="1812" y="907"/>
                  </a:cubicBezTo>
                  <a:cubicBezTo>
                    <a:pt x="1812" y="407"/>
                    <a:pt x="1406" y="0"/>
                    <a:pt x="90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029;p40">
              <a:extLst>
                <a:ext uri="{FF2B5EF4-FFF2-40B4-BE49-F238E27FC236}">
                  <a16:creationId xmlns:a16="http://schemas.microsoft.com/office/drawing/2014/main" id="{DE9A661D-7CF4-9526-9901-C8811488AD9C}"/>
                </a:ext>
              </a:extLst>
            </p:cNvPr>
            <p:cNvSpPr/>
            <p:nvPr/>
          </p:nvSpPr>
          <p:spPr>
            <a:xfrm>
              <a:off x="4179400" y="3196150"/>
              <a:ext cx="311575" cy="195400"/>
            </a:xfrm>
            <a:custGeom>
              <a:avLst/>
              <a:gdLst/>
              <a:ahLst/>
              <a:cxnLst/>
              <a:rect l="l" t="t" r="r" b="b"/>
              <a:pathLst>
                <a:path w="12463" h="7816" extrusionOk="0">
                  <a:moveTo>
                    <a:pt x="1168" y="38"/>
                  </a:moveTo>
                  <a:cubicBezTo>
                    <a:pt x="1160" y="38"/>
                    <a:pt x="1152" y="38"/>
                    <a:pt x="1144" y="39"/>
                  </a:cubicBezTo>
                  <a:lnTo>
                    <a:pt x="227" y="39"/>
                  </a:lnTo>
                  <a:cubicBezTo>
                    <a:pt x="118" y="48"/>
                    <a:pt x="33" y="134"/>
                    <a:pt x="23" y="242"/>
                  </a:cubicBezTo>
                  <a:cubicBezTo>
                    <a:pt x="11" y="365"/>
                    <a:pt x="102" y="477"/>
                    <a:pt x="227" y="489"/>
                  </a:cubicBezTo>
                  <a:lnTo>
                    <a:pt x="1144" y="489"/>
                  </a:lnTo>
                  <a:cubicBezTo>
                    <a:pt x="1151" y="489"/>
                    <a:pt x="1158" y="490"/>
                    <a:pt x="1165" y="490"/>
                  </a:cubicBezTo>
                  <a:cubicBezTo>
                    <a:pt x="1172" y="490"/>
                    <a:pt x="1180" y="489"/>
                    <a:pt x="1187" y="489"/>
                  </a:cubicBezTo>
                  <a:cubicBezTo>
                    <a:pt x="1312" y="477"/>
                    <a:pt x="1403" y="365"/>
                    <a:pt x="1390" y="242"/>
                  </a:cubicBezTo>
                  <a:cubicBezTo>
                    <a:pt x="1378" y="125"/>
                    <a:pt x="1282" y="38"/>
                    <a:pt x="1168" y="38"/>
                  </a:cubicBezTo>
                  <a:close/>
                  <a:moveTo>
                    <a:pt x="2143" y="48"/>
                  </a:moveTo>
                  <a:cubicBezTo>
                    <a:pt x="2028" y="48"/>
                    <a:pt x="1929" y="136"/>
                    <a:pt x="1918" y="252"/>
                  </a:cubicBezTo>
                  <a:cubicBezTo>
                    <a:pt x="1906" y="377"/>
                    <a:pt x="1997" y="487"/>
                    <a:pt x="2121" y="499"/>
                  </a:cubicBezTo>
                  <a:cubicBezTo>
                    <a:pt x="2128" y="500"/>
                    <a:pt x="2136" y="500"/>
                    <a:pt x="2143" y="500"/>
                  </a:cubicBezTo>
                  <a:cubicBezTo>
                    <a:pt x="2150" y="500"/>
                    <a:pt x="2158" y="500"/>
                    <a:pt x="2165" y="499"/>
                  </a:cubicBezTo>
                  <a:lnTo>
                    <a:pt x="4568" y="499"/>
                  </a:lnTo>
                  <a:cubicBezTo>
                    <a:pt x="4569" y="499"/>
                    <a:pt x="4570" y="499"/>
                    <a:pt x="4571" y="499"/>
                  </a:cubicBezTo>
                  <a:cubicBezTo>
                    <a:pt x="4694" y="499"/>
                    <a:pt x="4793" y="400"/>
                    <a:pt x="4795" y="277"/>
                  </a:cubicBezTo>
                  <a:cubicBezTo>
                    <a:pt x="4795" y="273"/>
                    <a:pt x="4795" y="267"/>
                    <a:pt x="4793" y="262"/>
                  </a:cubicBezTo>
                  <a:lnTo>
                    <a:pt x="4795" y="262"/>
                  </a:lnTo>
                  <a:cubicBezTo>
                    <a:pt x="4789" y="143"/>
                    <a:pt x="4691" y="49"/>
                    <a:pt x="4571" y="49"/>
                  </a:cubicBezTo>
                  <a:cubicBezTo>
                    <a:pt x="4570" y="49"/>
                    <a:pt x="4569" y="49"/>
                    <a:pt x="4568" y="49"/>
                  </a:cubicBezTo>
                  <a:lnTo>
                    <a:pt x="2165" y="49"/>
                  </a:lnTo>
                  <a:cubicBezTo>
                    <a:pt x="2158" y="49"/>
                    <a:pt x="2151" y="48"/>
                    <a:pt x="2143" y="48"/>
                  </a:cubicBezTo>
                  <a:close/>
                  <a:moveTo>
                    <a:pt x="5590" y="0"/>
                  </a:moveTo>
                  <a:cubicBezTo>
                    <a:pt x="5445" y="0"/>
                    <a:pt x="5328" y="118"/>
                    <a:pt x="5328" y="262"/>
                  </a:cubicBezTo>
                  <a:cubicBezTo>
                    <a:pt x="5328" y="407"/>
                    <a:pt x="5445" y="524"/>
                    <a:pt x="5590" y="524"/>
                  </a:cubicBezTo>
                  <a:lnTo>
                    <a:pt x="5591" y="524"/>
                  </a:lnTo>
                  <a:cubicBezTo>
                    <a:pt x="5736" y="524"/>
                    <a:pt x="5852" y="408"/>
                    <a:pt x="5852" y="264"/>
                  </a:cubicBezTo>
                  <a:lnTo>
                    <a:pt x="5852" y="262"/>
                  </a:lnTo>
                  <a:cubicBezTo>
                    <a:pt x="5852" y="118"/>
                    <a:pt x="5734" y="0"/>
                    <a:pt x="5590" y="0"/>
                  </a:cubicBezTo>
                  <a:close/>
                  <a:moveTo>
                    <a:pt x="6375" y="0"/>
                  </a:moveTo>
                  <a:cubicBezTo>
                    <a:pt x="6230" y="0"/>
                    <a:pt x="6112" y="118"/>
                    <a:pt x="6112" y="262"/>
                  </a:cubicBezTo>
                  <a:cubicBezTo>
                    <a:pt x="6112" y="407"/>
                    <a:pt x="6230" y="524"/>
                    <a:pt x="6375" y="524"/>
                  </a:cubicBezTo>
                  <a:lnTo>
                    <a:pt x="6376" y="524"/>
                  </a:lnTo>
                  <a:cubicBezTo>
                    <a:pt x="6520" y="524"/>
                    <a:pt x="6637" y="408"/>
                    <a:pt x="6637" y="264"/>
                  </a:cubicBezTo>
                  <a:lnTo>
                    <a:pt x="6637" y="262"/>
                  </a:lnTo>
                  <a:cubicBezTo>
                    <a:pt x="6637" y="118"/>
                    <a:pt x="6519" y="0"/>
                    <a:pt x="6375" y="0"/>
                  </a:cubicBezTo>
                  <a:close/>
                  <a:moveTo>
                    <a:pt x="7162" y="0"/>
                  </a:moveTo>
                  <a:cubicBezTo>
                    <a:pt x="7016" y="0"/>
                    <a:pt x="6899" y="118"/>
                    <a:pt x="6899" y="262"/>
                  </a:cubicBezTo>
                  <a:cubicBezTo>
                    <a:pt x="6899" y="407"/>
                    <a:pt x="7016" y="524"/>
                    <a:pt x="7162" y="524"/>
                  </a:cubicBezTo>
                  <a:cubicBezTo>
                    <a:pt x="7307" y="524"/>
                    <a:pt x="7424" y="407"/>
                    <a:pt x="7424" y="262"/>
                  </a:cubicBezTo>
                  <a:cubicBezTo>
                    <a:pt x="7424" y="118"/>
                    <a:pt x="7307" y="0"/>
                    <a:pt x="7162" y="0"/>
                  </a:cubicBezTo>
                  <a:close/>
                  <a:moveTo>
                    <a:pt x="7947" y="0"/>
                  </a:moveTo>
                  <a:cubicBezTo>
                    <a:pt x="7801" y="0"/>
                    <a:pt x="7685" y="118"/>
                    <a:pt x="7685" y="262"/>
                  </a:cubicBezTo>
                  <a:cubicBezTo>
                    <a:pt x="7685" y="407"/>
                    <a:pt x="7801" y="524"/>
                    <a:pt x="7947" y="524"/>
                  </a:cubicBezTo>
                  <a:cubicBezTo>
                    <a:pt x="8091" y="524"/>
                    <a:pt x="8209" y="407"/>
                    <a:pt x="8209" y="262"/>
                  </a:cubicBezTo>
                  <a:cubicBezTo>
                    <a:pt x="8209" y="118"/>
                    <a:pt x="8091" y="0"/>
                    <a:pt x="7947" y="0"/>
                  </a:cubicBezTo>
                  <a:close/>
                  <a:moveTo>
                    <a:pt x="8731" y="0"/>
                  </a:moveTo>
                  <a:cubicBezTo>
                    <a:pt x="8587" y="0"/>
                    <a:pt x="8469" y="118"/>
                    <a:pt x="8469" y="262"/>
                  </a:cubicBezTo>
                  <a:cubicBezTo>
                    <a:pt x="8469" y="407"/>
                    <a:pt x="8587" y="524"/>
                    <a:pt x="8731" y="524"/>
                  </a:cubicBezTo>
                  <a:cubicBezTo>
                    <a:pt x="8876" y="524"/>
                    <a:pt x="8994" y="407"/>
                    <a:pt x="8994" y="262"/>
                  </a:cubicBezTo>
                  <a:cubicBezTo>
                    <a:pt x="8994" y="118"/>
                    <a:pt x="8876" y="0"/>
                    <a:pt x="8731" y="0"/>
                  </a:cubicBezTo>
                  <a:close/>
                  <a:moveTo>
                    <a:pt x="9516" y="0"/>
                  </a:moveTo>
                  <a:cubicBezTo>
                    <a:pt x="9372" y="0"/>
                    <a:pt x="9254" y="118"/>
                    <a:pt x="9254" y="262"/>
                  </a:cubicBezTo>
                  <a:cubicBezTo>
                    <a:pt x="9254" y="407"/>
                    <a:pt x="9372" y="524"/>
                    <a:pt x="9516" y="524"/>
                  </a:cubicBezTo>
                  <a:cubicBezTo>
                    <a:pt x="9661" y="524"/>
                    <a:pt x="9778" y="407"/>
                    <a:pt x="9778" y="262"/>
                  </a:cubicBezTo>
                  <a:cubicBezTo>
                    <a:pt x="9778" y="118"/>
                    <a:pt x="9661" y="0"/>
                    <a:pt x="9516" y="0"/>
                  </a:cubicBezTo>
                  <a:close/>
                  <a:moveTo>
                    <a:pt x="227" y="1083"/>
                  </a:moveTo>
                  <a:cubicBezTo>
                    <a:pt x="102" y="1083"/>
                    <a:pt x="0" y="1184"/>
                    <a:pt x="0" y="1309"/>
                  </a:cubicBezTo>
                  <a:cubicBezTo>
                    <a:pt x="0" y="1434"/>
                    <a:pt x="102" y="1535"/>
                    <a:pt x="227" y="1535"/>
                  </a:cubicBezTo>
                  <a:lnTo>
                    <a:pt x="1144" y="1535"/>
                  </a:lnTo>
                  <a:cubicBezTo>
                    <a:pt x="1267" y="1535"/>
                    <a:pt x="1369" y="1434"/>
                    <a:pt x="1369" y="1309"/>
                  </a:cubicBezTo>
                  <a:cubicBezTo>
                    <a:pt x="1369" y="1186"/>
                    <a:pt x="1267" y="1084"/>
                    <a:pt x="1144" y="1083"/>
                  </a:cubicBezTo>
                  <a:close/>
                  <a:moveTo>
                    <a:pt x="2165" y="1083"/>
                  </a:moveTo>
                  <a:cubicBezTo>
                    <a:pt x="2040" y="1083"/>
                    <a:pt x="1939" y="1184"/>
                    <a:pt x="1939" y="1309"/>
                  </a:cubicBezTo>
                  <a:cubicBezTo>
                    <a:pt x="1939" y="1434"/>
                    <a:pt x="2040" y="1535"/>
                    <a:pt x="2164" y="1535"/>
                  </a:cubicBezTo>
                  <a:lnTo>
                    <a:pt x="4568" y="1535"/>
                  </a:lnTo>
                  <a:cubicBezTo>
                    <a:pt x="4569" y="1535"/>
                    <a:pt x="4570" y="1535"/>
                    <a:pt x="4571" y="1535"/>
                  </a:cubicBezTo>
                  <a:cubicBezTo>
                    <a:pt x="4694" y="1535"/>
                    <a:pt x="4793" y="1436"/>
                    <a:pt x="4795" y="1314"/>
                  </a:cubicBezTo>
                  <a:lnTo>
                    <a:pt x="4795" y="1309"/>
                  </a:lnTo>
                  <a:cubicBezTo>
                    <a:pt x="4795" y="1184"/>
                    <a:pt x="4694" y="1083"/>
                    <a:pt x="4568" y="1083"/>
                  </a:cubicBezTo>
                  <a:close/>
                  <a:moveTo>
                    <a:pt x="227" y="2131"/>
                  </a:moveTo>
                  <a:cubicBezTo>
                    <a:pt x="102" y="2131"/>
                    <a:pt x="0" y="2232"/>
                    <a:pt x="0" y="2356"/>
                  </a:cubicBezTo>
                  <a:cubicBezTo>
                    <a:pt x="0" y="2481"/>
                    <a:pt x="102" y="2582"/>
                    <a:pt x="227" y="2582"/>
                  </a:cubicBezTo>
                  <a:lnTo>
                    <a:pt x="1144" y="2582"/>
                  </a:lnTo>
                  <a:cubicBezTo>
                    <a:pt x="1267" y="2582"/>
                    <a:pt x="1369" y="2481"/>
                    <a:pt x="1369" y="2356"/>
                  </a:cubicBezTo>
                  <a:cubicBezTo>
                    <a:pt x="1369" y="2232"/>
                    <a:pt x="1267" y="2131"/>
                    <a:pt x="1144" y="2131"/>
                  </a:cubicBezTo>
                  <a:close/>
                  <a:moveTo>
                    <a:pt x="2165" y="2131"/>
                  </a:moveTo>
                  <a:cubicBezTo>
                    <a:pt x="2040" y="2131"/>
                    <a:pt x="1939" y="2232"/>
                    <a:pt x="1939" y="2356"/>
                  </a:cubicBezTo>
                  <a:cubicBezTo>
                    <a:pt x="1939" y="2481"/>
                    <a:pt x="2040" y="2582"/>
                    <a:pt x="2165" y="2582"/>
                  </a:cubicBezTo>
                  <a:lnTo>
                    <a:pt x="4568" y="2582"/>
                  </a:lnTo>
                  <a:cubicBezTo>
                    <a:pt x="4569" y="2582"/>
                    <a:pt x="4570" y="2582"/>
                    <a:pt x="4571" y="2582"/>
                  </a:cubicBezTo>
                  <a:cubicBezTo>
                    <a:pt x="4694" y="2582"/>
                    <a:pt x="4793" y="2483"/>
                    <a:pt x="4795" y="2360"/>
                  </a:cubicBezTo>
                  <a:lnTo>
                    <a:pt x="4795" y="2356"/>
                  </a:lnTo>
                  <a:cubicBezTo>
                    <a:pt x="4795" y="2232"/>
                    <a:pt x="4696" y="2131"/>
                    <a:pt x="4573" y="2131"/>
                  </a:cubicBezTo>
                  <a:close/>
                  <a:moveTo>
                    <a:pt x="5590" y="2094"/>
                  </a:moveTo>
                  <a:cubicBezTo>
                    <a:pt x="5445" y="2094"/>
                    <a:pt x="5328" y="2211"/>
                    <a:pt x="5328" y="2356"/>
                  </a:cubicBezTo>
                  <a:cubicBezTo>
                    <a:pt x="5328" y="2502"/>
                    <a:pt x="5445" y="2619"/>
                    <a:pt x="5590" y="2619"/>
                  </a:cubicBezTo>
                  <a:lnTo>
                    <a:pt x="5593" y="2619"/>
                  </a:lnTo>
                  <a:cubicBezTo>
                    <a:pt x="5736" y="2618"/>
                    <a:pt x="5852" y="2500"/>
                    <a:pt x="5852" y="2356"/>
                  </a:cubicBezTo>
                  <a:cubicBezTo>
                    <a:pt x="5852" y="2211"/>
                    <a:pt x="5734" y="2094"/>
                    <a:pt x="5590" y="2094"/>
                  </a:cubicBezTo>
                  <a:close/>
                  <a:moveTo>
                    <a:pt x="6375" y="2094"/>
                  </a:moveTo>
                  <a:cubicBezTo>
                    <a:pt x="6230" y="2094"/>
                    <a:pt x="6112" y="2211"/>
                    <a:pt x="6112" y="2356"/>
                  </a:cubicBezTo>
                  <a:cubicBezTo>
                    <a:pt x="6112" y="2502"/>
                    <a:pt x="6230" y="2619"/>
                    <a:pt x="6375" y="2619"/>
                  </a:cubicBezTo>
                  <a:lnTo>
                    <a:pt x="6377" y="2619"/>
                  </a:lnTo>
                  <a:cubicBezTo>
                    <a:pt x="6520" y="2619"/>
                    <a:pt x="6637" y="2502"/>
                    <a:pt x="6637" y="2359"/>
                  </a:cubicBezTo>
                  <a:lnTo>
                    <a:pt x="6637" y="2356"/>
                  </a:lnTo>
                  <a:cubicBezTo>
                    <a:pt x="6637" y="2211"/>
                    <a:pt x="6520" y="2094"/>
                    <a:pt x="6375" y="2094"/>
                  </a:cubicBezTo>
                  <a:close/>
                  <a:moveTo>
                    <a:pt x="7162" y="2094"/>
                  </a:moveTo>
                  <a:cubicBezTo>
                    <a:pt x="7018" y="2094"/>
                    <a:pt x="6900" y="2211"/>
                    <a:pt x="6900" y="2356"/>
                  </a:cubicBezTo>
                  <a:cubicBezTo>
                    <a:pt x="6900" y="2502"/>
                    <a:pt x="7018" y="2619"/>
                    <a:pt x="7162" y="2619"/>
                  </a:cubicBezTo>
                  <a:cubicBezTo>
                    <a:pt x="7307" y="2619"/>
                    <a:pt x="7424" y="2502"/>
                    <a:pt x="7424" y="2356"/>
                  </a:cubicBezTo>
                  <a:cubicBezTo>
                    <a:pt x="7424" y="2211"/>
                    <a:pt x="7307" y="2094"/>
                    <a:pt x="7162" y="2094"/>
                  </a:cubicBezTo>
                  <a:close/>
                  <a:moveTo>
                    <a:pt x="7947" y="2094"/>
                  </a:moveTo>
                  <a:cubicBezTo>
                    <a:pt x="7802" y="2094"/>
                    <a:pt x="7685" y="2211"/>
                    <a:pt x="7685" y="2356"/>
                  </a:cubicBezTo>
                  <a:cubicBezTo>
                    <a:pt x="7685" y="2502"/>
                    <a:pt x="7802" y="2619"/>
                    <a:pt x="7947" y="2619"/>
                  </a:cubicBezTo>
                  <a:cubicBezTo>
                    <a:pt x="8091" y="2619"/>
                    <a:pt x="8209" y="2502"/>
                    <a:pt x="8209" y="2356"/>
                  </a:cubicBezTo>
                  <a:cubicBezTo>
                    <a:pt x="8209" y="2211"/>
                    <a:pt x="8091" y="2094"/>
                    <a:pt x="7947" y="2094"/>
                  </a:cubicBezTo>
                  <a:close/>
                  <a:moveTo>
                    <a:pt x="8731" y="2094"/>
                  </a:moveTo>
                  <a:cubicBezTo>
                    <a:pt x="8587" y="2094"/>
                    <a:pt x="8469" y="2211"/>
                    <a:pt x="8469" y="2356"/>
                  </a:cubicBezTo>
                  <a:cubicBezTo>
                    <a:pt x="8469" y="2502"/>
                    <a:pt x="8587" y="2619"/>
                    <a:pt x="8731" y="2619"/>
                  </a:cubicBezTo>
                  <a:cubicBezTo>
                    <a:pt x="8876" y="2619"/>
                    <a:pt x="8994" y="2502"/>
                    <a:pt x="8994" y="2356"/>
                  </a:cubicBezTo>
                  <a:cubicBezTo>
                    <a:pt x="8994" y="2211"/>
                    <a:pt x="8876" y="2094"/>
                    <a:pt x="8731" y="2094"/>
                  </a:cubicBezTo>
                  <a:close/>
                  <a:moveTo>
                    <a:pt x="9516" y="2094"/>
                  </a:moveTo>
                  <a:cubicBezTo>
                    <a:pt x="9372" y="2094"/>
                    <a:pt x="9254" y="2211"/>
                    <a:pt x="9254" y="2356"/>
                  </a:cubicBezTo>
                  <a:cubicBezTo>
                    <a:pt x="9254" y="2502"/>
                    <a:pt x="9372" y="2619"/>
                    <a:pt x="9516" y="2619"/>
                  </a:cubicBezTo>
                  <a:cubicBezTo>
                    <a:pt x="9661" y="2619"/>
                    <a:pt x="9778" y="2502"/>
                    <a:pt x="9778" y="2356"/>
                  </a:cubicBezTo>
                  <a:cubicBezTo>
                    <a:pt x="9778" y="2211"/>
                    <a:pt x="9661" y="2094"/>
                    <a:pt x="9516" y="2094"/>
                  </a:cubicBezTo>
                  <a:close/>
                  <a:moveTo>
                    <a:pt x="227" y="3178"/>
                  </a:moveTo>
                  <a:cubicBezTo>
                    <a:pt x="102" y="3178"/>
                    <a:pt x="0" y="3279"/>
                    <a:pt x="0" y="3404"/>
                  </a:cubicBezTo>
                  <a:cubicBezTo>
                    <a:pt x="0" y="3529"/>
                    <a:pt x="102" y="3630"/>
                    <a:pt x="227" y="3630"/>
                  </a:cubicBezTo>
                  <a:lnTo>
                    <a:pt x="1144" y="3630"/>
                  </a:lnTo>
                  <a:cubicBezTo>
                    <a:pt x="1267" y="3629"/>
                    <a:pt x="1369" y="3528"/>
                    <a:pt x="1369" y="3404"/>
                  </a:cubicBezTo>
                  <a:cubicBezTo>
                    <a:pt x="1369" y="3279"/>
                    <a:pt x="1267" y="3178"/>
                    <a:pt x="1144" y="3178"/>
                  </a:cubicBezTo>
                  <a:close/>
                  <a:moveTo>
                    <a:pt x="2165" y="3178"/>
                  </a:moveTo>
                  <a:cubicBezTo>
                    <a:pt x="2040" y="3178"/>
                    <a:pt x="1939" y="3279"/>
                    <a:pt x="1939" y="3404"/>
                  </a:cubicBezTo>
                  <a:cubicBezTo>
                    <a:pt x="1939" y="3529"/>
                    <a:pt x="2040" y="3630"/>
                    <a:pt x="2165" y="3630"/>
                  </a:cubicBezTo>
                  <a:lnTo>
                    <a:pt x="4568" y="3630"/>
                  </a:lnTo>
                  <a:cubicBezTo>
                    <a:pt x="4694" y="3630"/>
                    <a:pt x="4795" y="3529"/>
                    <a:pt x="4795" y="3404"/>
                  </a:cubicBezTo>
                  <a:cubicBezTo>
                    <a:pt x="4795" y="3280"/>
                    <a:pt x="4696" y="3179"/>
                    <a:pt x="4573" y="3178"/>
                  </a:cubicBezTo>
                  <a:close/>
                  <a:moveTo>
                    <a:pt x="227" y="4224"/>
                  </a:moveTo>
                  <a:cubicBezTo>
                    <a:pt x="102" y="4236"/>
                    <a:pt x="11" y="4347"/>
                    <a:pt x="23" y="4472"/>
                  </a:cubicBezTo>
                  <a:cubicBezTo>
                    <a:pt x="33" y="4579"/>
                    <a:pt x="118" y="4664"/>
                    <a:pt x="227" y="4674"/>
                  </a:cubicBezTo>
                  <a:lnTo>
                    <a:pt x="1144" y="4674"/>
                  </a:lnTo>
                  <a:cubicBezTo>
                    <a:pt x="1267" y="4674"/>
                    <a:pt x="1369" y="4574"/>
                    <a:pt x="1369" y="4451"/>
                  </a:cubicBezTo>
                  <a:cubicBezTo>
                    <a:pt x="1369" y="4326"/>
                    <a:pt x="1267" y="4224"/>
                    <a:pt x="1144" y="4224"/>
                  </a:cubicBezTo>
                  <a:close/>
                  <a:moveTo>
                    <a:pt x="2143" y="4223"/>
                  </a:moveTo>
                  <a:cubicBezTo>
                    <a:pt x="2028" y="4223"/>
                    <a:pt x="1929" y="4311"/>
                    <a:pt x="1918" y="4427"/>
                  </a:cubicBezTo>
                  <a:cubicBezTo>
                    <a:pt x="1906" y="4552"/>
                    <a:pt x="1997" y="4662"/>
                    <a:pt x="2121" y="4674"/>
                  </a:cubicBezTo>
                  <a:cubicBezTo>
                    <a:pt x="2128" y="4675"/>
                    <a:pt x="2136" y="4675"/>
                    <a:pt x="2143" y="4675"/>
                  </a:cubicBezTo>
                  <a:cubicBezTo>
                    <a:pt x="2150" y="4675"/>
                    <a:pt x="2158" y="4675"/>
                    <a:pt x="2165" y="4674"/>
                  </a:cubicBezTo>
                  <a:lnTo>
                    <a:pt x="4568" y="4674"/>
                  </a:lnTo>
                  <a:cubicBezTo>
                    <a:pt x="4569" y="4674"/>
                    <a:pt x="4570" y="4674"/>
                    <a:pt x="4571" y="4674"/>
                  </a:cubicBezTo>
                  <a:cubicBezTo>
                    <a:pt x="4694" y="4674"/>
                    <a:pt x="4793" y="4575"/>
                    <a:pt x="4795" y="4452"/>
                  </a:cubicBezTo>
                  <a:lnTo>
                    <a:pt x="4795" y="4451"/>
                  </a:lnTo>
                  <a:cubicBezTo>
                    <a:pt x="4795" y="4327"/>
                    <a:pt x="4696" y="4226"/>
                    <a:pt x="4573" y="4224"/>
                  </a:cubicBezTo>
                  <a:lnTo>
                    <a:pt x="2165" y="4224"/>
                  </a:lnTo>
                  <a:cubicBezTo>
                    <a:pt x="2158" y="4224"/>
                    <a:pt x="2151" y="4223"/>
                    <a:pt x="2143" y="4223"/>
                  </a:cubicBezTo>
                  <a:close/>
                  <a:moveTo>
                    <a:pt x="8273" y="5103"/>
                  </a:moveTo>
                  <a:cubicBezTo>
                    <a:pt x="8128" y="5103"/>
                    <a:pt x="8011" y="5221"/>
                    <a:pt x="8011" y="5365"/>
                  </a:cubicBezTo>
                  <a:cubicBezTo>
                    <a:pt x="8011" y="5511"/>
                    <a:pt x="8128" y="5627"/>
                    <a:pt x="8273" y="5627"/>
                  </a:cubicBezTo>
                  <a:cubicBezTo>
                    <a:pt x="8417" y="5627"/>
                    <a:pt x="8535" y="5511"/>
                    <a:pt x="8535" y="5365"/>
                  </a:cubicBezTo>
                  <a:cubicBezTo>
                    <a:pt x="8535" y="5221"/>
                    <a:pt x="8417" y="5103"/>
                    <a:pt x="8273" y="5103"/>
                  </a:cubicBezTo>
                  <a:close/>
                  <a:moveTo>
                    <a:pt x="9842" y="5103"/>
                  </a:moveTo>
                  <a:cubicBezTo>
                    <a:pt x="9698" y="5103"/>
                    <a:pt x="9580" y="5221"/>
                    <a:pt x="9580" y="5365"/>
                  </a:cubicBezTo>
                  <a:cubicBezTo>
                    <a:pt x="9580" y="5511"/>
                    <a:pt x="9698" y="5627"/>
                    <a:pt x="9842" y="5627"/>
                  </a:cubicBezTo>
                  <a:lnTo>
                    <a:pt x="9845" y="5627"/>
                  </a:lnTo>
                  <a:cubicBezTo>
                    <a:pt x="9990" y="5627"/>
                    <a:pt x="10106" y="5509"/>
                    <a:pt x="10106" y="5365"/>
                  </a:cubicBezTo>
                  <a:cubicBezTo>
                    <a:pt x="10106" y="5221"/>
                    <a:pt x="9988" y="5103"/>
                    <a:pt x="9842" y="5103"/>
                  </a:cubicBezTo>
                  <a:close/>
                  <a:moveTo>
                    <a:pt x="10628" y="5103"/>
                  </a:moveTo>
                  <a:cubicBezTo>
                    <a:pt x="10482" y="5103"/>
                    <a:pt x="10365" y="5221"/>
                    <a:pt x="10365" y="5365"/>
                  </a:cubicBezTo>
                  <a:cubicBezTo>
                    <a:pt x="10365" y="5511"/>
                    <a:pt x="10482" y="5627"/>
                    <a:pt x="10628" y="5627"/>
                  </a:cubicBezTo>
                  <a:lnTo>
                    <a:pt x="10630" y="5627"/>
                  </a:lnTo>
                  <a:cubicBezTo>
                    <a:pt x="10774" y="5627"/>
                    <a:pt x="10890" y="5509"/>
                    <a:pt x="10890" y="5365"/>
                  </a:cubicBezTo>
                  <a:cubicBezTo>
                    <a:pt x="10890" y="5221"/>
                    <a:pt x="10773" y="5103"/>
                    <a:pt x="10628" y="5103"/>
                  </a:cubicBezTo>
                  <a:close/>
                  <a:moveTo>
                    <a:pt x="11413" y="5103"/>
                  </a:moveTo>
                  <a:cubicBezTo>
                    <a:pt x="11267" y="5103"/>
                    <a:pt x="11151" y="5221"/>
                    <a:pt x="11151" y="5365"/>
                  </a:cubicBezTo>
                  <a:cubicBezTo>
                    <a:pt x="11151" y="5511"/>
                    <a:pt x="11267" y="5627"/>
                    <a:pt x="11413" y="5627"/>
                  </a:cubicBezTo>
                  <a:lnTo>
                    <a:pt x="11415" y="5627"/>
                  </a:lnTo>
                  <a:cubicBezTo>
                    <a:pt x="11559" y="5627"/>
                    <a:pt x="11675" y="5509"/>
                    <a:pt x="11675" y="5365"/>
                  </a:cubicBezTo>
                  <a:cubicBezTo>
                    <a:pt x="11675" y="5221"/>
                    <a:pt x="11557" y="5103"/>
                    <a:pt x="11413" y="5103"/>
                  </a:cubicBezTo>
                  <a:close/>
                  <a:moveTo>
                    <a:pt x="12199" y="5103"/>
                  </a:moveTo>
                  <a:cubicBezTo>
                    <a:pt x="12055" y="5103"/>
                    <a:pt x="11937" y="5221"/>
                    <a:pt x="11937" y="5365"/>
                  </a:cubicBezTo>
                  <a:cubicBezTo>
                    <a:pt x="11937" y="5511"/>
                    <a:pt x="12055" y="5627"/>
                    <a:pt x="12199" y="5627"/>
                  </a:cubicBezTo>
                  <a:cubicBezTo>
                    <a:pt x="12344" y="5627"/>
                    <a:pt x="12461" y="5511"/>
                    <a:pt x="12461" y="5365"/>
                  </a:cubicBezTo>
                  <a:cubicBezTo>
                    <a:pt x="12461" y="5221"/>
                    <a:pt x="12344" y="5103"/>
                    <a:pt x="12199" y="5103"/>
                  </a:cubicBezTo>
                  <a:close/>
                  <a:moveTo>
                    <a:pt x="9058" y="5103"/>
                  </a:moveTo>
                  <a:cubicBezTo>
                    <a:pt x="8913" y="5103"/>
                    <a:pt x="8796" y="5221"/>
                    <a:pt x="8796" y="5365"/>
                  </a:cubicBezTo>
                  <a:cubicBezTo>
                    <a:pt x="8796" y="5511"/>
                    <a:pt x="8913" y="5627"/>
                    <a:pt x="9058" y="5627"/>
                  </a:cubicBezTo>
                  <a:cubicBezTo>
                    <a:pt x="9061" y="5627"/>
                    <a:pt x="9065" y="5627"/>
                    <a:pt x="9068" y="5627"/>
                  </a:cubicBezTo>
                  <a:cubicBezTo>
                    <a:pt x="9209" y="5627"/>
                    <a:pt x="9324" y="5515"/>
                    <a:pt x="9329" y="5374"/>
                  </a:cubicBezTo>
                  <a:lnTo>
                    <a:pt x="9329" y="5365"/>
                  </a:lnTo>
                  <a:lnTo>
                    <a:pt x="9320" y="5365"/>
                  </a:lnTo>
                  <a:cubicBezTo>
                    <a:pt x="9320" y="5221"/>
                    <a:pt x="9203" y="5103"/>
                    <a:pt x="9058" y="5103"/>
                  </a:cubicBezTo>
                  <a:close/>
                  <a:moveTo>
                    <a:pt x="227" y="5270"/>
                  </a:moveTo>
                  <a:cubicBezTo>
                    <a:pt x="102" y="5270"/>
                    <a:pt x="0" y="5371"/>
                    <a:pt x="0" y="5496"/>
                  </a:cubicBezTo>
                  <a:cubicBezTo>
                    <a:pt x="0" y="5621"/>
                    <a:pt x="102" y="5722"/>
                    <a:pt x="227" y="5722"/>
                  </a:cubicBezTo>
                  <a:lnTo>
                    <a:pt x="1144" y="5722"/>
                  </a:lnTo>
                  <a:cubicBezTo>
                    <a:pt x="1267" y="5722"/>
                    <a:pt x="1369" y="5621"/>
                    <a:pt x="1369" y="5496"/>
                  </a:cubicBezTo>
                  <a:cubicBezTo>
                    <a:pt x="1369" y="5371"/>
                    <a:pt x="1267" y="5271"/>
                    <a:pt x="1144" y="5270"/>
                  </a:cubicBezTo>
                  <a:close/>
                  <a:moveTo>
                    <a:pt x="5043" y="5270"/>
                  </a:moveTo>
                  <a:cubicBezTo>
                    <a:pt x="4918" y="5270"/>
                    <a:pt x="4817" y="5371"/>
                    <a:pt x="4817" y="5496"/>
                  </a:cubicBezTo>
                  <a:cubicBezTo>
                    <a:pt x="4817" y="5621"/>
                    <a:pt x="4918" y="5722"/>
                    <a:pt x="5043" y="5722"/>
                  </a:cubicBezTo>
                  <a:lnTo>
                    <a:pt x="7447" y="5722"/>
                  </a:lnTo>
                  <a:cubicBezTo>
                    <a:pt x="7570" y="5722"/>
                    <a:pt x="7671" y="5624"/>
                    <a:pt x="7673" y="5500"/>
                  </a:cubicBezTo>
                  <a:lnTo>
                    <a:pt x="7673" y="5496"/>
                  </a:lnTo>
                  <a:cubicBezTo>
                    <a:pt x="7673" y="5371"/>
                    <a:pt x="7572" y="5270"/>
                    <a:pt x="7447" y="5270"/>
                  </a:cubicBezTo>
                  <a:close/>
                  <a:moveTo>
                    <a:pt x="227" y="6310"/>
                  </a:moveTo>
                  <a:cubicBezTo>
                    <a:pt x="102" y="6310"/>
                    <a:pt x="0" y="6412"/>
                    <a:pt x="0" y="6537"/>
                  </a:cubicBezTo>
                  <a:cubicBezTo>
                    <a:pt x="0" y="6662"/>
                    <a:pt x="102" y="6763"/>
                    <a:pt x="227" y="6763"/>
                  </a:cubicBezTo>
                  <a:lnTo>
                    <a:pt x="1144" y="6763"/>
                  </a:lnTo>
                  <a:cubicBezTo>
                    <a:pt x="1266" y="6763"/>
                    <a:pt x="1366" y="6665"/>
                    <a:pt x="1369" y="6543"/>
                  </a:cubicBezTo>
                  <a:cubicBezTo>
                    <a:pt x="1372" y="6416"/>
                    <a:pt x="1272" y="6312"/>
                    <a:pt x="1145" y="6310"/>
                  </a:cubicBezTo>
                  <a:close/>
                  <a:moveTo>
                    <a:pt x="5043" y="6310"/>
                  </a:moveTo>
                  <a:cubicBezTo>
                    <a:pt x="4918" y="6310"/>
                    <a:pt x="4817" y="6412"/>
                    <a:pt x="4817" y="6537"/>
                  </a:cubicBezTo>
                  <a:cubicBezTo>
                    <a:pt x="4817" y="6662"/>
                    <a:pt x="4918" y="6763"/>
                    <a:pt x="5043" y="6763"/>
                  </a:cubicBezTo>
                  <a:lnTo>
                    <a:pt x="7447" y="6763"/>
                  </a:lnTo>
                  <a:cubicBezTo>
                    <a:pt x="7570" y="6763"/>
                    <a:pt x="7671" y="6666"/>
                    <a:pt x="7673" y="6543"/>
                  </a:cubicBezTo>
                  <a:cubicBezTo>
                    <a:pt x="7677" y="6418"/>
                    <a:pt x="7579" y="6313"/>
                    <a:pt x="7454" y="6310"/>
                  </a:cubicBezTo>
                  <a:close/>
                  <a:moveTo>
                    <a:pt x="9844" y="7262"/>
                  </a:moveTo>
                  <a:cubicBezTo>
                    <a:pt x="9698" y="7262"/>
                    <a:pt x="9582" y="7380"/>
                    <a:pt x="9582" y="7524"/>
                  </a:cubicBezTo>
                  <a:cubicBezTo>
                    <a:pt x="9582" y="7668"/>
                    <a:pt x="9698" y="7786"/>
                    <a:pt x="9844" y="7786"/>
                  </a:cubicBezTo>
                  <a:lnTo>
                    <a:pt x="9845" y="7786"/>
                  </a:lnTo>
                  <a:cubicBezTo>
                    <a:pt x="9990" y="7786"/>
                    <a:pt x="10106" y="7670"/>
                    <a:pt x="10106" y="7525"/>
                  </a:cubicBezTo>
                  <a:lnTo>
                    <a:pt x="10106" y="7524"/>
                  </a:lnTo>
                  <a:cubicBezTo>
                    <a:pt x="10106" y="7380"/>
                    <a:pt x="9988" y="7262"/>
                    <a:pt x="9844" y="7262"/>
                  </a:cubicBezTo>
                  <a:close/>
                  <a:moveTo>
                    <a:pt x="10628" y="7262"/>
                  </a:moveTo>
                  <a:cubicBezTo>
                    <a:pt x="10484" y="7262"/>
                    <a:pt x="10366" y="7380"/>
                    <a:pt x="10366" y="7524"/>
                  </a:cubicBezTo>
                  <a:cubicBezTo>
                    <a:pt x="10366" y="7668"/>
                    <a:pt x="10484" y="7786"/>
                    <a:pt x="10628" y="7786"/>
                  </a:cubicBezTo>
                  <a:lnTo>
                    <a:pt x="10630" y="7786"/>
                  </a:lnTo>
                  <a:cubicBezTo>
                    <a:pt x="10774" y="7786"/>
                    <a:pt x="10890" y="7670"/>
                    <a:pt x="10890" y="7525"/>
                  </a:cubicBezTo>
                  <a:lnTo>
                    <a:pt x="10890" y="7524"/>
                  </a:lnTo>
                  <a:cubicBezTo>
                    <a:pt x="10890" y="7380"/>
                    <a:pt x="10773" y="7262"/>
                    <a:pt x="10628" y="7262"/>
                  </a:cubicBezTo>
                  <a:close/>
                  <a:moveTo>
                    <a:pt x="11413" y="7262"/>
                  </a:moveTo>
                  <a:cubicBezTo>
                    <a:pt x="11269" y="7262"/>
                    <a:pt x="11151" y="7380"/>
                    <a:pt x="11151" y="7524"/>
                  </a:cubicBezTo>
                  <a:cubicBezTo>
                    <a:pt x="11151" y="7668"/>
                    <a:pt x="11269" y="7786"/>
                    <a:pt x="11413" y="7786"/>
                  </a:cubicBezTo>
                  <a:lnTo>
                    <a:pt x="11415" y="7786"/>
                  </a:lnTo>
                  <a:cubicBezTo>
                    <a:pt x="11559" y="7786"/>
                    <a:pt x="11675" y="7670"/>
                    <a:pt x="11675" y="7525"/>
                  </a:cubicBezTo>
                  <a:lnTo>
                    <a:pt x="11675" y="7524"/>
                  </a:lnTo>
                  <a:cubicBezTo>
                    <a:pt x="11675" y="7380"/>
                    <a:pt x="11557" y="7262"/>
                    <a:pt x="11413" y="7262"/>
                  </a:cubicBezTo>
                  <a:close/>
                  <a:moveTo>
                    <a:pt x="8273" y="7262"/>
                  </a:moveTo>
                  <a:cubicBezTo>
                    <a:pt x="8128" y="7262"/>
                    <a:pt x="8011" y="7380"/>
                    <a:pt x="8011" y="7524"/>
                  </a:cubicBezTo>
                  <a:cubicBezTo>
                    <a:pt x="8011" y="7668"/>
                    <a:pt x="8128" y="7786"/>
                    <a:pt x="8273" y="7786"/>
                  </a:cubicBezTo>
                  <a:cubicBezTo>
                    <a:pt x="8274" y="7786"/>
                    <a:pt x="8275" y="7786"/>
                    <a:pt x="8276" y="7786"/>
                  </a:cubicBezTo>
                  <a:cubicBezTo>
                    <a:pt x="8419" y="7786"/>
                    <a:pt x="8535" y="7670"/>
                    <a:pt x="8536" y="7528"/>
                  </a:cubicBezTo>
                  <a:lnTo>
                    <a:pt x="8536" y="7524"/>
                  </a:lnTo>
                  <a:cubicBezTo>
                    <a:pt x="8536" y="7380"/>
                    <a:pt x="8419" y="7262"/>
                    <a:pt x="8273" y="7262"/>
                  </a:cubicBezTo>
                  <a:close/>
                  <a:moveTo>
                    <a:pt x="12199" y="7262"/>
                  </a:moveTo>
                  <a:cubicBezTo>
                    <a:pt x="12055" y="7262"/>
                    <a:pt x="11937" y="7380"/>
                    <a:pt x="11937" y="7524"/>
                  </a:cubicBezTo>
                  <a:cubicBezTo>
                    <a:pt x="11937" y="7668"/>
                    <a:pt x="12055" y="7786"/>
                    <a:pt x="12199" y="7786"/>
                  </a:cubicBezTo>
                  <a:cubicBezTo>
                    <a:pt x="12200" y="7786"/>
                    <a:pt x="12201" y="7786"/>
                    <a:pt x="12202" y="7786"/>
                  </a:cubicBezTo>
                  <a:cubicBezTo>
                    <a:pt x="12345" y="7786"/>
                    <a:pt x="12461" y="7670"/>
                    <a:pt x="12463" y="7528"/>
                  </a:cubicBezTo>
                  <a:lnTo>
                    <a:pt x="12463" y="7524"/>
                  </a:lnTo>
                  <a:cubicBezTo>
                    <a:pt x="12463" y="7380"/>
                    <a:pt x="12345" y="7262"/>
                    <a:pt x="12199" y="7262"/>
                  </a:cubicBezTo>
                  <a:close/>
                  <a:moveTo>
                    <a:pt x="9059" y="7262"/>
                  </a:moveTo>
                  <a:cubicBezTo>
                    <a:pt x="8913" y="7262"/>
                    <a:pt x="8796" y="7380"/>
                    <a:pt x="8796" y="7524"/>
                  </a:cubicBezTo>
                  <a:cubicBezTo>
                    <a:pt x="8796" y="7668"/>
                    <a:pt x="8913" y="7786"/>
                    <a:pt x="9059" y="7786"/>
                  </a:cubicBezTo>
                  <a:cubicBezTo>
                    <a:pt x="9063" y="7786"/>
                    <a:pt x="9066" y="7786"/>
                    <a:pt x="9070" y="7786"/>
                  </a:cubicBezTo>
                  <a:cubicBezTo>
                    <a:pt x="9208" y="7786"/>
                    <a:pt x="9323" y="7677"/>
                    <a:pt x="9329" y="7537"/>
                  </a:cubicBezTo>
                  <a:cubicBezTo>
                    <a:pt x="9329" y="7533"/>
                    <a:pt x="9329" y="7528"/>
                    <a:pt x="9329" y="7524"/>
                  </a:cubicBezTo>
                  <a:lnTo>
                    <a:pt x="9321" y="7524"/>
                  </a:lnTo>
                  <a:cubicBezTo>
                    <a:pt x="9321" y="7380"/>
                    <a:pt x="9203" y="7262"/>
                    <a:pt x="9059" y="7262"/>
                  </a:cubicBezTo>
                  <a:close/>
                  <a:moveTo>
                    <a:pt x="227" y="7363"/>
                  </a:moveTo>
                  <a:cubicBezTo>
                    <a:pt x="102" y="7363"/>
                    <a:pt x="0" y="7464"/>
                    <a:pt x="0" y="7589"/>
                  </a:cubicBezTo>
                  <a:cubicBezTo>
                    <a:pt x="0" y="7715"/>
                    <a:pt x="102" y="7816"/>
                    <a:pt x="227" y="7816"/>
                  </a:cubicBezTo>
                  <a:lnTo>
                    <a:pt x="1144" y="7816"/>
                  </a:lnTo>
                  <a:cubicBezTo>
                    <a:pt x="1267" y="7814"/>
                    <a:pt x="1369" y="7715"/>
                    <a:pt x="1369" y="7589"/>
                  </a:cubicBezTo>
                  <a:cubicBezTo>
                    <a:pt x="1369" y="7464"/>
                    <a:pt x="1267" y="7363"/>
                    <a:pt x="1144" y="7363"/>
                  </a:cubicBezTo>
                  <a:close/>
                  <a:moveTo>
                    <a:pt x="5043" y="7363"/>
                  </a:moveTo>
                  <a:cubicBezTo>
                    <a:pt x="4918" y="7363"/>
                    <a:pt x="4817" y="7464"/>
                    <a:pt x="4817" y="7589"/>
                  </a:cubicBezTo>
                  <a:cubicBezTo>
                    <a:pt x="4817" y="7715"/>
                    <a:pt x="4918" y="7816"/>
                    <a:pt x="5043" y="7816"/>
                  </a:cubicBezTo>
                  <a:lnTo>
                    <a:pt x="7447" y="7816"/>
                  </a:lnTo>
                  <a:cubicBezTo>
                    <a:pt x="7572" y="7816"/>
                    <a:pt x="7673" y="7715"/>
                    <a:pt x="7673" y="7589"/>
                  </a:cubicBezTo>
                  <a:cubicBezTo>
                    <a:pt x="7674" y="7466"/>
                    <a:pt x="7575" y="7365"/>
                    <a:pt x="7451" y="736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030;p40">
              <a:extLst>
                <a:ext uri="{FF2B5EF4-FFF2-40B4-BE49-F238E27FC236}">
                  <a16:creationId xmlns:a16="http://schemas.microsoft.com/office/drawing/2014/main" id="{A0857591-1F34-D969-FD98-41F376604D1C}"/>
                </a:ext>
              </a:extLst>
            </p:cNvPr>
            <p:cNvSpPr/>
            <p:nvPr/>
          </p:nvSpPr>
          <p:spPr>
            <a:xfrm>
              <a:off x="4179400" y="3405500"/>
              <a:ext cx="311800" cy="195525"/>
            </a:xfrm>
            <a:custGeom>
              <a:avLst/>
              <a:gdLst/>
              <a:ahLst/>
              <a:cxnLst/>
              <a:rect l="l" t="t" r="r" b="b"/>
              <a:pathLst>
                <a:path w="12472" h="7821" extrusionOk="0">
                  <a:moveTo>
                    <a:pt x="2165" y="39"/>
                  </a:moveTo>
                  <a:cubicBezTo>
                    <a:pt x="2040" y="39"/>
                    <a:pt x="1939" y="140"/>
                    <a:pt x="1939" y="265"/>
                  </a:cubicBezTo>
                  <a:cubicBezTo>
                    <a:pt x="1939" y="390"/>
                    <a:pt x="2040" y="491"/>
                    <a:pt x="2165" y="491"/>
                  </a:cubicBezTo>
                  <a:lnTo>
                    <a:pt x="4568" y="491"/>
                  </a:lnTo>
                  <a:cubicBezTo>
                    <a:pt x="4694" y="491"/>
                    <a:pt x="4795" y="390"/>
                    <a:pt x="4795" y="265"/>
                  </a:cubicBezTo>
                  <a:cubicBezTo>
                    <a:pt x="4795" y="142"/>
                    <a:pt x="4696" y="40"/>
                    <a:pt x="4573" y="39"/>
                  </a:cubicBezTo>
                  <a:close/>
                  <a:moveTo>
                    <a:pt x="227" y="43"/>
                  </a:moveTo>
                  <a:cubicBezTo>
                    <a:pt x="102" y="43"/>
                    <a:pt x="0" y="145"/>
                    <a:pt x="0" y="270"/>
                  </a:cubicBezTo>
                  <a:cubicBezTo>
                    <a:pt x="0" y="395"/>
                    <a:pt x="102" y="496"/>
                    <a:pt x="227" y="496"/>
                  </a:cubicBezTo>
                  <a:lnTo>
                    <a:pt x="1144" y="496"/>
                  </a:lnTo>
                  <a:cubicBezTo>
                    <a:pt x="1267" y="496"/>
                    <a:pt x="1369" y="395"/>
                    <a:pt x="1369" y="270"/>
                  </a:cubicBezTo>
                  <a:cubicBezTo>
                    <a:pt x="1369" y="145"/>
                    <a:pt x="1267" y="43"/>
                    <a:pt x="1144" y="43"/>
                  </a:cubicBezTo>
                  <a:close/>
                  <a:moveTo>
                    <a:pt x="5591" y="0"/>
                  </a:moveTo>
                  <a:cubicBezTo>
                    <a:pt x="5447" y="0"/>
                    <a:pt x="5329" y="116"/>
                    <a:pt x="5328" y="261"/>
                  </a:cubicBezTo>
                  <a:cubicBezTo>
                    <a:pt x="5326" y="405"/>
                    <a:pt x="5442" y="524"/>
                    <a:pt x="5587" y="526"/>
                  </a:cubicBezTo>
                  <a:lnTo>
                    <a:pt x="5591" y="526"/>
                  </a:lnTo>
                  <a:cubicBezTo>
                    <a:pt x="5734" y="524"/>
                    <a:pt x="5850" y="408"/>
                    <a:pt x="5852" y="265"/>
                  </a:cubicBezTo>
                  <a:cubicBezTo>
                    <a:pt x="5853" y="121"/>
                    <a:pt x="5737" y="2"/>
                    <a:pt x="5591" y="0"/>
                  </a:cubicBezTo>
                  <a:close/>
                  <a:moveTo>
                    <a:pt x="6376" y="0"/>
                  </a:moveTo>
                  <a:cubicBezTo>
                    <a:pt x="6232" y="0"/>
                    <a:pt x="6114" y="116"/>
                    <a:pt x="6112" y="261"/>
                  </a:cubicBezTo>
                  <a:cubicBezTo>
                    <a:pt x="6111" y="405"/>
                    <a:pt x="6227" y="524"/>
                    <a:pt x="6373" y="526"/>
                  </a:cubicBezTo>
                  <a:lnTo>
                    <a:pt x="6376" y="526"/>
                  </a:lnTo>
                  <a:cubicBezTo>
                    <a:pt x="6520" y="526"/>
                    <a:pt x="6637" y="408"/>
                    <a:pt x="6637" y="265"/>
                  </a:cubicBezTo>
                  <a:cubicBezTo>
                    <a:pt x="6638" y="121"/>
                    <a:pt x="6522" y="2"/>
                    <a:pt x="6376" y="0"/>
                  </a:cubicBezTo>
                  <a:close/>
                  <a:moveTo>
                    <a:pt x="7164" y="0"/>
                  </a:moveTo>
                  <a:cubicBezTo>
                    <a:pt x="7019" y="0"/>
                    <a:pt x="6900" y="116"/>
                    <a:pt x="6899" y="261"/>
                  </a:cubicBezTo>
                  <a:cubicBezTo>
                    <a:pt x="6899" y="405"/>
                    <a:pt x="7015" y="524"/>
                    <a:pt x="7159" y="526"/>
                  </a:cubicBezTo>
                  <a:lnTo>
                    <a:pt x="7161" y="526"/>
                  </a:lnTo>
                  <a:cubicBezTo>
                    <a:pt x="7305" y="526"/>
                    <a:pt x="7423" y="410"/>
                    <a:pt x="7424" y="265"/>
                  </a:cubicBezTo>
                  <a:cubicBezTo>
                    <a:pt x="7424" y="121"/>
                    <a:pt x="7308" y="2"/>
                    <a:pt x="7164" y="0"/>
                  </a:cubicBezTo>
                  <a:close/>
                  <a:moveTo>
                    <a:pt x="7948" y="0"/>
                  </a:moveTo>
                  <a:cubicBezTo>
                    <a:pt x="7804" y="0"/>
                    <a:pt x="7685" y="116"/>
                    <a:pt x="7683" y="261"/>
                  </a:cubicBezTo>
                  <a:cubicBezTo>
                    <a:pt x="7683" y="405"/>
                    <a:pt x="7799" y="524"/>
                    <a:pt x="7944" y="526"/>
                  </a:cubicBezTo>
                  <a:lnTo>
                    <a:pt x="7947" y="526"/>
                  </a:lnTo>
                  <a:cubicBezTo>
                    <a:pt x="8090" y="526"/>
                    <a:pt x="8207" y="410"/>
                    <a:pt x="8209" y="265"/>
                  </a:cubicBezTo>
                  <a:cubicBezTo>
                    <a:pt x="8210" y="121"/>
                    <a:pt x="8093" y="2"/>
                    <a:pt x="7948" y="0"/>
                  </a:cubicBezTo>
                  <a:close/>
                  <a:moveTo>
                    <a:pt x="8733" y="0"/>
                  </a:moveTo>
                  <a:cubicBezTo>
                    <a:pt x="8589" y="0"/>
                    <a:pt x="8469" y="116"/>
                    <a:pt x="8469" y="261"/>
                  </a:cubicBezTo>
                  <a:cubicBezTo>
                    <a:pt x="8468" y="405"/>
                    <a:pt x="8584" y="524"/>
                    <a:pt x="8729" y="526"/>
                  </a:cubicBezTo>
                  <a:lnTo>
                    <a:pt x="8731" y="526"/>
                  </a:lnTo>
                  <a:cubicBezTo>
                    <a:pt x="8874" y="526"/>
                    <a:pt x="8992" y="410"/>
                    <a:pt x="8994" y="265"/>
                  </a:cubicBezTo>
                  <a:cubicBezTo>
                    <a:pt x="8995" y="121"/>
                    <a:pt x="8877" y="2"/>
                    <a:pt x="8733" y="0"/>
                  </a:cubicBezTo>
                  <a:close/>
                  <a:moveTo>
                    <a:pt x="9518" y="0"/>
                  </a:moveTo>
                  <a:cubicBezTo>
                    <a:pt x="9373" y="0"/>
                    <a:pt x="9256" y="116"/>
                    <a:pt x="9254" y="261"/>
                  </a:cubicBezTo>
                  <a:cubicBezTo>
                    <a:pt x="9253" y="405"/>
                    <a:pt x="9369" y="524"/>
                    <a:pt x="9513" y="526"/>
                  </a:cubicBezTo>
                  <a:lnTo>
                    <a:pt x="9516" y="526"/>
                  </a:lnTo>
                  <a:cubicBezTo>
                    <a:pt x="9659" y="526"/>
                    <a:pt x="9777" y="410"/>
                    <a:pt x="9778" y="265"/>
                  </a:cubicBezTo>
                  <a:cubicBezTo>
                    <a:pt x="9780" y="121"/>
                    <a:pt x="9664" y="2"/>
                    <a:pt x="9518" y="0"/>
                  </a:cubicBezTo>
                  <a:close/>
                  <a:moveTo>
                    <a:pt x="2143" y="1095"/>
                  </a:moveTo>
                  <a:cubicBezTo>
                    <a:pt x="2028" y="1095"/>
                    <a:pt x="1929" y="1182"/>
                    <a:pt x="1918" y="1300"/>
                  </a:cubicBezTo>
                  <a:cubicBezTo>
                    <a:pt x="1906" y="1424"/>
                    <a:pt x="1997" y="1535"/>
                    <a:pt x="2121" y="1547"/>
                  </a:cubicBezTo>
                  <a:cubicBezTo>
                    <a:pt x="2128" y="1548"/>
                    <a:pt x="2136" y="1548"/>
                    <a:pt x="2143" y="1548"/>
                  </a:cubicBezTo>
                  <a:cubicBezTo>
                    <a:pt x="2150" y="1548"/>
                    <a:pt x="2158" y="1548"/>
                    <a:pt x="2165" y="1547"/>
                  </a:cubicBezTo>
                  <a:lnTo>
                    <a:pt x="4568" y="1547"/>
                  </a:lnTo>
                  <a:cubicBezTo>
                    <a:pt x="4569" y="1547"/>
                    <a:pt x="4570" y="1547"/>
                    <a:pt x="4571" y="1547"/>
                  </a:cubicBezTo>
                  <a:cubicBezTo>
                    <a:pt x="4694" y="1547"/>
                    <a:pt x="4793" y="1448"/>
                    <a:pt x="4795" y="1325"/>
                  </a:cubicBezTo>
                  <a:cubicBezTo>
                    <a:pt x="4795" y="1321"/>
                    <a:pt x="4795" y="1315"/>
                    <a:pt x="4793" y="1310"/>
                  </a:cubicBezTo>
                  <a:lnTo>
                    <a:pt x="4795" y="1310"/>
                  </a:lnTo>
                  <a:cubicBezTo>
                    <a:pt x="4789" y="1190"/>
                    <a:pt x="4689" y="1096"/>
                    <a:pt x="4568" y="1096"/>
                  </a:cubicBezTo>
                  <a:lnTo>
                    <a:pt x="2165" y="1096"/>
                  </a:lnTo>
                  <a:cubicBezTo>
                    <a:pt x="2158" y="1095"/>
                    <a:pt x="2151" y="1095"/>
                    <a:pt x="2143" y="1095"/>
                  </a:cubicBezTo>
                  <a:close/>
                  <a:moveTo>
                    <a:pt x="227" y="1100"/>
                  </a:moveTo>
                  <a:cubicBezTo>
                    <a:pt x="102" y="1112"/>
                    <a:pt x="11" y="1224"/>
                    <a:pt x="23" y="1348"/>
                  </a:cubicBezTo>
                  <a:cubicBezTo>
                    <a:pt x="33" y="1455"/>
                    <a:pt x="118" y="1541"/>
                    <a:pt x="227" y="1552"/>
                  </a:cubicBezTo>
                  <a:lnTo>
                    <a:pt x="1144" y="1552"/>
                  </a:lnTo>
                  <a:cubicBezTo>
                    <a:pt x="1267" y="1552"/>
                    <a:pt x="1370" y="1450"/>
                    <a:pt x="1370" y="1325"/>
                  </a:cubicBezTo>
                  <a:cubicBezTo>
                    <a:pt x="1370" y="1321"/>
                    <a:pt x="1370" y="1315"/>
                    <a:pt x="1369" y="1310"/>
                  </a:cubicBezTo>
                  <a:lnTo>
                    <a:pt x="1369" y="1315"/>
                  </a:lnTo>
                  <a:cubicBezTo>
                    <a:pt x="1363" y="1194"/>
                    <a:pt x="1263" y="1100"/>
                    <a:pt x="1144" y="1100"/>
                  </a:cubicBezTo>
                  <a:close/>
                  <a:moveTo>
                    <a:pt x="2165" y="2131"/>
                  </a:moveTo>
                  <a:cubicBezTo>
                    <a:pt x="2040" y="2131"/>
                    <a:pt x="1939" y="2232"/>
                    <a:pt x="1939" y="2357"/>
                  </a:cubicBezTo>
                  <a:cubicBezTo>
                    <a:pt x="1939" y="2482"/>
                    <a:pt x="2040" y="2583"/>
                    <a:pt x="2165" y="2583"/>
                  </a:cubicBezTo>
                  <a:lnTo>
                    <a:pt x="4568" y="2583"/>
                  </a:lnTo>
                  <a:cubicBezTo>
                    <a:pt x="4569" y="2583"/>
                    <a:pt x="4570" y="2583"/>
                    <a:pt x="4571" y="2583"/>
                  </a:cubicBezTo>
                  <a:cubicBezTo>
                    <a:pt x="4694" y="2583"/>
                    <a:pt x="4793" y="2484"/>
                    <a:pt x="4795" y="2362"/>
                  </a:cubicBezTo>
                  <a:lnTo>
                    <a:pt x="4795" y="2357"/>
                  </a:lnTo>
                  <a:cubicBezTo>
                    <a:pt x="4795" y="2232"/>
                    <a:pt x="4694" y="2131"/>
                    <a:pt x="4568" y="2131"/>
                  </a:cubicBezTo>
                  <a:close/>
                  <a:moveTo>
                    <a:pt x="227" y="2135"/>
                  </a:moveTo>
                  <a:cubicBezTo>
                    <a:pt x="102" y="2135"/>
                    <a:pt x="0" y="2237"/>
                    <a:pt x="0" y="2362"/>
                  </a:cubicBezTo>
                  <a:cubicBezTo>
                    <a:pt x="0" y="2487"/>
                    <a:pt x="102" y="2588"/>
                    <a:pt x="227" y="2588"/>
                  </a:cubicBezTo>
                  <a:lnTo>
                    <a:pt x="1144" y="2588"/>
                  </a:lnTo>
                  <a:cubicBezTo>
                    <a:pt x="1267" y="2588"/>
                    <a:pt x="1369" y="2487"/>
                    <a:pt x="1369" y="2362"/>
                  </a:cubicBezTo>
                  <a:cubicBezTo>
                    <a:pt x="1369" y="2237"/>
                    <a:pt x="1267" y="2137"/>
                    <a:pt x="1144" y="2135"/>
                  </a:cubicBezTo>
                  <a:close/>
                  <a:moveTo>
                    <a:pt x="5593" y="2104"/>
                  </a:moveTo>
                  <a:cubicBezTo>
                    <a:pt x="5590" y="2104"/>
                    <a:pt x="5586" y="2104"/>
                    <a:pt x="5582" y="2104"/>
                  </a:cubicBezTo>
                  <a:cubicBezTo>
                    <a:pt x="5436" y="2108"/>
                    <a:pt x="5323" y="2229"/>
                    <a:pt x="5328" y="2374"/>
                  </a:cubicBezTo>
                  <a:cubicBezTo>
                    <a:pt x="5332" y="2516"/>
                    <a:pt x="5450" y="2628"/>
                    <a:pt x="5593" y="2628"/>
                  </a:cubicBezTo>
                  <a:cubicBezTo>
                    <a:pt x="5736" y="2628"/>
                    <a:pt x="5852" y="2512"/>
                    <a:pt x="5852" y="2368"/>
                  </a:cubicBezTo>
                  <a:cubicBezTo>
                    <a:pt x="5852" y="2365"/>
                    <a:pt x="5852" y="2360"/>
                    <a:pt x="5852" y="2357"/>
                  </a:cubicBezTo>
                  <a:cubicBezTo>
                    <a:pt x="5848" y="2216"/>
                    <a:pt x="5733" y="2104"/>
                    <a:pt x="5593" y="2104"/>
                  </a:cubicBezTo>
                  <a:close/>
                  <a:moveTo>
                    <a:pt x="6378" y="2104"/>
                  </a:moveTo>
                  <a:cubicBezTo>
                    <a:pt x="6374" y="2104"/>
                    <a:pt x="6371" y="2104"/>
                    <a:pt x="6367" y="2104"/>
                  </a:cubicBezTo>
                  <a:cubicBezTo>
                    <a:pt x="6221" y="2108"/>
                    <a:pt x="6108" y="2229"/>
                    <a:pt x="6112" y="2374"/>
                  </a:cubicBezTo>
                  <a:cubicBezTo>
                    <a:pt x="6117" y="2516"/>
                    <a:pt x="6235" y="2628"/>
                    <a:pt x="6377" y="2628"/>
                  </a:cubicBezTo>
                  <a:cubicBezTo>
                    <a:pt x="6520" y="2628"/>
                    <a:pt x="6637" y="2512"/>
                    <a:pt x="6638" y="2368"/>
                  </a:cubicBezTo>
                  <a:cubicBezTo>
                    <a:pt x="6638" y="2365"/>
                    <a:pt x="6638" y="2360"/>
                    <a:pt x="6637" y="2357"/>
                  </a:cubicBezTo>
                  <a:cubicBezTo>
                    <a:pt x="6632" y="2216"/>
                    <a:pt x="6517" y="2104"/>
                    <a:pt x="6378" y="2104"/>
                  </a:cubicBezTo>
                  <a:close/>
                  <a:moveTo>
                    <a:pt x="7164" y="2104"/>
                  </a:moveTo>
                  <a:cubicBezTo>
                    <a:pt x="7160" y="2104"/>
                    <a:pt x="7157" y="2104"/>
                    <a:pt x="7153" y="2104"/>
                  </a:cubicBezTo>
                  <a:cubicBezTo>
                    <a:pt x="7009" y="2108"/>
                    <a:pt x="6896" y="2229"/>
                    <a:pt x="6900" y="2374"/>
                  </a:cubicBezTo>
                  <a:cubicBezTo>
                    <a:pt x="6905" y="2515"/>
                    <a:pt x="7021" y="2628"/>
                    <a:pt x="7162" y="2628"/>
                  </a:cubicBezTo>
                  <a:cubicBezTo>
                    <a:pt x="7307" y="2628"/>
                    <a:pt x="7424" y="2510"/>
                    <a:pt x="7424" y="2366"/>
                  </a:cubicBezTo>
                  <a:lnTo>
                    <a:pt x="7424" y="2357"/>
                  </a:lnTo>
                  <a:cubicBezTo>
                    <a:pt x="7420" y="2216"/>
                    <a:pt x="7304" y="2104"/>
                    <a:pt x="7164" y="2104"/>
                  </a:cubicBezTo>
                  <a:close/>
                  <a:moveTo>
                    <a:pt x="7949" y="2104"/>
                  </a:moveTo>
                  <a:cubicBezTo>
                    <a:pt x="7945" y="2104"/>
                    <a:pt x="7942" y="2104"/>
                    <a:pt x="7938" y="2104"/>
                  </a:cubicBezTo>
                  <a:cubicBezTo>
                    <a:pt x="7793" y="2108"/>
                    <a:pt x="7680" y="2229"/>
                    <a:pt x="7685" y="2374"/>
                  </a:cubicBezTo>
                  <a:cubicBezTo>
                    <a:pt x="7689" y="2515"/>
                    <a:pt x="7805" y="2628"/>
                    <a:pt x="7947" y="2628"/>
                  </a:cubicBezTo>
                  <a:cubicBezTo>
                    <a:pt x="8091" y="2628"/>
                    <a:pt x="8209" y="2510"/>
                    <a:pt x="8209" y="2366"/>
                  </a:cubicBezTo>
                  <a:lnTo>
                    <a:pt x="8209" y="2357"/>
                  </a:lnTo>
                  <a:cubicBezTo>
                    <a:pt x="8205" y="2216"/>
                    <a:pt x="8090" y="2104"/>
                    <a:pt x="7949" y="2104"/>
                  </a:cubicBezTo>
                  <a:close/>
                  <a:moveTo>
                    <a:pt x="8733" y="2104"/>
                  </a:moveTo>
                  <a:cubicBezTo>
                    <a:pt x="8730" y="2104"/>
                    <a:pt x="8726" y="2104"/>
                    <a:pt x="8723" y="2104"/>
                  </a:cubicBezTo>
                  <a:cubicBezTo>
                    <a:pt x="8578" y="2108"/>
                    <a:pt x="8465" y="2229"/>
                    <a:pt x="8469" y="2374"/>
                  </a:cubicBezTo>
                  <a:cubicBezTo>
                    <a:pt x="8474" y="2515"/>
                    <a:pt x="8590" y="2628"/>
                    <a:pt x="8731" y="2628"/>
                  </a:cubicBezTo>
                  <a:cubicBezTo>
                    <a:pt x="8876" y="2628"/>
                    <a:pt x="8994" y="2510"/>
                    <a:pt x="8994" y="2366"/>
                  </a:cubicBezTo>
                  <a:lnTo>
                    <a:pt x="8994" y="2357"/>
                  </a:lnTo>
                  <a:cubicBezTo>
                    <a:pt x="8989" y="2216"/>
                    <a:pt x="8874" y="2104"/>
                    <a:pt x="8733" y="2104"/>
                  </a:cubicBezTo>
                  <a:close/>
                  <a:moveTo>
                    <a:pt x="9519" y="2104"/>
                  </a:moveTo>
                  <a:cubicBezTo>
                    <a:pt x="9516" y="2104"/>
                    <a:pt x="9512" y="2104"/>
                    <a:pt x="9509" y="2104"/>
                  </a:cubicBezTo>
                  <a:cubicBezTo>
                    <a:pt x="9363" y="2108"/>
                    <a:pt x="9250" y="2229"/>
                    <a:pt x="9254" y="2374"/>
                  </a:cubicBezTo>
                  <a:cubicBezTo>
                    <a:pt x="9259" y="2515"/>
                    <a:pt x="9375" y="2628"/>
                    <a:pt x="9516" y="2628"/>
                  </a:cubicBezTo>
                  <a:cubicBezTo>
                    <a:pt x="9661" y="2628"/>
                    <a:pt x="9778" y="2510"/>
                    <a:pt x="9778" y="2366"/>
                  </a:cubicBezTo>
                  <a:lnTo>
                    <a:pt x="9778" y="2357"/>
                  </a:lnTo>
                  <a:cubicBezTo>
                    <a:pt x="9774" y="2216"/>
                    <a:pt x="9659" y="2104"/>
                    <a:pt x="9519" y="2104"/>
                  </a:cubicBezTo>
                  <a:close/>
                  <a:moveTo>
                    <a:pt x="2165" y="3178"/>
                  </a:moveTo>
                  <a:cubicBezTo>
                    <a:pt x="2040" y="3178"/>
                    <a:pt x="1939" y="3279"/>
                    <a:pt x="1939" y="3404"/>
                  </a:cubicBezTo>
                  <a:cubicBezTo>
                    <a:pt x="1939" y="3529"/>
                    <a:pt x="2040" y="3630"/>
                    <a:pt x="2165" y="3630"/>
                  </a:cubicBezTo>
                  <a:lnTo>
                    <a:pt x="4568" y="3630"/>
                  </a:lnTo>
                  <a:cubicBezTo>
                    <a:pt x="4569" y="3630"/>
                    <a:pt x="4570" y="3630"/>
                    <a:pt x="4571" y="3630"/>
                  </a:cubicBezTo>
                  <a:cubicBezTo>
                    <a:pt x="4694" y="3630"/>
                    <a:pt x="4793" y="3531"/>
                    <a:pt x="4795" y="3408"/>
                  </a:cubicBezTo>
                  <a:lnTo>
                    <a:pt x="4795" y="3404"/>
                  </a:lnTo>
                  <a:cubicBezTo>
                    <a:pt x="4795" y="3280"/>
                    <a:pt x="4696" y="3179"/>
                    <a:pt x="4573" y="3178"/>
                  </a:cubicBezTo>
                  <a:close/>
                  <a:moveTo>
                    <a:pt x="227" y="3182"/>
                  </a:moveTo>
                  <a:cubicBezTo>
                    <a:pt x="102" y="3182"/>
                    <a:pt x="0" y="3283"/>
                    <a:pt x="0" y="3408"/>
                  </a:cubicBezTo>
                  <a:cubicBezTo>
                    <a:pt x="0" y="3533"/>
                    <a:pt x="102" y="3635"/>
                    <a:pt x="227" y="3635"/>
                  </a:cubicBezTo>
                  <a:lnTo>
                    <a:pt x="1144" y="3635"/>
                  </a:lnTo>
                  <a:cubicBezTo>
                    <a:pt x="1267" y="3635"/>
                    <a:pt x="1369" y="3533"/>
                    <a:pt x="1369" y="3408"/>
                  </a:cubicBezTo>
                  <a:cubicBezTo>
                    <a:pt x="1369" y="3283"/>
                    <a:pt x="1267" y="3182"/>
                    <a:pt x="1144" y="3182"/>
                  </a:cubicBezTo>
                  <a:close/>
                  <a:moveTo>
                    <a:pt x="2165" y="4226"/>
                  </a:moveTo>
                  <a:cubicBezTo>
                    <a:pt x="2040" y="4226"/>
                    <a:pt x="1939" y="4327"/>
                    <a:pt x="1939" y="4451"/>
                  </a:cubicBezTo>
                  <a:cubicBezTo>
                    <a:pt x="1939" y="4576"/>
                    <a:pt x="2040" y="4677"/>
                    <a:pt x="2165" y="4677"/>
                  </a:cubicBezTo>
                  <a:lnTo>
                    <a:pt x="4568" y="4677"/>
                  </a:lnTo>
                  <a:cubicBezTo>
                    <a:pt x="4694" y="4677"/>
                    <a:pt x="4795" y="4576"/>
                    <a:pt x="4795" y="4451"/>
                  </a:cubicBezTo>
                  <a:cubicBezTo>
                    <a:pt x="4795" y="4327"/>
                    <a:pt x="4696" y="4226"/>
                    <a:pt x="4573" y="4226"/>
                  </a:cubicBezTo>
                  <a:close/>
                  <a:moveTo>
                    <a:pt x="227" y="4229"/>
                  </a:moveTo>
                  <a:cubicBezTo>
                    <a:pt x="102" y="4229"/>
                    <a:pt x="0" y="4330"/>
                    <a:pt x="0" y="4455"/>
                  </a:cubicBezTo>
                  <a:cubicBezTo>
                    <a:pt x="0" y="4580"/>
                    <a:pt x="102" y="4681"/>
                    <a:pt x="227" y="4681"/>
                  </a:cubicBezTo>
                  <a:lnTo>
                    <a:pt x="1144" y="4681"/>
                  </a:lnTo>
                  <a:cubicBezTo>
                    <a:pt x="1269" y="4680"/>
                    <a:pt x="1370" y="4577"/>
                    <a:pt x="1369" y="4452"/>
                  </a:cubicBezTo>
                  <a:lnTo>
                    <a:pt x="1369" y="4452"/>
                  </a:lnTo>
                  <a:lnTo>
                    <a:pt x="1369" y="4455"/>
                  </a:lnTo>
                  <a:cubicBezTo>
                    <a:pt x="1369" y="4330"/>
                    <a:pt x="1267" y="4229"/>
                    <a:pt x="1144" y="4229"/>
                  </a:cubicBezTo>
                  <a:close/>
                  <a:moveTo>
                    <a:pt x="8273" y="5104"/>
                  </a:moveTo>
                  <a:cubicBezTo>
                    <a:pt x="8128" y="5104"/>
                    <a:pt x="8011" y="5222"/>
                    <a:pt x="8011" y="5366"/>
                  </a:cubicBezTo>
                  <a:cubicBezTo>
                    <a:pt x="8011" y="5511"/>
                    <a:pt x="8128" y="5628"/>
                    <a:pt x="8273" y="5628"/>
                  </a:cubicBezTo>
                  <a:cubicBezTo>
                    <a:pt x="8417" y="5628"/>
                    <a:pt x="8535" y="5511"/>
                    <a:pt x="8535" y="5366"/>
                  </a:cubicBezTo>
                  <a:cubicBezTo>
                    <a:pt x="8535" y="5222"/>
                    <a:pt x="8417" y="5104"/>
                    <a:pt x="8273" y="5104"/>
                  </a:cubicBezTo>
                  <a:close/>
                  <a:moveTo>
                    <a:pt x="9842" y="5104"/>
                  </a:moveTo>
                  <a:cubicBezTo>
                    <a:pt x="9698" y="5104"/>
                    <a:pt x="9580" y="5222"/>
                    <a:pt x="9580" y="5366"/>
                  </a:cubicBezTo>
                  <a:cubicBezTo>
                    <a:pt x="9580" y="5511"/>
                    <a:pt x="9698" y="5628"/>
                    <a:pt x="9842" y="5628"/>
                  </a:cubicBezTo>
                  <a:lnTo>
                    <a:pt x="9845" y="5628"/>
                  </a:lnTo>
                  <a:cubicBezTo>
                    <a:pt x="9988" y="5628"/>
                    <a:pt x="10106" y="5512"/>
                    <a:pt x="10106" y="5368"/>
                  </a:cubicBezTo>
                  <a:lnTo>
                    <a:pt x="10106" y="5366"/>
                  </a:lnTo>
                  <a:cubicBezTo>
                    <a:pt x="10106" y="5222"/>
                    <a:pt x="9988" y="5104"/>
                    <a:pt x="9842" y="5104"/>
                  </a:cubicBezTo>
                  <a:close/>
                  <a:moveTo>
                    <a:pt x="10628" y="5104"/>
                  </a:moveTo>
                  <a:cubicBezTo>
                    <a:pt x="10482" y="5104"/>
                    <a:pt x="10365" y="5222"/>
                    <a:pt x="10365" y="5366"/>
                  </a:cubicBezTo>
                  <a:cubicBezTo>
                    <a:pt x="10365" y="5511"/>
                    <a:pt x="10482" y="5628"/>
                    <a:pt x="10628" y="5628"/>
                  </a:cubicBezTo>
                  <a:lnTo>
                    <a:pt x="10630" y="5628"/>
                  </a:lnTo>
                  <a:cubicBezTo>
                    <a:pt x="10773" y="5628"/>
                    <a:pt x="10890" y="5512"/>
                    <a:pt x="10890" y="5368"/>
                  </a:cubicBezTo>
                  <a:lnTo>
                    <a:pt x="10890" y="5366"/>
                  </a:lnTo>
                  <a:cubicBezTo>
                    <a:pt x="10890" y="5222"/>
                    <a:pt x="10773" y="5104"/>
                    <a:pt x="10628" y="5104"/>
                  </a:cubicBezTo>
                  <a:close/>
                  <a:moveTo>
                    <a:pt x="11413" y="5104"/>
                  </a:moveTo>
                  <a:cubicBezTo>
                    <a:pt x="11267" y="5104"/>
                    <a:pt x="11151" y="5222"/>
                    <a:pt x="11151" y="5366"/>
                  </a:cubicBezTo>
                  <a:cubicBezTo>
                    <a:pt x="11151" y="5511"/>
                    <a:pt x="11267" y="5628"/>
                    <a:pt x="11413" y="5628"/>
                  </a:cubicBezTo>
                  <a:lnTo>
                    <a:pt x="11415" y="5628"/>
                  </a:lnTo>
                  <a:cubicBezTo>
                    <a:pt x="11559" y="5628"/>
                    <a:pt x="11675" y="5512"/>
                    <a:pt x="11675" y="5368"/>
                  </a:cubicBezTo>
                  <a:lnTo>
                    <a:pt x="11675" y="5366"/>
                  </a:lnTo>
                  <a:cubicBezTo>
                    <a:pt x="11675" y="5222"/>
                    <a:pt x="11557" y="5104"/>
                    <a:pt x="11413" y="5104"/>
                  </a:cubicBezTo>
                  <a:close/>
                  <a:moveTo>
                    <a:pt x="12199" y="5104"/>
                  </a:moveTo>
                  <a:cubicBezTo>
                    <a:pt x="12055" y="5104"/>
                    <a:pt x="11937" y="5222"/>
                    <a:pt x="11937" y="5366"/>
                  </a:cubicBezTo>
                  <a:cubicBezTo>
                    <a:pt x="11937" y="5511"/>
                    <a:pt x="12055" y="5628"/>
                    <a:pt x="12199" y="5628"/>
                  </a:cubicBezTo>
                  <a:cubicBezTo>
                    <a:pt x="12344" y="5628"/>
                    <a:pt x="12461" y="5511"/>
                    <a:pt x="12461" y="5366"/>
                  </a:cubicBezTo>
                  <a:cubicBezTo>
                    <a:pt x="12461" y="5222"/>
                    <a:pt x="12344" y="5104"/>
                    <a:pt x="12199" y="5104"/>
                  </a:cubicBezTo>
                  <a:close/>
                  <a:moveTo>
                    <a:pt x="9058" y="5104"/>
                  </a:moveTo>
                  <a:cubicBezTo>
                    <a:pt x="8913" y="5104"/>
                    <a:pt x="8796" y="5222"/>
                    <a:pt x="8796" y="5366"/>
                  </a:cubicBezTo>
                  <a:cubicBezTo>
                    <a:pt x="8796" y="5511"/>
                    <a:pt x="8913" y="5628"/>
                    <a:pt x="9058" y="5628"/>
                  </a:cubicBezTo>
                  <a:cubicBezTo>
                    <a:pt x="9060" y="5628"/>
                    <a:pt x="9063" y="5628"/>
                    <a:pt x="9066" y="5628"/>
                  </a:cubicBezTo>
                  <a:cubicBezTo>
                    <a:pt x="9208" y="5628"/>
                    <a:pt x="9324" y="5517"/>
                    <a:pt x="9329" y="5375"/>
                  </a:cubicBezTo>
                  <a:lnTo>
                    <a:pt x="9329" y="5366"/>
                  </a:lnTo>
                  <a:lnTo>
                    <a:pt x="9320" y="5366"/>
                  </a:lnTo>
                  <a:cubicBezTo>
                    <a:pt x="9320" y="5222"/>
                    <a:pt x="9203" y="5104"/>
                    <a:pt x="9058" y="5104"/>
                  </a:cubicBezTo>
                  <a:close/>
                  <a:moveTo>
                    <a:pt x="5043" y="5272"/>
                  </a:moveTo>
                  <a:cubicBezTo>
                    <a:pt x="4918" y="5272"/>
                    <a:pt x="4817" y="5374"/>
                    <a:pt x="4817" y="5499"/>
                  </a:cubicBezTo>
                  <a:cubicBezTo>
                    <a:pt x="4817" y="5624"/>
                    <a:pt x="4918" y="5725"/>
                    <a:pt x="5043" y="5725"/>
                  </a:cubicBezTo>
                  <a:lnTo>
                    <a:pt x="7447" y="5725"/>
                  </a:lnTo>
                  <a:cubicBezTo>
                    <a:pt x="7572" y="5725"/>
                    <a:pt x="7673" y="5624"/>
                    <a:pt x="7673" y="5499"/>
                  </a:cubicBezTo>
                  <a:cubicBezTo>
                    <a:pt x="7674" y="5375"/>
                    <a:pt x="7575" y="5274"/>
                    <a:pt x="7451" y="5272"/>
                  </a:cubicBezTo>
                  <a:close/>
                  <a:moveTo>
                    <a:pt x="227" y="5277"/>
                  </a:moveTo>
                  <a:cubicBezTo>
                    <a:pt x="102" y="5277"/>
                    <a:pt x="0" y="5378"/>
                    <a:pt x="0" y="5503"/>
                  </a:cubicBezTo>
                  <a:cubicBezTo>
                    <a:pt x="0" y="5627"/>
                    <a:pt x="102" y="5728"/>
                    <a:pt x="227" y="5728"/>
                  </a:cubicBezTo>
                  <a:lnTo>
                    <a:pt x="1144" y="5728"/>
                  </a:lnTo>
                  <a:cubicBezTo>
                    <a:pt x="1269" y="5728"/>
                    <a:pt x="1370" y="5624"/>
                    <a:pt x="1369" y="5499"/>
                  </a:cubicBezTo>
                  <a:lnTo>
                    <a:pt x="1369" y="5499"/>
                  </a:lnTo>
                  <a:lnTo>
                    <a:pt x="1369" y="5503"/>
                  </a:lnTo>
                  <a:cubicBezTo>
                    <a:pt x="1369" y="5378"/>
                    <a:pt x="1267" y="5277"/>
                    <a:pt x="1144" y="5277"/>
                  </a:cubicBezTo>
                  <a:close/>
                  <a:moveTo>
                    <a:pt x="5022" y="6318"/>
                  </a:moveTo>
                  <a:cubicBezTo>
                    <a:pt x="4907" y="6318"/>
                    <a:pt x="4807" y="6405"/>
                    <a:pt x="4796" y="6522"/>
                  </a:cubicBezTo>
                  <a:cubicBezTo>
                    <a:pt x="4784" y="6647"/>
                    <a:pt x="4875" y="6757"/>
                    <a:pt x="5000" y="6769"/>
                  </a:cubicBezTo>
                  <a:cubicBezTo>
                    <a:pt x="5007" y="6770"/>
                    <a:pt x="5014" y="6770"/>
                    <a:pt x="5021" y="6770"/>
                  </a:cubicBezTo>
                  <a:cubicBezTo>
                    <a:pt x="5029" y="6770"/>
                    <a:pt x="5036" y="6770"/>
                    <a:pt x="5043" y="6769"/>
                  </a:cubicBezTo>
                  <a:lnTo>
                    <a:pt x="7447" y="6769"/>
                  </a:lnTo>
                  <a:cubicBezTo>
                    <a:pt x="7447" y="6769"/>
                    <a:pt x="7448" y="6769"/>
                    <a:pt x="7449" y="6769"/>
                  </a:cubicBezTo>
                  <a:cubicBezTo>
                    <a:pt x="7572" y="6769"/>
                    <a:pt x="7671" y="6670"/>
                    <a:pt x="7673" y="6547"/>
                  </a:cubicBezTo>
                  <a:lnTo>
                    <a:pt x="7673" y="6543"/>
                  </a:lnTo>
                  <a:cubicBezTo>
                    <a:pt x="7673" y="6419"/>
                    <a:pt x="7573" y="6319"/>
                    <a:pt x="7450" y="6319"/>
                  </a:cubicBezTo>
                  <a:lnTo>
                    <a:pt x="5043" y="6319"/>
                  </a:lnTo>
                  <a:cubicBezTo>
                    <a:pt x="5036" y="6318"/>
                    <a:pt x="5029" y="6318"/>
                    <a:pt x="5022" y="6318"/>
                  </a:cubicBezTo>
                  <a:close/>
                  <a:moveTo>
                    <a:pt x="227" y="6324"/>
                  </a:moveTo>
                  <a:cubicBezTo>
                    <a:pt x="102" y="6336"/>
                    <a:pt x="11" y="6446"/>
                    <a:pt x="23" y="6571"/>
                  </a:cubicBezTo>
                  <a:cubicBezTo>
                    <a:pt x="33" y="6678"/>
                    <a:pt x="118" y="6763"/>
                    <a:pt x="227" y="6773"/>
                  </a:cubicBezTo>
                  <a:lnTo>
                    <a:pt x="1144" y="6773"/>
                  </a:lnTo>
                  <a:cubicBezTo>
                    <a:pt x="1267" y="6773"/>
                    <a:pt x="1369" y="6672"/>
                    <a:pt x="1369" y="6547"/>
                  </a:cubicBezTo>
                  <a:cubicBezTo>
                    <a:pt x="1369" y="6423"/>
                    <a:pt x="1267" y="6324"/>
                    <a:pt x="1144" y="6324"/>
                  </a:cubicBezTo>
                  <a:close/>
                  <a:moveTo>
                    <a:pt x="8276" y="7268"/>
                  </a:moveTo>
                  <a:cubicBezTo>
                    <a:pt x="8131" y="7268"/>
                    <a:pt x="8012" y="7384"/>
                    <a:pt x="8011" y="7528"/>
                  </a:cubicBezTo>
                  <a:cubicBezTo>
                    <a:pt x="8009" y="7673"/>
                    <a:pt x="8127" y="7792"/>
                    <a:pt x="8271" y="7793"/>
                  </a:cubicBezTo>
                  <a:lnTo>
                    <a:pt x="8273" y="7793"/>
                  </a:lnTo>
                  <a:cubicBezTo>
                    <a:pt x="8417" y="7793"/>
                    <a:pt x="8535" y="7677"/>
                    <a:pt x="8535" y="7533"/>
                  </a:cubicBezTo>
                  <a:lnTo>
                    <a:pt x="8536" y="7533"/>
                  </a:lnTo>
                  <a:cubicBezTo>
                    <a:pt x="8536" y="7388"/>
                    <a:pt x="8420" y="7269"/>
                    <a:pt x="8276" y="7268"/>
                  </a:cubicBezTo>
                  <a:close/>
                  <a:moveTo>
                    <a:pt x="9069" y="7268"/>
                  </a:moveTo>
                  <a:cubicBezTo>
                    <a:pt x="8924" y="7268"/>
                    <a:pt x="8806" y="7384"/>
                    <a:pt x="8804" y="7528"/>
                  </a:cubicBezTo>
                  <a:cubicBezTo>
                    <a:pt x="8803" y="7673"/>
                    <a:pt x="8919" y="7792"/>
                    <a:pt x="9065" y="7793"/>
                  </a:cubicBezTo>
                  <a:lnTo>
                    <a:pt x="9067" y="7793"/>
                  </a:lnTo>
                  <a:cubicBezTo>
                    <a:pt x="9211" y="7793"/>
                    <a:pt x="9327" y="7677"/>
                    <a:pt x="9329" y="7533"/>
                  </a:cubicBezTo>
                  <a:cubicBezTo>
                    <a:pt x="9330" y="7388"/>
                    <a:pt x="9214" y="7269"/>
                    <a:pt x="9069" y="7268"/>
                  </a:cubicBezTo>
                  <a:close/>
                  <a:moveTo>
                    <a:pt x="9854" y="7268"/>
                  </a:moveTo>
                  <a:cubicBezTo>
                    <a:pt x="9708" y="7268"/>
                    <a:pt x="9591" y="7384"/>
                    <a:pt x="9589" y="7528"/>
                  </a:cubicBezTo>
                  <a:cubicBezTo>
                    <a:pt x="9588" y="7673"/>
                    <a:pt x="9705" y="7792"/>
                    <a:pt x="9850" y="7793"/>
                  </a:cubicBezTo>
                  <a:lnTo>
                    <a:pt x="9854" y="7793"/>
                  </a:lnTo>
                  <a:cubicBezTo>
                    <a:pt x="9994" y="7787"/>
                    <a:pt x="10104" y="7673"/>
                    <a:pt x="10106" y="7533"/>
                  </a:cubicBezTo>
                  <a:lnTo>
                    <a:pt x="10113" y="7533"/>
                  </a:lnTo>
                  <a:cubicBezTo>
                    <a:pt x="10115" y="7388"/>
                    <a:pt x="9999" y="7269"/>
                    <a:pt x="9854" y="7268"/>
                  </a:cubicBezTo>
                  <a:close/>
                  <a:moveTo>
                    <a:pt x="10639" y="7268"/>
                  </a:moveTo>
                  <a:cubicBezTo>
                    <a:pt x="10494" y="7268"/>
                    <a:pt x="10375" y="7384"/>
                    <a:pt x="10374" y="7528"/>
                  </a:cubicBezTo>
                  <a:cubicBezTo>
                    <a:pt x="10372" y="7673"/>
                    <a:pt x="10490" y="7792"/>
                    <a:pt x="10634" y="7793"/>
                  </a:cubicBezTo>
                  <a:lnTo>
                    <a:pt x="10639" y="7793"/>
                  </a:lnTo>
                  <a:cubicBezTo>
                    <a:pt x="10779" y="7787"/>
                    <a:pt x="10889" y="7673"/>
                    <a:pt x="10890" y="7533"/>
                  </a:cubicBezTo>
                  <a:lnTo>
                    <a:pt x="10899" y="7533"/>
                  </a:lnTo>
                  <a:cubicBezTo>
                    <a:pt x="10899" y="7388"/>
                    <a:pt x="10783" y="7269"/>
                    <a:pt x="10639" y="7268"/>
                  </a:cubicBezTo>
                  <a:close/>
                  <a:moveTo>
                    <a:pt x="11423" y="7268"/>
                  </a:moveTo>
                  <a:cubicBezTo>
                    <a:pt x="11279" y="7268"/>
                    <a:pt x="11160" y="7384"/>
                    <a:pt x="11158" y="7528"/>
                  </a:cubicBezTo>
                  <a:cubicBezTo>
                    <a:pt x="11158" y="7673"/>
                    <a:pt x="11275" y="7792"/>
                    <a:pt x="11419" y="7793"/>
                  </a:cubicBezTo>
                  <a:lnTo>
                    <a:pt x="11423" y="7793"/>
                  </a:lnTo>
                  <a:cubicBezTo>
                    <a:pt x="11563" y="7787"/>
                    <a:pt x="11674" y="7673"/>
                    <a:pt x="11675" y="7533"/>
                  </a:cubicBezTo>
                  <a:lnTo>
                    <a:pt x="11684" y="7533"/>
                  </a:lnTo>
                  <a:cubicBezTo>
                    <a:pt x="11684" y="7388"/>
                    <a:pt x="11568" y="7269"/>
                    <a:pt x="11423" y="7268"/>
                  </a:cubicBezTo>
                  <a:close/>
                  <a:moveTo>
                    <a:pt x="12210" y="7268"/>
                  </a:moveTo>
                  <a:cubicBezTo>
                    <a:pt x="12065" y="7268"/>
                    <a:pt x="11948" y="7384"/>
                    <a:pt x="11946" y="7528"/>
                  </a:cubicBezTo>
                  <a:cubicBezTo>
                    <a:pt x="11945" y="7673"/>
                    <a:pt x="12061" y="7792"/>
                    <a:pt x="12207" y="7793"/>
                  </a:cubicBezTo>
                  <a:lnTo>
                    <a:pt x="12208" y="7793"/>
                  </a:lnTo>
                  <a:cubicBezTo>
                    <a:pt x="12348" y="7789"/>
                    <a:pt x="12461" y="7673"/>
                    <a:pt x="12461" y="7533"/>
                  </a:cubicBezTo>
                  <a:lnTo>
                    <a:pt x="12470" y="7533"/>
                  </a:lnTo>
                  <a:cubicBezTo>
                    <a:pt x="12472" y="7388"/>
                    <a:pt x="12356" y="7269"/>
                    <a:pt x="12210" y="7268"/>
                  </a:cubicBezTo>
                  <a:close/>
                  <a:moveTo>
                    <a:pt x="5043" y="7364"/>
                  </a:moveTo>
                  <a:cubicBezTo>
                    <a:pt x="4918" y="7364"/>
                    <a:pt x="4819" y="7466"/>
                    <a:pt x="4819" y="7591"/>
                  </a:cubicBezTo>
                  <a:cubicBezTo>
                    <a:pt x="4819" y="7716"/>
                    <a:pt x="4920" y="7816"/>
                    <a:pt x="5043" y="7816"/>
                  </a:cubicBezTo>
                  <a:lnTo>
                    <a:pt x="7447" y="7816"/>
                  </a:lnTo>
                  <a:cubicBezTo>
                    <a:pt x="7447" y="7816"/>
                    <a:pt x="7448" y="7816"/>
                    <a:pt x="7449" y="7816"/>
                  </a:cubicBezTo>
                  <a:cubicBezTo>
                    <a:pt x="7572" y="7816"/>
                    <a:pt x="7671" y="7718"/>
                    <a:pt x="7673" y="7594"/>
                  </a:cubicBezTo>
                  <a:lnTo>
                    <a:pt x="7673" y="7591"/>
                  </a:lnTo>
                  <a:cubicBezTo>
                    <a:pt x="7673" y="7466"/>
                    <a:pt x="7572" y="7364"/>
                    <a:pt x="7447" y="7364"/>
                  </a:cubicBezTo>
                  <a:close/>
                  <a:moveTo>
                    <a:pt x="227" y="7369"/>
                  </a:moveTo>
                  <a:cubicBezTo>
                    <a:pt x="102" y="7369"/>
                    <a:pt x="0" y="7470"/>
                    <a:pt x="0" y="7595"/>
                  </a:cubicBezTo>
                  <a:cubicBezTo>
                    <a:pt x="0" y="7719"/>
                    <a:pt x="102" y="7820"/>
                    <a:pt x="227" y="7820"/>
                  </a:cubicBezTo>
                  <a:lnTo>
                    <a:pt x="1144" y="7820"/>
                  </a:lnTo>
                  <a:cubicBezTo>
                    <a:pt x="1267" y="7820"/>
                    <a:pt x="1369" y="7719"/>
                    <a:pt x="1369" y="7595"/>
                  </a:cubicBezTo>
                  <a:cubicBezTo>
                    <a:pt x="1369" y="7470"/>
                    <a:pt x="1267" y="7370"/>
                    <a:pt x="1144" y="7369"/>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031;p40">
              <a:extLst>
                <a:ext uri="{FF2B5EF4-FFF2-40B4-BE49-F238E27FC236}">
                  <a16:creationId xmlns:a16="http://schemas.microsoft.com/office/drawing/2014/main" id="{F4912851-903E-E624-ACCE-3C04E3336754}"/>
                </a:ext>
              </a:extLst>
            </p:cNvPr>
            <p:cNvSpPr/>
            <p:nvPr/>
          </p:nvSpPr>
          <p:spPr>
            <a:xfrm>
              <a:off x="4179400" y="3619975"/>
              <a:ext cx="311575" cy="195375"/>
            </a:xfrm>
            <a:custGeom>
              <a:avLst/>
              <a:gdLst/>
              <a:ahLst/>
              <a:cxnLst/>
              <a:rect l="l" t="t" r="r" b="b"/>
              <a:pathLst>
                <a:path w="12463" h="7815" extrusionOk="0">
                  <a:moveTo>
                    <a:pt x="227" y="38"/>
                  </a:moveTo>
                  <a:cubicBezTo>
                    <a:pt x="102" y="38"/>
                    <a:pt x="0" y="137"/>
                    <a:pt x="0" y="262"/>
                  </a:cubicBezTo>
                  <a:cubicBezTo>
                    <a:pt x="0" y="388"/>
                    <a:pt x="102" y="489"/>
                    <a:pt x="227" y="489"/>
                  </a:cubicBezTo>
                  <a:lnTo>
                    <a:pt x="1144" y="489"/>
                  </a:lnTo>
                  <a:cubicBezTo>
                    <a:pt x="1267" y="489"/>
                    <a:pt x="1369" y="388"/>
                    <a:pt x="1369" y="264"/>
                  </a:cubicBezTo>
                  <a:cubicBezTo>
                    <a:pt x="1369" y="139"/>
                    <a:pt x="1267" y="38"/>
                    <a:pt x="1144" y="38"/>
                  </a:cubicBezTo>
                  <a:close/>
                  <a:moveTo>
                    <a:pt x="2165" y="36"/>
                  </a:moveTo>
                  <a:cubicBezTo>
                    <a:pt x="2040" y="36"/>
                    <a:pt x="1939" y="137"/>
                    <a:pt x="1939" y="262"/>
                  </a:cubicBezTo>
                  <a:cubicBezTo>
                    <a:pt x="1938" y="388"/>
                    <a:pt x="2039" y="489"/>
                    <a:pt x="2164" y="489"/>
                  </a:cubicBezTo>
                  <a:lnTo>
                    <a:pt x="4568" y="489"/>
                  </a:lnTo>
                  <a:cubicBezTo>
                    <a:pt x="4694" y="489"/>
                    <a:pt x="4795" y="388"/>
                    <a:pt x="4795" y="262"/>
                  </a:cubicBezTo>
                  <a:cubicBezTo>
                    <a:pt x="4795" y="139"/>
                    <a:pt x="4696" y="38"/>
                    <a:pt x="4573" y="36"/>
                  </a:cubicBezTo>
                  <a:close/>
                  <a:moveTo>
                    <a:pt x="5590" y="0"/>
                  </a:moveTo>
                  <a:cubicBezTo>
                    <a:pt x="5445" y="0"/>
                    <a:pt x="5328" y="118"/>
                    <a:pt x="5328" y="262"/>
                  </a:cubicBezTo>
                  <a:cubicBezTo>
                    <a:pt x="5328" y="408"/>
                    <a:pt x="5445" y="524"/>
                    <a:pt x="5590" y="524"/>
                  </a:cubicBezTo>
                  <a:lnTo>
                    <a:pt x="5591" y="524"/>
                  </a:lnTo>
                  <a:cubicBezTo>
                    <a:pt x="5736" y="524"/>
                    <a:pt x="5852" y="407"/>
                    <a:pt x="5852" y="262"/>
                  </a:cubicBezTo>
                  <a:cubicBezTo>
                    <a:pt x="5852" y="118"/>
                    <a:pt x="5734" y="0"/>
                    <a:pt x="5590" y="0"/>
                  </a:cubicBezTo>
                  <a:close/>
                  <a:moveTo>
                    <a:pt x="6375" y="0"/>
                  </a:moveTo>
                  <a:cubicBezTo>
                    <a:pt x="6230" y="0"/>
                    <a:pt x="6112" y="118"/>
                    <a:pt x="6112" y="262"/>
                  </a:cubicBezTo>
                  <a:cubicBezTo>
                    <a:pt x="6112" y="408"/>
                    <a:pt x="6230" y="524"/>
                    <a:pt x="6375" y="524"/>
                  </a:cubicBezTo>
                  <a:lnTo>
                    <a:pt x="6376" y="524"/>
                  </a:lnTo>
                  <a:cubicBezTo>
                    <a:pt x="6520" y="524"/>
                    <a:pt x="6637" y="408"/>
                    <a:pt x="6637" y="265"/>
                  </a:cubicBezTo>
                  <a:lnTo>
                    <a:pt x="6637" y="262"/>
                  </a:lnTo>
                  <a:cubicBezTo>
                    <a:pt x="6637" y="118"/>
                    <a:pt x="6519" y="0"/>
                    <a:pt x="6375" y="0"/>
                  </a:cubicBezTo>
                  <a:close/>
                  <a:moveTo>
                    <a:pt x="7162" y="0"/>
                  </a:moveTo>
                  <a:cubicBezTo>
                    <a:pt x="7016" y="0"/>
                    <a:pt x="6899" y="118"/>
                    <a:pt x="6899" y="262"/>
                  </a:cubicBezTo>
                  <a:cubicBezTo>
                    <a:pt x="6899" y="408"/>
                    <a:pt x="7016" y="524"/>
                    <a:pt x="7162" y="524"/>
                  </a:cubicBezTo>
                  <a:cubicBezTo>
                    <a:pt x="7307" y="524"/>
                    <a:pt x="7424" y="408"/>
                    <a:pt x="7424" y="262"/>
                  </a:cubicBezTo>
                  <a:cubicBezTo>
                    <a:pt x="7424" y="118"/>
                    <a:pt x="7307" y="0"/>
                    <a:pt x="7162" y="0"/>
                  </a:cubicBezTo>
                  <a:close/>
                  <a:moveTo>
                    <a:pt x="7947" y="0"/>
                  </a:moveTo>
                  <a:cubicBezTo>
                    <a:pt x="7801" y="0"/>
                    <a:pt x="7685" y="118"/>
                    <a:pt x="7685" y="262"/>
                  </a:cubicBezTo>
                  <a:cubicBezTo>
                    <a:pt x="7685" y="408"/>
                    <a:pt x="7801" y="524"/>
                    <a:pt x="7947" y="524"/>
                  </a:cubicBezTo>
                  <a:cubicBezTo>
                    <a:pt x="8091" y="524"/>
                    <a:pt x="8209" y="408"/>
                    <a:pt x="8209" y="262"/>
                  </a:cubicBezTo>
                  <a:cubicBezTo>
                    <a:pt x="8209" y="118"/>
                    <a:pt x="8091" y="0"/>
                    <a:pt x="7947" y="0"/>
                  </a:cubicBezTo>
                  <a:close/>
                  <a:moveTo>
                    <a:pt x="8731" y="0"/>
                  </a:moveTo>
                  <a:cubicBezTo>
                    <a:pt x="8587" y="0"/>
                    <a:pt x="8469" y="118"/>
                    <a:pt x="8469" y="262"/>
                  </a:cubicBezTo>
                  <a:cubicBezTo>
                    <a:pt x="8469" y="408"/>
                    <a:pt x="8587" y="524"/>
                    <a:pt x="8731" y="524"/>
                  </a:cubicBezTo>
                  <a:cubicBezTo>
                    <a:pt x="8876" y="524"/>
                    <a:pt x="8994" y="408"/>
                    <a:pt x="8994" y="262"/>
                  </a:cubicBezTo>
                  <a:cubicBezTo>
                    <a:pt x="8994" y="118"/>
                    <a:pt x="8876" y="0"/>
                    <a:pt x="8731" y="0"/>
                  </a:cubicBezTo>
                  <a:close/>
                  <a:moveTo>
                    <a:pt x="9516" y="0"/>
                  </a:moveTo>
                  <a:cubicBezTo>
                    <a:pt x="9372" y="0"/>
                    <a:pt x="9254" y="118"/>
                    <a:pt x="9254" y="262"/>
                  </a:cubicBezTo>
                  <a:cubicBezTo>
                    <a:pt x="9254" y="408"/>
                    <a:pt x="9372" y="524"/>
                    <a:pt x="9516" y="524"/>
                  </a:cubicBezTo>
                  <a:cubicBezTo>
                    <a:pt x="9661" y="524"/>
                    <a:pt x="9778" y="408"/>
                    <a:pt x="9778" y="262"/>
                  </a:cubicBezTo>
                  <a:cubicBezTo>
                    <a:pt x="9778" y="118"/>
                    <a:pt x="9661" y="0"/>
                    <a:pt x="9516" y="0"/>
                  </a:cubicBezTo>
                  <a:close/>
                  <a:moveTo>
                    <a:pt x="227" y="1086"/>
                  </a:moveTo>
                  <a:cubicBezTo>
                    <a:pt x="102" y="1086"/>
                    <a:pt x="0" y="1187"/>
                    <a:pt x="0" y="1312"/>
                  </a:cubicBezTo>
                  <a:cubicBezTo>
                    <a:pt x="0" y="1437"/>
                    <a:pt x="102" y="1538"/>
                    <a:pt x="227" y="1538"/>
                  </a:cubicBezTo>
                  <a:lnTo>
                    <a:pt x="1144" y="1538"/>
                  </a:lnTo>
                  <a:cubicBezTo>
                    <a:pt x="1269" y="1537"/>
                    <a:pt x="1369" y="1436"/>
                    <a:pt x="1369" y="1311"/>
                  </a:cubicBezTo>
                  <a:cubicBezTo>
                    <a:pt x="1369" y="1186"/>
                    <a:pt x="1267" y="1086"/>
                    <a:pt x="1144" y="1086"/>
                  </a:cubicBezTo>
                  <a:close/>
                  <a:moveTo>
                    <a:pt x="2165" y="1086"/>
                  </a:moveTo>
                  <a:cubicBezTo>
                    <a:pt x="2040" y="1086"/>
                    <a:pt x="1939" y="1187"/>
                    <a:pt x="1939" y="1312"/>
                  </a:cubicBezTo>
                  <a:cubicBezTo>
                    <a:pt x="1939" y="1437"/>
                    <a:pt x="2040" y="1538"/>
                    <a:pt x="2165" y="1538"/>
                  </a:cubicBezTo>
                  <a:lnTo>
                    <a:pt x="4568" y="1538"/>
                  </a:lnTo>
                  <a:cubicBezTo>
                    <a:pt x="4694" y="1538"/>
                    <a:pt x="4795" y="1437"/>
                    <a:pt x="4795" y="1312"/>
                  </a:cubicBezTo>
                  <a:lnTo>
                    <a:pt x="4795" y="1311"/>
                  </a:lnTo>
                  <a:cubicBezTo>
                    <a:pt x="4795" y="1187"/>
                    <a:pt x="4694" y="1086"/>
                    <a:pt x="4570" y="1086"/>
                  </a:cubicBezTo>
                  <a:close/>
                  <a:moveTo>
                    <a:pt x="227" y="2128"/>
                  </a:moveTo>
                  <a:cubicBezTo>
                    <a:pt x="102" y="2130"/>
                    <a:pt x="0" y="2231"/>
                    <a:pt x="0" y="2356"/>
                  </a:cubicBezTo>
                  <a:cubicBezTo>
                    <a:pt x="0" y="2479"/>
                    <a:pt x="102" y="2581"/>
                    <a:pt x="227" y="2581"/>
                  </a:cubicBezTo>
                  <a:lnTo>
                    <a:pt x="1144" y="2581"/>
                  </a:lnTo>
                  <a:cubicBezTo>
                    <a:pt x="1265" y="2581"/>
                    <a:pt x="1364" y="2485"/>
                    <a:pt x="1369" y="2365"/>
                  </a:cubicBezTo>
                  <a:lnTo>
                    <a:pt x="1369" y="2354"/>
                  </a:lnTo>
                  <a:cubicBezTo>
                    <a:pt x="1369" y="2231"/>
                    <a:pt x="1267" y="2130"/>
                    <a:pt x="1144" y="2128"/>
                  </a:cubicBezTo>
                  <a:close/>
                  <a:moveTo>
                    <a:pt x="2165" y="2128"/>
                  </a:moveTo>
                  <a:cubicBezTo>
                    <a:pt x="2040" y="2130"/>
                    <a:pt x="1939" y="2231"/>
                    <a:pt x="1939" y="2356"/>
                  </a:cubicBezTo>
                  <a:cubicBezTo>
                    <a:pt x="1939" y="2479"/>
                    <a:pt x="2040" y="2581"/>
                    <a:pt x="2165" y="2581"/>
                  </a:cubicBezTo>
                  <a:lnTo>
                    <a:pt x="4568" y="2581"/>
                  </a:lnTo>
                  <a:cubicBezTo>
                    <a:pt x="4569" y="2581"/>
                    <a:pt x="4570" y="2581"/>
                    <a:pt x="4571" y="2581"/>
                  </a:cubicBezTo>
                  <a:cubicBezTo>
                    <a:pt x="4691" y="2581"/>
                    <a:pt x="4790" y="2486"/>
                    <a:pt x="4795" y="2365"/>
                  </a:cubicBezTo>
                  <a:lnTo>
                    <a:pt x="4795" y="2354"/>
                  </a:lnTo>
                  <a:cubicBezTo>
                    <a:pt x="4795" y="2229"/>
                    <a:pt x="4694" y="2128"/>
                    <a:pt x="4568" y="2128"/>
                  </a:cubicBezTo>
                  <a:close/>
                  <a:moveTo>
                    <a:pt x="5590" y="2103"/>
                  </a:moveTo>
                  <a:cubicBezTo>
                    <a:pt x="5445" y="2103"/>
                    <a:pt x="5328" y="2220"/>
                    <a:pt x="5328" y="2366"/>
                  </a:cubicBezTo>
                  <a:cubicBezTo>
                    <a:pt x="5328" y="2511"/>
                    <a:pt x="5445" y="2628"/>
                    <a:pt x="5590" y="2628"/>
                  </a:cubicBezTo>
                  <a:lnTo>
                    <a:pt x="5593" y="2628"/>
                  </a:lnTo>
                  <a:cubicBezTo>
                    <a:pt x="5736" y="2628"/>
                    <a:pt x="5852" y="2511"/>
                    <a:pt x="5852" y="2368"/>
                  </a:cubicBezTo>
                  <a:lnTo>
                    <a:pt x="5852" y="2366"/>
                  </a:lnTo>
                  <a:cubicBezTo>
                    <a:pt x="5852" y="2220"/>
                    <a:pt x="5734" y="2103"/>
                    <a:pt x="5590" y="2103"/>
                  </a:cubicBezTo>
                  <a:close/>
                  <a:moveTo>
                    <a:pt x="6375" y="2103"/>
                  </a:moveTo>
                  <a:cubicBezTo>
                    <a:pt x="6230" y="2103"/>
                    <a:pt x="6112" y="2220"/>
                    <a:pt x="6112" y="2366"/>
                  </a:cubicBezTo>
                  <a:cubicBezTo>
                    <a:pt x="6112" y="2511"/>
                    <a:pt x="6230" y="2628"/>
                    <a:pt x="6375" y="2628"/>
                  </a:cubicBezTo>
                  <a:lnTo>
                    <a:pt x="6377" y="2628"/>
                  </a:lnTo>
                  <a:cubicBezTo>
                    <a:pt x="6520" y="2628"/>
                    <a:pt x="6637" y="2511"/>
                    <a:pt x="6637" y="2368"/>
                  </a:cubicBezTo>
                  <a:lnTo>
                    <a:pt x="6637" y="2366"/>
                  </a:lnTo>
                  <a:cubicBezTo>
                    <a:pt x="6637" y="2220"/>
                    <a:pt x="6520" y="2103"/>
                    <a:pt x="6375" y="2103"/>
                  </a:cubicBezTo>
                  <a:close/>
                  <a:moveTo>
                    <a:pt x="7162" y="2103"/>
                  </a:moveTo>
                  <a:cubicBezTo>
                    <a:pt x="7018" y="2103"/>
                    <a:pt x="6900" y="2220"/>
                    <a:pt x="6900" y="2366"/>
                  </a:cubicBezTo>
                  <a:cubicBezTo>
                    <a:pt x="6900" y="2511"/>
                    <a:pt x="7018" y="2628"/>
                    <a:pt x="7162" y="2628"/>
                  </a:cubicBezTo>
                  <a:cubicBezTo>
                    <a:pt x="7307" y="2628"/>
                    <a:pt x="7424" y="2511"/>
                    <a:pt x="7424" y="2366"/>
                  </a:cubicBezTo>
                  <a:cubicBezTo>
                    <a:pt x="7424" y="2220"/>
                    <a:pt x="7307" y="2103"/>
                    <a:pt x="7162" y="2103"/>
                  </a:cubicBezTo>
                  <a:close/>
                  <a:moveTo>
                    <a:pt x="7947" y="2103"/>
                  </a:moveTo>
                  <a:cubicBezTo>
                    <a:pt x="7802" y="2103"/>
                    <a:pt x="7685" y="2220"/>
                    <a:pt x="7685" y="2366"/>
                  </a:cubicBezTo>
                  <a:cubicBezTo>
                    <a:pt x="7685" y="2511"/>
                    <a:pt x="7802" y="2628"/>
                    <a:pt x="7947" y="2628"/>
                  </a:cubicBezTo>
                  <a:cubicBezTo>
                    <a:pt x="8091" y="2628"/>
                    <a:pt x="8209" y="2511"/>
                    <a:pt x="8209" y="2366"/>
                  </a:cubicBezTo>
                  <a:cubicBezTo>
                    <a:pt x="8209" y="2220"/>
                    <a:pt x="8091" y="2103"/>
                    <a:pt x="7947" y="2103"/>
                  </a:cubicBezTo>
                  <a:close/>
                  <a:moveTo>
                    <a:pt x="8731" y="2103"/>
                  </a:moveTo>
                  <a:cubicBezTo>
                    <a:pt x="8587" y="2103"/>
                    <a:pt x="8469" y="2220"/>
                    <a:pt x="8469" y="2366"/>
                  </a:cubicBezTo>
                  <a:cubicBezTo>
                    <a:pt x="8469" y="2511"/>
                    <a:pt x="8587" y="2628"/>
                    <a:pt x="8731" y="2628"/>
                  </a:cubicBezTo>
                  <a:cubicBezTo>
                    <a:pt x="8876" y="2628"/>
                    <a:pt x="8994" y="2511"/>
                    <a:pt x="8994" y="2366"/>
                  </a:cubicBezTo>
                  <a:cubicBezTo>
                    <a:pt x="8994" y="2220"/>
                    <a:pt x="8876" y="2103"/>
                    <a:pt x="8731" y="2103"/>
                  </a:cubicBezTo>
                  <a:close/>
                  <a:moveTo>
                    <a:pt x="9516" y="2103"/>
                  </a:moveTo>
                  <a:cubicBezTo>
                    <a:pt x="9372" y="2103"/>
                    <a:pt x="9254" y="2220"/>
                    <a:pt x="9254" y="2366"/>
                  </a:cubicBezTo>
                  <a:cubicBezTo>
                    <a:pt x="9254" y="2511"/>
                    <a:pt x="9372" y="2628"/>
                    <a:pt x="9516" y="2628"/>
                  </a:cubicBezTo>
                  <a:cubicBezTo>
                    <a:pt x="9661" y="2628"/>
                    <a:pt x="9778" y="2511"/>
                    <a:pt x="9778" y="2366"/>
                  </a:cubicBezTo>
                  <a:cubicBezTo>
                    <a:pt x="9778" y="2220"/>
                    <a:pt x="9661" y="2103"/>
                    <a:pt x="9516" y="2103"/>
                  </a:cubicBezTo>
                  <a:close/>
                  <a:moveTo>
                    <a:pt x="227" y="3176"/>
                  </a:moveTo>
                  <a:cubicBezTo>
                    <a:pt x="102" y="3176"/>
                    <a:pt x="0" y="3278"/>
                    <a:pt x="0" y="3403"/>
                  </a:cubicBezTo>
                  <a:cubicBezTo>
                    <a:pt x="0" y="3526"/>
                    <a:pt x="102" y="3627"/>
                    <a:pt x="227" y="3627"/>
                  </a:cubicBezTo>
                  <a:lnTo>
                    <a:pt x="1144" y="3627"/>
                  </a:lnTo>
                  <a:cubicBezTo>
                    <a:pt x="1267" y="3627"/>
                    <a:pt x="1368" y="3527"/>
                    <a:pt x="1369" y="3402"/>
                  </a:cubicBezTo>
                  <a:lnTo>
                    <a:pt x="1369" y="3402"/>
                  </a:lnTo>
                  <a:cubicBezTo>
                    <a:pt x="1369" y="3402"/>
                    <a:pt x="1369" y="3402"/>
                    <a:pt x="1369" y="3403"/>
                  </a:cubicBezTo>
                  <a:lnTo>
                    <a:pt x="1369" y="3401"/>
                  </a:lnTo>
                  <a:cubicBezTo>
                    <a:pt x="1369" y="3401"/>
                    <a:pt x="1369" y="3402"/>
                    <a:pt x="1369" y="3402"/>
                  </a:cubicBezTo>
                  <a:lnTo>
                    <a:pt x="1369" y="3402"/>
                  </a:lnTo>
                  <a:cubicBezTo>
                    <a:pt x="1368" y="3277"/>
                    <a:pt x="1267" y="3178"/>
                    <a:pt x="1144" y="3176"/>
                  </a:cubicBezTo>
                  <a:close/>
                  <a:moveTo>
                    <a:pt x="2165" y="3176"/>
                  </a:moveTo>
                  <a:cubicBezTo>
                    <a:pt x="2040" y="3176"/>
                    <a:pt x="1939" y="3276"/>
                    <a:pt x="1939" y="3401"/>
                  </a:cubicBezTo>
                  <a:cubicBezTo>
                    <a:pt x="1938" y="3526"/>
                    <a:pt x="2039" y="3627"/>
                    <a:pt x="2164" y="3627"/>
                  </a:cubicBezTo>
                  <a:lnTo>
                    <a:pt x="4568" y="3627"/>
                  </a:lnTo>
                  <a:cubicBezTo>
                    <a:pt x="4569" y="3627"/>
                    <a:pt x="4570" y="3627"/>
                    <a:pt x="4571" y="3627"/>
                  </a:cubicBezTo>
                  <a:cubicBezTo>
                    <a:pt x="4694" y="3627"/>
                    <a:pt x="4793" y="3528"/>
                    <a:pt x="4795" y="3406"/>
                  </a:cubicBezTo>
                  <a:lnTo>
                    <a:pt x="4795" y="3403"/>
                  </a:lnTo>
                  <a:cubicBezTo>
                    <a:pt x="4795" y="3278"/>
                    <a:pt x="4694" y="3176"/>
                    <a:pt x="4568" y="3176"/>
                  </a:cubicBezTo>
                  <a:close/>
                  <a:moveTo>
                    <a:pt x="227" y="4223"/>
                  </a:moveTo>
                  <a:cubicBezTo>
                    <a:pt x="102" y="4223"/>
                    <a:pt x="0" y="4324"/>
                    <a:pt x="0" y="4449"/>
                  </a:cubicBezTo>
                  <a:cubicBezTo>
                    <a:pt x="0" y="4574"/>
                    <a:pt x="102" y="4674"/>
                    <a:pt x="227" y="4676"/>
                  </a:cubicBezTo>
                  <a:lnTo>
                    <a:pt x="1144" y="4676"/>
                  </a:lnTo>
                  <a:cubicBezTo>
                    <a:pt x="1267" y="4674"/>
                    <a:pt x="1369" y="4573"/>
                    <a:pt x="1369" y="4449"/>
                  </a:cubicBezTo>
                  <a:cubicBezTo>
                    <a:pt x="1369" y="4324"/>
                    <a:pt x="1267" y="4223"/>
                    <a:pt x="1144" y="4223"/>
                  </a:cubicBezTo>
                  <a:close/>
                  <a:moveTo>
                    <a:pt x="2165" y="4223"/>
                  </a:moveTo>
                  <a:cubicBezTo>
                    <a:pt x="2040" y="4223"/>
                    <a:pt x="1939" y="4324"/>
                    <a:pt x="1939" y="4449"/>
                  </a:cubicBezTo>
                  <a:cubicBezTo>
                    <a:pt x="1939" y="4574"/>
                    <a:pt x="2040" y="4674"/>
                    <a:pt x="2165" y="4676"/>
                  </a:cubicBezTo>
                  <a:lnTo>
                    <a:pt x="4568" y="4676"/>
                  </a:lnTo>
                  <a:cubicBezTo>
                    <a:pt x="4694" y="4676"/>
                    <a:pt x="4795" y="4574"/>
                    <a:pt x="4795" y="4449"/>
                  </a:cubicBezTo>
                  <a:cubicBezTo>
                    <a:pt x="4795" y="4326"/>
                    <a:pt x="4696" y="4225"/>
                    <a:pt x="4573" y="4223"/>
                  </a:cubicBezTo>
                  <a:close/>
                  <a:moveTo>
                    <a:pt x="8273" y="5112"/>
                  </a:moveTo>
                  <a:cubicBezTo>
                    <a:pt x="8128" y="5112"/>
                    <a:pt x="8011" y="5230"/>
                    <a:pt x="8011" y="5374"/>
                  </a:cubicBezTo>
                  <a:cubicBezTo>
                    <a:pt x="8011" y="5520"/>
                    <a:pt x="8128" y="5638"/>
                    <a:pt x="8273" y="5638"/>
                  </a:cubicBezTo>
                  <a:cubicBezTo>
                    <a:pt x="8417" y="5638"/>
                    <a:pt x="8535" y="5520"/>
                    <a:pt x="8536" y="5375"/>
                  </a:cubicBezTo>
                  <a:cubicBezTo>
                    <a:pt x="8536" y="5371"/>
                    <a:pt x="8536" y="5368"/>
                    <a:pt x="8535" y="5364"/>
                  </a:cubicBezTo>
                  <a:lnTo>
                    <a:pt x="8535" y="5374"/>
                  </a:lnTo>
                  <a:cubicBezTo>
                    <a:pt x="8535" y="5230"/>
                    <a:pt x="8417" y="5112"/>
                    <a:pt x="8273" y="5112"/>
                  </a:cubicBezTo>
                  <a:close/>
                  <a:moveTo>
                    <a:pt x="9842" y="5112"/>
                  </a:moveTo>
                  <a:cubicBezTo>
                    <a:pt x="9698" y="5112"/>
                    <a:pt x="9580" y="5230"/>
                    <a:pt x="9580" y="5374"/>
                  </a:cubicBezTo>
                  <a:cubicBezTo>
                    <a:pt x="9580" y="5520"/>
                    <a:pt x="9698" y="5638"/>
                    <a:pt x="9842" y="5638"/>
                  </a:cubicBezTo>
                  <a:lnTo>
                    <a:pt x="9845" y="5638"/>
                  </a:lnTo>
                  <a:cubicBezTo>
                    <a:pt x="9988" y="5638"/>
                    <a:pt x="10106" y="5521"/>
                    <a:pt x="10106" y="5377"/>
                  </a:cubicBezTo>
                  <a:cubicBezTo>
                    <a:pt x="10106" y="5376"/>
                    <a:pt x="10106" y="5375"/>
                    <a:pt x="10106" y="5374"/>
                  </a:cubicBezTo>
                  <a:cubicBezTo>
                    <a:pt x="10106" y="5230"/>
                    <a:pt x="9988" y="5112"/>
                    <a:pt x="9842" y="5112"/>
                  </a:cubicBezTo>
                  <a:close/>
                  <a:moveTo>
                    <a:pt x="10628" y="5112"/>
                  </a:moveTo>
                  <a:cubicBezTo>
                    <a:pt x="10482" y="5112"/>
                    <a:pt x="10365" y="5230"/>
                    <a:pt x="10365" y="5374"/>
                  </a:cubicBezTo>
                  <a:cubicBezTo>
                    <a:pt x="10365" y="5520"/>
                    <a:pt x="10482" y="5638"/>
                    <a:pt x="10628" y="5638"/>
                  </a:cubicBezTo>
                  <a:lnTo>
                    <a:pt x="10630" y="5638"/>
                  </a:lnTo>
                  <a:cubicBezTo>
                    <a:pt x="10773" y="5638"/>
                    <a:pt x="10890" y="5521"/>
                    <a:pt x="10890" y="5377"/>
                  </a:cubicBezTo>
                  <a:cubicBezTo>
                    <a:pt x="10890" y="5376"/>
                    <a:pt x="10890" y="5375"/>
                    <a:pt x="10890" y="5374"/>
                  </a:cubicBezTo>
                  <a:cubicBezTo>
                    <a:pt x="10890" y="5230"/>
                    <a:pt x="10773" y="5112"/>
                    <a:pt x="10628" y="5112"/>
                  </a:cubicBezTo>
                  <a:close/>
                  <a:moveTo>
                    <a:pt x="11413" y="5112"/>
                  </a:moveTo>
                  <a:cubicBezTo>
                    <a:pt x="11267" y="5112"/>
                    <a:pt x="11151" y="5230"/>
                    <a:pt x="11151" y="5374"/>
                  </a:cubicBezTo>
                  <a:cubicBezTo>
                    <a:pt x="11151" y="5520"/>
                    <a:pt x="11267" y="5638"/>
                    <a:pt x="11413" y="5638"/>
                  </a:cubicBezTo>
                  <a:lnTo>
                    <a:pt x="11415" y="5638"/>
                  </a:lnTo>
                  <a:cubicBezTo>
                    <a:pt x="11559" y="5638"/>
                    <a:pt x="11675" y="5521"/>
                    <a:pt x="11675" y="5377"/>
                  </a:cubicBezTo>
                  <a:cubicBezTo>
                    <a:pt x="11675" y="5376"/>
                    <a:pt x="11675" y="5375"/>
                    <a:pt x="11675" y="5374"/>
                  </a:cubicBezTo>
                  <a:cubicBezTo>
                    <a:pt x="11675" y="5230"/>
                    <a:pt x="11557" y="5112"/>
                    <a:pt x="11413" y="5112"/>
                  </a:cubicBezTo>
                  <a:close/>
                  <a:moveTo>
                    <a:pt x="12199" y="5112"/>
                  </a:moveTo>
                  <a:cubicBezTo>
                    <a:pt x="12055" y="5112"/>
                    <a:pt x="11937" y="5230"/>
                    <a:pt x="11937" y="5374"/>
                  </a:cubicBezTo>
                  <a:cubicBezTo>
                    <a:pt x="11937" y="5520"/>
                    <a:pt x="12055" y="5638"/>
                    <a:pt x="12199" y="5638"/>
                  </a:cubicBezTo>
                  <a:cubicBezTo>
                    <a:pt x="12344" y="5638"/>
                    <a:pt x="12461" y="5520"/>
                    <a:pt x="12463" y="5375"/>
                  </a:cubicBezTo>
                  <a:cubicBezTo>
                    <a:pt x="12463" y="5371"/>
                    <a:pt x="12463" y="5368"/>
                    <a:pt x="12461" y="5364"/>
                  </a:cubicBezTo>
                  <a:lnTo>
                    <a:pt x="12461" y="5374"/>
                  </a:lnTo>
                  <a:cubicBezTo>
                    <a:pt x="12461" y="5230"/>
                    <a:pt x="12344" y="5112"/>
                    <a:pt x="12199" y="5112"/>
                  </a:cubicBezTo>
                  <a:close/>
                  <a:moveTo>
                    <a:pt x="9058" y="5112"/>
                  </a:moveTo>
                  <a:cubicBezTo>
                    <a:pt x="8913" y="5112"/>
                    <a:pt x="8796" y="5230"/>
                    <a:pt x="8796" y="5374"/>
                  </a:cubicBezTo>
                  <a:cubicBezTo>
                    <a:pt x="8796" y="5520"/>
                    <a:pt x="8913" y="5638"/>
                    <a:pt x="9058" y="5638"/>
                  </a:cubicBezTo>
                  <a:cubicBezTo>
                    <a:pt x="9060" y="5638"/>
                    <a:pt x="9063" y="5638"/>
                    <a:pt x="9066" y="5638"/>
                  </a:cubicBezTo>
                  <a:cubicBezTo>
                    <a:pt x="9208" y="5638"/>
                    <a:pt x="9324" y="5526"/>
                    <a:pt x="9329" y="5383"/>
                  </a:cubicBezTo>
                  <a:cubicBezTo>
                    <a:pt x="9329" y="5377"/>
                    <a:pt x="9329" y="5371"/>
                    <a:pt x="9329" y="5364"/>
                  </a:cubicBezTo>
                  <a:lnTo>
                    <a:pt x="9321" y="5374"/>
                  </a:lnTo>
                  <a:lnTo>
                    <a:pt x="9320" y="5374"/>
                  </a:lnTo>
                  <a:cubicBezTo>
                    <a:pt x="9320" y="5230"/>
                    <a:pt x="9203" y="5112"/>
                    <a:pt x="9058" y="5112"/>
                  </a:cubicBezTo>
                  <a:close/>
                  <a:moveTo>
                    <a:pt x="227" y="5270"/>
                  </a:moveTo>
                  <a:cubicBezTo>
                    <a:pt x="102" y="5270"/>
                    <a:pt x="0" y="5371"/>
                    <a:pt x="0" y="5496"/>
                  </a:cubicBezTo>
                  <a:cubicBezTo>
                    <a:pt x="0" y="5621"/>
                    <a:pt x="102" y="5722"/>
                    <a:pt x="227" y="5722"/>
                  </a:cubicBezTo>
                  <a:lnTo>
                    <a:pt x="1144" y="5722"/>
                  </a:lnTo>
                  <a:cubicBezTo>
                    <a:pt x="1267" y="5721"/>
                    <a:pt x="1369" y="5621"/>
                    <a:pt x="1369" y="5496"/>
                  </a:cubicBezTo>
                  <a:cubicBezTo>
                    <a:pt x="1369" y="5371"/>
                    <a:pt x="1267" y="5270"/>
                    <a:pt x="1144" y="5270"/>
                  </a:cubicBezTo>
                  <a:close/>
                  <a:moveTo>
                    <a:pt x="5043" y="5270"/>
                  </a:moveTo>
                  <a:cubicBezTo>
                    <a:pt x="4918" y="5270"/>
                    <a:pt x="4819" y="5371"/>
                    <a:pt x="4819" y="5496"/>
                  </a:cubicBezTo>
                  <a:cubicBezTo>
                    <a:pt x="4819" y="5621"/>
                    <a:pt x="4920" y="5722"/>
                    <a:pt x="5043" y="5722"/>
                  </a:cubicBezTo>
                  <a:lnTo>
                    <a:pt x="7447" y="5722"/>
                  </a:lnTo>
                  <a:cubicBezTo>
                    <a:pt x="7572" y="5722"/>
                    <a:pt x="7673" y="5621"/>
                    <a:pt x="7673" y="5496"/>
                  </a:cubicBezTo>
                  <a:cubicBezTo>
                    <a:pt x="7674" y="5372"/>
                    <a:pt x="7575" y="5271"/>
                    <a:pt x="7451" y="5270"/>
                  </a:cubicBezTo>
                  <a:close/>
                  <a:moveTo>
                    <a:pt x="227" y="6316"/>
                  </a:moveTo>
                  <a:cubicBezTo>
                    <a:pt x="102" y="6330"/>
                    <a:pt x="11" y="6440"/>
                    <a:pt x="23" y="6564"/>
                  </a:cubicBezTo>
                  <a:cubicBezTo>
                    <a:pt x="33" y="6672"/>
                    <a:pt x="118" y="6757"/>
                    <a:pt x="227" y="6768"/>
                  </a:cubicBezTo>
                  <a:lnTo>
                    <a:pt x="1144" y="6768"/>
                  </a:lnTo>
                  <a:cubicBezTo>
                    <a:pt x="1267" y="6768"/>
                    <a:pt x="1369" y="6668"/>
                    <a:pt x="1369" y="6543"/>
                  </a:cubicBezTo>
                  <a:cubicBezTo>
                    <a:pt x="1369" y="6418"/>
                    <a:pt x="1267" y="6316"/>
                    <a:pt x="1144" y="6316"/>
                  </a:cubicBezTo>
                  <a:close/>
                  <a:moveTo>
                    <a:pt x="5022" y="6315"/>
                  </a:moveTo>
                  <a:cubicBezTo>
                    <a:pt x="4907" y="6315"/>
                    <a:pt x="4807" y="6403"/>
                    <a:pt x="4796" y="6520"/>
                  </a:cubicBezTo>
                  <a:cubicBezTo>
                    <a:pt x="4784" y="6644"/>
                    <a:pt x="4875" y="6756"/>
                    <a:pt x="5000" y="6768"/>
                  </a:cubicBezTo>
                  <a:cubicBezTo>
                    <a:pt x="5007" y="6768"/>
                    <a:pt x="5014" y="6769"/>
                    <a:pt x="5021" y="6769"/>
                  </a:cubicBezTo>
                  <a:cubicBezTo>
                    <a:pt x="5029" y="6769"/>
                    <a:pt x="5036" y="6768"/>
                    <a:pt x="5043" y="6768"/>
                  </a:cubicBezTo>
                  <a:lnTo>
                    <a:pt x="7447" y="6768"/>
                  </a:lnTo>
                  <a:cubicBezTo>
                    <a:pt x="7570" y="6768"/>
                    <a:pt x="7671" y="6669"/>
                    <a:pt x="7673" y="6546"/>
                  </a:cubicBezTo>
                  <a:lnTo>
                    <a:pt x="7673" y="6543"/>
                  </a:lnTo>
                  <a:cubicBezTo>
                    <a:pt x="7674" y="6419"/>
                    <a:pt x="7575" y="6318"/>
                    <a:pt x="7451" y="6316"/>
                  </a:cubicBezTo>
                  <a:lnTo>
                    <a:pt x="5043" y="6316"/>
                  </a:lnTo>
                  <a:cubicBezTo>
                    <a:pt x="5036" y="6316"/>
                    <a:pt x="5029" y="6315"/>
                    <a:pt x="5022" y="6315"/>
                  </a:cubicBezTo>
                  <a:close/>
                  <a:moveTo>
                    <a:pt x="8273" y="7260"/>
                  </a:moveTo>
                  <a:cubicBezTo>
                    <a:pt x="8130" y="7260"/>
                    <a:pt x="8012" y="7376"/>
                    <a:pt x="8011" y="7520"/>
                  </a:cubicBezTo>
                  <a:cubicBezTo>
                    <a:pt x="8009" y="7665"/>
                    <a:pt x="8127" y="7783"/>
                    <a:pt x="8271" y="7785"/>
                  </a:cubicBezTo>
                  <a:lnTo>
                    <a:pt x="8273" y="7785"/>
                  </a:lnTo>
                  <a:cubicBezTo>
                    <a:pt x="8417" y="7785"/>
                    <a:pt x="8535" y="7668"/>
                    <a:pt x="8535" y="7524"/>
                  </a:cubicBezTo>
                  <a:lnTo>
                    <a:pt x="8536" y="7524"/>
                  </a:lnTo>
                  <a:cubicBezTo>
                    <a:pt x="8536" y="7380"/>
                    <a:pt x="8420" y="7260"/>
                    <a:pt x="8276" y="7260"/>
                  </a:cubicBezTo>
                  <a:cubicBezTo>
                    <a:pt x="8275" y="7260"/>
                    <a:pt x="8274" y="7260"/>
                    <a:pt x="8273" y="7260"/>
                  </a:cubicBezTo>
                  <a:close/>
                  <a:moveTo>
                    <a:pt x="9842" y="7260"/>
                  </a:moveTo>
                  <a:cubicBezTo>
                    <a:pt x="9699" y="7260"/>
                    <a:pt x="9582" y="7376"/>
                    <a:pt x="9580" y="7520"/>
                  </a:cubicBezTo>
                  <a:cubicBezTo>
                    <a:pt x="9580" y="7665"/>
                    <a:pt x="9696" y="7783"/>
                    <a:pt x="9841" y="7785"/>
                  </a:cubicBezTo>
                  <a:lnTo>
                    <a:pt x="9845" y="7785"/>
                  </a:lnTo>
                  <a:cubicBezTo>
                    <a:pt x="9988" y="7783"/>
                    <a:pt x="10104" y="7667"/>
                    <a:pt x="10106" y="7524"/>
                  </a:cubicBezTo>
                  <a:cubicBezTo>
                    <a:pt x="10107" y="7380"/>
                    <a:pt x="9990" y="7260"/>
                    <a:pt x="9845" y="7260"/>
                  </a:cubicBezTo>
                  <a:cubicBezTo>
                    <a:pt x="9844" y="7260"/>
                    <a:pt x="9843" y="7260"/>
                    <a:pt x="9842" y="7260"/>
                  </a:cubicBezTo>
                  <a:close/>
                  <a:moveTo>
                    <a:pt x="10627" y="7260"/>
                  </a:moveTo>
                  <a:cubicBezTo>
                    <a:pt x="10484" y="7260"/>
                    <a:pt x="10366" y="7376"/>
                    <a:pt x="10366" y="7520"/>
                  </a:cubicBezTo>
                  <a:cubicBezTo>
                    <a:pt x="10365" y="7665"/>
                    <a:pt x="10481" y="7783"/>
                    <a:pt x="10625" y="7785"/>
                  </a:cubicBezTo>
                  <a:lnTo>
                    <a:pt x="10630" y="7785"/>
                  </a:lnTo>
                  <a:cubicBezTo>
                    <a:pt x="10773" y="7783"/>
                    <a:pt x="10889" y="7667"/>
                    <a:pt x="10890" y="7524"/>
                  </a:cubicBezTo>
                  <a:cubicBezTo>
                    <a:pt x="10892" y="7380"/>
                    <a:pt x="10774" y="7260"/>
                    <a:pt x="10630" y="7260"/>
                  </a:cubicBezTo>
                  <a:cubicBezTo>
                    <a:pt x="10629" y="7260"/>
                    <a:pt x="10628" y="7260"/>
                    <a:pt x="10627" y="7260"/>
                  </a:cubicBezTo>
                  <a:close/>
                  <a:moveTo>
                    <a:pt x="11412" y="7260"/>
                  </a:moveTo>
                  <a:cubicBezTo>
                    <a:pt x="11269" y="7260"/>
                    <a:pt x="11152" y="7376"/>
                    <a:pt x="11151" y="7520"/>
                  </a:cubicBezTo>
                  <a:cubicBezTo>
                    <a:pt x="11150" y="7665"/>
                    <a:pt x="11266" y="7783"/>
                    <a:pt x="11410" y="7785"/>
                  </a:cubicBezTo>
                  <a:lnTo>
                    <a:pt x="11415" y="7785"/>
                  </a:lnTo>
                  <a:cubicBezTo>
                    <a:pt x="11557" y="7783"/>
                    <a:pt x="11674" y="7667"/>
                    <a:pt x="11675" y="7524"/>
                  </a:cubicBezTo>
                  <a:cubicBezTo>
                    <a:pt x="11677" y="7380"/>
                    <a:pt x="11560" y="7260"/>
                    <a:pt x="11415" y="7260"/>
                  </a:cubicBezTo>
                  <a:cubicBezTo>
                    <a:pt x="11414" y="7260"/>
                    <a:pt x="11413" y="7260"/>
                    <a:pt x="11412" y="7260"/>
                  </a:cubicBezTo>
                  <a:close/>
                  <a:moveTo>
                    <a:pt x="12199" y="7260"/>
                  </a:moveTo>
                  <a:cubicBezTo>
                    <a:pt x="12056" y="7260"/>
                    <a:pt x="11939" y="7376"/>
                    <a:pt x="11937" y="7520"/>
                  </a:cubicBezTo>
                  <a:cubicBezTo>
                    <a:pt x="11936" y="7665"/>
                    <a:pt x="12053" y="7783"/>
                    <a:pt x="12198" y="7785"/>
                  </a:cubicBezTo>
                  <a:lnTo>
                    <a:pt x="12199" y="7785"/>
                  </a:lnTo>
                  <a:cubicBezTo>
                    <a:pt x="12344" y="7785"/>
                    <a:pt x="12461" y="7668"/>
                    <a:pt x="12461" y="7524"/>
                  </a:cubicBezTo>
                  <a:lnTo>
                    <a:pt x="12463" y="7524"/>
                  </a:lnTo>
                  <a:cubicBezTo>
                    <a:pt x="12463" y="7380"/>
                    <a:pt x="12347" y="7260"/>
                    <a:pt x="12202" y="7260"/>
                  </a:cubicBezTo>
                  <a:cubicBezTo>
                    <a:pt x="12201" y="7260"/>
                    <a:pt x="12200" y="7260"/>
                    <a:pt x="12199" y="7260"/>
                  </a:cubicBezTo>
                  <a:close/>
                  <a:moveTo>
                    <a:pt x="9058" y="7260"/>
                  </a:moveTo>
                  <a:cubicBezTo>
                    <a:pt x="8915" y="7260"/>
                    <a:pt x="8797" y="7376"/>
                    <a:pt x="8796" y="7520"/>
                  </a:cubicBezTo>
                  <a:cubicBezTo>
                    <a:pt x="8796" y="7665"/>
                    <a:pt x="8912" y="7783"/>
                    <a:pt x="9056" y="7785"/>
                  </a:cubicBezTo>
                  <a:lnTo>
                    <a:pt x="9058" y="7785"/>
                  </a:lnTo>
                  <a:cubicBezTo>
                    <a:pt x="9060" y="7785"/>
                    <a:pt x="9063" y="7785"/>
                    <a:pt x="9066" y="7785"/>
                  </a:cubicBezTo>
                  <a:cubicBezTo>
                    <a:pt x="9208" y="7785"/>
                    <a:pt x="9324" y="7673"/>
                    <a:pt x="9329" y="7531"/>
                  </a:cubicBezTo>
                  <a:lnTo>
                    <a:pt x="9329" y="7524"/>
                  </a:lnTo>
                  <a:lnTo>
                    <a:pt x="9321" y="7524"/>
                  </a:lnTo>
                  <a:cubicBezTo>
                    <a:pt x="9321" y="7380"/>
                    <a:pt x="9205" y="7260"/>
                    <a:pt x="9061" y="7260"/>
                  </a:cubicBezTo>
                  <a:cubicBezTo>
                    <a:pt x="9060" y="7260"/>
                    <a:pt x="9059" y="7260"/>
                    <a:pt x="9058" y="7260"/>
                  </a:cubicBezTo>
                  <a:close/>
                  <a:moveTo>
                    <a:pt x="227" y="7362"/>
                  </a:moveTo>
                  <a:cubicBezTo>
                    <a:pt x="102" y="7362"/>
                    <a:pt x="0" y="7463"/>
                    <a:pt x="0" y="7588"/>
                  </a:cubicBezTo>
                  <a:cubicBezTo>
                    <a:pt x="0" y="7713"/>
                    <a:pt x="102" y="7814"/>
                    <a:pt x="227" y="7814"/>
                  </a:cubicBezTo>
                  <a:lnTo>
                    <a:pt x="1144" y="7814"/>
                  </a:lnTo>
                  <a:cubicBezTo>
                    <a:pt x="1267" y="7814"/>
                    <a:pt x="1369" y="7713"/>
                    <a:pt x="1369" y="7588"/>
                  </a:cubicBezTo>
                  <a:cubicBezTo>
                    <a:pt x="1369" y="7464"/>
                    <a:pt x="1267" y="7363"/>
                    <a:pt x="1144" y="7362"/>
                  </a:cubicBezTo>
                  <a:close/>
                  <a:moveTo>
                    <a:pt x="5043" y="7362"/>
                  </a:moveTo>
                  <a:cubicBezTo>
                    <a:pt x="4918" y="7362"/>
                    <a:pt x="4819" y="7463"/>
                    <a:pt x="4819" y="7588"/>
                  </a:cubicBezTo>
                  <a:cubicBezTo>
                    <a:pt x="4819" y="7713"/>
                    <a:pt x="4920" y="7814"/>
                    <a:pt x="5043" y="7814"/>
                  </a:cubicBezTo>
                  <a:lnTo>
                    <a:pt x="7447" y="7814"/>
                  </a:lnTo>
                  <a:cubicBezTo>
                    <a:pt x="7447" y="7814"/>
                    <a:pt x="7448" y="7814"/>
                    <a:pt x="7449" y="7814"/>
                  </a:cubicBezTo>
                  <a:cubicBezTo>
                    <a:pt x="7572" y="7814"/>
                    <a:pt x="7671" y="7715"/>
                    <a:pt x="7673" y="7592"/>
                  </a:cubicBezTo>
                  <a:lnTo>
                    <a:pt x="7673" y="7588"/>
                  </a:lnTo>
                  <a:cubicBezTo>
                    <a:pt x="7673" y="7463"/>
                    <a:pt x="7572" y="7362"/>
                    <a:pt x="7447" y="7362"/>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032;p40">
              <a:extLst>
                <a:ext uri="{FF2B5EF4-FFF2-40B4-BE49-F238E27FC236}">
                  <a16:creationId xmlns:a16="http://schemas.microsoft.com/office/drawing/2014/main" id="{099E0775-1944-17C3-C36F-DF3BF5FEA195}"/>
                </a:ext>
              </a:extLst>
            </p:cNvPr>
            <p:cNvSpPr/>
            <p:nvPr/>
          </p:nvSpPr>
          <p:spPr>
            <a:xfrm>
              <a:off x="4530125" y="3196150"/>
              <a:ext cx="312325" cy="195400"/>
            </a:xfrm>
            <a:custGeom>
              <a:avLst/>
              <a:gdLst/>
              <a:ahLst/>
              <a:cxnLst/>
              <a:rect l="l" t="t" r="r" b="b"/>
              <a:pathLst>
                <a:path w="12493" h="7816" extrusionOk="0">
                  <a:moveTo>
                    <a:pt x="1198" y="38"/>
                  </a:moveTo>
                  <a:cubicBezTo>
                    <a:pt x="1190" y="38"/>
                    <a:pt x="1182" y="38"/>
                    <a:pt x="1173" y="39"/>
                  </a:cubicBezTo>
                  <a:lnTo>
                    <a:pt x="259" y="39"/>
                  </a:lnTo>
                  <a:cubicBezTo>
                    <a:pt x="252" y="38"/>
                    <a:pt x="244" y="38"/>
                    <a:pt x="237" y="38"/>
                  </a:cubicBezTo>
                  <a:cubicBezTo>
                    <a:pt x="229" y="38"/>
                    <a:pt x="222" y="38"/>
                    <a:pt x="215" y="39"/>
                  </a:cubicBezTo>
                  <a:cubicBezTo>
                    <a:pt x="91" y="51"/>
                    <a:pt x="0" y="161"/>
                    <a:pt x="12" y="285"/>
                  </a:cubicBezTo>
                  <a:cubicBezTo>
                    <a:pt x="23" y="402"/>
                    <a:pt x="121" y="490"/>
                    <a:pt x="237" y="490"/>
                  </a:cubicBezTo>
                  <a:cubicBezTo>
                    <a:pt x="244" y="490"/>
                    <a:pt x="252" y="489"/>
                    <a:pt x="259" y="489"/>
                  </a:cubicBezTo>
                  <a:lnTo>
                    <a:pt x="1173" y="489"/>
                  </a:lnTo>
                  <a:cubicBezTo>
                    <a:pt x="1181" y="489"/>
                    <a:pt x="1188" y="490"/>
                    <a:pt x="1196" y="490"/>
                  </a:cubicBezTo>
                  <a:cubicBezTo>
                    <a:pt x="1203" y="490"/>
                    <a:pt x="1211" y="489"/>
                    <a:pt x="1218" y="489"/>
                  </a:cubicBezTo>
                  <a:cubicBezTo>
                    <a:pt x="1342" y="477"/>
                    <a:pt x="1432" y="365"/>
                    <a:pt x="1421" y="242"/>
                  </a:cubicBezTo>
                  <a:cubicBezTo>
                    <a:pt x="1409" y="125"/>
                    <a:pt x="1313" y="38"/>
                    <a:pt x="1198" y="38"/>
                  </a:cubicBezTo>
                  <a:close/>
                  <a:moveTo>
                    <a:pt x="2173" y="48"/>
                  </a:moveTo>
                  <a:cubicBezTo>
                    <a:pt x="2059" y="48"/>
                    <a:pt x="1960" y="136"/>
                    <a:pt x="1949" y="252"/>
                  </a:cubicBezTo>
                  <a:cubicBezTo>
                    <a:pt x="1936" y="377"/>
                    <a:pt x="2027" y="487"/>
                    <a:pt x="2152" y="499"/>
                  </a:cubicBezTo>
                  <a:cubicBezTo>
                    <a:pt x="2159" y="500"/>
                    <a:pt x="2167" y="500"/>
                    <a:pt x="2174" y="500"/>
                  </a:cubicBezTo>
                  <a:cubicBezTo>
                    <a:pt x="2181" y="500"/>
                    <a:pt x="2188" y="500"/>
                    <a:pt x="2195" y="499"/>
                  </a:cubicBezTo>
                  <a:lnTo>
                    <a:pt x="4601" y="499"/>
                  </a:lnTo>
                  <a:cubicBezTo>
                    <a:pt x="4726" y="499"/>
                    <a:pt x="4827" y="398"/>
                    <a:pt x="4827" y="273"/>
                  </a:cubicBezTo>
                  <a:cubicBezTo>
                    <a:pt x="4827" y="270"/>
                    <a:pt x="4827" y="265"/>
                    <a:pt x="4827" y="262"/>
                  </a:cubicBezTo>
                  <a:cubicBezTo>
                    <a:pt x="4820" y="142"/>
                    <a:pt x="4722" y="49"/>
                    <a:pt x="4601" y="49"/>
                  </a:cubicBezTo>
                  <a:lnTo>
                    <a:pt x="2195" y="49"/>
                  </a:lnTo>
                  <a:cubicBezTo>
                    <a:pt x="2187" y="49"/>
                    <a:pt x="2180" y="48"/>
                    <a:pt x="2173" y="48"/>
                  </a:cubicBezTo>
                  <a:close/>
                  <a:moveTo>
                    <a:pt x="5622" y="0"/>
                  </a:moveTo>
                  <a:cubicBezTo>
                    <a:pt x="5478" y="0"/>
                    <a:pt x="5360" y="118"/>
                    <a:pt x="5360" y="262"/>
                  </a:cubicBezTo>
                  <a:cubicBezTo>
                    <a:pt x="5360" y="407"/>
                    <a:pt x="5478" y="524"/>
                    <a:pt x="5622" y="524"/>
                  </a:cubicBezTo>
                  <a:cubicBezTo>
                    <a:pt x="5767" y="524"/>
                    <a:pt x="5884" y="407"/>
                    <a:pt x="5884" y="262"/>
                  </a:cubicBezTo>
                  <a:cubicBezTo>
                    <a:pt x="5884" y="118"/>
                    <a:pt x="5767" y="0"/>
                    <a:pt x="5622" y="0"/>
                  </a:cubicBezTo>
                  <a:close/>
                  <a:moveTo>
                    <a:pt x="6407" y="0"/>
                  </a:moveTo>
                  <a:cubicBezTo>
                    <a:pt x="6263" y="0"/>
                    <a:pt x="6145" y="118"/>
                    <a:pt x="6145" y="262"/>
                  </a:cubicBezTo>
                  <a:cubicBezTo>
                    <a:pt x="6145" y="407"/>
                    <a:pt x="6263" y="524"/>
                    <a:pt x="6407" y="524"/>
                  </a:cubicBezTo>
                  <a:cubicBezTo>
                    <a:pt x="6553" y="524"/>
                    <a:pt x="6669" y="407"/>
                    <a:pt x="6669" y="262"/>
                  </a:cubicBezTo>
                  <a:cubicBezTo>
                    <a:pt x="6669" y="118"/>
                    <a:pt x="6553" y="0"/>
                    <a:pt x="6407" y="0"/>
                  </a:cubicBezTo>
                  <a:close/>
                  <a:moveTo>
                    <a:pt x="7192" y="0"/>
                  </a:moveTo>
                  <a:cubicBezTo>
                    <a:pt x="7047" y="0"/>
                    <a:pt x="6930" y="118"/>
                    <a:pt x="6930" y="262"/>
                  </a:cubicBezTo>
                  <a:cubicBezTo>
                    <a:pt x="6930" y="407"/>
                    <a:pt x="7047" y="524"/>
                    <a:pt x="7192" y="524"/>
                  </a:cubicBezTo>
                  <a:cubicBezTo>
                    <a:pt x="7338" y="524"/>
                    <a:pt x="7455" y="407"/>
                    <a:pt x="7455" y="262"/>
                  </a:cubicBezTo>
                  <a:cubicBezTo>
                    <a:pt x="7455" y="118"/>
                    <a:pt x="7338" y="0"/>
                    <a:pt x="7192" y="0"/>
                  </a:cubicBezTo>
                  <a:close/>
                  <a:moveTo>
                    <a:pt x="7978" y="0"/>
                  </a:moveTo>
                  <a:cubicBezTo>
                    <a:pt x="7832" y="0"/>
                    <a:pt x="7714" y="118"/>
                    <a:pt x="7714" y="262"/>
                  </a:cubicBezTo>
                  <a:cubicBezTo>
                    <a:pt x="7714" y="407"/>
                    <a:pt x="7832" y="524"/>
                    <a:pt x="7978" y="524"/>
                  </a:cubicBezTo>
                  <a:cubicBezTo>
                    <a:pt x="8122" y="524"/>
                    <a:pt x="8240" y="407"/>
                    <a:pt x="8240" y="262"/>
                  </a:cubicBezTo>
                  <a:cubicBezTo>
                    <a:pt x="8240" y="118"/>
                    <a:pt x="8122" y="0"/>
                    <a:pt x="7978" y="0"/>
                  </a:cubicBezTo>
                  <a:close/>
                  <a:moveTo>
                    <a:pt x="8762" y="0"/>
                  </a:moveTo>
                  <a:cubicBezTo>
                    <a:pt x="8617" y="0"/>
                    <a:pt x="8500" y="118"/>
                    <a:pt x="8500" y="262"/>
                  </a:cubicBezTo>
                  <a:cubicBezTo>
                    <a:pt x="8500" y="407"/>
                    <a:pt x="8617" y="524"/>
                    <a:pt x="8762" y="524"/>
                  </a:cubicBezTo>
                  <a:cubicBezTo>
                    <a:pt x="8907" y="524"/>
                    <a:pt x="9025" y="407"/>
                    <a:pt x="9025" y="262"/>
                  </a:cubicBezTo>
                  <a:cubicBezTo>
                    <a:pt x="9025" y="118"/>
                    <a:pt x="8907" y="0"/>
                    <a:pt x="8762" y="0"/>
                  </a:cubicBezTo>
                  <a:close/>
                  <a:moveTo>
                    <a:pt x="9547" y="0"/>
                  </a:moveTo>
                  <a:cubicBezTo>
                    <a:pt x="9403" y="0"/>
                    <a:pt x="9285" y="118"/>
                    <a:pt x="9285" y="262"/>
                  </a:cubicBezTo>
                  <a:cubicBezTo>
                    <a:pt x="9285" y="407"/>
                    <a:pt x="9403" y="524"/>
                    <a:pt x="9547" y="524"/>
                  </a:cubicBezTo>
                  <a:cubicBezTo>
                    <a:pt x="9689" y="520"/>
                    <a:pt x="9800" y="404"/>
                    <a:pt x="9800" y="262"/>
                  </a:cubicBezTo>
                  <a:lnTo>
                    <a:pt x="9809" y="262"/>
                  </a:lnTo>
                  <a:cubicBezTo>
                    <a:pt x="9809" y="118"/>
                    <a:pt x="9692" y="0"/>
                    <a:pt x="9547" y="0"/>
                  </a:cubicBezTo>
                  <a:close/>
                  <a:moveTo>
                    <a:pt x="2195" y="1083"/>
                  </a:moveTo>
                  <a:cubicBezTo>
                    <a:pt x="2071" y="1083"/>
                    <a:pt x="1970" y="1184"/>
                    <a:pt x="1970" y="1309"/>
                  </a:cubicBezTo>
                  <a:cubicBezTo>
                    <a:pt x="1970" y="1434"/>
                    <a:pt x="2071" y="1535"/>
                    <a:pt x="2195" y="1535"/>
                  </a:cubicBezTo>
                  <a:lnTo>
                    <a:pt x="4601" y="1535"/>
                  </a:lnTo>
                  <a:cubicBezTo>
                    <a:pt x="4726" y="1535"/>
                    <a:pt x="4827" y="1434"/>
                    <a:pt x="4827" y="1309"/>
                  </a:cubicBezTo>
                  <a:cubicBezTo>
                    <a:pt x="4826" y="1186"/>
                    <a:pt x="4726" y="1084"/>
                    <a:pt x="4601" y="1083"/>
                  </a:cubicBezTo>
                  <a:close/>
                  <a:moveTo>
                    <a:pt x="259" y="1083"/>
                  </a:moveTo>
                  <a:cubicBezTo>
                    <a:pt x="134" y="1083"/>
                    <a:pt x="33" y="1184"/>
                    <a:pt x="33" y="1309"/>
                  </a:cubicBezTo>
                  <a:cubicBezTo>
                    <a:pt x="33" y="1434"/>
                    <a:pt x="134" y="1535"/>
                    <a:pt x="259" y="1535"/>
                  </a:cubicBezTo>
                  <a:lnTo>
                    <a:pt x="1173" y="1535"/>
                  </a:lnTo>
                  <a:cubicBezTo>
                    <a:pt x="1174" y="1535"/>
                    <a:pt x="1175" y="1535"/>
                    <a:pt x="1176" y="1535"/>
                  </a:cubicBezTo>
                  <a:cubicBezTo>
                    <a:pt x="1298" y="1535"/>
                    <a:pt x="1398" y="1436"/>
                    <a:pt x="1400" y="1314"/>
                  </a:cubicBezTo>
                  <a:lnTo>
                    <a:pt x="1400" y="1309"/>
                  </a:lnTo>
                  <a:cubicBezTo>
                    <a:pt x="1400" y="1184"/>
                    <a:pt x="1298" y="1083"/>
                    <a:pt x="1173" y="1083"/>
                  </a:cubicBezTo>
                  <a:close/>
                  <a:moveTo>
                    <a:pt x="2195" y="2131"/>
                  </a:moveTo>
                  <a:cubicBezTo>
                    <a:pt x="2071" y="2131"/>
                    <a:pt x="1970" y="2232"/>
                    <a:pt x="1970" y="2356"/>
                  </a:cubicBezTo>
                  <a:cubicBezTo>
                    <a:pt x="1970" y="2481"/>
                    <a:pt x="2071" y="2582"/>
                    <a:pt x="2195" y="2582"/>
                  </a:cubicBezTo>
                  <a:lnTo>
                    <a:pt x="4601" y="2582"/>
                  </a:lnTo>
                  <a:cubicBezTo>
                    <a:pt x="4726" y="2582"/>
                    <a:pt x="4827" y="2481"/>
                    <a:pt x="4827" y="2356"/>
                  </a:cubicBezTo>
                  <a:cubicBezTo>
                    <a:pt x="4827" y="2232"/>
                    <a:pt x="4726" y="2131"/>
                    <a:pt x="4601" y="2131"/>
                  </a:cubicBezTo>
                  <a:close/>
                  <a:moveTo>
                    <a:pt x="259" y="2131"/>
                  </a:moveTo>
                  <a:cubicBezTo>
                    <a:pt x="134" y="2131"/>
                    <a:pt x="33" y="2232"/>
                    <a:pt x="33" y="2356"/>
                  </a:cubicBezTo>
                  <a:cubicBezTo>
                    <a:pt x="33" y="2481"/>
                    <a:pt x="134" y="2582"/>
                    <a:pt x="259" y="2582"/>
                  </a:cubicBezTo>
                  <a:lnTo>
                    <a:pt x="1173" y="2582"/>
                  </a:lnTo>
                  <a:cubicBezTo>
                    <a:pt x="1174" y="2582"/>
                    <a:pt x="1175" y="2582"/>
                    <a:pt x="1176" y="2582"/>
                  </a:cubicBezTo>
                  <a:cubicBezTo>
                    <a:pt x="1298" y="2582"/>
                    <a:pt x="1398" y="2483"/>
                    <a:pt x="1400" y="2360"/>
                  </a:cubicBezTo>
                  <a:lnTo>
                    <a:pt x="1400" y="2356"/>
                  </a:lnTo>
                  <a:cubicBezTo>
                    <a:pt x="1401" y="2232"/>
                    <a:pt x="1301" y="2131"/>
                    <a:pt x="1178" y="2131"/>
                  </a:cubicBezTo>
                  <a:close/>
                  <a:moveTo>
                    <a:pt x="5622" y="2094"/>
                  </a:moveTo>
                  <a:cubicBezTo>
                    <a:pt x="5478" y="2094"/>
                    <a:pt x="5360" y="2211"/>
                    <a:pt x="5360" y="2356"/>
                  </a:cubicBezTo>
                  <a:cubicBezTo>
                    <a:pt x="5360" y="2502"/>
                    <a:pt x="5478" y="2619"/>
                    <a:pt x="5622" y="2619"/>
                  </a:cubicBezTo>
                  <a:cubicBezTo>
                    <a:pt x="5768" y="2619"/>
                    <a:pt x="5886" y="2502"/>
                    <a:pt x="5886" y="2356"/>
                  </a:cubicBezTo>
                  <a:cubicBezTo>
                    <a:pt x="5886" y="2211"/>
                    <a:pt x="5768" y="2094"/>
                    <a:pt x="5622" y="2094"/>
                  </a:cubicBezTo>
                  <a:close/>
                  <a:moveTo>
                    <a:pt x="6408" y="2094"/>
                  </a:moveTo>
                  <a:cubicBezTo>
                    <a:pt x="6263" y="2094"/>
                    <a:pt x="6145" y="2211"/>
                    <a:pt x="6145" y="2356"/>
                  </a:cubicBezTo>
                  <a:cubicBezTo>
                    <a:pt x="6145" y="2502"/>
                    <a:pt x="6263" y="2619"/>
                    <a:pt x="6408" y="2619"/>
                  </a:cubicBezTo>
                  <a:cubicBezTo>
                    <a:pt x="6553" y="2619"/>
                    <a:pt x="6671" y="2502"/>
                    <a:pt x="6671" y="2356"/>
                  </a:cubicBezTo>
                  <a:cubicBezTo>
                    <a:pt x="6671" y="2211"/>
                    <a:pt x="6553" y="2094"/>
                    <a:pt x="6408" y="2094"/>
                  </a:cubicBezTo>
                  <a:close/>
                  <a:moveTo>
                    <a:pt x="7193" y="2094"/>
                  </a:moveTo>
                  <a:cubicBezTo>
                    <a:pt x="7047" y="2094"/>
                    <a:pt x="6931" y="2211"/>
                    <a:pt x="6931" y="2356"/>
                  </a:cubicBezTo>
                  <a:cubicBezTo>
                    <a:pt x="6931" y="2502"/>
                    <a:pt x="7047" y="2619"/>
                    <a:pt x="7193" y="2619"/>
                  </a:cubicBezTo>
                  <a:cubicBezTo>
                    <a:pt x="7338" y="2619"/>
                    <a:pt x="7455" y="2502"/>
                    <a:pt x="7455" y="2356"/>
                  </a:cubicBezTo>
                  <a:cubicBezTo>
                    <a:pt x="7455" y="2211"/>
                    <a:pt x="7338" y="2094"/>
                    <a:pt x="7193" y="2094"/>
                  </a:cubicBezTo>
                  <a:close/>
                  <a:moveTo>
                    <a:pt x="7978" y="2094"/>
                  </a:moveTo>
                  <a:cubicBezTo>
                    <a:pt x="7833" y="2094"/>
                    <a:pt x="7716" y="2211"/>
                    <a:pt x="7716" y="2356"/>
                  </a:cubicBezTo>
                  <a:cubicBezTo>
                    <a:pt x="7716" y="2502"/>
                    <a:pt x="7833" y="2619"/>
                    <a:pt x="7978" y="2619"/>
                  </a:cubicBezTo>
                  <a:cubicBezTo>
                    <a:pt x="8122" y="2619"/>
                    <a:pt x="8240" y="2502"/>
                    <a:pt x="8240" y="2356"/>
                  </a:cubicBezTo>
                  <a:cubicBezTo>
                    <a:pt x="8240" y="2211"/>
                    <a:pt x="8122" y="2094"/>
                    <a:pt x="7978" y="2094"/>
                  </a:cubicBezTo>
                  <a:close/>
                  <a:moveTo>
                    <a:pt x="8762" y="2094"/>
                  </a:moveTo>
                  <a:cubicBezTo>
                    <a:pt x="8618" y="2094"/>
                    <a:pt x="8500" y="2211"/>
                    <a:pt x="8500" y="2356"/>
                  </a:cubicBezTo>
                  <a:cubicBezTo>
                    <a:pt x="8500" y="2502"/>
                    <a:pt x="8618" y="2619"/>
                    <a:pt x="8762" y="2619"/>
                  </a:cubicBezTo>
                  <a:cubicBezTo>
                    <a:pt x="8907" y="2619"/>
                    <a:pt x="9025" y="2502"/>
                    <a:pt x="9025" y="2356"/>
                  </a:cubicBezTo>
                  <a:cubicBezTo>
                    <a:pt x="9025" y="2211"/>
                    <a:pt x="8907" y="2094"/>
                    <a:pt x="8762" y="2094"/>
                  </a:cubicBezTo>
                  <a:close/>
                  <a:moveTo>
                    <a:pt x="9547" y="2094"/>
                  </a:moveTo>
                  <a:cubicBezTo>
                    <a:pt x="9403" y="2094"/>
                    <a:pt x="9285" y="2211"/>
                    <a:pt x="9285" y="2356"/>
                  </a:cubicBezTo>
                  <a:cubicBezTo>
                    <a:pt x="9285" y="2502"/>
                    <a:pt x="9403" y="2619"/>
                    <a:pt x="9547" y="2619"/>
                  </a:cubicBezTo>
                  <a:cubicBezTo>
                    <a:pt x="9689" y="2613"/>
                    <a:pt x="9802" y="2497"/>
                    <a:pt x="9802" y="2356"/>
                  </a:cubicBezTo>
                  <a:lnTo>
                    <a:pt x="9809" y="2356"/>
                  </a:lnTo>
                  <a:cubicBezTo>
                    <a:pt x="9809" y="2211"/>
                    <a:pt x="9692" y="2094"/>
                    <a:pt x="9547" y="2094"/>
                  </a:cubicBezTo>
                  <a:close/>
                  <a:moveTo>
                    <a:pt x="259" y="3178"/>
                  </a:moveTo>
                  <a:cubicBezTo>
                    <a:pt x="134" y="3178"/>
                    <a:pt x="33" y="3279"/>
                    <a:pt x="33" y="3404"/>
                  </a:cubicBezTo>
                  <a:cubicBezTo>
                    <a:pt x="33" y="3529"/>
                    <a:pt x="134" y="3630"/>
                    <a:pt x="259" y="3630"/>
                  </a:cubicBezTo>
                  <a:lnTo>
                    <a:pt x="1173" y="3630"/>
                  </a:lnTo>
                  <a:cubicBezTo>
                    <a:pt x="1298" y="3630"/>
                    <a:pt x="1400" y="3529"/>
                    <a:pt x="1400" y="3404"/>
                  </a:cubicBezTo>
                  <a:cubicBezTo>
                    <a:pt x="1401" y="3280"/>
                    <a:pt x="1301" y="3179"/>
                    <a:pt x="1178" y="3178"/>
                  </a:cubicBezTo>
                  <a:close/>
                  <a:moveTo>
                    <a:pt x="2195" y="3178"/>
                  </a:moveTo>
                  <a:cubicBezTo>
                    <a:pt x="2071" y="3178"/>
                    <a:pt x="1970" y="3279"/>
                    <a:pt x="1970" y="3404"/>
                  </a:cubicBezTo>
                  <a:cubicBezTo>
                    <a:pt x="1970" y="3529"/>
                    <a:pt x="2071" y="3630"/>
                    <a:pt x="2195" y="3630"/>
                  </a:cubicBezTo>
                  <a:lnTo>
                    <a:pt x="4601" y="3630"/>
                  </a:lnTo>
                  <a:cubicBezTo>
                    <a:pt x="4726" y="3629"/>
                    <a:pt x="4826" y="3528"/>
                    <a:pt x="4827" y="3404"/>
                  </a:cubicBezTo>
                  <a:cubicBezTo>
                    <a:pt x="4827" y="3279"/>
                    <a:pt x="4726" y="3178"/>
                    <a:pt x="4601" y="3178"/>
                  </a:cubicBezTo>
                  <a:close/>
                  <a:moveTo>
                    <a:pt x="237" y="4223"/>
                  </a:moveTo>
                  <a:cubicBezTo>
                    <a:pt x="121" y="4223"/>
                    <a:pt x="23" y="4311"/>
                    <a:pt x="12" y="4427"/>
                  </a:cubicBezTo>
                  <a:cubicBezTo>
                    <a:pt x="0" y="4552"/>
                    <a:pt x="91" y="4662"/>
                    <a:pt x="215" y="4674"/>
                  </a:cubicBezTo>
                  <a:cubicBezTo>
                    <a:pt x="222" y="4675"/>
                    <a:pt x="229" y="4675"/>
                    <a:pt x="237" y="4675"/>
                  </a:cubicBezTo>
                  <a:cubicBezTo>
                    <a:pt x="244" y="4675"/>
                    <a:pt x="252" y="4675"/>
                    <a:pt x="259" y="4674"/>
                  </a:cubicBezTo>
                  <a:lnTo>
                    <a:pt x="1173" y="4674"/>
                  </a:lnTo>
                  <a:cubicBezTo>
                    <a:pt x="1174" y="4674"/>
                    <a:pt x="1175" y="4674"/>
                    <a:pt x="1176" y="4674"/>
                  </a:cubicBezTo>
                  <a:cubicBezTo>
                    <a:pt x="1298" y="4674"/>
                    <a:pt x="1398" y="4575"/>
                    <a:pt x="1400" y="4452"/>
                  </a:cubicBezTo>
                  <a:lnTo>
                    <a:pt x="1400" y="4451"/>
                  </a:lnTo>
                  <a:cubicBezTo>
                    <a:pt x="1401" y="4327"/>
                    <a:pt x="1301" y="4226"/>
                    <a:pt x="1178" y="4224"/>
                  </a:cubicBezTo>
                  <a:lnTo>
                    <a:pt x="259" y="4224"/>
                  </a:lnTo>
                  <a:cubicBezTo>
                    <a:pt x="252" y="4224"/>
                    <a:pt x="244" y="4223"/>
                    <a:pt x="237" y="4223"/>
                  </a:cubicBezTo>
                  <a:close/>
                  <a:moveTo>
                    <a:pt x="2173" y="4223"/>
                  </a:moveTo>
                  <a:cubicBezTo>
                    <a:pt x="2059" y="4223"/>
                    <a:pt x="1960" y="4311"/>
                    <a:pt x="1949" y="4427"/>
                  </a:cubicBezTo>
                  <a:cubicBezTo>
                    <a:pt x="1936" y="4552"/>
                    <a:pt x="2027" y="4662"/>
                    <a:pt x="2152" y="4674"/>
                  </a:cubicBezTo>
                  <a:cubicBezTo>
                    <a:pt x="2159" y="4675"/>
                    <a:pt x="2167" y="4675"/>
                    <a:pt x="2174" y="4675"/>
                  </a:cubicBezTo>
                  <a:cubicBezTo>
                    <a:pt x="2181" y="4675"/>
                    <a:pt x="2188" y="4675"/>
                    <a:pt x="2195" y="4674"/>
                  </a:cubicBezTo>
                  <a:lnTo>
                    <a:pt x="4601" y="4674"/>
                  </a:lnTo>
                  <a:cubicBezTo>
                    <a:pt x="4724" y="4674"/>
                    <a:pt x="4826" y="4574"/>
                    <a:pt x="4827" y="4451"/>
                  </a:cubicBezTo>
                  <a:cubicBezTo>
                    <a:pt x="4827" y="4326"/>
                    <a:pt x="4726" y="4224"/>
                    <a:pt x="4601" y="4224"/>
                  </a:cubicBezTo>
                  <a:lnTo>
                    <a:pt x="2195" y="4224"/>
                  </a:lnTo>
                  <a:cubicBezTo>
                    <a:pt x="2187" y="4224"/>
                    <a:pt x="2180" y="4223"/>
                    <a:pt x="2173" y="4223"/>
                  </a:cubicBezTo>
                  <a:close/>
                  <a:moveTo>
                    <a:pt x="9089" y="5103"/>
                  </a:moveTo>
                  <a:cubicBezTo>
                    <a:pt x="8944" y="5103"/>
                    <a:pt x="8826" y="5221"/>
                    <a:pt x="8826" y="5365"/>
                  </a:cubicBezTo>
                  <a:cubicBezTo>
                    <a:pt x="8826" y="5511"/>
                    <a:pt x="8944" y="5627"/>
                    <a:pt x="9089" y="5627"/>
                  </a:cubicBezTo>
                  <a:lnTo>
                    <a:pt x="9092" y="5627"/>
                  </a:lnTo>
                  <a:cubicBezTo>
                    <a:pt x="9234" y="5627"/>
                    <a:pt x="9351" y="5509"/>
                    <a:pt x="9351" y="5365"/>
                  </a:cubicBezTo>
                  <a:cubicBezTo>
                    <a:pt x="9351" y="5221"/>
                    <a:pt x="9233" y="5103"/>
                    <a:pt x="9089" y="5103"/>
                  </a:cubicBezTo>
                  <a:close/>
                  <a:moveTo>
                    <a:pt x="9873" y="5103"/>
                  </a:moveTo>
                  <a:cubicBezTo>
                    <a:pt x="9729" y="5103"/>
                    <a:pt x="9611" y="5221"/>
                    <a:pt x="9611" y="5365"/>
                  </a:cubicBezTo>
                  <a:cubicBezTo>
                    <a:pt x="9611" y="5511"/>
                    <a:pt x="9729" y="5627"/>
                    <a:pt x="9873" y="5627"/>
                  </a:cubicBezTo>
                  <a:lnTo>
                    <a:pt x="9876" y="5627"/>
                  </a:lnTo>
                  <a:cubicBezTo>
                    <a:pt x="10019" y="5627"/>
                    <a:pt x="10135" y="5509"/>
                    <a:pt x="10135" y="5365"/>
                  </a:cubicBezTo>
                  <a:cubicBezTo>
                    <a:pt x="10135" y="5221"/>
                    <a:pt x="10019" y="5103"/>
                    <a:pt x="9873" y="5103"/>
                  </a:cubicBezTo>
                  <a:close/>
                  <a:moveTo>
                    <a:pt x="11446" y="5103"/>
                  </a:moveTo>
                  <a:cubicBezTo>
                    <a:pt x="11301" y="5103"/>
                    <a:pt x="11183" y="5221"/>
                    <a:pt x="11183" y="5365"/>
                  </a:cubicBezTo>
                  <a:cubicBezTo>
                    <a:pt x="11183" y="5511"/>
                    <a:pt x="11301" y="5627"/>
                    <a:pt x="11446" y="5627"/>
                  </a:cubicBezTo>
                  <a:cubicBezTo>
                    <a:pt x="11590" y="5627"/>
                    <a:pt x="11708" y="5511"/>
                    <a:pt x="11708" y="5365"/>
                  </a:cubicBezTo>
                  <a:cubicBezTo>
                    <a:pt x="11708" y="5221"/>
                    <a:pt x="11590" y="5103"/>
                    <a:pt x="11446" y="5103"/>
                  </a:cubicBezTo>
                  <a:close/>
                  <a:moveTo>
                    <a:pt x="12230" y="5103"/>
                  </a:moveTo>
                  <a:cubicBezTo>
                    <a:pt x="12086" y="5103"/>
                    <a:pt x="11968" y="5221"/>
                    <a:pt x="11968" y="5365"/>
                  </a:cubicBezTo>
                  <a:cubicBezTo>
                    <a:pt x="11968" y="5511"/>
                    <a:pt x="12086" y="5627"/>
                    <a:pt x="12230" y="5627"/>
                  </a:cubicBezTo>
                  <a:cubicBezTo>
                    <a:pt x="12375" y="5627"/>
                    <a:pt x="12492" y="5511"/>
                    <a:pt x="12492" y="5365"/>
                  </a:cubicBezTo>
                  <a:cubicBezTo>
                    <a:pt x="12492" y="5221"/>
                    <a:pt x="12375" y="5103"/>
                    <a:pt x="12230" y="5103"/>
                  </a:cubicBezTo>
                  <a:close/>
                  <a:moveTo>
                    <a:pt x="8304" y="5103"/>
                  </a:moveTo>
                  <a:cubicBezTo>
                    <a:pt x="8159" y="5103"/>
                    <a:pt x="8042" y="5221"/>
                    <a:pt x="8042" y="5365"/>
                  </a:cubicBezTo>
                  <a:cubicBezTo>
                    <a:pt x="8042" y="5511"/>
                    <a:pt x="8159" y="5629"/>
                    <a:pt x="8304" y="5629"/>
                  </a:cubicBezTo>
                  <a:lnTo>
                    <a:pt x="8308" y="5629"/>
                  </a:lnTo>
                  <a:cubicBezTo>
                    <a:pt x="8451" y="5626"/>
                    <a:pt x="8566" y="5509"/>
                    <a:pt x="8566" y="5365"/>
                  </a:cubicBezTo>
                  <a:cubicBezTo>
                    <a:pt x="8566" y="5221"/>
                    <a:pt x="8448" y="5103"/>
                    <a:pt x="8304" y="5103"/>
                  </a:cubicBezTo>
                  <a:close/>
                  <a:moveTo>
                    <a:pt x="10661" y="5103"/>
                  </a:moveTo>
                  <a:cubicBezTo>
                    <a:pt x="10515" y="5103"/>
                    <a:pt x="10399" y="5221"/>
                    <a:pt x="10399" y="5365"/>
                  </a:cubicBezTo>
                  <a:cubicBezTo>
                    <a:pt x="10399" y="5508"/>
                    <a:pt x="10512" y="5624"/>
                    <a:pt x="10653" y="5629"/>
                  </a:cubicBezTo>
                  <a:cubicBezTo>
                    <a:pt x="10655" y="5629"/>
                    <a:pt x="10657" y="5629"/>
                    <a:pt x="10659" y="5629"/>
                  </a:cubicBezTo>
                  <a:cubicBezTo>
                    <a:pt x="10802" y="5629"/>
                    <a:pt x="10918" y="5515"/>
                    <a:pt x="10923" y="5372"/>
                  </a:cubicBezTo>
                  <a:lnTo>
                    <a:pt x="10923" y="5365"/>
                  </a:lnTo>
                  <a:cubicBezTo>
                    <a:pt x="10923" y="5221"/>
                    <a:pt x="10805" y="5103"/>
                    <a:pt x="10661" y="5103"/>
                  </a:cubicBezTo>
                  <a:close/>
                  <a:moveTo>
                    <a:pt x="259" y="5270"/>
                  </a:moveTo>
                  <a:cubicBezTo>
                    <a:pt x="134" y="5270"/>
                    <a:pt x="33" y="5371"/>
                    <a:pt x="33" y="5496"/>
                  </a:cubicBezTo>
                  <a:cubicBezTo>
                    <a:pt x="33" y="5621"/>
                    <a:pt x="134" y="5722"/>
                    <a:pt x="259" y="5722"/>
                  </a:cubicBezTo>
                  <a:lnTo>
                    <a:pt x="1173" y="5722"/>
                  </a:lnTo>
                  <a:cubicBezTo>
                    <a:pt x="1297" y="5722"/>
                    <a:pt x="1398" y="5624"/>
                    <a:pt x="1400" y="5500"/>
                  </a:cubicBezTo>
                  <a:lnTo>
                    <a:pt x="1400" y="5496"/>
                  </a:lnTo>
                  <a:cubicBezTo>
                    <a:pt x="1400" y="5371"/>
                    <a:pt x="1298" y="5270"/>
                    <a:pt x="1173" y="5270"/>
                  </a:cubicBezTo>
                  <a:close/>
                  <a:moveTo>
                    <a:pt x="5074" y="5270"/>
                  </a:moveTo>
                  <a:cubicBezTo>
                    <a:pt x="4949" y="5270"/>
                    <a:pt x="4848" y="5371"/>
                    <a:pt x="4848" y="5496"/>
                  </a:cubicBezTo>
                  <a:cubicBezTo>
                    <a:pt x="4848" y="5621"/>
                    <a:pt x="4949" y="5722"/>
                    <a:pt x="5074" y="5722"/>
                  </a:cubicBezTo>
                  <a:lnTo>
                    <a:pt x="7478" y="5722"/>
                  </a:lnTo>
                  <a:cubicBezTo>
                    <a:pt x="7601" y="5722"/>
                    <a:pt x="7702" y="5624"/>
                    <a:pt x="7704" y="5500"/>
                  </a:cubicBezTo>
                  <a:lnTo>
                    <a:pt x="7704" y="5496"/>
                  </a:lnTo>
                  <a:cubicBezTo>
                    <a:pt x="7704" y="5371"/>
                    <a:pt x="7603" y="5270"/>
                    <a:pt x="7478" y="5270"/>
                  </a:cubicBezTo>
                  <a:close/>
                  <a:moveTo>
                    <a:pt x="259" y="6310"/>
                  </a:moveTo>
                  <a:cubicBezTo>
                    <a:pt x="134" y="6310"/>
                    <a:pt x="33" y="6412"/>
                    <a:pt x="33" y="6537"/>
                  </a:cubicBezTo>
                  <a:cubicBezTo>
                    <a:pt x="33" y="6662"/>
                    <a:pt x="134" y="6763"/>
                    <a:pt x="259" y="6763"/>
                  </a:cubicBezTo>
                  <a:lnTo>
                    <a:pt x="1173" y="6763"/>
                  </a:lnTo>
                  <a:cubicBezTo>
                    <a:pt x="1297" y="6763"/>
                    <a:pt x="1398" y="6666"/>
                    <a:pt x="1400" y="6543"/>
                  </a:cubicBezTo>
                  <a:cubicBezTo>
                    <a:pt x="1404" y="6418"/>
                    <a:pt x="1306" y="6313"/>
                    <a:pt x="1181" y="6310"/>
                  </a:cubicBezTo>
                  <a:close/>
                  <a:moveTo>
                    <a:pt x="5074" y="6310"/>
                  </a:moveTo>
                  <a:cubicBezTo>
                    <a:pt x="4949" y="6310"/>
                    <a:pt x="4848" y="6412"/>
                    <a:pt x="4848" y="6537"/>
                  </a:cubicBezTo>
                  <a:cubicBezTo>
                    <a:pt x="4848" y="6662"/>
                    <a:pt x="4949" y="6763"/>
                    <a:pt x="5074" y="6763"/>
                  </a:cubicBezTo>
                  <a:lnTo>
                    <a:pt x="7478" y="6763"/>
                  </a:lnTo>
                  <a:cubicBezTo>
                    <a:pt x="7601" y="6763"/>
                    <a:pt x="7701" y="6666"/>
                    <a:pt x="7704" y="6543"/>
                  </a:cubicBezTo>
                  <a:cubicBezTo>
                    <a:pt x="7707" y="6418"/>
                    <a:pt x="7609" y="6313"/>
                    <a:pt x="7485" y="6310"/>
                  </a:cubicBezTo>
                  <a:close/>
                  <a:moveTo>
                    <a:pt x="8304" y="7262"/>
                  </a:moveTo>
                  <a:cubicBezTo>
                    <a:pt x="8159" y="7262"/>
                    <a:pt x="8042" y="7380"/>
                    <a:pt x="8042" y="7524"/>
                  </a:cubicBezTo>
                  <a:cubicBezTo>
                    <a:pt x="8042" y="7668"/>
                    <a:pt x="8159" y="7786"/>
                    <a:pt x="8304" y="7786"/>
                  </a:cubicBezTo>
                  <a:lnTo>
                    <a:pt x="8308" y="7786"/>
                  </a:lnTo>
                  <a:cubicBezTo>
                    <a:pt x="8453" y="7785"/>
                    <a:pt x="8567" y="7667"/>
                    <a:pt x="8566" y="7524"/>
                  </a:cubicBezTo>
                  <a:cubicBezTo>
                    <a:pt x="8566" y="7380"/>
                    <a:pt x="8450" y="7262"/>
                    <a:pt x="8304" y="7262"/>
                  </a:cubicBezTo>
                  <a:close/>
                  <a:moveTo>
                    <a:pt x="9089" y="7262"/>
                  </a:moveTo>
                  <a:cubicBezTo>
                    <a:pt x="8944" y="7262"/>
                    <a:pt x="8826" y="7380"/>
                    <a:pt x="8826" y="7524"/>
                  </a:cubicBezTo>
                  <a:cubicBezTo>
                    <a:pt x="8826" y="7668"/>
                    <a:pt x="8944" y="7786"/>
                    <a:pt x="9089" y="7786"/>
                  </a:cubicBezTo>
                  <a:lnTo>
                    <a:pt x="9092" y="7786"/>
                  </a:lnTo>
                  <a:cubicBezTo>
                    <a:pt x="9234" y="7786"/>
                    <a:pt x="9352" y="7670"/>
                    <a:pt x="9352" y="7525"/>
                  </a:cubicBezTo>
                  <a:lnTo>
                    <a:pt x="9352" y="7524"/>
                  </a:lnTo>
                  <a:cubicBezTo>
                    <a:pt x="9352" y="7380"/>
                    <a:pt x="9234" y="7262"/>
                    <a:pt x="9089" y="7262"/>
                  </a:cubicBezTo>
                  <a:close/>
                  <a:moveTo>
                    <a:pt x="9875" y="7262"/>
                  </a:moveTo>
                  <a:cubicBezTo>
                    <a:pt x="9729" y="7262"/>
                    <a:pt x="9611" y="7380"/>
                    <a:pt x="9611" y="7524"/>
                  </a:cubicBezTo>
                  <a:cubicBezTo>
                    <a:pt x="9611" y="7668"/>
                    <a:pt x="9729" y="7786"/>
                    <a:pt x="9875" y="7786"/>
                  </a:cubicBezTo>
                  <a:lnTo>
                    <a:pt x="9876" y="7786"/>
                  </a:lnTo>
                  <a:cubicBezTo>
                    <a:pt x="10019" y="7786"/>
                    <a:pt x="10137" y="7670"/>
                    <a:pt x="10137" y="7525"/>
                  </a:cubicBezTo>
                  <a:lnTo>
                    <a:pt x="10137" y="7524"/>
                  </a:lnTo>
                  <a:cubicBezTo>
                    <a:pt x="10137" y="7380"/>
                    <a:pt x="10019" y="7262"/>
                    <a:pt x="9875" y="7262"/>
                  </a:cubicBezTo>
                  <a:close/>
                  <a:moveTo>
                    <a:pt x="11446" y="7262"/>
                  </a:moveTo>
                  <a:cubicBezTo>
                    <a:pt x="11301" y="7262"/>
                    <a:pt x="11183" y="7380"/>
                    <a:pt x="11183" y="7524"/>
                  </a:cubicBezTo>
                  <a:cubicBezTo>
                    <a:pt x="11183" y="7668"/>
                    <a:pt x="11301" y="7786"/>
                    <a:pt x="11446" y="7786"/>
                  </a:cubicBezTo>
                  <a:cubicBezTo>
                    <a:pt x="11446" y="7786"/>
                    <a:pt x="11447" y="7786"/>
                    <a:pt x="11448" y="7786"/>
                  </a:cubicBezTo>
                  <a:cubicBezTo>
                    <a:pt x="11591" y="7786"/>
                    <a:pt x="11708" y="7670"/>
                    <a:pt x="11708" y="7528"/>
                  </a:cubicBezTo>
                  <a:lnTo>
                    <a:pt x="11708" y="7524"/>
                  </a:lnTo>
                  <a:cubicBezTo>
                    <a:pt x="11708" y="7380"/>
                    <a:pt x="11590" y="7262"/>
                    <a:pt x="11446" y="7262"/>
                  </a:cubicBezTo>
                  <a:close/>
                  <a:moveTo>
                    <a:pt x="12230" y="7262"/>
                  </a:moveTo>
                  <a:cubicBezTo>
                    <a:pt x="12086" y="7262"/>
                    <a:pt x="11968" y="7380"/>
                    <a:pt x="11968" y="7524"/>
                  </a:cubicBezTo>
                  <a:cubicBezTo>
                    <a:pt x="11968" y="7668"/>
                    <a:pt x="12086" y="7786"/>
                    <a:pt x="12230" y="7786"/>
                  </a:cubicBezTo>
                  <a:cubicBezTo>
                    <a:pt x="12231" y="7786"/>
                    <a:pt x="12232" y="7786"/>
                    <a:pt x="12233" y="7786"/>
                  </a:cubicBezTo>
                  <a:cubicBezTo>
                    <a:pt x="12376" y="7786"/>
                    <a:pt x="12492" y="7670"/>
                    <a:pt x="12492" y="7528"/>
                  </a:cubicBezTo>
                  <a:lnTo>
                    <a:pt x="12492" y="7524"/>
                  </a:lnTo>
                  <a:cubicBezTo>
                    <a:pt x="12492" y="7380"/>
                    <a:pt x="12376" y="7262"/>
                    <a:pt x="12230" y="7262"/>
                  </a:cubicBezTo>
                  <a:close/>
                  <a:moveTo>
                    <a:pt x="10661" y="7262"/>
                  </a:moveTo>
                  <a:cubicBezTo>
                    <a:pt x="10516" y="7262"/>
                    <a:pt x="10399" y="7380"/>
                    <a:pt x="10399" y="7524"/>
                  </a:cubicBezTo>
                  <a:cubicBezTo>
                    <a:pt x="10399" y="7667"/>
                    <a:pt x="10512" y="7783"/>
                    <a:pt x="10655" y="7786"/>
                  </a:cubicBezTo>
                  <a:cubicBezTo>
                    <a:pt x="10658" y="7786"/>
                    <a:pt x="10660" y="7786"/>
                    <a:pt x="10663" y="7786"/>
                  </a:cubicBezTo>
                  <a:cubicBezTo>
                    <a:pt x="10802" y="7786"/>
                    <a:pt x="10919" y="7676"/>
                    <a:pt x="10923" y="7534"/>
                  </a:cubicBezTo>
                  <a:lnTo>
                    <a:pt x="10923" y="7524"/>
                  </a:lnTo>
                  <a:cubicBezTo>
                    <a:pt x="10923" y="7380"/>
                    <a:pt x="10805" y="7262"/>
                    <a:pt x="10661" y="7262"/>
                  </a:cubicBezTo>
                  <a:close/>
                  <a:moveTo>
                    <a:pt x="259" y="7363"/>
                  </a:moveTo>
                  <a:cubicBezTo>
                    <a:pt x="134" y="7363"/>
                    <a:pt x="33" y="7464"/>
                    <a:pt x="33" y="7589"/>
                  </a:cubicBezTo>
                  <a:cubicBezTo>
                    <a:pt x="33" y="7715"/>
                    <a:pt x="134" y="7816"/>
                    <a:pt x="259" y="7816"/>
                  </a:cubicBezTo>
                  <a:lnTo>
                    <a:pt x="1173" y="7816"/>
                  </a:lnTo>
                  <a:cubicBezTo>
                    <a:pt x="1298" y="7816"/>
                    <a:pt x="1400" y="7715"/>
                    <a:pt x="1400" y="7589"/>
                  </a:cubicBezTo>
                  <a:cubicBezTo>
                    <a:pt x="1401" y="7466"/>
                    <a:pt x="1301" y="7365"/>
                    <a:pt x="1178" y="7363"/>
                  </a:cubicBezTo>
                  <a:close/>
                  <a:moveTo>
                    <a:pt x="5074" y="7363"/>
                  </a:moveTo>
                  <a:cubicBezTo>
                    <a:pt x="4949" y="7363"/>
                    <a:pt x="4848" y="7464"/>
                    <a:pt x="4848" y="7589"/>
                  </a:cubicBezTo>
                  <a:cubicBezTo>
                    <a:pt x="4848" y="7715"/>
                    <a:pt x="4949" y="7816"/>
                    <a:pt x="5074" y="7816"/>
                  </a:cubicBezTo>
                  <a:lnTo>
                    <a:pt x="7478" y="7816"/>
                  </a:lnTo>
                  <a:cubicBezTo>
                    <a:pt x="7603" y="7816"/>
                    <a:pt x="7704" y="7715"/>
                    <a:pt x="7704" y="7589"/>
                  </a:cubicBezTo>
                  <a:cubicBezTo>
                    <a:pt x="7705" y="7466"/>
                    <a:pt x="7606" y="7365"/>
                    <a:pt x="7482" y="736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033;p40">
              <a:extLst>
                <a:ext uri="{FF2B5EF4-FFF2-40B4-BE49-F238E27FC236}">
                  <a16:creationId xmlns:a16="http://schemas.microsoft.com/office/drawing/2014/main" id="{76E070DA-32F5-132A-80F7-BF6522FF79B8}"/>
                </a:ext>
              </a:extLst>
            </p:cNvPr>
            <p:cNvSpPr/>
            <p:nvPr/>
          </p:nvSpPr>
          <p:spPr>
            <a:xfrm>
              <a:off x="4530125" y="3410550"/>
              <a:ext cx="312325" cy="195425"/>
            </a:xfrm>
            <a:custGeom>
              <a:avLst/>
              <a:gdLst/>
              <a:ahLst/>
              <a:cxnLst/>
              <a:rect l="l" t="t" r="r" b="b"/>
              <a:pathLst>
                <a:path w="12493" h="7817" extrusionOk="0">
                  <a:moveTo>
                    <a:pt x="237" y="38"/>
                  </a:moveTo>
                  <a:cubicBezTo>
                    <a:pt x="229" y="38"/>
                    <a:pt x="222" y="39"/>
                    <a:pt x="215" y="39"/>
                  </a:cubicBezTo>
                  <a:cubicBezTo>
                    <a:pt x="91" y="51"/>
                    <a:pt x="0" y="161"/>
                    <a:pt x="12" y="287"/>
                  </a:cubicBezTo>
                  <a:cubicBezTo>
                    <a:pt x="23" y="403"/>
                    <a:pt x="121" y="490"/>
                    <a:pt x="237" y="490"/>
                  </a:cubicBezTo>
                  <a:cubicBezTo>
                    <a:pt x="244" y="490"/>
                    <a:pt x="252" y="490"/>
                    <a:pt x="259" y="489"/>
                  </a:cubicBezTo>
                  <a:lnTo>
                    <a:pt x="1173" y="489"/>
                  </a:lnTo>
                  <a:cubicBezTo>
                    <a:pt x="1181" y="490"/>
                    <a:pt x="1188" y="490"/>
                    <a:pt x="1196" y="490"/>
                  </a:cubicBezTo>
                  <a:cubicBezTo>
                    <a:pt x="1203" y="490"/>
                    <a:pt x="1211" y="490"/>
                    <a:pt x="1218" y="489"/>
                  </a:cubicBezTo>
                  <a:cubicBezTo>
                    <a:pt x="1342" y="477"/>
                    <a:pt x="1432" y="367"/>
                    <a:pt x="1421" y="242"/>
                  </a:cubicBezTo>
                  <a:cubicBezTo>
                    <a:pt x="1409" y="126"/>
                    <a:pt x="1311" y="38"/>
                    <a:pt x="1195" y="38"/>
                  </a:cubicBezTo>
                  <a:cubicBezTo>
                    <a:pt x="1188" y="38"/>
                    <a:pt x="1181" y="39"/>
                    <a:pt x="1173" y="39"/>
                  </a:cubicBezTo>
                  <a:lnTo>
                    <a:pt x="259" y="39"/>
                  </a:lnTo>
                  <a:cubicBezTo>
                    <a:pt x="252" y="39"/>
                    <a:pt x="244" y="38"/>
                    <a:pt x="237" y="38"/>
                  </a:cubicBezTo>
                  <a:close/>
                  <a:moveTo>
                    <a:pt x="2173" y="38"/>
                  </a:moveTo>
                  <a:cubicBezTo>
                    <a:pt x="2059" y="38"/>
                    <a:pt x="1960" y="126"/>
                    <a:pt x="1949" y="242"/>
                  </a:cubicBezTo>
                  <a:cubicBezTo>
                    <a:pt x="1936" y="367"/>
                    <a:pt x="2027" y="477"/>
                    <a:pt x="2152" y="489"/>
                  </a:cubicBezTo>
                  <a:cubicBezTo>
                    <a:pt x="2159" y="490"/>
                    <a:pt x="2167" y="490"/>
                    <a:pt x="2174" y="490"/>
                  </a:cubicBezTo>
                  <a:cubicBezTo>
                    <a:pt x="2181" y="490"/>
                    <a:pt x="2188" y="490"/>
                    <a:pt x="2195" y="489"/>
                  </a:cubicBezTo>
                  <a:lnTo>
                    <a:pt x="4601" y="489"/>
                  </a:lnTo>
                  <a:cubicBezTo>
                    <a:pt x="4724" y="489"/>
                    <a:pt x="4826" y="389"/>
                    <a:pt x="4827" y="266"/>
                  </a:cubicBezTo>
                  <a:cubicBezTo>
                    <a:pt x="4827" y="141"/>
                    <a:pt x="4726" y="39"/>
                    <a:pt x="4601" y="39"/>
                  </a:cubicBezTo>
                  <a:lnTo>
                    <a:pt x="2195" y="39"/>
                  </a:lnTo>
                  <a:cubicBezTo>
                    <a:pt x="2187" y="39"/>
                    <a:pt x="2180" y="38"/>
                    <a:pt x="2173" y="38"/>
                  </a:cubicBezTo>
                  <a:close/>
                  <a:moveTo>
                    <a:pt x="5625" y="1"/>
                  </a:moveTo>
                  <a:cubicBezTo>
                    <a:pt x="5479" y="1"/>
                    <a:pt x="5362" y="117"/>
                    <a:pt x="5360" y="261"/>
                  </a:cubicBezTo>
                  <a:cubicBezTo>
                    <a:pt x="5359" y="406"/>
                    <a:pt x="5475" y="525"/>
                    <a:pt x="5621" y="526"/>
                  </a:cubicBezTo>
                  <a:lnTo>
                    <a:pt x="5622" y="526"/>
                  </a:lnTo>
                  <a:cubicBezTo>
                    <a:pt x="5767" y="526"/>
                    <a:pt x="5883" y="410"/>
                    <a:pt x="5884" y="266"/>
                  </a:cubicBezTo>
                  <a:cubicBezTo>
                    <a:pt x="5886" y="121"/>
                    <a:pt x="5770" y="2"/>
                    <a:pt x="5625" y="1"/>
                  </a:cubicBezTo>
                  <a:close/>
                  <a:moveTo>
                    <a:pt x="6410" y="1"/>
                  </a:moveTo>
                  <a:cubicBezTo>
                    <a:pt x="6264" y="1"/>
                    <a:pt x="6146" y="117"/>
                    <a:pt x="6145" y="261"/>
                  </a:cubicBezTo>
                  <a:cubicBezTo>
                    <a:pt x="6143" y="406"/>
                    <a:pt x="6260" y="525"/>
                    <a:pt x="6405" y="526"/>
                  </a:cubicBezTo>
                  <a:lnTo>
                    <a:pt x="6407" y="526"/>
                  </a:lnTo>
                  <a:cubicBezTo>
                    <a:pt x="6551" y="526"/>
                    <a:pt x="6668" y="410"/>
                    <a:pt x="6669" y="266"/>
                  </a:cubicBezTo>
                  <a:cubicBezTo>
                    <a:pt x="6671" y="121"/>
                    <a:pt x="6554" y="2"/>
                    <a:pt x="6410" y="1"/>
                  </a:cubicBezTo>
                  <a:close/>
                  <a:moveTo>
                    <a:pt x="7195" y="1"/>
                  </a:moveTo>
                  <a:cubicBezTo>
                    <a:pt x="7050" y="1"/>
                    <a:pt x="6931" y="117"/>
                    <a:pt x="6930" y="261"/>
                  </a:cubicBezTo>
                  <a:cubicBezTo>
                    <a:pt x="6928" y="406"/>
                    <a:pt x="7046" y="525"/>
                    <a:pt x="7190" y="526"/>
                  </a:cubicBezTo>
                  <a:lnTo>
                    <a:pt x="7192" y="526"/>
                  </a:lnTo>
                  <a:cubicBezTo>
                    <a:pt x="7336" y="526"/>
                    <a:pt x="7454" y="410"/>
                    <a:pt x="7454" y="266"/>
                  </a:cubicBezTo>
                  <a:lnTo>
                    <a:pt x="7455" y="266"/>
                  </a:lnTo>
                  <a:cubicBezTo>
                    <a:pt x="7455" y="121"/>
                    <a:pt x="7339" y="2"/>
                    <a:pt x="7195" y="1"/>
                  </a:cubicBezTo>
                  <a:close/>
                  <a:moveTo>
                    <a:pt x="7979" y="1"/>
                  </a:moveTo>
                  <a:cubicBezTo>
                    <a:pt x="7835" y="1"/>
                    <a:pt x="7716" y="117"/>
                    <a:pt x="7714" y="261"/>
                  </a:cubicBezTo>
                  <a:cubicBezTo>
                    <a:pt x="7714" y="406"/>
                    <a:pt x="7830" y="525"/>
                    <a:pt x="7975" y="526"/>
                  </a:cubicBezTo>
                  <a:lnTo>
                    <a:pt x="7976" y="526"/>
                  </a:lnTo>
                  <a:cubicBezTo>
                    <a:pt x="8121" y="526"/>
                    <a:pt x="8238" y="410"/>
                    <a:pt x="8240" y="266"/>
                  </a:cubicBezTo>
                  <a:cubicBezTo>
                    <a:pt x="8240" y="121"/>
                    <a:pt x="8124" y="2"/>
                    <a:pt x="7979" y="1"/>
                  </a:cubicBezTo>
                  <a:close/>
                  <a:moveTo>
                    <a:pt x="8764" y="1"/>
                  </a:moveTo>
                  <a:cubicBezTo>
                    <a:pt x="8620" y="1"/>
                    <a:pt x="8500" y="117"/>
                    <a:pt x="8499" y="261"/>
                  </a:cubicBezTo>
                  <a:cubicBezTo>
                    <a:pt x="8499" y="406"/>
                    <a:pt x="8615" y="525"/>
                    <a:pt x="8759" y="526"/>
                  </a:cubicBezTo>
                  <a:lnTo>
                    <a:pt x="8762" y="526"/>
                  </a:lnTo>
                  <a:cubicBezTo>
                    <a:pt x="8905" y="526"/>
                    <a:pt x="9023" y="410"/>
                    <a:pt x="9025" y="266"/>
                  </a:cubicBezTo>
                  <a:cubicBezTo>
                    <a:pt x="9026" y="121"/>
                    <a:pt x="8908" y="2"/>
                    <a:pt x="8764" y="1"/>
                  </a:cubicBezTo>
                  <a:close/>
                  <a:moveTo>
                    <a:pt x="9549" y="1"/>
                  </a:moveTo>
                  <a:cubicBezTo>
                    <a:pt x="9404" y="1"/>
                    <a:pt x="9285" y="117"/>
                    <a:pt x="9285" y="261"/>
                  </a:cubicBezTo>
                  <a:cubicBezTo>
                    <a:pt x="9284" y="406"/>
                    <a:pt x="9400" y="525"/>
                    <a:pt x="9544" y="526"/>
                  </a:cubicBezTo>
                  <a:lnTo>
                    <a:pt x="9547" y="526"/>
                  </a:lnTo>
                  <a:cubicBezTo>
                    <a:pt x="9687" y="522"/>
                    <a:pt x="9799" y="406"/>
                    <a:pt x="9800" y="266"/>
                  </a:cubicBezTo>
                  <a:lnTo>
                    <a:pt x="9809" y="266"/>
                  </a:lnTo>
                  <a:cubicBezTo>
                    <a:pt x="9811" y="121"/>
                    <a:pt x="9693" y="2"/>
                    <a:pt x="9549" y="1"/>
                  </a:cubicBezTo>
                  <a:close/>
                  <a:moveTo>
                    <a:pt x="259" y="1085"/>
                  </a:moveTo>
                  <a:cubicBezTo>
                    <a:pt x="134" y="1085"/>
                    <a:pt x="33" y="1186"/>
                    <a:pt x="33" y="1311"/>
                  </a:cubicBezTo>
                  <a:cubicBezTo>
                    <a:pt x="33" y="1436"/>
                    <a:pt x="134" y="1536"/>
                    <a:pt x="259" y="1536"/>
                  </a:cubicBezTo>
                  <a:lnTo>
                    <a:pt x="1173" y="1536"/>
                  </a:lnTo>
                  <a:cubicBezTo>
                    <a:pt x="1174" y="1536"/>
                    <a:pt x="1175" y="1536"/>
                    <a:pt x="1176" y="1536"/>
                  </a:cubicBezTo>
                  <a:cubicBezTo>
                    <a:pt x="1298" y="1536"/>
                    <a:pt x="1398" y="1438"/>
                    <a:pt x="1400" y="1314"/>
                  </a:cubicBezTo>
                  <a:lnTo>
                    <a:pt x="1400" y="1311"/>
                  </a:lnTo>
                  <a:cubicBezTo>
                    <a:pt x="1400" y="1186"/>
                    <a:pt x="1298" y="1085"/>
                    <a:pt x="1173" y="1085"/>
                  </a:cubicBezTo>
                  <a:close/>
                  <a:moveTo>
                    <a:pt x="2195" y="1085"/>
                  </a:moveTo>
                  <a:cubicBezTo>
                    <a:pt x="2071" y="1085"/>
                    <a:pt x="1970" y="1186"/>
                    <a:pt x="1970" y="1311"/>
                  </a:cubicBezTo>
                  <a:cubicBezTo>
                    <a:pt x="1970" y="1436"/>
                    <a:pt x="2071" y="1537"/>
                    <a:pt x="2195" y="1537"/>
                  </a:cubicBezTo>
                  <a:lnTo>
                    <a:pt x="4601" y="1537"/>
                  </a:lnTo>
                  <a:cubicBezTo>
                    <a:pt x="4726" y="1537"/>
                    <a:pt x="4827" y="1436"/>
                    <a:pt x="4827" y="1311"/>
                  </a:cubicBezTo>
                  <a:cubicBezTo>
                    <a:pt x="4826" y="1186"/>
                    <a:pt x="4726" y="1086"/>
                    <a:pt x="4601" y="1085"/>
                  </a:cubicBezTo>
                  <a:close/>
                  <a:moveTo>
                    <a:pt x="2195" y="2131"/>
                  </a:moveTo>
                  <a:cubicBezTo>
                    <a:pt x="2071" y="2131"/>
                    <a:pt x="1970" y="2233"/>
                    <a:pt x="1970" y="2358"/>
                  </a:cubicBezTo>
                  <a:cubicBezTo>
                    <a:pt x="1970" y="2483"/>
                    <a:pt x="2071" y="2584"/>
                    <a:pt x="2195" y="2584"/>
                  </a:cubicBezTo>
                  <a:lnTo>
                    <a:pt x="4601" y="2584"/>
                  </a:lnTo>
                  <a:cubicBezTo>
                    <a:pt x="4726" y="2584"/>
                    <a:pt x="4827" y="2483"/>
                    <a:pt x="4827" y="2358"/>
                  </a:cubicBezTo>
                  <a:cubicBezTo>
                    <a:pt x="4826" y="2233"/>
                    <a:pt x="4726" y="2133"/>
                    <a:pt x="4601" y="2131"/>
                  </a:cubicBezTo>
                  <a:close/>
                  <a:moveTo>
                    <a:pt x="259" y="2131"/>
                  </a:moveTo>
                  <a:cubicBezTo>
                    <a:pt x="134" y="2131"/>
                    <a:pt x="33" y="2233"/>
                    <a:pt x="33" y="2358"/>
                  </a:cubicBezTo>
                  <a:cubicBezTo>
                    <a:pt x="33" y="2483"/>
                    <a:pt x="134" y="2584"/>
                    <a:pt x="259" y="2584"/>
                  </a:cubicBezTo>
                  <a:lnTo>
                    <a:pt x="1173" y="2584"/>
                  </a:lnTo>
                  <a:cubicBezTo>
                    <a:pt x="1174" y="2584"/>
                    <a:pt x="1175" y="2584"/>
                    <a:pt x="1176" y="2584"/>
                  </a:cubicBezTo>
                  <a:cubicBezTo>
                    <a:pt x="1298" y="2584"/>
                    <a:pt x="1398" y="2485"/>
                    <a:pt x="1400" y="2362"/>
                  </a:cubicBezTo>
                  <a:lnTo>
                    <a:pt x="1400" y="2358"/>
                  </a:lnTo>
                  <a:cubicBezTo>
                    <a:pt x="1400" y="2233"/>
                    <a:pt x="1298" y="2131"/>
                    <a:pt x="1173" y="2131"/>
                  </a:cubicBezTo>
                  <a:close/>
                  <a:moveTo>
                    <a:pt x="5622" y="2096"/>
                  </a:moveTo>
                  <a:cubicBezTo>
                    <a:pt x="5478" y="2096"/>
                    <a:pt x="5360" y="2213"/>
                    <a:pt x="5360" y="2358"/>
                  </a:cubicBezTo>
                  <a:cubicBezTo>
                    <a:pt x="5360" y="2502"/>
                    <a:pt x="5478" y="2620"/>
                    <a:pt x="5622" y="2620"/>
                  </a:cubicBezTo>
                  <a:cubicBezTo>
                    <a:pt x="5768" y="2620"/>
                    <a:pt x="5886" y="2502"/>
                    <a:pt x="5886" y="2358"/>
                  </a:cubicBezTo>
                  <a:cubicBezTo>
                    <a:pt x="5886" y="2213"/>
                    <a:pt x="5768" y="2096"/>
                    <a:pt x="5622" y="2096"/>
                  </a:cubicBezTo>
                  <a:close/>
                  <a:moveTo>
                    <a:pt x="6408" y="2096"/>
                  </a:moveTo>
                  <a:cubicBezTo>
                    <a:pt x="6263" y="2096"/>
                    <a:pt x="6145" y="2213"/>
                    <a:pt x="6145" y="2358"/>
                  </a:cubicBezTo>
                  <a:cubicBezTo>
                    <a:pt x="6145" y="2502"/>
                    <a:pt x="6263" y="2620"/>
                    <a:pt x="6408" y="2620"/>
                  </a:cubicBezTo>
                  <a:cubicBezTo>
                    <a:pt x="6553" y="2620"/>
                    <a:pt x="6671" y="2502"/>
                    <a:pt x="6671" y="2358"/>
                  </a:cubicBezTo>
                  <a:cubicBezTo>
                    <a:pt x="6671" y="2213"/>
                    <a:pt x="6553" y="2096"/>
                    <a:pt x="6408" y="2096"/>
                  </a:cubicBezTo>
                  <a:close/>
                  <a:moveTo>
                    <a:pt x="7193" y="2096"/>
                  </a:moveTo>
                  <a:cubicBezTo>
                    <a:pt x="7047" y="2096"/>
                    <a:pt x="6931" y="2213"/>
                    <a:pt x="6931" y="2358"/>
                  </a:cubicBezTo>
                  <a:cubicBezTo>
                    <a:pt x="6931" y="2502"/>
                    <a:pt x="7047" y="2620"/>
                    <a:pt x="7193" y="2620"/>
                  </a:cubicBezTo>
                  <a:cubicBezTo>
                    <a:pt x="7338" y="2620"/>
                    <a:pt x="7455" y="2502"/>
                    <a:pt x="7455" y="2358"/>
                  </a:cubicBezTo>
                  <a:cubicBezTo>
                    <a:pt x="7455" y="2213"/>
                    <a:pt x="7338" y="2096"/>
                    <a:pt x="7193" y="2096"/>
                  </a:cubicBezTo>
                  <a:close/>
                  <a:moveTo>
                    <a:pt x="7978" y="2096"/>
                  </a:moveTo>
                  <a:cubicBezTo>
                    <a:pt x="7833" y="2096"/>
                    <a:pt x="7716" y="2213"/>
                    <a:pt x="7716" y="2358"/>
                  </a:cubicBezTo>
                  <a:cubicBezTo>
                    <a:pt x="7716" y="2502"/>
                    <a:pt x="7833" y="2620"/>
                    <a:pt x="7978" y="2620"/>
                  </a:cubicBezTo>
                  <a:cubicBezTo>
                    <a:pt x="8122" y="2620"/>
                    <a:pt x="8240" y="2502"/>
                    <a:pt x="8240" y="2358"/>
                  </a:cubicBezTo>
                  <a:cubicBezTo>
                    <a:pt x="8240" y="2213"/>
                    <a:pt x="8122" y="2096"/>
                    <a:pt x="7978" y="2096"/>
                  </a:cubicBezTo>
                  <a:close/>
                  <a:moveTo>
                    <a:pt x="8762" y="2096"/>
                  </a:moveTo>
                  <a:cubicBezTo>
                    <a:pt x="8618" y="2096"/>
                    <a:pt x="8500" y="2213"/>
                    <a:pt x="8500" y="2358"/>
                  </a:cubicBezTo>
                  <a:cubicBezTo>
                    <a:pt x="8500" y="2502"/>
                    <a:pt x="8618" y="2620"/>
                    <a:pt x="8762" y="2620"/>
                  </a:cubicBezTo>
                  <a:cubicBezTo>
                    <a:pt x="8907" y="2620"/>
                    <a:pt x="9025" y="2502"/>
                    <a:pt x="9025" y="2358"/>
                  </a:cubicBezTo>
                  <a:cubicBezTo>
                    <a:pt x="9025" y="2213"/>
                    <a:pt x="8907" y="2096"/>
                    <a:pt x="8762" y="2096"/>
                  </a:cubicBezTo>
                  <a:close/>
                  <a:moveTo>
                    <a:pt x="9547" y="2096"/>
                  </a:moveTo>
                  <a:cubicBezTo>
                    <a:pt x="9403" y="2096"/>
                    <a:pt x="9285" y="2213"/>
                    <a:pt x="9285" y="2358"/>
                  </a:cubicBezTo>
                  <a:cubicBezTo>
                    <a:pt x="9285" y="2502"/>
                    <a:pt x="9403" y="2620"/>
                    <a:pt x="9547" y="2620"/>
                  </a:cubicBezTo>
                  <a:cubicBezTo>
                    <a:pt x="9689" y="2615"/>
                    <a:pt x="9802" y="2499"/>
                    <a:pt x="9802" y="2358"/>
                  </a:cubicBezTo>
                  <a:lnTo>
                    <a:pt x="9809" y="2358"/>
                  </a:lnTo>
                  <a:cubicBezTo>
                    <a:pt x="9809" y="2213"/>
                    <a:pt x="9692" y="2096"/>
                    <a:pt x="9547" y="2096"/>
                  </a:cubicBezTo>
                  <a:close/>
                  <a:moveTo>
                    <a:pt x="259" y="3178"/>
                  </a:moveTo>
                  <a:cubicBezTo>
                    <a:pt x="134" y="3178"/>
                    <a:pt x="33" y="3279"/>
                    <a:pt x="33" y="3404"/>
                  </a:cubicBezTo>
                  <a:cubicBezTo>
                    <a:pt x="33" y="3529"/>
                    <a:pt x="134" y="3631"/>
                    <a:pt x="259" y="3631"/>
                  </a:cubicBezTo>
                  <a:lnTo>
                    <a:pt x="1173" y="3631"/>
                  </a:lnTo>
                  <a:cubicBezTo>
                    <a:pt x="1298" y="3631"/>
                    <a:pt x="1400" y="3529"/>
                    <a:pt x="1400" y="3404"/>
                  </a:cubicBezTo>
                  <a:cubicBezTo>
                    <a:pt x="1401" y="3281"/>
                    <a:pt x="1301" y="3180"/>
                    <a:pt x="1178" y="3178"/>
                  </a:cubicBezTo>
                  <a:close/>
                  <a:moveTo>
                    <a:pt x="2195" y="3178"/>
                  </a:moveTo>
                  <a:cubicBezTo>
                    <a:pt x="2071" y="3178"/>
                    <a:pt x="1970" y="3279"/>
                    <a:pt x="1970" y="3404"/>
                  </a:cubicBezTo>
                  <a:cubicBezTo>
                    <a:pt x="1970" y="3529"/>
                    <a:pt x="2071" y="3631"/>
                    <a:pt x="2195" y="3631"/>
                  </a:cubicBezTo>
                  <a:lnTo>
                    <a:pt x="4601" y="3631"/>
                  </a:lnTo>
                  <a:cubicBezTo>
                    <a:pt x="4726" y="3629"/>
                    <a:pt x="4826" y="3529"/>
                    <a:pt x="4827" y="3404"/>
                  </a:cubicBezTo>
                  <a:cubicBezTo>
                    <a:pt x="4827" y="3279"/>
                    <a:pt x="4726" y="3178"/>
                    <a:pt x="4601" y="3178"/>
                  </a:cubicBezTo>
                  <a:close/>
                  <a:moveTo>
                    <a:pt x="259" y="4226"/>
                  </a:moveTo>
                  <a:cubicBezTo>
                    <a:pt x="134" y="4226"/>
                    <a:pt x="33" y="4327"/>
                    <a:pt x="33" y="4451"/>
                  </a:cubicBezTo>
                  <a:cubicBezTo>
                    <a:pt x="33" y="4576"/>
                    <a:pt x="134" y="4677"/>
                    <a:pt x="259" y="4677"/>
                  </a:cubicBezTo>
                  <a:lnTo>
                    <a:pt x="1173" y="4677"/>
                  </a:lnTo>
                  <a:cubicBezTo>
                    <a:pt x="1298" y="4677"/>
                    <a:pt x="1400" y="4576"/>
                    <a:pt x="1400" y="4451"/>
                  </a:cubicBezTo>
                  <a:cubicBezTo>
                    <a:pt x="1401" y="4327"/>
                    <a:pt x="1301" y="4226"/>
                    <a:pt x="1178" y="4226"/>
                  </a:cubicBezTo>
                  <a:close/>
                  <a:moveTo>
                    <a:pt x="2195" y="4226"/>
                  </a:moveTo>
                  <a:cubicBezTo>
                    <a:pt x="2071" y="4226"/>
                    <a:pt x="1970" y="4327"/>
                    <a:pt x="1970" y="4451"/>
                  </a:cubicBezTo>
                  <a:cubicBezTo>
                    <a:pt x="1970" y="4576"/>
                    <a:pt x="2071" y="4677"/>
                    <a:pt x="2195" y="4677"/>
                  </a:cubicBezTo>
                  <a:lnTo>
                    <a:pt x="4601" y="4677"/>
                  </a:lnTo>
                  <a:cubicBezTo>
                    <a:pt x="4726" y="4677"/>
                    <a:pt x="4826" y="4576"/>
                    <a:pt x="4827" y="4451"/>
                  </a:cubicBezTo>
                  <a:cubicBezTo>
                    <a:pt x="4827" y="4327"/>
                    <a:pt x="4726" y="4226"/>
                    <a:pt x="4601" y="4226"/>
                  </a:cubicBezTo>
                  <a:close/>
                  <a:moveTo>
                    <a:pt x="8303" y="5100"/>
                  </a:moveTo>
                  <a:cubicBezTo>
                    <a:pt x="8161" y="5100"/>
                    <a:pt x="8045" y="5215"/>
                    <a:pt x="8042" y="5358"/>
                  </a:cubicBezTo>
                  <a:cubicBezTo>
                    <a:pt x="8039" y="5502"/>
                    <a:pt x="8155" y="5621"/>
                    <a:pt x="8299" y="5624"/>
                  </a:cubicBezTo>
                  <a:lnTo>
                    <a:pt x="8308" y="5624"/>
                  </a:lnTo>
                  <a:cubicBezTo>
                    <a:pt x="8450" y="5623"/>
                    <a:pt x="8564" y="5508"/>
                    <a:pt x="8566" y="5367"/>
                  </a:cubicBezTo>
                  <a:cubicBezTo>
                    <a:pt x="8569" y="5222"/>
                    <a:pt x="8453" y="5102"/>
                    <a:pt x="8308" y="5100"/>
                  </a:cubicBezTo>
                  <a:cubicBezTo>
                    <a:pt x="8307" y="5100"/>
                    <a:pt x="8305" y="5100"/>
                    <a:pt x="8303" y="5100"/>
                  </a:cubicBezTo>
                  <a:close/>
                  <a:moveTo>
                    <a:pt x="10660" y="5100"/>
                  </a:moveTo>
                  <a:cubicBezTo>
                    <a:pt x="10516" y="5100"/>
                    <a:pt x="10400" y="5215"/>
                    <a:pt x="10399" y="5358"/>
                  </a:cubicBezTo>
                  <a:cubicBezTo>
                    <a:pt x="10396" y="5502"/>
                    <a:pt x="10510" y="5621"/>
                    <a:pt x="10653" y="5624"/>
                  </a:cubicBezTo>
                  <a:cubicBezTo>
                    <a:pt x="10655" y="5624"/>
                    <a:pt x="10657" y="5624"/>
                    <a:pt x="10659" y="5624"/>
                  </a:cubicBezTo>
                  <a:cubicBezTo>
                    <a:pt x="10802" y="5624"/>
                    <a:pt x="10918" y="5512"/>
                    <a:pt x="10923" y="5368"/>
                  </a:cubicBezTo>
                  <a:lnTo>
                    <a:pt x="10923" y="5367"/>
                  </a:lnTo>
                  <a:cubicBezTo>
                    <a:pt x="10924" y="5222"/>
                    <a:pt x="10810" y="5102"/>
                    <a:pt x="10665" y="5100"/>
                  </a:cubicBezTo>
                  <a:cubicBezTo>
                    <a:pt x="10663" y="5100"/>
                    <a:pt x="10662" y="5100"/>
                    <a:pt x="10660" y="5100"/>
                  </a:cubicBezTo>
                  <a:close/>
                  <a:moveTo>
                    <a:pt x="9089" y="5105"/>
                  </a:moveTo>
                  <a:cubicBezTo>
                    <a:pt x="8944" y="5105"/>
                    <a:pt x="8826" y="5222"/>
                    <a:pt x="8826" y="5367"/>
                  </a:cubicBezTo>
                  <a:cubicBezTo>
                    <a:pt x="8826" y="5511"/>
                    <a:pt x="8944" y="5629"/>
                    <a:pt x="9089" y="5629"/>
                  </a:cubicBezTo>
                  <a:lnTo>
                    <a:pt x="9092" y="5629"/>
                  </a:lnTo>
                  <a:cubicBezTo>
                    <a:pt x="9234" y="5627"/>
                    <a:pt x="9351" y="5511"/>
                    <a:pt x="9351" y="5367"/>
                  </a:cubicBezTo>
                  <a:cubicBezTo>
                    <a:pt x="9351" y="5222"/>
                    <a:pt x="9233" y="5105"/>
                    <a:pt x="9089" y="5105"/>
                  </a:cubicBezTo>
                  <a:close/>
                  <a:moveTo>
                    <a:pt x="9873" y="5105"/>
                  </a:moveTo>
                  <a:cubicBezTo>
                    <a:pt x="9729" y="5105"/>
                    <a:pt x="9611" y="5222"/>
                    <a:pt x="9611" y="5367"/>
                  </a:cubicBezTo>
                  <a:cubicBezTo>
                    <a:pt x="9611" y="5511"/>
                    <a:pt x="9729" y="5629"/>
                    <a:pt x="9873" y="5629"/>
                  </a:cubicBezTo>
                  <a:lnTo>
                    <a:pt x="9876" y="5629"/>
                  </a:lnTo>
                  <a:cubicBezTo>
                    <a:pt x="10019" y="5627"/>
                    <a:pt x="10135" y="5511"/>
                    <a:pt x="10135" y="5367"/>
                  </a:cubicBezTo>
                  <a:cubicBezTo>
                    <a:pt x="10135" y="5222"/>
                    <a:pt x="10019" y="5105"/>
                    <a:pt x="9873" y="5105"/>
                  </a:cubicBezTo>
                  <a:close/>
                  <a:moveTo>
                    <a:pt x="11446" y="5105"/>
                  </a:moveTo>
                  <a:cubicBezTo>
                    <a:pt x="11301" y="5105"/>
                    <a:pt x="11183" y="5222"/>
                    <a:pt x="11183" y="5367"/>
                  </a:cubicBezTo>
                  <a:cubicBezTo>
                    <a:pt x="11183" y="5511"/>
                    <a:pt x="11301" y="5629"/>
                    <a:pt x="11446" y="5629"/>
                  </a:cubicBezTo>
                  <a:cubicBezTo>
                    <a:pt x="11590" y="5629"/>
                    <a:pt x="11708" y="5511"/>
                    <a:pt x="11708" y="5367"/>
                  </a:cubicBezTo>
                  <a:cubicBezTo>
                    <a:pt x="11708" y="5222"/>
                    <a:pt x="11590" y="5105"/>
                    <a:pt x="11446" y="5105"/>
                  </a:cubicBezTo>
                  <a:close/>
                  <a:moveTo>
                    <a:pt x="12230" y="5105"/>
                  </a:moveTo>
                  <a:cubicBezTo>
                    <a:pt x="12086" y="5105"/>
                    <a:pt x="11968" y="5222"/>
                    <a:pt x="11968" y="5367"/>
                  </a:cubicBezTo>
                  <a:cubicBezTo>
                    <a:pt x="11968" y="5511"/>
                    <a:pt x="12086" y="5629"/>
                    <a:pt x="12230" y="5629"/>
                  </a:cubicBezTo>
                  <a:cubicBezTo>
                    <a:pt x="12375" y="5629"/>
                    <a:pt x="12492" y="5511"/>
                    <a:pt x="12492" y="5367"/>
                  </a:cubicBezTo>
                  <a:cubicBezTo>
                    <a:pt x="12492" y="5222"/>
                    <a:pt x="12375" y="5105"/>
                    <a:pt x="12230" y="5105"/>
                  </a:cubicBezTo>
                  <a:close/>
                  <a:moveTo>
                    <a:pt x="237" y="5272"/>
                  </a:moveTo>
                  <a:cubicBezTo>
                    <a:pt x="121" y="5272"/>
                    <a:pt x="23" y="5359"/>
                    <a:pt x="12" y="5475"/>
                  </a:cubicBezTo>
                  <a:cubicBezTo>
                    <a:pt x="0" y="5601"/>
                    <a:pt x="91" y="5711"/>
                    <a:pt x="215" y="5723"/>
                  </a:cubicBezTo>
                  <a:cubicBezTo>
                    <a:pt x="222" y="5723"/>
                    <a:pt x="229" y="5724"/>
                    <a:pt x="237" y="5724"/>
                  </a:cubicBezTo>
                  <a:cubicBezTo>
                    <a:pt x="244" y="5724"/>
                    <a:pt x="252" y="5723"/>
                    <a:pt x="259" y="5723"/>
                  </a:cubicBezTo>
                  <a:lnTo>
                    <a:pt x="1173" y="5723"/>
                  </a:lnTo>
                  <a:cubicBezTo>
                    <a:pt x="1174" y="5723"/>
                    <a:pt x="1175" y="5723"/>
                    <a:pt x="1176" y="5723"/>
                  </a:cubicBezTo>
                  <a:cubicBezTo>
                    <a:pt x="1298" y="5723"/>
                    <a:pt x="1398" y="5623"/>
                    <a:pt x="1400" y="5501"/>
                  </a:cubicBezTo>
                  <a:lnTo>
                    <a:pt x="1400" y="5496"/>
                  </a:lnTo>
                  <a:cubicBezTo>
                    <a:pt x="1400" y="5373"/>
                    <a:pt x="1300" y="5273"/>
                    <a:pt x="1176" y="5273"/>
                  </a:cubicBezTo>
                  <a:lnTo>
                    <a:pt x="259" y="5273"/>
                  </a:lnTo>
                  <a:cubicBezTo>
                    <a:pt x="252" y="5272"/>
                    <a:pt x="244" y="5272"/>
                    <a:pt x="237" y="5272"/>
                  </a:cubicBezTo>
                  <a:close/>
                  <a:moveTo>
                    <a:pt x="5053" y="5272"/>
                  </a:moveTo>
                  <a:cubicBezTo>
                    <a:pt x="4938" y="5272"/>
                    <a:pt x="4838" y="5359"/>
                    <a:pt x="4827" y="5475"/>
                  </a:cubicBezTo>
                  <a:cubicBezTo>
                    <a:pt x="4815" y="5601"/>
                    <a:pt x="4906" y="5711"/>
                    <a:pt x="5030" y="5723"/>
                  </a:cubicBezTo>
                  <a:cubicBezTo>
                    <a:pt x="5037" y="5723"/>
                    <a:pt x="5045" y="5724"/>
                    <a:pt x="5052" y="5724"/>
                  </a:cubicBezTo>
                  <a:cubicBezTo>
                    <a:pt x="5059" y="5724"/>
                    <a:pt x="5067" y="5723"/>
                    <a:pt x="5074" y="5723"/>
                  </a:cubicBezTo>
                  <a:lnTo>
                    <a:pt x="7478" y="5723"/>
                  </a:lnTo>
                  <a:cubicBezTo>
                    <a:pt x="7478" y="5723"/>
                    <a:pt x="7479" y="5723"/>
                    <a:pt x="7480" y="5723"/>
                  </a:cubicBezTo>
                  <a:cubicBezTo>
                    <a:pt x="7603" y="5723"/>
                    <a:pt x="7702" y="5623"/>
                    <a:pt x="7704" y="5501"/>
                  </a:cubicBezTo>
                  <a:lnTo>
                    <a:pt x="7704" y="5496"/>
                  </a:lnTo>
                  <a:cubicBezTo>
                    <a:pt x="7704" y="5373"/>
                    <a:pt x="7604" y="5273"/>
                    <a:pt x="7480" y="5273"/>
                  </a:cubicBezTo>
                  <a:lnTo>
                    <a:pt x="5074" y="5273"/>
                  </a:lnTo>
                  <a:cubicBezTo>
                    <a:pt x="5067" y="5272"/>
                    <a:pt x="5060" y="5272"/>
                    <a:pt x="5053" y="5272"/>
                  </a:cubicBezTo>
                  <a:close/>
                  <a:moveTo>
                    <a:pt x="256" y="6318"/>
                  </a:moveTo>
                  <a:cubicBezTo>
                    <a:pt x="133" y="6318"/>
                    <a:pt x="33" y="6419"/>
                    <a:pt x="33" y="6543"/>
                  </a:cubicBezTo>
                  <a:cubicBezTo>
                    <a:pt x="33" y="6668"/>
                    <a:pt x="133" y="6769"/>
                    <a:pt x="258" y="6769"/>
                  </a:cubicBezTo>
                  <a:lnTo>
                    <a:pt x="1173" y="6769"/>
                  </a:lnTo>
                  <a:cubicBezTo>
                    <a:pt x="1174" y="6769"/>
                    <a:pt x="1175" y="6769"/>
                    <a:pt x="1176" y="6769"/>
                  </a:cubicBezTo>
                  <a:cubicBezTo>
                    <a:pt x="1298" y="6769"/>
                    <a:pt x="1398" y="6670"/>
                    <a:pt x="1400" y="6547"/>
                  </a:cubicBezTo>
                  <a:lnTo>
                    <a:pt x="1400" y="6543"/>
                  </a:lnTo>
                  <a:cubicBezTo>
                    <a:pt x="1400" y="6419"/>
                    <a:pt x="1298" y="6318"/>
                    <a:pt x="1173" y="6318"/>
                  </a:cubicBezTo>
                  <a:lnTo>
                    <a:pt x="259" y="6318"/>
                  </a:lnTo>
                  <a:cubicBezTo>
                    <a:pt x="258" y="6318"/>
                    <a:pt x="257" y="6318"/>
                    <a:pt x="256" y="6318"/>
                  </a:cubicBezTo>
                  <a:close/>
                  <a:moveTo>
                    <a:pt x="5072" y="6318"/>
                  </a:moveTo>
                  <a:cubicBezTo>
                    <a:pt x="4948" y="6318"/>
                    <a:pt x="4848" y="6419"/>
                    <a:pt x="4848" y="6543"/>
                  </a:cubicBezTo>
                  <a:cubicBezTo>
                    <a:pt x="4848" y="6668"/>
                    <a:pt x="4949" y="6769"/>
                    <a:pt x="5073" y="6769"/>
                  </a:cubicBezTo>
                  <a:lnTo>
                    <a:pt x="7478" y="6769"/>
                  </a:lnTo>
                  <a:cubicBezTo>
                    <a:pt x="7478" y="6769"/>
                    <a:pt x="7479" y="6769"/>
                    <a:pt x="7480" y="6769"/>
                  </a:cubicBezTo>
                  <a:cubicBezTo>
                    <a:pt x="7603" y="6769"/>
                    <a:pt x="7702" y="6670"/>
                    <a:pt x="7704" y="6547"/>
                  </a:cubicBezTo>
                  <a:lnTo>
                    <a:pt x="7704" y="6543"/>
                  </a:lnTo>
                  <a:cubicBezTo>
                    <a:pt x="7704" y="6419"/>
                    <a:pt x="7603" y="6318"/>
                    <a:pt x="7478" y="6318"/>
                  </a:cubicBezTo>
                  <a:lnTo>
                    <a:pt x="5074" y="6318"/>
                  </a:lnTo>
                  <a:cubicBezTo>
                    <a:pt x="5073" y="6318"/>
                    <a:pt x="5073" y="6318"/>
                    <a:pt x="5072" y="6318"/>
                  </a:cubicBezTo>
                  <a:close/>
                  <a:moveTo>
                    <a:pt x="8304" y="7262"/>
                  </a:moveTo>
                  <a:cubicBezTo>
                    <a:pt x="8159" y="7262"/>
                    <a:pt x="8042" y="7380"/>
                    <a:pt x="8042" y="7524"/>
                  </a:cubicBezTo>
                  <a:cubicBezTo>
                    <a:pt x="8042" y="7670"/>
                    <a:pt x="8159" y="7786"/>
                    <a:pt x="8304" y="7786"/>
                  </a:cubicBezTo>
                  <a:lnTo>
                    <a:pt x="8307" y="7786"/>
                  </a:lnTo>
                  <a:cubicBezTo>
                    <a:pt x="8450" y="7786"/>
                    <a:pt x="8566" y="7670"/>
                    <a:pt x="8566" y="7527"/>
                  </a:cubicBezTo>
                  <a:lnTo>
                    <a:pt x="8566" y="7524"/>
                  </a:lnTo>
                  <a:cubicBezTo>
                    <a:pt x="8566" y="7380"/>
                    <a:pt x="8450" y="7262"/>
                    <a:pt x="8304" y="7262"/>
                  </a:cubicBezTo>
                  <a:close/>
                  <a:moveTo>
                    <a:pt x="9089" y="7262"/>
                  </a:moveTo>
                  <a:cubicBezTo>
                    <a:pt x="8944" y="7262"/>
                    <a:pt x="8826" y="7380"/>
                    <a:pt x="8826" y="7524"/>
                  </a:cubicBezTo>
                  <a:cubicBezTo>
                    <a:pt x="8826" y="7670"/>
                    <a:pt x="8944" y="7786"/>
                    <a:pt x="9089" y="7786"/>
                  </a:cubicBezTo>
                  <a:lnTo>
                    <a:pt x="9092" y="7786"/>
                  </a:lnTo>
                  <a:cubicBezTo>
                    <a:pt x="9234" y="7786"/>
                    <a:pt x="9352" y="7670"/>
                    <a:pt x="9352" y="7527"/>
                  </a:cubicBezTo>
                  <a:lnTo>
                    <a:pt x="9352" y="7524"/>
                  </a:lnTo>
                  <a:cubicBezTo>
                    <a:pt x="9352" y="7380"/>
                    <a:pt x="9234" y="7262"/>
                    <a:pt x="9089" y="7262"/>
                  </a:cubicBezTo>
                  <a:close/>
                  <a:moveTo>
                    <a:pt x="9875" y="7262"/>
                  </a:moveTo>
                  <a:cubicBezTo>
                    <a:pt x="9729" y="7262"/>
                    <a:pt x="9611" y="7380"/>
                    <a:pt x="9611" y="7524"/>
                  </a:cubicBezTo>
                  <a:cubicBezTo>
                    <a:pt x="9611" y="7670"/>
                    <a:pt x="9729" y="7786"/>
                    <a:pt x="9875" y="7786"/>
                  </a:cubicBezTo>
                  <a:lnTo>
                    <a:pt x="9876" y="7786"/>
                  </a:lnTo>
                  <a:cubicBezTo>
                    <a:pt x="10019" y="7786"/>
                    <a:pt x="10137" y="7670"/>
                    <a:pt x="10137" y="7527"/>
                  </a:cubicBezTo>
                  <a:lnTo>
                    <a:pt x="10137" y="7524"/>
                  </a:lnTo>
                  <a:cubicBezTo>
                    <a:pt x="10137" y="7380"/>
                    <a:pt x="10019" y="7262"/>
                    <a:pt x="9875" y="7262"/>
                  </a:cubicBezTo>
                  <a:close/>
                  <a:moveTo>
                    <a:pt x="10661" y="7262"/>
                  </a:moveTo>
                  <a:cubicBezTo>
                    <a:pt x="10516" y="7262"/>
                    <a:pt x="10399" y="7380"/>
                    <a:pt x="10399" y="7524"/>
                  </a:cubicBezTo>
                  <a:cubicBezTo>
                    <a:pt x="10399" y="7670"/>
                    <a:pt x="10516" y="7786"/>
                    <a:pt x="10661" y="7786"/>
                  </a:cubicBezTo>
                  <a:cubicBezTo>
                    <a:pt x="10805" y="7786"/>
                    <a:pt x="10923" y="7670"/>
                    <a:pt x="10923" y="7524"/>
                  </a:cubicBezTo>
                  <a:cubicBezTo>
                    <a:pt x="10923" y="7380"/>
                    <a:pt x="10805" y="7262"/>
                    <a:pt x="10661" y="7262"/>
                  </a:cubicBezTo>
                  <a:close/>
                  <a:moveTo>
                    <a:pt x="11446" y="7262"/>
                  </a:moveTo>
                  <a:cubicBezTo>
                    <a:pt x="11301" y="7262"/>
                    <a:pt x="11183" y="7380"/>
                    <a:pt x="11183" y="7524"/>
                  </a:cubicBezTo>
                  <a:cubicBezTo>
                    <a:pt x="11183" y="7670"/>
                    <a:pt x="11301" y="7786"/>
                    <a:pt x="11446" y="7786"/>
                  </a:cubicBezTo>
                  <a:cubicBezTo>
                    <a:pt x="11590" y="7786"/>
                    <a:pt x="11708" y="7670"/>
                    <a:pt x="11708" y="7524"/>
                  </a:cubicBezTo>
                  <a:cubicBezTo>
                    <a:pt x="11708" y="7380"/>
                    <a:pt x="11590" y="7262"/>
                    <a:pt x="11446" y="7262"/>
                  </a:cubicBezTo>
                  <a:close/>
                  <a:moveTo>
                    <a:pt x="12230" y="7262"/>
                  </a:moveTo>
                  <a:cubicBezTo>
                    <a:pt x="12086" y="7262"/>
                    <a:pt x="11968" y="7380"/>
                    <a:pt x="11968" y="7524"/>
                  </a:cubicBezTo>
                  <a:cubicBezTo>
                    <a:pt x="11968" y="7670"/>
                    <a:pt x="12086" y="7786"/>
                    <a:pt x="12230" y="7786"/>
                  </a:cubicBezTo>
                  <a:cubicBezTo>
                    <a:pt x="12376" y="7786"/>
                    <a:pt x="12492" y="7670"/>
                    <a:pt x="12492" y="7524"/>
                  </a:cubicBezTo>
                  <a:cubicBezTo>
                    <a:pt x="12492" y="7380"/>
                    <a:pt x="12376" y="7262"/>
                    <a:pt x="12230" y="7262"/>
                  </a:cubicBezTo>
                  <a:close/>
                  <a:moveTo>
                    <a:pt x="259" y="7365"/>
                  </a:moveTo>
                  <a:cubicBezTo>
                    <a:pt x="134" y="7365"/>
                    <a:pt x="33" y="7466"/>
                    <a:pt x="33" y="7591"/>
                  </a:cubicBezTo>
                  <a:cubicBezTo>
                    <a:pt x="34" y="7716"/>
                    <a:pt x="134" y="7816"/>
                    <a:pt x="259" y="7816"/>
                  </a:cubicBezTo>
                  <a:lnTo>
                    <a:pt x="1173" y="7816"/>
                  </a:lnTo>
                  <a:cubicBezTo>
                    <a:pt x="1174" y="7816"/>
                    <a:pt x="1175" y="7816"/>
                    <a:pt x="1176" y="7816"/>
                  </a:cubicBezTo>
                  <a:cubicBezTo>
                    <a:pt x="1298" y="7816"/>
                    <a:pt x="1398" y="7718"/>
                    <a:pt x="1400" y="7594"/>
                  </a:cubicBezTo>
                  <a:lnTo>
                    <a:pt x="1400" y="7591"/>
                  </a:lnTo>
                  <a:cubicBezTo>
                    <a:pt x="1400" y="7466"/>
                    <a:pt x="1298" y="7365"/>
                    <a:pt x="1173" y="7365"/>
                  </a:cubicBezTo>
                  <a:close/>
                  <a:moveTo>
                    <a:pt x="5074" y="7365"/>
                  </a:moveTo>
                  <a:cubicBezTo>
                    <a:pt x="4949" y="7365"/>
                    <a:pt x="4848" y="7466"/>
                    <a:pt x="4850" y="7591"/>
                  </a:cubicBezTo>
                  <a:cubicBezTo>
                    <a:pt x="4850" y="7716"/>
                    <a:pt x="4949" y="7816"/>
                    <a:pt x="5074" y="7816"/>
                  </a:cubicBezTo>
                  <a:lnTo>
                    <a:pt x="7478" y="7816"/>
                  </a:lnTo>
                  <a:cubicBezTo>
                    <a:pt x="7478" y="7816"/>
                    <a:pt x="7479" y="7816"/>
                    <a:pt x="7480" y="7816"/>
                  </a:cubicBezTo>
                  <a:cubicBezTo>
                    <a:pt x="7603" y="7816"/>
                    <a:pt x="7702" y="7718"/>
                    <a:pt x="7704" y="7594"/>
                  </a:cubicBezTo>
                  <a:lnTo>
                    <a:pt x="7704" y="7591"/>
                  </a:lnTo>
                  <a:cubicBezTo>
                    <a:pt x="7704" y="7466"/>
                    <a:pt x="7603" y="7365"/>
                    <a:pt x="7478" y="736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59" name="Resim 1558" descr="logo, amblem, simge, sembol, ticari marka içeren bir resim&#10;&#10;Açıklama otomatik olarak oluşturuldu">
            <a:extLst>
              <a:ext uri="{FF2B5EF4-FFF2-40B4-BE49-F238E27FC236}">
                <a16:creationId xmlns:a16="http://schemas.microsoft.com/office/drawing/2014/main" id="{C3968079-F957-94BD-E488-E1F6F5D7831C}"/>
              </a:ext>
            </a:extLst>
          </p:cNvPr>
          <p:cNvPicPr>
            <a:picLocks noChangeAspect="1"/>
          </p:cNvPicPr>
          <p:nvPr/>
        </p:nvPicPr>
        <p:blipFill>
          <a:blip r:embed="rId3"/>
          <a:stretch>
            <a:fillRect/>
          </a:stretch>
        </p:blipFill>
        <p:spPr>
          <a:xfrm>
            <a:off x="8133994" y="-28411"/>
            <a:ext cx="1031509" cy="729231"/>
          </a:xfrm>
          <a:prstGeom prst="rect">
            <a:avLst/>
          </a:prstGeom>
        </p:spPr>
      </p:pic>
      <p:sp>
        <p:nvSpPr>
          <p:cNvPr id="1560" name="Google Shape;670;p39">
            <a:extLst>
              <a:ext uri="{FF2B5EF4-FFF2-40B4-BE49-F238E27FC236}">
                <a16:creationId xmlns:a16="http://schemas.microsoft.com/office/drawing/2014/main" id="{1A96E7FB-B911-0CD7-108C-48C894DE8C2B}"/>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1645332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b="1" dirty="0">
                <a:latin typeface="Maven Pro" panose="020B0604020202020204" charset="-94"/>
              </a:rPr>
              <a:t>Terminolojik İfadeler</a:t>
            </a:r>
            <a:endParaRPr b="1" dirty="0">
              <a:latin typeface="Maven Pro" panose="020B0604020202020204" charset="-94"/>
            </a:endParaRPr>
          </a:p>
        </p:txBody>
      </p:sp>
      <p:sp>
        <p:nvSpPr>
          <p:cNvPr id="1274" name="Google Shape;1274;p42"/>
          <p:cNvSpPr txBox="1">
            <a:spLocks noGrp="1"/>
          </p:cNvSpPr>
          <p:nvPr>
            <p:ph type="subTitle" idx="2"/>
          </p:nvPr>
        </p:nvSpPr>
        <p:spPr>
          <a:xfrm>
            <a:off x="785250" y="1112200"/>
            <a:ext cx="3378041" cy="3361300"/>
          </a:xfrm>
          <a:prstGeom prst="rect">
            <a:avLst/>
          </a:prstGeom>
        </p:spPr>
        <p:txBody>
          <a:bodyPr spcFirstLastPara="1" wrap="square" lIns="91425" tIns="91425" rIns="91425" bIns="91425" anchor="t" anchorCtr="0">
            <a:noAutofit/>
          </a:bodyPr>
          <a:lstStyle/>
          <a:p>
            <a:pPr marL="285750" indent="-285750" algn="just">
              <a:buFont typeface="Arial" panose="020B0604020202020204" pitchFamily="34" charset="0"/>
              <a:buChar char="•"/>
            </a:pPr>
            <a:r>
              <a:rPr lang="tr-TR" dirty="0">
                <a:latin typeface="Maven Pro" panose="020B0604020202020204" charset="-94"/>
              </a:rPr>
              <a:t>Algoritma </a:t>
            </a:r>
            <a:r>
              <a:rPr lang="tr-TR" b="1" dirty="0">
                <a:latin typeface="Maven Pro" panose="020B0604020202020204" charset="-94"/>
              </a:rPr>
              <a:t>(</a:t>
            </a:r>
            <a:r>
              <a:rPr lang="tr-TR" b="1" dirty="0" err="1">
                <a:latin typeface="Maven Pro" panose="020B0604020202020204" charset="-94"/>
              </a:rPr>
              <a:t>Algorithm</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Model </a:t>
            </a:r>
            <a:r>
              <a:rPr lang="tr-TR" b="1" dirty="0">
                <a:latin typeface="Maven Pro" panose="020B0604020202020204" charset="-94"/>
              </a:rPr>
              <a:t>(</a:t>
            </a:r>
            <a:r>
              <a:rPr lang="tr-TR" b="1" dirty="0" err="1">
                <a:latin typeface="Maven Pro" panose="020B0604020202020204" charset="-94"/>
              </a:rPr>
              <a:t>Algorithm</a:t>
            </a:r>
            <a:r>
              <a:rPr lang="tr-TR" b="1" dirty="0">
                <a:latin typeface="Maven Pro" panose="020B0604020202020204" charset="-94"/>
              </a:rPr>
              <a:t>)</a:t>
            </a:r>
            <a:endParaRPr lang="tr-TR" dirty="0">
              <a:latin typeface="Maven Pro" panose="020B0604020202020204" charset="-94"/>
            </a:endParaRPr>
          </a:p>
          <a:p>
            <a:pPr marL="285750" indent="-285750" algn="just">
              <a:buFont typeface="Arial" panose="020B0604020202020204" pitchFamily="34" charset="0"/>
              <a:buChar char="•"/>
            </a:pPr>
            <a:r>
              <a:rPr lang="tr-TR" dirty="0">
                <a:latin typeface="Maven Pro" panose="020B0604020202020204" charset="-94"/>
              </a:rPr>
              <a:t>Veri Seti </a:t>
            </a:r>
            <a:r>
              <a:rPr lang="tr-TR" b="1" dirty="0">
                <a:latin typeface="Maven Pro" panose="020B0604020202020204" charset="-94"/>
              </a:rPr>
              <a:t>(</a:t>
            </a:r>
            <a:r>
              <a:rPr lang="tr-TR" b="1" dirty="0" err="1">
                <a:latin typeface="Maven Pro" panose="020B0604020202020204" charset="-94"/>
              </a:rPr>
              <a:t>Dataset</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Özellik </a:t>
            </a:r>
            <a:r>
              <a:rPr lang="tr-TR" b="1" dirty="0">
                <a:latin typeface="Maven Pro" panose="020B0604020202020204" charset="-94"/>
              </a:rPr>
              <a:t>(</a:t>
            </a:r>
            <a:r>
              <a:rPr lang="tr-TR" b="1" dirty="0" err="1">
                <a:latin typeface="Maven Pro" panose="020B0604020202020204" charset="-94"/>
              </a:rPr>
              <a:t>Feature</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Etiket </a:t>
            </a:r>
            <a:r>
              <a:rPr lang="tr-TR" b="1" dirty="0">
                <a:latin typeface="Maven Pro" panose="020B0604020202020204" charset="-94"/>
              </a:rPr>
              <a:t>(</a:t>
            </a:r>
            <a:r>
              <a:rPr lang="tr-TR" b="1" dirty="0" err="1">
                <a:latin typeface="Maven Pro" panose="020B0604020202020204" charset="-94"/>
              </a:rPr>
              <a:t>Label</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Aşırı Uyum </a:t>
            </a:r>
            <a:r>
              <a:rPr lang="tr-TR" b="1" dirty="0">
                <a:latin typeface="Maven Pro" panose="020B0604020202020204" charset="-94"/>
              </a:rPr>
              <a:t>(</a:t>
            </a:r>
            <a:r>
              <a:rPr lang="tr-TR" b="1" dirty="0" err="1">
                <a:latin typeface="Maven Pro" panose="020B0604020202020204" charset="-94"/>
              </a:rPr>
              <a:t>Overfitting</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Eksik Uyum </a:t>
            </a:r>
            <a:r>
              <a:rPr lang="tr-TR" b="1" dirty="0">
                <a:latin typeface="Maven Pro" panose="020B0604020202020204" charset="-94"/>
              </a:rPr>
              <a:t>(</a:t>
            </a:r>
            <a:r>
              <a:rPr lang="tr-TR" b="1" dirty="0" err="1">
                <a:latin typeface="Maven Pro" panose="020B0604020202020204" charset="-94"/>
              </a:rPr>
              <a:t>Underfitting</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Test Verisi </a:t>
            </a:r>
            <a:r>
              <a:rPr lang="tr-TR" b="1" dirty="0">
                <a:latin typeface="Maven Pro" panose="020B0604020202020204" charset="-94"/>
              </a:rPr>
              <a:t>(Test Data)</a:t>
            </a:r>
          </a:p>
          <a:p>
            <a:pPr marL="285750" indent="-285750" algn="just">
              <a:buFont typeface="Arial" panose="020B0604020202020204" pitchFamily="34" charset="0"/>
              <a:buChar char="•"/>
            </a:pPr>
            <a:r>
              <a:rPr lang="tr-TR" dirty="0">
                <a:latin typeface="Maven Pro" panose="020B0604020202020204" charset="-94"/>
              </a:rPr>
              <a:t>Doğrulama Verisi </a:t>
            </a:r>
            <a:r>
              <a:rPr lang="tr-TR" b="1" dirty="0">
                <a:latin typeface="Maven Pro" panose="020B0604020202020204" charset="-94"/>
              </a:rPr>
              <a:t>(</a:t>
            </a:r>
            <a:r>
              <a:rPr lang="tr-TR" b="1" dirty="0" err="1">
                <a:latin typeface="Maven Pro" panose="020B0604020202020204" charset="-94"/>
              </a:rPr>
              <a:t>Validation</a:t>
            </a:r>
            <a:r>
              <a:rPr lang="tr-TR" b="1" dirty="0">
                <a:latin typeface="Maven Pro" panose="020B0604020202020204" charset="-94"/>
              </a:rPr>
              <a:t> Data)</a:t>
            </a:r>
          </a:p>
          <a:p>
            <a:pPr marL="285750" indent="-285750" algn="just">
              <a:buFont typeface="Arial" panose="020B0604020202020204" pitchFamily="34" charset="0"/>
              <a:buChar char="•"/>
            </a:pPr>
            <a:r>
              <a:rPr lang="tr-TR" dirty="0">
                <a:latin typeface="Maven Pro" panose="020B0604020202020204" charset="-94"/>
              </a:rPr>
              <a:t>Öğrenme Hızı </a:t>
            </a:r>
            <a:r>
              <a:rPr lang="tr-TR" b="1" dirty="0">
                <a:latin typeface="Maven Pro" panose="020B0604020202020204" charset="-94"/>
              </a:rPr>
              <a:t>(Learning Rate)</a:t>
            </a:r>
          </a:p>
          <a:p>
            <a:pPr marL="285750" indent="-285750" algn="just">
              <a:buFont typeface="Arial" panose="020B0604020202020204" pitchFamily="34" charset="0"/>
              <a:buChar char="•"/>
            </a:pPr>
            <a:r>
              <a:rPr lang="tr-TR" dirty="0" err="1">
                <a:latin typeface="Maven Pro" panose="020B0604020202020204" charset="-94"/>
              </a:rPr>
              <a:t>Epoch</a:t>
            </a:r>
            <a:r>
              <a:rPr lang="tr-TR" dirty="0">
                <a:latin typeface="Maven Pro" panose="020B0604020202020204" charset="-94"/>
              </a:rPr>
              <a:t> ve </a:t>
            </a:r>
            <a:r>
              <a:rPr lang="tr-TR">
                <a:latin typeface="Maven Pro" panose="020B0604020202020204" charset="-94"/>
              </a:rPr>
              <a:t>Batch</a:t>
            </a:r>
            <a:endParaRPr lang="tr-TR"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Resim 11" descr="logo, amblem, simge, sembol, ticari marka içeren bir resim&#10;&#10;Açıklama otomatik olarak oluşturuldu">
            <a:extLst>
              <a:ext uri="{FF2B5EF4-FFF2-40B4-BE49-F238E27FC236}">
                <a16:creationId xmlns:a16="http://schemas.microsoft.com/office/drawing/2014/main" id="{44DAB3AF-749D-0153-B41E-A8DE7F8A5092}"/>
              </a:ext>
            </a:extLst>
          </p:cNvPr>
          <p:cNvPicPr>
            <a:picLocks noChangeAspect="1"/>
          </p:cNvPicPr>
          <p:nvPr/>
        </p:nvPicPr>
        <p:blipFill>
          <a:blip r:embed="rId3"/>
          <a:stretch>
            <a:fillRect/>
          </a:stretch>
        </p:blipFill>
        <p:spPr>
          <a:xfrm>
            <a:off x="8133994" y="-28411"/>
            <a:ext cx="1031509" cy="729231"/>
          </a:xfrm>
          <a:prstGeom prst="rect">
            <a:avLst/>
          </a:prstGeom>
        </p:spPr>
      </p:pic>
      <p:sp>
        <p:nvSpPr>
          <p:cNvPr id="13" name="Google Shape;670;p39">
            <a:extLst>
              <a:ext uri="{FF2B5EF4-FFF2-40B4-BE49-F238E27FC236}">
                <a16:creationId xmlns:a16="http://schemas.microsoft.com/office/drawing/2014/main" id="{4897A63D-345A-84A2-C8DB-C090A03305E3}"/>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2" name="Google Shape;1274;p42">
            <a:extLst>
              <a:ext uri="{FF2B5EF4-FFF2-40B4-BE49-F238E27FC236}">
                <a16:creationId xmlns:a16="http://schemas.microsoft.com/office/drawing/2014/main" id="{75BC6AB5-E9F4-08DC-9641-5B0176E39DDB}"/>
              </a:ext>
            </a:extLst>
          </p:cNvPr>
          <p:cNvSpPr txBox="1">
            <a:spLocks/>
          </p:cNvSpPr>
          <p:nvPr/>
        </p:nvSpPr>
        <p:spPr>
          <a:xfrm>
            <a:off x="4249322" y="1102182"/>
            <a:ext cx="4626379" cy="336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dirty="0">
                <a:latin typeface="Maven Pro" panose="020B0604020202020204" charset="-94"/>
              </a:rPr>
              <a:t>Anomali </a:t>
            </a:r>
            <a:r>
              <a:rPr lang="tr-TR" b="1" dirty="0">
                <a:latin typeface="Maven Pro" panose="020B0604020202020204" charset="-94"/>
              </a:rPr>
              <a:t>(</a:t>
            </a:r>
            <a:r>
              <a:rPr lang="tr-TR" b="1" dirty="0" err="1">
                <a:latin typeface="Maven Pro" panose="020B0604020202020204" charset="-94"/>
              </a:rPr>
              <a:t>Anolmaly</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Aykırı Değer </a:t>
            </a:r>
            <a:r>
              <a:rPr lang="tr-TR" b="1" dirty="0">
                <a:latin typeface="Maven Pro" panose="020B0604020202020204" charset="-94"/>
              </a:rPr>
              <a:t>(</a:t>
            </a:r>
            <a:r>
              <a:rPr lang="tr-TR" b="1" dirty="0" err="1">
                <a:latin typeface="Maven Pro" panose="020B0604020202020204" charset="-94"/>
              </a:rPr>
              <a:t>Outlier</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Sınıf Dengesizliği </a:t>
            </a:r>
            <a:r>
              <a:rPr lang="tr-TR" b="1" dirty="0">
                <a:latin typeface="Maven Pro" panose="020B0604020202020204" charset="-94"/>
              </a:rPr>
              <a:t>(Class </a:t>
            </a:r>
            <a:r>
              <a:rPr lang="tr-TR" b="1" dirty="0" err="1">
                <a:latin typeface="Maven Pro" panose="020B0604020202020204" charset="-94"/>
              </a:rPr>
              <a:t>Imbalance</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Çapraz Doğrulama </a:t>
            </a:r>
            <a:r>
              <a:rPr lang="tr-TR" b="1" dirty="0">
                <a:latin typeface="Maven Pro" panose="020B0604020202020204" charset="-94"/>
              </a:rPr>
              <a:t>(Cross </a:t>
            </a:r>
            <a:r>
              <a:rPr lang="tr-TR" b="1" dirty="0" err="1">
                <a:latin typeface="Maven Pro" panose="020B0604020202020204" charset="-94"/>
              </a:rPr>
              <a:t>Validation</a:t>
            </a:r>
            <a:r>
              <a:rPr lang="tr-TR" b="1" dirty="0">
                <a:latin typeface="Maven Pro" panose="020B0604020202020204" charset="-94"/>
              </a:rPr>
              <a:t>)</a:t>
            </a:r>
          </a:p>
          <a:p>
            <a:pPr marL="285750" indent="-285750" algn="just">
              <a:buFont typeface="Arial" panose="020B0604020202020204" pitchFamily="34" charset="0"/>
              <a:buChar char="•"/>
            </a:pPr>
            <a:r>
              <a:rPr lang="tr-TR" dirty="0" err="1">
                <a:latin typeface="Maven Pro" panose="020B0604020202020204" charset="-94"/>
              </a:rPr>
              <a:t>Hiperparametre</a:t>
            </a:r>
            <a:r>
              <a:rPr lang="tr-TR" dirty="0">
                <a:latin typeface="Maven Pro" panose="020B0604020202020204" charset="-94"/>
              </a:rPr>
              <a:t> </a:t>
            </a:r>
            <a:r>
              <a:rPr lang="tr-TR" b="1" dirty="0">
                <a:latin typeface="Maven Pro" panose="020B0604020202020204" charset="-94"/>
              </a:rPr>
              <a:t>(Hyperparameter)</a:t>
            </a:r>
          </a:p>
          <a:p>
            <a:pPr marL="285750" indent="-285750" algn="just">
              <a:buFont typeface="Arial" panose="020B0604020202020204" pitchFamily="34" charset="0"/>
              <a:buChar char="•"/>
            </a:pPr>
            <a:r>
              <a:rPr lang="tr-TR" dirty="0">
                <a:latin typeface="Maven Pro" panose="020B0604020202020204" charset="-94"/>
              </a:rPr>
              <a:t>Kaybolan Gradyan Sorunu </a:t>
            </a:r>
            <a:r>
              <a:rPr lang="tr-TR" b="1" dirty="0">
                <a:latin typeface="Maven Pro" panose="020B0604020202020204" charset="-94"/>
              </a:rPr>
              <a:t>(</a:t>
            </a:r>
            <a:r>
              <a:rPr lang="tr-TR" b="1" dirty="0" err="1">
                <a:latin typeface="Maven Pro" panose="020B0604020202020204" charset="-94"/>
              </a:rPr>
              <a:t>Vanishing</a:t>
            </a:r>
            <a:r>
              <a:rPr lang="tr-TR" b="1" dirty="0">
                <a:latin typeface="Maven Pro" panose="020B0604020202020204" charset="-94"/>
              </a:rPr>
              <a:t> </a:t>
            </a:r>
            <a:r>
              <a:rPr lang="tr-TR" b="1" dirty="0" err="1">
                <a:latin typeface="Maven Pro" panose="020B0604020202020204" charset="-94"/>
              </a:rPr>
              <a:t>Gradient</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Optimizasyon</a:t>
            </a:r>
            <a:r>
              <a:rPr lang="tr-TR" b="1" dirty="0">
                <a:latin typeface="Maven Pro" panose="020B0604020202020204" charset="-94"/>
              </a:rPr>
              <a:t> (</a:t>
            </a:r>
            <a:r>
              <a:rPr lang="tr-TR" b="1" dirty="0" err="1">
                <a:latin typeface="Maven Pro" panose="020B0604020202020204" charset="-94"/>
              </a:rPr>
              <a:t>Optimization</a:t>
            </a:r>
            <a:r>
              <a:rPr lang="tr-TR" b="1" dirty="0">
                <a:latin typeface="Maven Pro" panose="020B0604020202020204" charset="-94"/>
              </a:rPr>
              <a:t>)</a:t>
            </a:r>
          </a:p>
          <a:p>
            <a:pPr marL="285750" indent="-285750" algn="just">
              <a:buFont typeface="Arial" panose="020B0604020202020204" pitchFamily="34" charset="0"/>
              <a:buChar char="•"/>
            </a:pPr>
            <a:endParaRPr lang="tr-TR" dirty="0">
              <a:latin typeface="Maven Pro" panose="020B0604020202020204" charset="-94"/>
            </a:endParaRPr>
          </a:p>
        </p:txBody>
      </p:sp>
    </p:spTree>
    <p:extLst>
      <p:ext uri="{BB962C8B-B14F-4D97-AF65-F5344CB8AC3E}">
        <p14:creationId xmlns:p14="http://schemas.microsoft.com/office/powerpoint/2010/main" val="3006312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randombar(horizontal)">
                                      <p:cBhvr>
                                        <p:cTn id="7" dur="500"/>
                                        <p:tgtEl>
                                          <p:spTgt spid="1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74">
                                            <p:txEl>
                                              <p:pRg st="1" end="1"/>
                                            </p:txEl>
                                          </p:spTgt>
                                        </p:tgtEl>
                                        <p:attrNameLst>
                                          <p:attrName>style.visibility</p:attrName>
                                        </p:attrNameLst>
                                      </p:cBhvr>
                                      <p:to>
                                        <p:strVal val="visible"/>
                                      </p:to>
                                    </p:set>
                                    <p:animEffect transition="in" filter="randombar(horizontal)">
                                      <p:cBhvr>
                                        <p:cTn id="12" dur="500"/>
                                        <p:tgtEl>
                                          <p:spTgt spid="12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274">
                                            <p:txEl>
                                              <p:pRg st="2" end="2"/>
                                            </p:txEl>
                                          </p:spTgt>
                                        </p:tgtEl>
                                        <p:attrNameLst>
                                          <p:attrName>style.visibility</p:attrName>
                                        </p:attrNameLst>
                                      </p:cBhvr>
                                      <p:to>
                                        <p:strVal val="visible"/>
                                      </p:to>
                                    </p:set>
                                    <p:animEffect transition="in" filter="randombar(horizontal)">
                                      <p:cBhvr>
                                        <p:cTn id="17" dur="500"/>
                                        <p:tgtEl>
                                          <p:spTgt spid="12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274">
                                            <p:txEl>
                                              <p:pRg st="3" end="3"/>
                                            </p:txEl>
                                          </p:spTgt>
                                        </p:tgtEl>
                                        <p:attrNameLst>
                                          <p:attrName>style.visibility</p:attrName>
                                        </p:attrNameLst>
                                      </p:cBhvr>
                                      <p:to>
                                        <p:strVal val="visible"/>
                                      </p:to>
                                    </p:set>
                                    <p:animEffect transition="in" filter="randombar(horizontal)">
                                      <p:cBhvr>
                                        <p:cTn id="22" dur="500"/>
                                        <p:tgtEl>
                                          <p:spTgt spid="12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274">
                                            <p:txEl>
                                              <p:pRg st="4" end="4"/>
                                            </p:txEl>
                                          </p:spTgt>
                                        </p:tgtEl>
                                        <p:attrNameLst>
                                          <p:attrName>style.visibility</p:attrName>
                                        </p:attrNameLst>
                                      </p:cBhvr>
                                      <p:to>
                                        <p:strVal val="visible"/>
                                      </p:to>
                                    </p:set>
                                    <p:animEffect transition="in" filter="randombar(horizontal)">
                                      <p:cBhvr>
                                        <p:cTn id="27" dur="500"/>
                                        <p:tgtEl>
                                          <p:spTgt spid="12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274">
                                            <p:txEl>
                                              <p:pRg st="5" end="5"/>
                                            </p:txEl>
                                          </p:spTgt>
                                        </p:tgtEl>
                                        <p:attrNameLst>
                                          <p:attrName>style.visibility</p:attrName>
                                        </p:attrNameLst>
                                      </p:cBhvr>
                                      <p:to>
                                        <p:strVal val="visible"/>
                                      </p:to>
                                    </p:set>
                                    <p:animEffect transition="in" filter="randombar(horizontal)">
                                      <p:cBhvr>
                                        <p:cTn id="32" dur="500"/>
                                        <p:tgtEl>
                                          <p:spTgt spid="12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274">
                                            <p:txEl>
                                              <p:pRg st="6" end="6"/>
                                            </p:txEl>
                                          </p:spTgt>
                                        </p:tgtEl>
                                        <p:attrNameLst>
                                          <p:attrName>style.visibility</p:attrName>
                                        </p:attrNameLst>
                                      </p:cBhvr>
                                      <p:to>
                                        <p:strVal val="visible"/>
                                      </p:to>
                                    </p:set>
                                    <p:animEffect transition="in" filter="randombar(horizontal)">
                                      <p:cBhvr>
                                        <p:cTn id="37" dur="500"/>
                                        <p:tgtEl>
                                          <p:spTgt spid="127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274">
                                            <p:txEl>
                                              <p:pRg st="7" end="7"/>
                                            </p:txEl>
                                          </p:spTgt>
                                        </p:tgtEl>
                                        <p:attrNameLst>
                                          <p:attrName>style.visibility</p:attrName>
                                        </p:attrNameLst>
                                      </p:cBhvr>
                                      <p:to>
                                        <p:strVal val="visible"/>
                                      </p:to>
                                    </p:set>
                                    <p:animEffect transition="in" filter="randombar(horizontal)">
                                      <p:cBhvr>
                                        <p:cTn id="42" dur="500"/>
                                        <p:tgtEl>
                                          <p:spTgt spid="127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274">
                                            <p:txEl>
                                              <p:pRg st="8" end="8"/>
                                            </p:txEl>
                                          </p:spTgt>
                                        </p:tgtEl>
                                        <p:attrNameLst>
                                          <p:attrName>style.visibility</p:attrName>
                                        </p:attrNameLst>
                                      </p:cBhvr>
                                      <p:to>
                                        <p:strVal val="visible"/>
                                      </p:to>
                                    </p:set>
                                    <p:animEffect transition="in" filter="randombar(horizontal)">
                                      <p:cBhvr>
                                        <p:cTn id="47" dur="500"/>
                                        <p:tgtEl>
                                          <p:spTgt spid="127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1274">
                                            <p:txEl>
                                              <p:pRg st="9" end="9"/>
                                            </p:txEl>
                                          </p:spTgt>
                                        </p:tgtEl>
                                        <p:attrNameLst>
                                          <p:attrName>style.visibility</p:attrName>
                                        </p:attrNameLst>
                                      </p:cBhvr>
                                      <p:to>
                                        <p:strVal val="visible"/>
                                      </p:to>
                                    </p:set>
                                    <p:animEffect transition="in" filter="randombar(horizontal)">
                                      <p:cBhvr>
                                        <p:cTn id="52" dur="500"/>
                                        <p:tgtEl>
                                          <p:spTgt spid="127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1274">
                                            <p:txEl>
                                              <p:pRg st="10" end="10"/>
                                            </p:txEl>
                                          </p:spTgt>
                                        </p:tgtEl>
                                        <p:attrNameLst>
                                          <p:attrName>style.visibility</p:attrName>
                                        </p:attrNameLst>
                                      </p:cBhvr>
                                      <p:to>
                                        <p:strVal val="visible"/>
                                      </p:to>
                                    </p:set>
                                    <p:animEffect transition="in" filter="randombar(horizontal)">
                                      <p:cBhvr>
                                        <p:cTn id="57" dur="500"/>
                                        <p:tgtEl>
                                          <p:spTgt spid="127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62" dur="500"/>
                                        <p:tgtEl>
                                          <p:spTgt spid="2">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67" dur="500"/>
                                        <p:tgtEl>
                                          <p:spTgt spid="2">
                                            <p:txEl>
                                              <p:pRg st="1" end="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4" presetClass="entr" presetSubtype="10" fill="hold" nodeType="clickEffect">
                                  <p:stCondLst>
                                    <p:cond delay="0"/>
                                  </p:stCondLst>
                                  <p:childTnLst>
                                    <p:set>
                                      <p:cBhvr>
                                        <p:cTn id="7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72" dur="500"/>
                                        <p:tgtEl>
                                          <p:spTgt spid="2">
                                            <p:txEl>
                                              <p:pRg st="2" end="2"/>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nodeType="clickEffect">
                                  <p:stCondLst>
                                    <p:cond delay="0"/>
                                  </p:stCondLst>
                                  <p:childTnLst>
                                    <p:set>
                                      <p:cBhvr>
                                        <p:cTn id="7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77" dur="500"/>
                                        <p:tgtEl>
                                          <p:spTgt spid="2">
                                            <p:txEl>
                                              <p:pRg st="3" end="3"/>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2">
                                            <p:txEl>
                                              <p:pRg st="4" end="4"/>
                                            </p:txEl>
                                          </p:spTgt>
                                        </p:tgtEl>
                                        <p:attrNameLst>
                                          <p:attrName>style.visibility</p:attrName>
                                        </p:attrNameLst>
                                      </p:cBhvr>
                                      <p:to>
                                        <p:strVal val="visible"/>
                                      </p:to>
                                    </p:set>
                                    <p:animEffect transition="in" filter="randombar(horizontal)">
                                      <p:cBhvr>
                                        <p:cTn id="82" dur="500"/>
                                        <p:tgtEl>
                                          <p:spTgt spid="2">
                                            <p:txEl>
                                              <p:pRg st="4" end="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4" presetClass="entr" presetSubtype="10" fill="hold" nodeType="clickEffect">
                                  <p:stCondLst>
                                    <p:cond delay="0"/>
                                  </p:stCondLst>
                                  <p:childTnLst>
                                    <p:set>
                                      <p:cBhvr>
                                        <p:cTn id="86" dur="1" fill="hold">
                                          <p:stCondLst>
                                            <p:cond delay="0"/>
                                          </p:stCondLst>
                                        </p:cTn>
                                        <p:tgtEl>
                                          <p:spTgt spid="2">
                                            <p:txEl>
                                              <p:pRg st="5" end="5"/>
                                            </p:txEl>
                                          </p:spTgt>
                                        </p:tgtEl>
                                        <p:attrNameLst>
                                          <p:attrName>style.visibility</p:attrName>
                                        </p:attrNameLst>
                                      </p:cBhvr>
                                      <p:to>
                                        <p:strVal val="visible"/>
                                      </p:to>
                                    </p:set>
                                    <p:animEffect transition="in" filter="randombar(horizontal)">
                                      <p:cBhvr>
                                        <p:cTn id="87" dur="500"/>
                                        <p:tgtEl>
                                          <p:spTgt spid="2">
                                            <p:txEl>
                                              <p:pRg st="5" end="5"/>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4" presetClass="entr" presetSubtype="10" fill="hold" nodeType="clickEffect">
                                  <p:stCondLst>
                                    <p:cond delay="0"/>
                                  </p:stCondLst>
                                  <p:childTnLst>
                                    <p:set>
                                      <p:cBhvr>
                                        <p:cTn id="91" dur="1" fill="hold">
                                          <p:stCondLst>
                                            <p:cond delay="0"/>
                                          </p:stCondLst>
                                        </p:cTn>
                                        <p:tgtEl>
                                          <p:spTgt spid="2">
                                            <p:txEl>
                                              <p:pRg st="6" end="6"/>
                                            </p:txEl>
                                          </p:spTgt>
                                        </p:tgtEl>
                                        <p:attrNameLst>
                                          <p:attrName>style.visibility</p:attrName>
                                        </p:attrNameLst>
                                      </p:cBhvr>
                                      <p:to>
                                        <p:strVal val="visible"/>
                                      </p:to>
                                    </p:set>
                                    <p:animEffect transition="in" filter="randombar(horizontal)">
                                      <p:cBhvr>
                                        <p:cTn id="92"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253" name="Google Shape;1253;p41"/>
          <p:cNvSpPr txBox="1">
            <a:spLocks noGrp="1"/>
          </p:cNvSpPr>
          <p:nvPr>
            <p:ph type="title"/>
          </p:nvPr>
        </p:nvSpPr>
        <p:spPr>
          <a:xfrm>
            <a:off x="4249375" y="2717600"/>
            <a:ext cx="41814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b="1" dirty="0" err="1">
                <a:latin typeface="Maven Pro" panose="020B0604020202020204" charset="-94"/>
              </a:rPr>
              <a:t>Decision</a:t>
            </a:r>
            <a:r>
              <a:rPr lang="tr-TR" b="1" dirty="0">
                <a:latin typeface="Maven Pro" panose="020B0604020202020204" charset="-94"/>
              </a:rPr>
              <a:t> </a:t>
            </a:r>
            <a:r>
              <a:rPr lang="tr-TR" b="1" dirty="0" err="1">
                <a:latin typeface="Maven Pro" panose="020B0604020202020204" charset="-94"/>
              </a:rPr>
              <a:t>Tree</a:t>
            </a:r>
            <a:endParaRPr b="1" dirty="0">
              <a:latin typeface="Maven Pro" panose="020B0604020202020204" charset="-94"/>
            </a:endParaRPr>
          </a:p>
        </p:txBody>
      </p:sp>
      <p:sp>
        <p:nvSpPr>
          <p:cNvPr id="1254" name="Google Shape;1254;p41"/>
          <p:cNvSpPr txBox="1">
            <a:spLocks noGrp="1"/>
          </p:cNvSpPr>
          <p:nvPr>
            <p:ph type="title" idx="2"/>
          </p:nvPr>
        </p:nvSpPr>
        <p:spPr>
          <a:xfrm>
            <a:off x="5514025" y="17200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2</a:t>
            </a:r>
            <a:endParaRPr dirty="0"/>
          </a:p>
        </p:txBody>
      </p:sp>
      <p:grpSp>
        <p:nvGrpSpPr>
          <p:cNvPr id="1256" name="Google Shape;1256;p41"/>
          <p:cNvGrpSpPr/>
          <p:nvPr/>
        </p:nvGrpSpPr>
        <p:grpSpPr>
          <a:xfrm>
            <a:off x="7421075" y="539500"/>
            <a:ext cx="1009703" cy="130500"/>
            <a:chOff x="5461400" y="616025"/>
            <a:chExt cx="1009703" cy="130500"/>
          </a:xfrm>
        </p:grpSpPr>
        <p:sp>
          <p:nvSpPr>
            <p:cNvPr id="1257" name="Google Shape;1257;p4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41"/>
          <p:cNvGrpSpPr/>
          <p:nvPr/>
        </p:nvGrpSpPr>
        <p:grpSpPr>
          <a:xfrm>
            <a:off x="836225" y="4473500"/>
            <a:ext cx="1009703" cy="130500"/>
            <a:chOff x="5461400" y="616025"/>
            <a:chExt cx="1009703" cy="130500"/>
          </a:xfrm>
        </p:grpSpPr>
        <p:sp>
          <p:nvSpPr>
            <p:cNvPr id="1263" name="Google Shape;1263;p4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84" name="Resim 1483" descr="logo, amblem, simge, sembol, ticari marka içeren bir resim&#10;&#10;Açıklama otomatik olarak oluşturuldu">
            <a:extLst>
              <a:ext uri="{FF2B5EF4-FFF2-40B4-BE49-F238E27FC236}">
                <a16:creationId xmlns:a16="http://schemas.microsoft.com/office/drawing/2014/main" id="{767AF365-4C1E-FC39-A36A-E3E386CB8B1C}"/>
              </a:ext>
            </a:extLst>
          </p:cNvPr>
          <p:cNvPicPr>
            <a:picLocks noChangeAspect="1"/>
          </p:cNvPicPr>
          <p:nvPr/>
        </p:nvPicPr>
        <p:blipFill>
          <a:blip r:embed="rId3"/>
          <a:stretch>
            <a:fillRect/>
          </a:stretch>
        </p:blipFill>
        <p:spPr>
          <a:xfrm>
            <a:off x="8133994" y="-28411"/>
            <a:ext cx="1031509" cy="729231"/>
          </a:xfrm>
          <a:prstGeom prst="rect">
            <a:avLst/>
          </a:prstGeom>
        </p:spPr>
      </p:pic>
      <p:sp>
        <p:nvSpPr>
          <p:cNvPr id="1485" name="Google Shape;670;p39">
            <a:extLst>
              <a:ext uri="{FF2B5EF4-FFF2-40B4-BE49-F238E27FC236}">
                <a16:creationId xmlns:a16="http://schemas.microsoft.com/office/drawing/2014/main" id="{B152AA8E-93E9-E8A0-F052-B74ABBB804D9}"/>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3" name="Resim 2" descr="taslak, çizim, resim, sanat içeren bir resim&#10;&#10;Açıklama otomatik olarak oluşturuldu">
            <a:extLst>
              <a:ext uri="{FF2B5EF4-FFF2-40B4-BE49-F238E27FC236}">
                <a16:creationId xmlns:a16="http://schemas.microsoft.com/office/drawing/2014/main" id="{5F884BD1-50B3-8C3D-44FD-7D79C0E8051E}"/>
              </a:ext>
            </a:extLst>
          </p:cNvPr>
          <p:cNvPicPr>
            <a:picLocks noChangeAspect="1"/>
          </p:cNvPicPr>
          <p:nvPr/>
        </p:nvPicPr>
        <p:blipFill>
          <a:blip r:embed="rId4"/>
          <a:stretch>
            <a:fillRect/>
          </a:stretch>
        </p:blipFill>
        <p:spPr>
          <a:xfrm>
            <a:off x="249383" y="969527"/>
            <a:ext cx="4443794" cy="33328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Decision</a:t>
            </a:r>
            <a:r>
              <a:rPr lang="tr-TR" b="1" dirty="0">
                <a:latin typeface="Maven Pro" panose="020B0604020202020204" charset="-94"/>
              </a:rPr>
              <a:t> </a:t>
            </a:r>
            <a:r>
              <a:rPr lang="tr-TR" b="1" dirty="0" err="1">
                <a:latin typeface="Maven Pro" panose="020B0604020202020204" charset="-94"/>
              </a:rPr>
              <a:t>Tree</a:t>
            </a:r>
            <a:r>
              <a:rPr lang="tr-TR" b="1" dirty="0">
                <a:latin typeface="Maven Pro" panose="020B0604020202020204" charset="-94"/>
              </a:rPr>
              <a:t> (Karar Ağacı)</a:t>
            </a:r>
            <a:endParaRPr b="1" dirty="0">
              <a:latin typeface="Maven Pro" panose="020B0604020202020204" charset="-94"/>
            </a:endParaRPr>
          </a:p>
        </p:txBody>
      </p:sp>
      <p:sp>
        <p:nvSpPr>
          <p:cNvPr id="1274" name="Google Shape;1274;p42"/>
          <p:cNvSpPr txBox="1">
            <a:spLocks noGrp="1"/>
          </p:cNvSpPr>
          <p:nvPr>
            <p:ph type="subTitle" idx="2"/>
          </p:nvPr>
        </p:nvSpPr>
        <p:spPr>
          <a:xfrm>
            <a:off x="785250" y="1112200"/>
            <a:ext cx="6701075" cy="1790073"/>
          </a:xfrm>
          <a:prstGeom prst="rect">
            <a:avLst/>
          </a:prstGeom>
        </p:spPr>
        <p:txBody>
          <a:bodyPr spcFirstLastPara="1" wrap="square" lIns="91425" tIns="91425" rIns="91425" bIns="91425" anchor="t" anchorCtr="0">
            <a:noAutofit/>
          </a:bodyPr>
          <a:lstStyle/>
          <a:p>
            <a:pPr marL="285750" indent="-285750" algn="just">
              <a:buFont typeface="Arial" panose="020B0604020202020204" pitchFamily="34" charset="0"/>
              <a:buChar char="•"/>
            </a:pPr>
            <a:r>
              <a:rPr lang="tr-TR" dirty="0">
                <a:latin typeface="Maven Pro" panose="020B0604020202020204" charset="-94"/>
              </a:rPr>
              <a:t>İlk olarak 1986 yılında Ross </a:t>
            </a:r>
            <a:r>
              <a:rPr lang="tr-TR" dirty="0" err="1">
                <a:latin typeface="Maven Pro" panose="020B0604020202020204" charset="-94"/>
              </a:rPr>
              <a:t>Quinlann</a:t>
            </a:r>
            <a:r>
              <a:rPr lang="tr-TR" dirty="0">
                <a:latin typeface="Maven Pro" panose="020B0604020202020204" charset="-94"/>
              </a:rPr>
              <a:t> ID3 algoritması ile temelleri atılmıştır.</a:t>
            </a:r>
          </a:p>
          <a:p>
            <a:pPr marL="0" indent="0" algn="just"/>
            <a:endParaRPr lang="tr-TR" dirty="0">
              <a:latin typeface="Maven Pro" panose="020B0604020202020204" charset="-94"/>
            </a:endParaRPr>
          </a:p>
          <a:p>
            <a:pPr marL="285750" indent="-285750" algn="just">
              <a:buFont typeface="Arial" panose="020B0604020202020204" pitchFamily="34" charset="0"/>
              <a:buChar char="•"/>
            </a:pPr>
            <a:r>
              <a:rPr lang="tr-TR" dirty="0">
                <a:latin typeface="Maven Pro" panose="020B0604020202020204" charset="-94"/>
              </a:rPr>
              <a:t>1993 yılında C4.5 (Classification </a:t>
            </a:r>
            <a:r>
              <a:rPr lang="tr-TR" dirty="0" err="1">
                <a:latin typeface="Maven Pro" panose="020B0604020202020204" charset="-94"/>
              </a:rPr>
              <a:t>and</a:t>
            </a:r>
            <a:r>
              <a:rPr lang="tr-TR" dirty="0">
                <a:latin typeface="Maven Pro" panose="020B0604020202020204" charset="-94"/>
              </a:rPr>
              <a:t> </a:t>
            </a:r>
            <a:r>
              <a:rPr lang="tr-TR" dirty="0" err="1">
                <a:latin typeface="Maven Pro" panose="020B0604020202020204" charset="-94"/>
              </a:rPr>
              <a:t>Regression</a:t>
            </a:r>
            <a:r>
              <a:rPr lang="tr-TR" dirty="0">
                <a:latin typeface="Maven Pro" panose="020B0604020202020204" charset="-94"/>
              </a:rPr>
              <a:t> </a:t>
            </a:r>
            <a:r>
              <a:rPr lang="tr-TR" dirty="0" err="1">
                <a:latin typeface="Maven Pro" panose="020B0604020202020204" charset="-94"/>
              </a:rPr>
              <a:t>Tree</a:t>
            </a:r>
            <a:r>
              <a:rPr lang="tr-TR" dirty="0">
                <a:latin typeface="Maven Pro" panose="020B0604020202020204" charset="-94"/>
              </a:rPr>
              <a:t>-CART)</a:t>
            </a:r>
          </a:p>
          <a:p>
            <a:pPr marL="285750" indent="-285750" algn="just">
              <a:buFont typeface="Arial" panose="020B0604020202020204" pitchFamily="34" charset="0"/>
              <a:buChar char="•"/>
            </a:pPr>
            <a:endParaRPr lang="tr-TR" dirty="0">
              <a:latin typeface="Maven Pro" panose="020B0604020202020204" charset="-94"/>
            </a:endParaRPr>
          </a:p>
          <a:p>
            <a:pPr marL="285750" indent="-285750" algn="just">
              <a:buFont typeface="Arial" panose="020B0604020202020204" pitchFamily="34" charset="0"/>
              <a:buChar char="•"/>
            </a:pPr>
            <a:r>
              <a:rPr lang="tr-TR" dirty="0">
                <a:latin typeface="Maven Pro" panose="020B0604020202020204" charset="-94"/>
              </a:rPr>
              <a:t>Veri noktalarını özelliklerine göre dallara ayıran ve bu dalları kullanarak sınıflar veya tahminler yapan bir yapıdır. En tepeden en aşağıya inen bir strateji sunmaktadır. Bir karar ağacı yapısında </a:t>
            </a:r>
            <a:r>
              <a:rPr lang="tr-TR" b="1" dirty="0">
                <a:latin typeface="Maven Pro" panose="020B0604020202020204" charset="-94"/>
              </a:rPr>
              <a:t>3 (üç) ana bileşen bulunur</a:t>
            </a:r>
            <a:r>
              <a:rPr lang="tr-TR" dirty="0">
                <a:latin typeface="Maven Pro" panose="020B0604020202020204" charset="-94"/>
              </a:rPr>
              <a:t>.</a:t>
            </a: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2" name="Resim 11" descr="logo, amblem, simge, sembol, ticari marka içeren bir resim&#10;&#10;Açıklama otomatik olarak oluşturuldu">
            <a:extLst>
              <a:ext uri="{FF2B5EF4-FFF2-40B4-BE49-F238E27FC236}">
                <a16:creationId xmlns:a16="http://schemas.microsoft.com/office/drawing/2014/main" id="{44DAB3AF-749D-0153-B41E-A8DE7F8A5092}"/>
              </a:ext>
            </a:extLst>
          </p:cNvPr>
          <p:cNvPicPr>
            <a:picLocks noChangeAspect="1"/>
          </p:cNvPicPr>
          <p:nvPr/>
        </p:nvPicPr>
        <p:blipFill>
          <a:blip r:embed="rId3"/>
          <a:stretch>
            <a:fillRect/>
          </a:stretch>
        </p:blipFill>
        <p:spPr>
          <a:xfrm>
            <a:off x="8133994" y="-28411"/>
            <a:ext cx="1031509" cy="729231"/>
          </a:xfrm>
          <a:prstGeom prst="rect">
            <a:avLst/>
          </a:prstGeom>
        </p:spPr>
      </p:pic>
      <p:sp>
        <p:nvSpPr>
          <p:cNvPr id="13" name="Google Shape;670;p39">
            <a:extLst>
              <a:ext uri="{FF2B5EF4-FFF2-40B4-BE49-F238E27FC236}">
                <a16:creationId xmlns:a16="http://schemas.microsoft.com/office/drawing/2014/main" id="{4897A63D-345A-84A2-C8DB-C090A03305E3}"/>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2" name="Google Shape;3081;p64">
            <a:extLst>
              <a:ext uri="{FF2B5EF4-FFF2-40B4-BE49-F238E27FC236}">
                <a16:creationId xmlns:a16="http://schemas.microsoft.com/office/drawing/2014/main" id="{145086D6-D75F-48DF-88BE-5AB6A60D82DB}"/>
              </a:ext>
            </a:extLst>
          </p:cNvPr>
          <p:cNvSpPr txBox="1"/>
          <p:nvPr/>
        </p:nvSpPr>
        <p:spPr>
          <a:xfrm>
            <a:off x="1159602" y="3249998"/>
            <a:ext cx="1652871" cy="551891"/>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tr-TR" sz="1100" dirty="0">
                <a:solidFill>
                  <a:srgbClr val="181818"/>
                </a:solidFill>
                <a:latin typeface="Maven Pro"/>
                <a:ea typeface="Maven Pro"/>
                <a:cs typeface="Maven Pro"/>
                <a:sym typeface="Maven Pro"/>
              </a:rPr>
              <a:t>Kök Düğüm</a:t>
            </a:r>
          </a:p>
          <a:p>
            <a:pPr marL="0" lvl="0" indent="0" algn="ctr" rtl="0">
              <a:lnSpc>
                <a:spcPct val="115000"/>
              </a:lnSpc>
              <a:spcBef>
                <a:spcPts val="0"/>
              </a:spcBef>
              <a:spcAft>
                <a:spcPts val="0"/>
              </a:spcAft>
              <a:buNone/>
            </a:pPr>
            <a:r>
              <a:rPr lang="tr-TR" sz="1100" b="1" dirty="0">
                <a:solidFill>
                  <a:srgbClr val="181818"/>
                </a:solidFill>
                <a:latin typeface="Maven Pro"/>
                <a:ea typeface="Maven Pro"/>
                <a:cs typeface="Maven Pro"/>
                <a:sym typeface="Maven Pro"/>
              </a:rPr>
              <a:t>(</a:t>
            </a:r>
            <a:r>
              <a:rPr lang="tr-TR" sz="1100" b="1" dirty="0" err="1">
                <a:solidFill>
                  <a:srgbClr val="181818"/>
                </a:solidFill>
                <a:latin typeface="Maven Pro"/>
                <a:ea typeface="Maven Pro"/>
                <a:cs typeface="Maven Pro"/>
                <a:sym typeface="Maven Pro"/>
              </a:rPr>
              <a:t>Root</a:t>
            </a:r>
            <a:r>
              <a:rPr lang="tr-TR" sz="1100" b="1" dirty="0">
                <a:solidFill>
                  <a:srgbClr val="181818"/>
                </a:solidFill>
                <a:latin typeface="Maven Pro"/>
                <a:ea typeface="Maven Pro"/>
                <a:cs typeface="Maven Pro"/>
                <a:sym typeface="Maven Pro"/>
              </a:rPr>
              <a:t> </a:t>
            </a:r>
            <a:r>
              <a:rPr lang="tr-TR" sz="1100" b="1" dirty="0" err="1">
                <a:solidFill>
                  <a:srgbClr val="181818"/>
                </a:solidFill>
                <a:latin typeface="Maven Pro"/>
                <a:ea typeface="Maven Pro"/>
                <a:cs typeface="Maven Pro"/>
                <a:sym typeface="Maven Pro"/>
              </a:rPr>
              <a:t>Node</a:t>
            </a:r>
            <a:r>
              <a:rPr lang="tr-TR" sz="1100" b="1" dirty="0">
                <a:solidFill>
                  <a:srgbClr val="181818"/>
                </a:solidFill>
                <a:latin typeface="Maven Pro"/>
                <a:ea typeface="Maven Pro"/>
                <a:cs typeface="Maven Pro"/>
                <a:sym typeface="Maven Pro"/>
              </a:rPr>
              <a:t>)</a:t>
            </a:r>
            <a:endParaRPr sz="1100" b="1" dirty="0">
              <a:solidFill>
                <a:srgbClr val="181818"/>
              </a:solidFill>
              <a:latin typeface="Maven Pro"/>
              <a:ea typeface="Maven Pro"/>
              <a:cs typeface="Maven Pro"/>
              <a:sym typeface="Maven Pro"/>
            </a:endParaRPr>
          </a:p>
        </p:txBody>
      </p:sp>
      <p:sp>
        <p:nvSpPr>
          <p:cNvPr id="3" name="Google Shape;3081;p64">
            <a:extLst>
              <a:ext uri="{FF2B5EF4-FFF2-40B4-BE49-F238E27FC236}">
                <a16:creationId xmlns:a16="http://schemas.microsoft.com/office/drawing/2014/main" id="{CA58104E-D9A6-7286-0DC9-6DEAFFFDB7EB}"/>
              </a:ext>
            </a:extLst>
          </p:cNvPr>
          <p:cNvSpPr txBox="1"/>
          <p:nvPr/>
        </p:nvSpPr>
        <p:spPr>
          <a:xfrm>
            <a:off x="3416518" y="3249997"/>
            <a:ext cx="1652871" cy="551891"/>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tr-TR" sz="1100" dirty="0">
                <a:solidFill>
                  <a:srgbClr val="181818"/>
                </a:solidFill>
                <a:latin typeface="Maven Pro"/>
                <a:ea typeface="Maven Pro"/>
                <a:cs typeface="Maven Pro"/>
                <a:sym typeface="Maven Pro"/>
              </a:rPr>
              <a:t>Dallanma</a:t>
            </a:r>
          </a:p>
          <a:p>
            <a:pPr marL="0" lvl="0" indent="0" algn="ctr" rtl="0">
              <a:lnSpc>
                <a:spcPct val="115000"/>
              </a:lnSpc>
              <a:spcBef>
                <a:spcPts val="0"/>
              </a:spcBef>
              <a:spcAft>
                <a:spcPts val="0"/>
              </a:spcAft>
              <a:buNone/>
            </a:pPr>
            <a:r>
              <a:rPr lang="tr-TR" sz="1100" b="1" dirty="0">
                <a:solidFill>
                  <a:srgbClr val="181818"/>
                </a:solidFill>
                <a:latin typeface="Maven Pro"/>
                <a:ea typeface="Maven Pro"/>
                <a:cs typeface="Maven Pro"/>
                <a:sym typeface="Maven Pro"/>
              </a:rPr>
              <a:t>(</a:t>
            </a:r>
            <a:r>
              <a:rPr lang="tr-TR" sz="1100" b="1" dirty="0" err="1">
                <a:solidFill>
                  <a:srgbClr val="181818"/>
                </a:solidFill>
                <a:latin typeface="Maven Pro"/>
                <a:ea typeface="Maven Pro"/>
                <a:cs typeface="Maven Pro"/>
                <a:sym typeface="Maven Pro"/>
              </a:rPr>
              <a:t>Branches</a:t>
            </a:r>
            <a:r>
              <a:rPr lang="tr-TR" sz="1100" b="1" dirty="0">
                <a:solidFill>
                  <a:srgbClr val="181818"/>
                </a:solidFill>
                <a:latin typeface="Maven Pro"/>
                <a:ea typeface="Maven Pro"/>
                <a:cs typeface="Maven Pro"/>
                <a:sym typeface="Maven Pro"/>
              </a:rPr>
              <a:t>)</a:t>
            </a:r>
            <a:endParaRPr sz="1100" b="1" dirty="0">
              <a:solidFill>
                <a:srgbClr val="181818"/>
              </a:solidFill>
              <a:latin typeface="Maven Pro"/>
              <a:ea typeface="Maven Pro"/>
              <a:cs typeface="Maven Pro"/>
              <a:sym typeface="Maven Pro"/>
            </a:endParaRPr>
          </a:p>
        </p:txBody>
      </p:sp>
      <p:sp>
        <p:nvSpPr>
          <p:cNvPr id="8" name="Google Shape;3081;p64">
            <a:extLst>
              <a:ext uri="{FF2B5EF4-FFF2-40B4-BE49-F238E27FC236}">
                <a16:creationId xmlns:a16="http://schemas.microsoft.com/office/drawing/2014/main" id="{432A3185-7C2F-58E2-C0A2-0C979539850F}"/>
              </a:ext>
            </a:extLst>
          </p:cNvPr>
          <p:cNvSpPr txBox="1"/>
          <p:nvPr/>
        </p:nvSpPr>
        <p:spPr>
          <a:xfrm>
            <a:off x="5673435" y="3249997"/>
            <a:ext cx="1747640" cy="551891"/>
          </a:xfrm>
          <a:prstGeom prst="rect">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tr-TR" sz="1100" dirty="0">
                <a:solidFill>
                  <a:srgbClr val="181818"/>
                </a:solidFill>
                <a:latin typeface="Maven Pro"/>
                <a:ea typeface="Maven Pro"/>
                <a:cs typeface="Maven Pro"/>
                <a:sym typeface="Maven Pro"/>
              </a:rPr>
              <a:t>Yaprak Düğümler</a:t>
            </a:r>
          </a:p>
          <a:p>
            <a:pPr marL="0" lvl="0" indent="0" algn="ctr" rtl="0">
              <a:lnSpc>
                <a:spcPct val="115000"/>
              </a:lnSpc>
              <a:spcBef>
                <a:spcPts val="0"/>
              </a:spcBef>
              <a:spcAft>
                <a:spcPts val="0"/>
              </a:spcAft>
              <a:buNone/>
            </a:pPr>
            <a:r>
              <a:rPr lang="tr-TR" sz="1100" b="1" dirty="0">
                <a:solidFill>
                  <a:srgbClr val="181818"/>
                </a:solidFill>
                <a:latin typeface="Maven Pro"/>
                <a:ea typeface="Maven Pro"/>
                <a:cs typeface="Maven Pro"/>
                <a:sym typeface="Maven Pro"/>
              </a:rPr>
              <a:t>(</a:t>
            </a:r>
            <a:r>
              <a:rPr lang="tr-TR" sz="1100" b="1" dirty="0" err="1">
                <a:solidFill>
                  <a:srgbClr val="181818"/>
                </a:solidFill>
                <a:latin typeface="Maven Pro"/>
                <a:ea typeface="Maven Pro"/>
                <a:cs typeface="Maven Pro"/>
                <a:sym typeface="Maven Pro"/>
              </a:rPr>
              <a:t>Leaf</a:t>
            </a:r>
            <a:r>
              <a:rPr lang="tr-TR" sz="1100" b="1" dirty="0">
                <a:solidFill>
                  <a:srgbClr val="181818"/>
                </a:solidFill>
                <a:latin typeface="Maven Pro"/>
                <a:ea typeface="Maven Pro"/>
                <a:cs typeface="Maven Pro"/>
                <a:sym typeface="Maven Pro"/>
              </a:rPr>
              <a:t> </a:t>
            </a:r>
            <a:r>
              <a:rPr lang="tr-TR" sz="1100" b="1" dirty="0" err="1">
                <a:solidFill>
                  <a:srgbClr val="181818"/>
                </a:solidFill>
                <a:latin typeface="Maven Pro"/>
                <a:ea typeface="Maven Pro"/>
                <a:cs typeface="Maven Pro"/>
                <a:sym typeface="Maven Pro"/>
              </a:rPr>
              <a:t>Nodes</a:t>
            </a:r>
            <a:r>
              <a:rPr lang="tr-TR" sz="1100" b="1" dirty="0">
                <a:solidFill>
                  <a:srgbClr val="181818"/>
                </a:solidFill>
                <a:latin typeface="Maven Pro"/>
                <a:ea typeface="Maven Pro"/>
                <a:cs typeface="Maven Pro"/>
                <a:sym typeface="Maven Pro"/>
              </a:rPr>
              <a:t>)</a:t>
            </a:r>
            <a:endParaRPr sz="1100" b="1" dirty="0">
              <a:solidFill>
                <a:srgbClr val="181818"/>
              </a:solidFill>
              <a:latin typeface="Maven Pro"/>
              <a:ea typeface="Maven Pro"/>
              <a:cs typeface="Maven Pro"/>
              <a:sym typeface="Maven Pro"/>
            </a:endParaRPr>
          </a:p>
        </p:txBody>
      </p:sp>
    </p:spTree>
    <p:extLst>
      <p:ext uri="{BB962C8B-B14F-4D97-AF65-F5344CB8AC3E}">
        <p14:creationId xmlns:p14="http://schemas.microsoft.com/office/powerpoint/2010/main" val="583117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randombar(horizontal)">
                                      <p:cBhvr>
                                        <p:cTn id="7" dur="500"/>
                                        <p:tgtEl>
                                          <p:spTgt spid="1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74">
                                            <p:txEl>
                                              <p:pRg st="2" end="2"/>
                                            </p:txEl>
                                          </p:spTgt>
                                        </p:tgtEl>
                                        <p:attrNameLst>
                                          <p:attrName>style.visibility</p:attrName>
                                        </p:attrNameLst>
                                      </p:cBhvr>
                                      <p:to>
                                        <p:strVal val="visible"/>
                                      </p:to>
                                    </p:set>
                                    <p:animEffect transition="in" filter="randombar(horizontal)">
                                      <p:cBhvr>
                                        <p:cTn id="12" dur="500"/>
                                        <p:tgtEl>
                                          <p:spTgt spid="127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274">
                                            <p:txEl>
                                              <p:pRg st="4" end="4"/>
                                            </p:txEl>
                                          </p:spTgt>
                                        </p:tgtEl>
                                        <p:attrNameLst>
                                          <p:attrName>style.visibility</p:attrName>
                                        </p:attrNameLst>
                                      </p:cBhvr>
                                      <p:to>
                                        <p:strVal val="visible"/>
                                      </p:to>
                                    </p:set>
                                    <p:animEffect transition="in" filter="randombar(horizontal)">
                                      <p:cBhvr>
                                        <p:cTn id="17" dur="500"/>
                                        <p:tgtEl>
                                          <p:spTgt spid="1274">
                                            <p:txEl>
                                              <p:pRg st="4" end="4"/>
                                            </p:txEl>
                                          </p:spTgt>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500" fill="hold"/>
                                        <p:tgtEl>
                                          <p:spTgt spid="3"/>
                                        </p:tgtEl>
                                        <p:attrNameLst>
                                          <p:attrName>ppt_w</p:attrName>
                                        </p:attrNameLst>
                                      </p:cBhvr>
                                      <p:tavLst>
                                        <p:tav tm="0">
                                          <p:val>
                                            <p:fltVal val="0"/>
                                          </p:val>
                                        </p:tav>
                                        <p:tav tm="100000">
                                          <p:val>
                                            <p:strVal val="#ppt_w"/>
                                          </p:val>
                                        </p:tav>
                                      </p:tavLst>
                                    </p:anim>
                                    <p:anim calcmode="lin" valueType="num">
                                      <p:cBhvr>
                                        <p:cTn id="26" dur="500" fill="hold"/>
                                        <p:tgtEl>
                                          <p:spTgt spid="3"/>
                                        </p:tgtEl>
                                        <p:attrNameLst>
                                          <p:attrName>ppt_h</p:attrName>
                                        </p:attrNameLst>
                                      </p:cBhvr>
                                      <p:tavLst>
                                        <p:tav tm="0">
                                          <p:val>
                                            <p:fltVal val="0"/>
                                          </p:val>
                                        </p:tav>
                                        <p:tav tm="100000">
                                          <p:val>
                                            <p:strVal val="#ppt_h"/>
                                          </p:val>
                                        </p:tav>
                                      </p:tavLst>
                                    </p:anim>
                                    <p:animEffect transition="in" filter="fade">
                                      <p:cBhvr>
                                        <p:cTn id="27" dur="500"/>
                                        <p:tgtEl>
                                          <p:spTgt spid="3"/>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p:cTn id="30" dur="500" fill="hold"/>
                                        <p:tgtEl>
                                          <p:spTgt spid="8"/>
                                        </p:tgtEl>
                                        <p:attrNameLst>
                                          <p:attrName>ppt_w</p:attrName>
                                        </p:attrNameLst>
                                      </p:cBhvr>
                                      <p:tavLst>
                                        <p:tav tm="0">
                                          <p:val>
                                            <p:fltVal val="0"/>
                                          </p:val>
                                        </p:tav>
                                        <p:tav tm="100000">
                                          <p:val>
                                            <p:strVal val="#ppt_w"/>
                                          </p:val>
                                        </p:tav>
                                      </p:tavLst>
                                    </p:anim>
                                    <p:anim calcmode="lin" valueType="num">
                                      <p:cBhvr>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Decision</a:t>
            </a:r>
            <a:r>
              <a:rPr lang="tr-TR" b="1" dirty="0">
                <a:latin typeface="Maven Pro" panose="020B0604020202020204" charset="-94"/>
              </a:rPr>
              <a:t> </a:t>
            </a:r>
            <a:r>
              <a:rPr lang="tr-TR" b="1" dirty="0" err="1">
                <a:latin typeface="Maven Pro" panose="020B0604020202020204" charset="-94"/>
              </a:rPr>
              <a:t>Tree</a:t>
            </a:r>
            <a:r>
              <a:rPr lang="tr-TR" b="1" dirty="0">
                <a:latin typeface="Maven Pro" panose="020B0604020202020204" charset="-94"/>
              </a:rPr>
              <a:t> (Karar Ağacı)</a:t>
            </a:r>
            <a:endParaRPr b="1" dirty="0">
              <a:latin typeface="Maven Pro" panose="020B0604020202020204" charset="-94"/>
            </a:endParaRPr>
          </a:p>
        </p:txBody>
      </p:sp>
      <p:sp>
        <p:nvSpPr>
          <p:cNvPr id="1274" name="Google Shape;1274;p42"/>
          <p:cNvSpPr txBox="1">
            <a:spLocks noGrp="1"/>
          </p:cNvSpPr>
          <p:nvPr>
            <p:ph type="subTitle" idx="2"/>
          </p:nvPr>
        </p:nvSpPr>
        <p:spPr>
          <a:xfrm>
            <a:off x="785250" y="1337171"/>
            <a:ext cx="6701075" cy="2908257"/>
          </a:xfrm>
          <a:prstGeom prst="rect">
            <a:avLst/>
          </a:prstGeom>
        </p:spPr>
        <p:txBody>
          <a:bodyPr spcFirstLastPara="1" wrap="square" lIns="91425" tIns="91425" rIns="91425" bIns="91425" anchor="t" anchorCtr="0">
            <a:noAutofit/>
          </a:bodyPr>
          <a:lstStyle/>
          <a:p>
            <a:pPr marL="0" indent="0" algn="just"/>
            <a:r>
              <a:rPr lang="tr-TR" b="1" dirty="0">
                <a:latin typeface="Maven Pro" panose="020B0604020202020204" charset="-94"/>
              </a:rPr>
              <a:t>Avantajları:</a:t>
            </a:r>
          </a:p>
          <a:p>
            <a:pPr marL="742950" lvl="1" indent="-285750" algn="just">
              <a:buFont typeface="Arial" panose="020B0604020202020204" pitchFamily="34" charset="0"/>
              <a:buChar char="•"/>
            </a:pPr>
            <a:r>
              <a:rPr lang="tr-TR" dirty="0" err="1">
                <a:latin typeface="Maven Pro" panose="020B0604020202020204" charset="-94"/>
              </a:rPr>
              <a:t>Yorumlanabilirlik</a:t>
            </a:r>
            <a:r>
              <a:rPr lang="tr-TR" dirty="0">
                <a:latin typeface="Maven Pro" panose="020B0604020202020204" charset="-94"/>
              </a:rPr>
              <a:t>.</a:t>
            </a:r>
          </a:p>
          <a:p>
            <a:pPr marL="742950" lvl="1" indent="-285750" algn="just">
              <a:buFont typeface="Arial" panose="020B0604020202020204" pitchFamily="34" charset="0"/>
              <a:buChar char="•"/>
            </a:pPr>
            <a:r>
              <a:rPr lang="tr-TR" dirty="0">
                <a:latin typeface="Maven Pro" panose="020B0604020202020204" charset="-94"/>
              </a:rPr>
              <a:t>Öznitelik yada özellik seçimi gerektirmez.</a:t>
            </a:r>
          </a:p>
          <a:p>
            <a:pPr marL="742950" lvl="1" indent="-285750" algn="just">
              <a:buFont typeface="Arial" panose="020B0604020202020204" pitchFamily="34" charset="0"/>
              <a:buChar char="•"/>
            </a:pPr>
            <a:r>
              <a:rPr lang="tr-TR" dirty="0">
                <a:latin typeface="Maven Pro" panose="020B0604020202020204" charset="-94"/>
              </a:rPr>
              <a:t>Kategorik ve sürekli verilerle çalışabilme.</a:t>
            </a:r>
          </a:p>
          <a:p>
            <a:pPr marL="742950" lvl="1" indent="-285750" algn="just">
              <a:buFont typeface="Arial" panose="020B0604020202020204" pitchFamily="34" charset="0"/>
              <a:buChar char="•"/>
            </a:pPr>
            <a:r>
              <a:rPr lang="tr-TR" dirty="0">
                <a:latin typeface="Maven Pro" panose="020B0604020202020204" charset="-94"/>
              </a:rPr>
              <a:t>Hızlı ve verimli</a:t>
            </a:r>
          </a:p>
          <a:p>
            <a:pPr marL="742950" lvl="1" indent="-285750" algn="just">
              <a:buFont typeface="Arial" panose="020B0604020202020204" pitchFamily="34" charset="0"/>
              <a:buChar char="•"/>
            </a:pPr>
            <a:endParaRPr lang="tr-TR" dirty="0">
              <a:latin typeface="Maven Pro" panose="020B0604020202020204" charset="-94"/>
            </a:endParaRPr>
          </a:p>
          <a:p>
            <a:pPr marL="0" lvl="1" indent="0" algn="l"/>
            <a:r>
              <a:rPr lang="tr-TR" b="1" dirty="0">
                <a:latin typeface="Maven Pro" panose="020B0604020202020204" charset="-94"/>
              </a:rPr>
              <a:t>Dezavantajları:</a:t>
            </a:r>
          </a:p>
          <a:p>
            <a:pPr marL="742950" lvl="2" indent="-285750" algn="l">
              <a:buFont typeface="Arial" panose="020B0604020202020204" pitchFamily="34" charset="0"/>
              <a:buChar char="•"/>
            </a:pPr>
            <a:r>
              <a:rPr lang="tr-TR" dirty="0">
                <a:latin typeface="Maven Pro" panose="020B0604020202020204" charset="-94"/>
              </a:rPr>
              <a:t>Aşırı uyum</a:t>
            </a:r>
          </a:p>
          <a:p>
            <a:pPr marL="742950" lvl="2" indent="-285750" algn="l">
              <a:buFont typeface="Arial" panose="020B0604020202020204" pitchFamily="34" charset="0"/>
              <a:buChar char="•"/>
            </a:pPr>
            <a:r>
              <a:rPr lang="tr-TR" dirty="0">
                <a:latin typeface="Maven Pro" panose="020B0604020202020204" charset="-94"/>
              </a:rPr>
              <a:t>Veri gürültüsüne duyarlılık</a:t>
            </a:r>
          </a:p>
          <a:p>
            <a:pPr marL="742950" lvl="2" indent="-285750" algn="l">
              <a:buFont typeface="Arial" panose="020B0604020202020204" pitchFamily="34" charset="0"/>
              <a:buChar char="•"/>
            </a:pPr>
            <a:r>
              <a:rPr lang="tr-TR" dirty="0">
                <a:latin typeface="Maven Pro" panose="020B0604020202020204" charset="-94"/>
              </a:rPr>
              <a:t>Dengesiz veri setlerinde performans düşüklüğü</a:t>
            </a: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33412591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randombar(horizontal)">
                                      <p:cBhvr>
                                        <p:cTn id="7" dur="500"/>
                                        <p:tgtEl>
                                          <p:spTgt spid="1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74">
                                            <p:txEl>
                                              <p:pRg st="1" end="1"/>
                                            </p:txEl>
                                          </p:spTgt>
                                        </p:tgtEl>
                                        <p:attrNameLst>
                                          <p:attrName>style.visibility</p:attrName>
                                        </p:attrNameLst>
                                      </p:cBhvr>
                                      <p:to>
                                        <p:strVal val="visible"/>
                                      </p:to>
                                    </p:set>
                                    <p:animEffect transition="in" filter="randombar(horizontal)">
                                      <p:cBhvr>
                                        <p:cTn id="12" dur="500"/>
                                        <p:tgtEl>
                                          <p:spTgt spid="12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1274">
                                            <p:txEl>
                                              <p:pRg st="2" end="2"/>
                                            </p:txEl>
                                          </p:spTgt>
                                        </p:tgtEl>
                                        <p:attrNameLst>
                                          <p:attrName>style.visibility</p:attrName>
                                        </p:attrNameLst>
                                      </p:cBhvr>
                                      <p:to>
                                        <p:strVal val="visible"/>
                                      </p:to>
                                    </p:set>
                                    <p:animEffect transition="in" filter="randombar(horizontal)">
                                      <p:cBhvr>
                                        <p:cTn id="17" dur="500"/>
                                        <p:tgtEl>
                                          <p:spTgt spid="12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274">
                                            <p:txEl>
                                              <p:pRg st="3" end="3"/>
                                            </p:txEl>
                                          </p:spTgt>
                                        </p:tgtEl>
                                        <p:attrNameLst>
                                          <p:attrName>style.visibility</p:attrName>
                                        </p:attrNameLst>
                                      </p:cBhvr>
                                      <p:to>
                                        <p:strVal val="visible"/>
                                      </p:to>
                                    </p:set>
                                    <p:animEffect transition="in" filter="randombar(horizontal)">
                                      <p:cBhvr>
                                        <p:cTn id="22" dur="500"/>
                                        <p:tgtEl>
                                          <p:spTgt spid="12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1274">
                                            <p:txEl>
                                              <p:pRg st="4" end="4"/>
                                            </p:txEl>
                                          </p:spTgt>
                                        </p:tgtEl>
                                        <p:attrNameLst>
                                          <p:attrName>style.visibility</p:attrName>
                                        </p:attrNameLst>
                                      </p:cBhvr>
                                      <p:to>
                                        <p:strVal val="visible"/>
                                      </p:to>
                                    </p:set>
                                    <p:animEffect transition="in" filter="randombar(horizontal)">
                                      <p:cBhvr>
                                        <p:cTn id="27" dur="500"/>
                                        <p:tgtEl>
                                          <p:spTgt spid="12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1274">
                                            <p:txEl>
                                              <p:pRg st="6" end="6"/>
                                            </p:txEl>
                                          </p:spTgt>
                                        </p:tgtEl>
                                        <p:attrNameLst>
                                          <p:attrName>style.visibility</p:attrName>
                                        </p:attrNameLst>
                                      </p:cBhvr>
                                      <p:to>
                                        <p:strVal val="visible"/>
                                      </p:to>
                                    </p:set>
                                    <p:animEffect transition="in" filter="randombar(horizontal)">
                                      <p:cBhvr>
                                        <p:cTn id="32" dur="500"/>
                                        <p:tgtEl>
                                          <p:spTgt spid="127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1274">
                                            <p:txEl>
                                              <p:pRg st="7" end="7"/>
                                            </p:txEl>
                                          </p:spTgt>
                                        </p:tgtEl>
                                        <p:attrNameLst>
                                          <p:attrName>style.visibility</p:attrName>
                                        </p:attrNameLst>
                                      </p:cBhvr>
                                      <p:to>
                                        <p:strVal val="visible"/>
                                      </p:to>
                                    </p:set>
                                    <p:animEffect transition="in" filter="randombar(horizontal)">
                                      <p:cBhvr>
                                        <p:cTn id="37" dur="500"/>
                                        <p:tgtEl>
                                          <p:spTgt spid="1274">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1274">
                                            <p:txEl>
                                              <p:pRg st="8" end="8"/>
                                            </p:txEl>
                                          </p:spTgt>
                                        </p:tgtEl>
                                        <p:attrNameLst>
                                          <p:attrName>style.visibility</p:attrName>
                                        </p:attrNameLst>
                                      </p:cBhvr>
                                      <p:to>
                                        <p:strVal val="visible"/>
                                      </p:to>
                                    </p:set>
                                    <p:animEffect transition="in" filter="randombar(horizontal)">
                                      <p:cBhvr>
                                        <p:cTn id="42" dur="500"/>
                                        <p:tgtEl>
                                          <p:spTgt spid="1274">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274">
                                            <p:txEl>
                                              <p:pRg st="9" end="9"/>
                                            </p:txEl>
                                          </p:spTgt>
                                        </p:tgtEl>
                                        <p:attrNameLst>
                                          <p:attrName>style.visibility</p:attrName>
                                        </p:attrNameLst>
                                      </p:cBhvr>
                                      <p:to>
                                        <p:strVal val="visible"/>
                                      </p:to>
                                    </p:set>
                                    <p:animEffect transition="in" filter="randombar(horizontal)">
                                      <p:cBhvr>
                                        <p:cTn id="47" dur="500"/>
                                        <p:tgtEl>
                                          <p:spTgt spid="12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Decision</a:t>
            </a:r>
            <a:r>
              <a:rPr lang="tr-TR" b="1" dirty="0">
                <a:latin typeface="Maven Pro" panose="020B0604020202020204" charset="-94"/>
              </a:rPr>
              <a:t> </a:t>
            </a:r>
            <a:r>
              <a:rPr lang="tr-TR" b="1" dirty="0" err="1">
                <a:latin typeface="Maven Pro" panose="020B0604020202020204" charset="-94"/>
              </a:rPr>
              <a:t>Tree</a:t>
            </a:r>
            <a:r>
              <a:rPr lang="tr-TR" b="1" dirty="0">
                <a:latin typeface="Maven Pro" panose="020B0604020202020204" charset="-94"/>
              </a:rPr>
              <a:t> (Karar Ağacı)</a:t>
            </a:r>
            <a:endParaRPr b="1" dirty="0">
              <a:latin typeface="Maven Pro" panose="020B0604020202020204" charset="-94"/>
            </a:endParaRPr>
          </a:p>
        </p:txBody>
      </p:sp>
      <p:sp>
        <p:nvSpPr>
          <p:cNvPr id="1274" name="Google Shape;1274;p42"/>
          <p:cNvSpPr txBox="1">
            <a:spLocks noGrp="1"/>
          </p:cNvSpPr>
          <p:nvPr>
            <p:ph type="subTitle" idx="2"/>
          </p:nvPr>
        </p:nvSpPr>
        <p:spPr>
          <a:xfrm>
            <a:off x="785250" y="1337172"/>
            <a:ext cx="6701075" cy="1170502"/>
          </a:xfrm>
          <a:prstGeom prst="rect">
            <a:avLst/>
          </a:prstGeom>
        </p:spPr>
        <p:txBody>
          <a:bodyPr spcFirstLastPara="1" wrap="square" lIns="91425" tIns="91425" rIns="91425" bIns="91425" anchor="t" anchorCtr="0">
            <a:noAutofit/>
          </a:bodyPr>
          <a:lstStyle/>
          <a:p>
            <a:pPr marL="0" indent="0" algn="just"/>
            <a:r>
              <a:rPr lang="tr-TR" b="1" dirty="0">
                <a:latin typeface="Maven Pro" panose="020B0604020202020204" charset="-94"/>
              </a:rPr>
              <a:t>Bilgi Kazancı (Information </a:t>
            </a:r>
            <a:r>
              <a:rPr lang="tr-TR" b="1" dirty="0" err="1">
                <a:latin typeface="Maven Pro" panose="020B0604020202020204" charset="-94"/>
              </a:rPr>
              <a:t>Gain</a:t>
            </a:r>
            <a:r>
              <a:rPr lang="tr-TR" b="1" dirty="0">
                <a:latin typeface="Maven Pro" panose="020B0604020202020204" charset="-94"/>
              </a:rPr>
              <a:t>):</a:t>
            </a:r>
          </a:p>
          <a:p>
            <a:pPr marL="0" indent="0" algn="just"/>
            <a:r>
              <a:rPr lang="tr-TR" dirty="0">
                <a:latin typeface="Maven Pro" panose="020B0604020202020204" charset="-94"/>
              </a:rPr>
              <a:t>Karar ağaçlarında en ayırt edici özelliği belirlemek için bilgi kazancı ölçülür. Bilgi kazanıcının ölçümünde ise </a:t>
            </a:r>
            <a:r>
              <a:rPr lang="tr-TR" b="1" dirty="0" err="1">
                <a:latin typeface="Maven Pro" panose="020B0604020202020204" charset="-94"/>
              </a:rPr>
              <a:t>Entropy</a:t>
            </a:r>
            <a:r>
              <a:rPr lang="tr-TR" dirty="0">
                <a:latin typeface="Maven Pro" panose="020B0604020202020204" charset="-94"/>
              </a:rPr>
              <a:t> formülü kullanılır. </a:t>
            </a:r>
            <a:r>
              <a:rPr lang="tr-TR" dirty="0" err="1">
                <a:latin typeface="Maven Pro" panose="020B0604020202020204" charset="-94"/>
              </a:rPr>
              <a:t>Entropy</a:t>
            </a:r>
            <a:r>
              <a:rPr lang="tr-TR" dirty="0">
                <a:latin typeface="Maven Pro" panose="020B0604020202020204" charset="-94"/>
              </a:rPr>
              <a:t> </a:t>
            </a:r>
            <a:r>
              <a:rPr lang="tr-TR" dirty="0"/>
              <a:t>rastgeleliği, belirsizliği ve beklenmeyen durumun ortaya çıkma olasılığını gösterir.</a:t>
            </a:r>
            <a:endParaRPr lang="tr-TR"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5" name="Resim 4">
            <a:extLst>
              <a:ext uri="{FF2B5EF4-FFF2-40B4-BE49-F238E27FC236}">
                <a16:creationId xmlns:a16="http://schemas.microsoft.com/office/drawing/2014/main" id="{66C0C501-7A60-5A52-6CAB-858330A8C0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1824" y="2547817"/>
            <a:ext cx="2660349" cy="1041006"/>
          </a:xfrm>
          <a:prstGeom prst="rect">
            <a:avLst/>
          </a:prstGeom>
        </p:spPr>
      </p:pic>
    </p:spTree>
    <p:extLst>
      <p:ext uri="{BB962C8B-B14F-4D97-AF65-F5344CB8AC3E}">
        <p14:creationId xmlns:p14="http://schemas.microsoft.com/office/powerpoint/2010/main" val="327926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randombar(horizontal)">
                                      <p:cBhvr>
                                        <p:cTn id="7" dur="500"/>
                                        <p:tgtEl>
                                          <p:spTgt spid="1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1274">
                                            <p:txEl>
                                              <p:pRg st="1" end="1"/>
                                            </p:txEl>
                                          </p:spTgt>
                                        </p:tgtEl>
                                        <p:attrNameLst>
                                          <p:attrName>style.visibility</p:attrName>
                                        </p:attrNameLst>
                                      </p:cBhvr>
                                      <p:to>
                                        <p:strVal val="visible"/>
                                      </p:to>
                                    </p:set>
                                    <p:animEffect transition="in" filter="randombar(horizontal)">
                                      <p:cBhvr>
                                        <p:cTn id="12" dur="500"/>
                                        <p:tgtEl>
                                          <p:spTgt spid="12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7" name="Tablo 6">
            <a:extLst>
              <a:ext uri="{FF2B5EF4-FFF2-40B4-BE49-F238E27FC236}">
                <a16:creationId xmlns:a16="http://schemas.microsoft.com/office/drawing/2014/main" id="{65099842-DB90-9B93-491B-588E22E021A4}"/>
              </a:ext>
            </a:extLst>
          </p:cNvPr>
          <p:cNvGraphicFramePr>
            <a:graphicFrameLocks noGrp="1"/>
          </p:cNvGraphicFramePr>
          <p:nvPr>
            <p:extLst>
              <p:ext uri="{D42A27DB-BD31-4B8C-83A1-F6EECF244321}">
                <p14:modId xmlns:p14="http://schemas.microsoft.com/office/powerpoint/2010/main" val="2675847895"/>
              </p:ext>
            </p:extLst>
          </p:nvPr>
        </p:nvGraphicFramePr>
        <p:xfrm>
          <a:off x="307269" y="270820"/>
          <a:ext cx="7042398" cy="4114149"/>
        </p:xfrm>
        <a:graphic>
          <a:graphicData uri="http://schemas.openxmlformats.org/drawingml/2006/table">
            <a:tbl>
              <a:tblPr firstRow="1" firstCol="1" bandRow="1">
                <a:tableStyleId>{5C22544A-7EE6-4342-B048-85BDC9FD1C3A}</a:tableStyleId>
              </a:tblPr>
              <a:tblGrid>
                <a:gridCol w="1173474">
                  <a:extLst>
                    <a:ext uri="{9D8B030D-6E8A-4147-A177-3AD203B41FA5}">
                      <a16:colId xmlns:a16="http://schemas.microsoft.com/office/drawing/2014/main" val="2358443411"/>
                    </a:ext>
                  </a:extLst>
                </a:gridCol>
                <a:gridCol w="1173474">
                  <a:extLst>
                    <a:ext uri="{9D8B030D-6E8A-4147-A177-3AD203B41FA5}">
                      <a16:colId xmlns:a16="http://schemas.microsoft.com/office/drawing/2014/main" val="3579797296"/>
                    </a:ext>
                  </a:extLst>
                </a:gridCol>
                <a:gridCol w="1173474">
                  <a:extLst>
                    <a:ext uri="{9D8B030D-6E8A-4147-A177-3AD203B41FA5}">
                      <a16:colId xmlns:a16="http://schemas.microsoft.com/office/drawing/2014/main" val="2236352003"/>
                    </a:ext>
                  </a:extLst>
                </a:gridCol>
                <a:gridCol w="1173474">
                  <a:extLst>
                    <a:ext uri="{9D8B030D-6E8A-4147-A177-3AD203B41FA5}">
                      <a16:colId xmlns:a16="http://schemas.microsoft.com/office/drawing/2014/main" val="3857428223"/>
                    </a:ext>
                  </a:extLst>
                </a:gridCol>
                <a:gridCol w="1174251">
                  <a:extLst>
                    <a:ext uri="{9D8B030D-6E8A-4147-A177-3AD203B41FA5}">
                      <a16:colId xmlns:a16="http://schemas.microsoft.com/office/drawing/2014/main" val="1512683095"/>
                    </a:ext>
                  </a:extLst>
                </a:gridCol>
                <a:gridCol w="1174251">
                  <a:extLst>
                    <a:ext uri="{9D8B030D-6E8A-4147-A177-3AD203B41FA5}">
                      <a16:colId xmlns:a16="http://schemas.microsoft.com/office/drawing/2014/main" val="3947855873"/>
                    </a:ext>
                  </a:extLst>
                </a:gridCol>
              </a:tblGrid>
              <a:tr h="462781">
                <a:tc>
                  <a:txBody>
                    <a:bodyPr/>
                    <a:lstStyle/>
                    <a:p>
                      <a:pPr algn="ctr">
                        <a:lnSpc>
                          <a:spcPct val="107000"/>
                        </a:lnSpc>
                        <a:spcBef>
                          <a:spcPts val="300"/>
                        </a:spcBef>
                        <a:spcAft>
                          <a:spcPts val="300"/>
                        </a:spcAft>
                      </a:pPr>
                      <a:r>
                        <a:rPr lang="en-US" sz="1050" dirty="0">
                          <a:solidFill>
                            <a:schemeClr val="tx1"/>
                          </a:solidFill>
                          <a:effectLst/>
                        </a:rPr>
                        <a:t>Day</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Outlook</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Temperature</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Humidity</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Wind</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Play Tennis</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2509060855"/>
                  </a:ext>
                </a:extLst>
              </a:tr>
              <a:tr h="260812">
                <a:tc>
                  <a:txBody>
                    <a:bodyPr/>
                    <a:lstStyle/>
                    <a:p>
                      <a:pPr algn="ctr">
                        <a:lnSpc>
                          <a:spcPct val="107000"/>
                        </a:lnSpc>
                        <a:spcBef>
                          <a:spcPts val="300"/>
                        </a:spcBef>
                        <a:spcAft>
                          <a:spcPts val="300"/>
                        </a:spcAft>
                      </a:pPr>
                      <a:r>
                        <a:rPr lang="en-US" sz="1050">
                          <a:solidFill>
                            <a:schemeClr val="tx1"/>
                          </a:solidFill>
                          <a:effectLst/>
                        </a:rPr>
                        <a:t>D1</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Sunny</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Hot</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High</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Weak</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4122723710"/>
                  </a:ext>
                </a:extLst>
              </a:tr>
              <a:tr h="260812">
                <a:tc>
                  <a:txBody>
                    <a:bodyPr/>
                    <a:lstStyle/>
                    <a:p>
                      <a:pPr algn="ctr">
                        <a:lnSpc>
                          <a:spcPct val="107000"/>
                        </a:lnSpc>
                        <a:spcBef>
                          <a:spcPts val="300"/>
                        </a:spcBef>
                        <a:spcAft>
                          <a:spcPts val="300"/>
                        </a:spcAft>
                      </a:pPr>
                      <a:r>
                        <a:rPr lang="en-US" sz="1050">
                          <a:solidFill>
                            <a:schemeClr val="tx1"/>
                          </a:solidFill>
                          <a:effectLst/>
                        </a:rPr>
                        <a:t>D2</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Sunny</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Hot</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High</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Strong</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No</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516187187"/>
                  </a:ext>
                </a:extLst>
              </a:tr>
              <a:tr h="260812">
                <a:tc>
                  <a:txBody>
                    <a:bodyPr/>
                    <a:lstStyle/>
                    <a:p>
                      <a:pPr algn="ctr">
                        <a:lnSpc>
                          <a:spcPct val="107000"/>
                        </a:lnSpc>
                        <a:spcBef>
                          <a:spcPts val="300"/>
                        </a:spcBef>
                        <a:spcAft>
                          <a:spcPts val="300"/>
                        </a:spcAft>
                      </a:pPr>
                      <a:r>
                        <a:rPr lang="en-US" sz="1050">
                          <a:solidFill>
                            <a:schemeClr val="tx1"/>
                          </a:solidFill>
                          <a:effectLst/>
                        </a:rPr>
                        <a:t>D3</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Overcast</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Hot</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High</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Weak</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441267355"/>
                  </a:ext>
                </a:extLst>
              </a:tr>
              <a:tr h="260812">
                <a:tc>
                  <a:txBody>
                    <a:bodyPr/>
                    <a:lstStyle/>
                    <a:p>
                      <a:pPr algn="ctr">
                        <a:lnSpc>
                          <a:spcPct val="107000"/>
                        </a:lnSpc>
                        <a:spcBef>
                          <a:spcPts val="300"/>
                        </a:spcBef>
                        <a:spcAft>
                          <a:spcPts val="300"/>
                        </a:spcAft>
                      </a:pPr>
                      <a:r>
                        <a:rPr lang="en-US" sz="1050">
                          <a:solidFill>
                            <a:schemeClr val="tx1"/>
                          </a:solidFill>
                          <a:effectLst/>
                        </a:rPr>
                        <a:t>D4</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Rain</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Mild</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High</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Weak</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980030749"/>
                  </a:ext>
                </a:extLst>
              </a:tr>
              <a:tr h="260812">
                <a:tc>
                  <a:txBody>
                    <a:bodyPr/>
                    <a:lstStyle/>
                    <a:p>
                      <a:pPr algn="ctr">
                        <a:lnSpc>
                          <a:spcPct val="107000"/>
                        </a:lnSpc>
                        <a:spcBef>
                          <a:spcPts val="300"/>
                        </a:spcBef>
                        <a:spcAft>
                          <a:spcPts val="300"/>
                        </a:spcAft>
                      </a:pPr>
                      <a:r>
                        <a:rPr lang="en-US" sz="1050">
                          <a:solidFill>
                            <a:schemeClr val="tx1"/>
                          </a:solidFill>
                          <a:effectLst/>
                        </a:rPr>
                        <a:t>D5</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Rain</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Cool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Normal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Weak</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2328385982"/>
                  </a:ext>
                </a:extLst>
              </a:tr>
              <a:tr h="260812">
                <a:tc>
                  <a:txBody>
                    <a:bodyPr/>
                    <a:lstStyle/>
                    <a:p>
                      <a:pPr algn="ctr">
                        <a:lnSpc>
                          <a:spcPct val="107000"/>
                        </a:lnSpc>
                        <a:spcBef>
                          <a:spcPts val="300"/>
                        </a:spcBef>
                        <a:spcAft>
                          <a:spcPts val="300"/>
                        </a:spcAft>
                      </a:pPr>
                      <a:r>
                        <a:rPr lang="en-US" sz="1050">
                          <a:solidFill>
                            <a:schemeClr val="tx1"/>
                          </a:solidFill>
                          <a:effectLst/>
                        </a:rPr>
                        <a:t>D6</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Rain</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Cool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Normal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Strong</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2650979397"/>
                  </a:ext>
                </a:extLst>
              </a:tr>
              <a:tr h="260812">
                <a:tc>
                  <a:txBody>
                    <a:bodyPr/>
                    <a:lstStyle/>
                    <a:p>
                      <a:pPr algn="ctr">
                        <a:lnSpc>
                          <a:spcPct val="107000"/>
                        </a:lnSpc>
                        <a:spcBef>
                          <a:spcPts val="300"/>
                        </a:spcBef>
                        <a:spcAft>
                          <a:spcPts val="300"/>
                        </a:spcAft>
                      </a:pPr>
                      <a:r>
                        <a:rPr lang="en-US" sz="1050">
                          <a:solidFill>
                            <a:schemeClr val="tx1"/>
                          </a:solidFill>
                          <a:effectLst/>
                        </a:rPr>
                        <a:t>D7</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Overcast</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Cool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Normal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Strong</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3657262550"/>
                  </a:ext>
                </a:extLst>
              </a:tr>
              <a:tr h="260812">
                <a:tc>
                  <a:txBody>
                    <a:bodyPr/>
                    <a:lstStyle/>
                    <a:p>
                      <a:pPr algn="ctr">
                        <a:lnSpc>
                          <a:spcPct val="107000"/>
                        </a:lnSpc>
                        <a:spcBef>
                          <a:spcPts val="300"/>
                        </a:spcBef>
                        <a:spcAft>
                          <a:spcPts val="300"/>
                        </a:spcAft>
                      </a:pPr>
                      <a:r>
                        <a:rPr lang="en-US" sz="1050">
                          <a:solidFill>
                            <a:schemeClr val="tx1"/>
                          </a:solidFill>
                          <a:effectLst/>
                        </a:rPr>
                        <a:t>D8</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Sunny</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Mild</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High</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Weak</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001914142"/>
                  </a:ext>
                </a:extLst>
              </a:tr>
              <a:tr h="260812">
                <a:tc>
                  <a:txBody>
                    <a:bodyPr/>
                    <a:lstStyle/>
                    <a:p>
                      <a:pPr algn="ctr">
                        <a:lnSpc>
                          <a:spcPct val="107000"/>
                        </a:lnSpc>
                        <a:spcBef>
                          <a:spcPts val="300"/>
                        </a:spcBef>
                        <a:spcAft>
                          <a:spcPts val="300"/>
                        </a:spcAft>
                      </a:pPr>
                      <a:r>
                        <a:rPr lang="en-US" sz="1050">
                          <a:solidFill>
                            <a:schemeClr val="tx1"/>
                          </a:solidFill>
                          <a:effectLst/>
                        </a:rPr>
                        <a:t>D9</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Sunny</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Cool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Normal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Weak</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925530058"/>
                  </a:ext>
                </a:extLst>
              </a:tr>
              <a:tr h="260812">
                <a:tc>
                  <a:txBody>
                    <a:bodyPr/>
                    <a:lstStyle/>
                    <a:p>
                      <a:pPr algn="ctr">
                        <a:lnSpc>
                          <a:spcPct val="107000"/>
                        </a:lnSpc>
                        <a:spcBef>
                          <a:spcPts val="300"/>
                        </a:spcBef>
                        <a:spcAft>
                          <a:spcPts val="300"/>
                        </a:spcAft>
                      </a:pPr>
                      <a:r>
                        <a:rPr lang="en-US" sz="1050" dirty="0">
                          <a:solidFill>
                            <a:schemeClr val="tx1"/>
                          </a:solidFill>
                          <a:effectLst/>
                        </a:rPr>
                        <a:t>D10</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Rain</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Mild</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Normal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Weak</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590743289"/>
                  </a:ext>
                </a:extLst>
              </a:tr>
              <a:tr h="260812">
                <a:tc>
                  <a:txBody>
                    <a:bodyPr/>
                    <a:lstStyle/>
                    <a:p>
                      <a:pPr algn="ctr">
                        <a:lnSpc>
                          <a:spcPct val="107000"/>
                        </a:lnSpc>
                        <a:spcBef>
                          <a:spcPts val="300"/>
                        </a:spcBef>
                        <a:spcAft>
                          <a:spcPts val="300"/>
                        </a:spcAft>
                      </a:pPr>
                      <a:r>
                        <a:rPr lang="en-US" sz="1050">
                          <a:solidFill>
                            <a:schemeClr val="tx1"/>
                          </a:solidFill>
                          <a:effectLst/>
                        </a:rPr>
                        <a:t>D11</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Sunny</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Mild</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Normal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Strong</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796953999"/>
                  </a:ext>
                </a:extLst>
              </a:tr>
              <a:tr h="260812">
                <a:tc>
                  <a:txBody>
                    <a:bodyPr/>
                    <a:lstStyle/>
                    <a:p>
                      <a:pPr algn="ctr">
                        <a:lnSpc>
                          <a:spcPct val="107000"/>
                        </a:lnSpc>
                        <a:spcBef>
                          <a:spcPts val="300"/>
                        </a:spcBef>
                        <a:spcAft>
                          <a:spcPts val="300"/>
                        </a:spcAft>
                      </a:pPr>
                      <a:r>
                        <a:rPr lang="en-US" sz="1050">
                          <a:solidFill>
                            <a:schemeClr val="tx1"/>
                          </a:solidFill>
                          <a:effectLst/>
                        </a:rPr>
                        <a:t>D12</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Overcast</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Mild</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High</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Strong</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775634672"/>
                  </a:ext>
                </a:extLst>
              </a:tr>
              <a:tr h="260812">
                <a:tc>
                  <a:txBody>
                    <a:bodyPr/>
                    <a:lstStyle/>
                    <a:p>
                      <a:pPr algn="ctr">
                        <a:lnSpc>
                          <a:spcPct val="107000"/>
                        </a:lnSpc>
                        <a:spcBef>
                          <a:spcPts val="300"/>
                        </a:spcBef>
                        <a:spcAft>
                          <a:spcPts val="300"/>
                        </a:spcAft>
                      </a:pPr>
                      <a:r>
                        <a:rPr lang="en-US" sz="1050">
                          <a:solidFill>
                            <a:schemeClr val="tx1"/>
                          </a:solidFill>
                          <a:effectLst/>
                        </a:rPr>
                        <a:t>D13</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Overcast</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Hot</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Normal</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Weak</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Yes</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1782274349"/>
                  </a:ext>
                </a:extLst>
              </a:tr>
              <a:tr h="260812">
                <a:tc>
                  <a:txBody>
                    <a:bodyPr/>
                    <a:lstStyle/>
                    <a:p>
                      <a:pPr algn="ctr">
                        <a:lnSpc>
                          <a:spcPct val="107000"/>
                        </a:lnSpc>
                        <a:spcBef>
                          <a:spcPts val="300"/>
                        </a:spcBef>
                        <a:spcAft>
                          <a:spcPts val="300"/>
                        </a:spcAft>
                      </a:pPr>
                      <a:r>
                        <a:rPr lang="en-US" sz="1050">
                          <a:solidFill>
                            <a:schemeClr val="tx1"/>
                          </a:solidFill>
                          <a:effectLst/>
                        </a:rPr>
                        <a:t>D14</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Rain</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Mild</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High</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a:solidFill>
                            <a:schemeClr val="tx1"/>
                          </a:solidFill>
                          <a:effectLst/>
                        </a:rPr>
                        <a:t>Strong</a:t>
                      </a:r>
                      <a:endParaRPr lang="tr-TR" sz="10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tc>
                  <a:txBody>
                    <a:bodyPr/>
                    <a:lstStyle/>
                    <a:p>
                      <a:pPr algn="ctr">
                        <a:lnSpc>
                          <a:spcPct val="107000"/>
                        </a:lnSpc>
                        <a:spcBef>
                          <a:spcPts val="300"/>
                        </a:spcBef>
                        <a:spcAft>
                          <a:spcPts val="300"/>
                        </a:spcAft>
                      </a:pPr>
                      <a:r>
                        <a:rPr lang="en-US" sz="1050" dirty="0">
                          <a:solidFill>
                            <a:schemeClr val="tx1"/>
                          </a:solidFill>
                          <a:effectLst/>
                        </a:rPr>
                        <a:t>No</a:t>
                      </a:r>
                      <a:endParaRPr lang="tr-T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oFill/>
                  </a:tcPr>
                </a:tc>
                <a:extLst>
                  <a:ext uri="{0D108BD9-81ED-4DB2-BD59-A6C34878D82A}">
                    <a16:rowId xmlns:a16="http://schemas.microsoft.com/office/drawing/2014/main" val="2811279191"/>
                  </a:ext>
                </a:extLst>
              </a:tr>
            </a:tbl>
          </a:graphicData>
        </a:graphic>
      </p:graphicFrame>
    </p:spTree>
    <p:extLst>
      <p:ext uri="{BB962C8B-B14F-4D97-AF65-F5344CB8AC3E}">
        <p14:creationId xmlns:p14="http://schemas.microsoft.com/office/powerpoint/2010/main" val="317463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7" name="Tablo 6">
            <a:extLst>
              <a:ext uri="{FF2B5EF4-FFF2-40B4-BE49-F238E27FC236}">
                <a16:creationId xmlns:a16="http://schemas.microsoft.com/office/drawing/2014/main" id="{65099842-DB90-9B93-491B-588E22E021A4}"/>
              </a:ext>
            </a:extLst>
          </p:cNvPr>
          <p:cNvGraphicFramePr>
            <a:graphicFrameLocks noGrp="1"/>
          </p:cNvGraphicFramePr>
          <p:nvPr>
            <p:extLst>
              <p:ext uri="{D42A27DB-BD31-4B8C-83A1-F6EECF244321}">
                <p14:modId xmlns:p14="http://schemas.microsoft.com/office/powerpoint/2010/main" val="1721284032"/>
              </p:ext>
            </p:extLst>
          </p:nvPr>
        </p:nvGraphicFramePr>
        <p:xfrm>
          <a:off x="5167745" y="824345"/>
          <a:ext cx="3775198" cy="2770913"/>
        </p:xfrm>
        <a:graphic>
          <a:graphicData uri="http://schemas.openxmlformats.org/drawingml/2006/table">
            <a:tbl>
              <a:tblPr firstRow="1" firstCol="1" bandRow="1">
                <a:tableStyleId>{5C22544A-7EE6-4342-B048-85BDC9FD1C3A}</a:tableStyleId>
              </a:tblPr>
              <a:tblGrid>
                <a:gridCol w="477982">
                  <a:extLst>
                    <a:ext uri="{9D8B030D-6E8A-4147-A177-3AD203B41FA5}">
                      <a16:colId xmlns:a16="http://schemas.microsoft.com/office/drawing/2014/main" val="2358443411"/>
                    </a:ext>
                  </a:extLst>
                </a:gridCol>
                <a:gridCol w="658091">
                  <a:extLst>
                    <a:ext uri="{9D8B030D-6E8A-4147-A177-3AD203B41FA5}">
                      <a16:colId xmlns:a16="http://schemas.microsoft.com/office/drawing/2014/main" val="3579797296"/>
                    </a:ext>
                  </a:extLst>
                </a:gridCol>
                <a:gridCol w="751110">
                  <a:extLst>
                    <a:ext uri="{9D8B030D-6E8A-4147-A177-3AD203B41FA5}">
                      <a16:colId xmlns:a16="http://schemas.microsoft.com/office/drawing/2014/main" val="2236352003"/>
                    </a:ext>
                  </a:extLst>
                </a:gridCol>
                <a:gridCol w="629061">
                  <a:extLst>
                    <a:ext uri="{9D8B030D-6E8A-4147-A177-3AD203B41FA5}">
                      <a16:colId xmlns:a16="http://schemas.microsoft.com/office/drawing/2014/main" val="3857428223"/>
                    </a:ext>
                  </a:extLst>
                </a:gridCol>
                <a:gridCol w="629477">
                  <a:extLst>
                    <a:ext uri="{9D8B030D-6E8A-4147-A177-3AD203B41FA5}">
                      <a16:colId xmlns:a16="http://schemas.microsoft.com/office/drawing/2014/main" val="1512683095"/>
                    </a:ext>
                  </a:extLst>
                </a:gridCol>
                <a:gridCol w="629477">
                  <a:extLst>
                    <a:ext uri="{9D8B030D-6E8A-4147-A177-3AD203B41FA5}">
                      <a16:colId xmlns:a16="http://schemas.microsoft.com/office/drawing/2014/main" val="3947855873"/>
                    </a:ext>
                  </a:extLst>
                </a:gridCol>
              </a:tblGrid>
              <a:tr h="311687">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Outlook</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Temperature</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Humidity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Wind</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Play Tennis</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5090608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12272371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51618718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412673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800307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D5</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32838598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D6</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65097939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D7</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365726255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D8</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00191414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D9</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25530058"/>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D10</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59074328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9695399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75634672"/>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822743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811279191"/>
                  </a:ext>
                </a:extLst>
              </a:tr>
            </a:tbl>
          </a:graphicData>
        </a:graphic>
      </p:graphicFrame>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p:sp>
        <p:nvSpPr>
          <p:cNvPr id="6" name="Metin kutusu 5">
            <a:extLst>
              <a:ext uri="{FF2B5EF4-FFF2-40B4-BE49-F238E27FC236}">
                <a16:creationId xmlns:a16="http://schemas.microsoft.com/office/drawing/2014/main" id="{46B2C031-A55C-ED03-107B-CE82DFE8E7EA}"/>
              </a:ext>
            </a:extLst>
          </p:cNvPr>
          <p:cNvSpPr txBox="1"/>
          <p:nvPr/>
        </p:nvSpPr>
        <p:spPr>
          <a:xfrm>
            <a:off x="201058" y="948678"/>
            <a:ext cx="3438762" cy="307777"/>
          </a:xfrm>
          <a:prstGeom prst="rect">
            <a:avLst/>
          </a:prstGeom>
          <a:noFill/>
        </p:spPr>
        <p:txBody>
          <a:bodyPr wrap="none" rtlCol="0">
            <a:spAutoFit/>
          </a:bodyPr>
          <a:lstStyle/>
          <a:p>
            <a:r>
              <a:rPr lang="tr-TR" b="1" dirty="0">
                <a:solidFill>
                  <a:schemeClr val="bg2">
                    <a:lumMod val="50000"/>
                  </a:schemeClr>
                </a:solidFill>
              </a:rPr>
              <a:t>«Tenis Oynama» </a:t>
            </a:r>
            <a:r>
              <a:rPr lang="tr-TR" dirty="0"/>
              <a:t>Veri setinin </a:t>
            </a:r>
            <a:r>
              <a:rPr lang="tr-TR" dirty="0" err="1"/>
              <a:t>Entropisi</a:t>
            </a:r>
            <a:r>
              <a:rPr lang="tr-TR" dirty="0"/>
              <a:t>? </a:t>
            </a:r>
            <a:endParaRPr lang="en-US" dirty="0"/>
          </a:p>
        </p:txBody>
      </p:sp>
      <p:sp>
        <p:nvSpPr>
          <p:cNvPr id="8" name="Metin kutusu 7">
            <a:extLst>
              <a:ext uri="{FF2B5EF4-FFF2-40B4-BE49-F238E27FC236}">
                <a16:creationId xmlns:a16="http://schemas.microsoft.com/office/drawing/2014/main" id="{C22BE7DF-228F-41FE-4AC4-27ACF8754E40}"/>
              </a:ext>
            </a:extLst>
          </p:cNvPr>
          <p:cNvSpPr txBox="1"/>
          <p:nvPr/>
        </p:nvSpPr>
        <p:spPr>
          <a:xfrm>
            <a:off x="350196" y="1381328"/>
            <a:ext cx="1798890" cy="307777"/>
          </a:xfrm>
          <a:prstGeom prst="rect">
            <a:avLst/>
          </a:prstGeom>
          <a:noFill/>
        </p:spPr>
        <p:txBody>
          <a:bodyPr wrap="none" rtlCol="0">
            <a:spAutoFit/>
          </a:bodyPr>
          <a:lstStyle/>
          <a:p>
            <a:pPr marL="285750" indent="-285750">
              <a:buFont typeface="Arial" panose="020B0604020202020204" pitchFamily="34" charset="0"/>
              <a:buChar char="•"/>
            </a:pPr>
            <a:r>
              <a:rPr lang="tr-TR" dirty="0"/>
              <a:t>9 örnek için </a:t>
            </a:r>
            <a:r>
              <a:rPr lang="tr-TR" b="1" dirty="0">
                <a:highlight>
                  <a:srgbClr val="00FF00"/>
                </a:highlight>
              </a:rPr>
              <a:t>YES</a:t>
            </a:r>
            <a:endParaRPr lang="en-US" b="1" dirty="0">
              <a:highlight>
                <a:srgbClr val="00FF00"/>
              </a:highlight>
            </a:endParaRPr>
          </a:p>
        </p:txBody>
      </p:sp>
      <p:sp>
        <p:nvSpPr>
          <p:cNvPr id="9" name="Metin kutusu 8">
            <a:extLst>
              <a:ext uri="{FF2B5EF4-FFF2-40B4-BE49-F238E27FC236}">
                <a16:creationId xmlns:a16="http://schemas.microsoft.com/office/drawing/2014/main" id="{C1988724-FB5C-A333-5C7F-4851B761AE4F}"/>
              </a:ext>
            </a:extLst>
          </p:cNvPr>
          <p:cNvSpPr txBox="1"/>
          <p:nvPr/>
        </p:nvSpPr>
        <p:spPr>
          <a:xfrm>
            <a:off x="350195" y="1750660"/>
            <a:ext cx="1707519" cy="307777"/>
          </a:xfrm>
          <a:prstGeom prst="rect">
            <a:avLst/>
          </a:prstGeom>
          <a:noFill/>
        </p:spPr>
        <p:txBody>
          <a:bodyPr wrap="none" rtlCol="0">
            <a:spAutoFit/>
          </a:bodyPr>
          <a:lstStyle/>
          <a:p>
            <a:pPr marL="285750" indent="-285750">
              <a:buFont typeface="Arial" panose="020B0604020202020204" pitchFamily="34" charset="0"/>
              <a:buChar char="•"/>
            </a:pPr>
            <a:r>
              <a:rPr lang="tr-TR" dirty="0"/>
              <a:t>6 örnek için </a:t>
            </a:r>
            <a:r>
              <a:rPr lang="tr-TR" b="1" dirty="0">
                <a:highlight>
                  <a:srgbClr val="FFFF00"/>
                </a:highlight>
              </a:rPr>
              <a:t>NO</a:t>
            </a:r>
            <a:endParaRPr lang="en-US" b="1" dirty="0">
              <a:highlight>
                <a:srgbClr val="FFFF00"/>
              </a:highlight>
            </a:endParaRPr>
          </a:p>
        </p:txBody>
      </p:sp>
      <mc:AlternateContent xmlns:mc="http://schemas.openxmlformats.org/markup-compatibility/2006" xmlns:a14="http://schemas.microsoft.com/office/drawing/2010/main">
        <mc:Choice Requires="a14">
          <p:sp>
            <p:nvSpPr>
              <p:cNvPr id="10" name="Dikdörtgen 9">
                <a:extLst>
                  <a:ext uri="{FF2B5EF4-FFF2-40B4-BE49-F238E27FC236}">
                    <a16:creationId xmlns:a16="http://schemas.microsoft.com/office/drawing/2014/main" id="{ACABF574-2B7C-316D-707A-9D19872CFC5C}"/>
                  </a:ext>
                </a:extLst>
              </p:cNvPr>
              <p:cNvSpPr/>
              <p:nvPr/>
            </p:nvSpPr>
            <p:spPr>
              <a:xfrm>
                <a:off x="-197460" y="3063198"/>
                <a:ext cx="5564792" cy="714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𝐸𝑛𝑡𝑟𝑜𝑝𝑦</m:t>
                      </m:r>
                      <m:d>
                        <m:dPr>
                          <m:ctrlPr>
                            <a:rPr lang="en-US" i="1">
                              <a:latin typeface="Cambria Math" panose="02040503050406030204" pitchFamily="18" charset="0"/>
                            </a:rPr>
                          </m:ctrlPr>
                        </m:dPr>
                        <m:e>
                          <m:d>
                            <m:dPr>
                              <m:begChr m:val="["/>
                              <m:endChr m:val="]"/>
                              <m:ctrlPr>
                                <a:rPr lang="en-US" i="1">
                                  <a:latin typeface="Cambria Math" panose="02040503050406030204" pitchFamily="18" charset="0"/>
                                </a:rPr>
                              </m:ctrlPr>
                            </m:dPr>
                            <m:e>
                              <m:r>
                                <a:rPr lang="en-US" i="0">
                                  <a:latin typeface="Cambria Math" panose="02040503050406030204" pitchFamily="18" charset="0"/>
                                </a:rPr>
                                <m:t>9+,5−</m:t>
                              </m:r>
                            </m:e>
                          </m:d>
                        </m:e>
                      </m:d>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9</m:t>
                          </m:r>
                        </m:num>
                        <m:den>
                          <m:r>
                            <a:rPr lang="en-US" i="0">
                              <a:latin typeface="Cambria Math" panose="02040503050406030204" pitchFamily="18" charset="0"/>
                            </a:rPr>
                            <m:t>14</m:t>
                          </m:r>
                        </m:den>
                      </m:f>
                      <m:sSub>
                        <m:sSubPr>
                          <m:ctrlPr>
                            <a:rPr lang="en-US" i="1">
                              <a:latin typeface="Cambria Math" panose="02040503050406030204" pitchFamily="18" charset="0"/>
                            </a:rPr>
                          </m:ctrlPr>
                        </m:sSubPr>
                        <m:e>
                          <m:r>
                            <a:rPr lang="en-US" i="1">
                              <a:latin typeface="Cambria Math" panose="02040503050406030204" pitchFamily="18" charset="0"/>
                            </a:rPr>
                            <m:t>𝑙𝑜𝑔</m:t>
                          </m:r>
                        </m:e>
                        <m:sub>
                          <m:r>
                            <a:rPr lang="en-US" i="0">
                              <a:latin typeface="Cambria Math" panose="02040503050406030204" pitchFamily="18" charset="0"/>
                            </a:rPr>
                            <m:t>2</m:t>
                          </m:r>
                        </m:sub>
                      </m:sSub>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0">
                                  <a:latin typeface="Cambria Math" panose="02040503050406030204" pitchFamily="18" charset="0"/>
                                </a:rPr>
                                <m:t>9</m:t>
                              </m:r>
                            </m:num>
                            <m:den>
                              <m:r>
                                <a:rPr lang="en-US" i="0">
                                  <a:latin typeface="Cambria Math" panose="02040503050406030204" pitchFamily="18" charset="0"/>
                                </a:rPr>
                                <m:t>14</m:t>
                              </m:r>
                            </m:den>
                          </m:f>
                        </m:e>
                      </m:d>
                      <m:r>
                        <a:rPr lang="en-US" i="0">
                          <a:latin typeface="Cambria Math" panose="02040503050406030204" pitchFamily="18" charset="0"/>
                        </a:rPr>
                        <m:t>−</m:t>
                      </m:r>
                      <m:f>
                        <m:fPr>
                          <m:ctrlPr>
                            <a:rPr lang="en-US" i="1">
                              <a:latin typeface="Cambria Math" panose="02040503050406030204" pitchFamily="18" charset="0"/>
                            </a:rPr>
                          </m:ctrlPr>
                        </m:fPr>
                        <m:num>
                          <m:r>
                            <a:rPr lang="en-US" i="0">
                              <a:latin typeface="Cambria Math" panose="02040503050406030204" pitchFamily="18" charset="0"/>
                            </a:rPr>
                            <m:t>5</m:t>
                          </m:r>
                        </m:num>
                        <m:den>
                          <m:r>
                            <a:rPr lang="en-US" i="0">
                              <a:latin typeface="Cambria Math" panose="02040503050406030204" pitchFamily="18" charset="0"/>
                            </a:rPr>
                            <m:t>14</m:t>
                          </m:r>
                        </m:den>
                      </m:f>
                      <m:sSub>
                        <m:sSubPr>
                          <m:ctrlPr>
                            <a:rPr lang="en-US" i="1">
                              <a:latin typeface="Cambria Math" panose="02040503050406030204" pitchFamily="18" charset="0"/>
                            </a:rPr>
                          </m:ctrlPr>
                        </m:sSubPr>
                        <m:e>
                          <m:r>
                            <a:rPr lang="en-US" i="1">
                              <a:latin typeface="Cambria Math" panose="02040503050406030204" pitchFamily="18" charset="0"/>
                            </a:rPr>
                            <m:t>𝑙𝑜𝑔</m:t>
                          </m:r>
                        </m:e>
                        <m:sub>
                          <m:r>
                            <a:rPr lang="en-US" i="0">
                              <a:latin typeface="Cambria Math" panose="02040503050406030204" pitchFamily="18" charset="0"/>
                            </a:rPr>
                            <m:t>2</m:t>
                          </m:r>
                        </m:sub>
                      </m:sSub>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0">
                                  <a:latin typeface="Cambria Math" panose="02040503050406030204" pitchFamily="18" charset="0"/>
                                </a:rPr>
                                <m:t>5</m:t>
                              </m:r>
                            </m:num>
                            <m:den>
                              <m:r>
                                <a:rPr lang="en-US" i="0">
                                  <a:latin typeface="Cambria Math" panose="02040503050406030204" pitchFamily="18" charset="0"/>
                                </a:rPr>
                                <m:t>14</m:t>
                              </m:r>
                            </m:den>
                          </m:f>
                        </m:e>
                      </m:d>
                    </m:oMath>
                  </m:oMathPara>
                </a14:m>
                <a:endParaRPr lang="en-US" dirty="0"/>
              </a:p>
            </p:txBody>
          </p:sp>
        </mc:Choice>
        <mc:Fallback xmlns="">
          <p:sp>
            <p:nvSpPr>
              <p:cNvPr id="10" name="Dikdörtgen 9">
                <a:extLst>
                  <a:ext uri="{FF2B5EF4-FFF2-40B4-BE49-F238E27FC236}">
                    <a16:creationId xmlns:a16="http://schemas.microsoft.com/office/drawing/2014/main" id="{ACABF574-2B7C-316D-707A-9D19872CFC5C}"/>
                  </a:ext>
                </a:extLst>
              </p:cNvPr>
              <p:cNvSpPr>
                <a:spLocks noRot="1" noChangeAspect="1" noMove="1" noResize="1" noEditPoints="1" noAdjustHandles="1" noChangeArrowheads="1" noChangeShapeType="1" noTextEdit="1"/>
              </p:cNvSpPr>
              <p:nvPr/>
            </p:nvSpPr>
            <p:spPr>
              <a:xfrm>
                <a:off x="-197460" y="3063198"/>
                <a:ext cx="5564792" cy="714683"/>
              </a:xfrm>
              <a:prstGeom prst="rect">
                <a:avLst/>
              </a:prstGeom>
              <a:blipFill>
                <a:blip r:embed="rId4"/>
                <a:stretch>
                  <a:fillRect/>
                </a:stretch>
              </a:blipFill>
            </p:spPr>
            <p:txBody>
              <a:bodyPr/>
              <a:lstStyle/>
              <a:p>
                <a:r>
                  <a:rPr lang="tr-TR">
                    <a:noFill/>
                  </a:rPr>
                  <a:t> </a:t>
                </a:r>
              </a:p>
            </p:txBody>
          </p:sp>
        </mc:Fallback>
      </mc:AlternateContent>
      <p:sp>
        <p:nvSpPr>
          <p:cNvPr id="13" name="Dikdörtgen 12">
            <a:extLst>
              <a:ext uri="{FF2B5EF4-FFF2-40B4-BE49-F238E27FC236}">
                <a16:creationId xmlns:a16="http://schemas.microsoft.com/office/drawing/2014/main" id="{95915E77-E0A2-118B-1B3F-9A0635880F07}"/>
              </a:ext>
            </a:extLst>
          </p:cNvPr>
          <p:cNvSpPr/>
          <p:nvPr/>
        </p:nvSpPr>
        <p:spPr>
          <a:xfrm>
            <a:off x="2258810" y="3017291"/>
            <a:ext cx="1188333" cy="662080"/>
          </a:xfrm>
          <a:prstGeom prst="rect">
            <a:avLst/>
          </a:prstGeom>
          <a:noFill/>
          <a:ln w="12700">
            <a:solidFill>
              <a:srgbClr val="00B05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tr-TR"/>
          </a:p>
        </p:txBody>
      </p:sp>
      <p:cxnSp>
        <p:nvCxnSpPr>
          <p:cNvPr id="16" name="Bağlayıcı: Dirsek 15">
            <a:extLst>
              <a:ext uri="{FF2B5EF4-FFF2-40B4-BE49-F238E27FC236}">
                <a16:creationId xmlns:a16="http://schemas.microsoft.com/office/drawing/2014/main" id="{9C6A0990-1AC9-E107-7A6E-F54A2336AEF7}"/>
              </a:ext>
            </a:extLst>
          </p:cNvPr>
          <p:cNvCxnSpPr>
            <a:stCxn id="8" idx="3"/>
            <a:endCxn id="13" idx="0"/>
          </p:cNvCxnSpPr>
          <p:nvPr/>
        </p:nvCxnSpPr>
        <p:spPr>
          <a:xfrm>
            <a:off x="2149086" y="1535217"/>
            <a:ext cx="703891" cy="1482074"/>
          </a:xfrm>
          <a:prstGeom prst="bentConnector2">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7" name="Dikdörtgen 16">
            <a:extLst>
              <a:ext uri="{FF2B5EF4-FFF2-40B4-BE49-F238E27FC236}">
                <a16:creationId xmlns:a16="http://schemas.microsoft.com/office/drawing/2014/main" id="{ED809D1C-1197-3085-707C-5561207E7EA6}"/>
              </a:ext>
            </a:extLst>
          </p:cNvPr>
          <p:cNvSpPr/>
          <p:nvPr/>
        </p:nvSpPr>
        <p:spPr>
          <a:xfrm>
            <a:off x="3556867" y="3017291"/>
            <a:ext cx="1188333" cy="662080"/>
          </a:xfrm>
          <a:prstGeom prst="rect">
            <a:avLst/>
          </a:prstGeom>
          <a:noFill/>
          <a:ln w="12700">
            <a:solidFill>
              <a:srgbClr val="7030A0"/>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tr-TR"/>
          </a:p>
        </p:txBody>
      </p:sp>
      <p:cxnSp>
        <p:nvCxnSpPr>
          <p:cNvPr id="19" name="Bağlayıcı: Dirsek 18">
            <a:extLst>
              <a:ext uri="{FF2B5EF4-FFF2-40B4-BE49-F238E27FC236}">
                <a16:creationId xmlns:a16="http://schemas.microsoft.com/office/drawing/2014/main" id="{07A2040F-5EDF-A4CB-21E9-2C0C80008F45}"/>
              </a:ext>
            </a:extLst>
          </p:cNvPr>
          <p:cNvCxnSpPr>
            <a:stCxn id="9" idx="3"/>
            <a:endCxn id="17" idx="0"/>
          </p:cNvCxnSpPr>
          <p:nvPr/>
        </p:nvCxnSpPr>
        <p:spPr>
          <a:xfrm>
            <a:off x="2057714" y="1904549"/>
            <a:ext cx="2093320" cy="1112742"/>
          </a:xfrm>
          <a:prstGeom prst="bentConnector2">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Dikdörtgen 19">
                <a:extLst>
                  <a:ext uri="{FF2B5EF4-FFF2-40B4-BE49-F238E27FC236}">
                    <a16:creationId xmlns:a16="http://schemas.microsoft.com/office/drawing/2014/main" id="{A2B9C1F5-81D6-CA52-D934-778E3435595B}"/>
                  </a:ext>
                </a:extLst>
              </p:cNvPr>
              <p:cNvSpPr/>
              <p:nvPr/>
            </p:nvSpPr>
            <p:spPr>
              <a:xfrm>
                <a:off x="152026" y="3777881"/>
                <a:ext cx="243291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smtClean="0">
                          <a:solidFill>
                            <a:srgbClr val="0070C0"/>
                          </a:solidFill>
                          <a:latin typeface="Cambria Math" panose="02040503050406030204" pitchFamily="18" charset="0"/>
                        </a:rPr>
                        <m:t>𝑬𝒏𝒕𝒓𝒐𝒑𝒚</m:t>
                      </m:r>
                      <m:d>
                        <m:dPr>
                          <m:ctrlPr>
                            <a:rPr lang="en-US" b="1" i="1">
                              <a:solidFill>
                                <a:srgbClr val="0070C0"/>
                              </a:solidFill>
                              <a:latin typeface="Cambria Math" panose="02040503050406030204" pitchFamily="18" charset="0"/>
                            </a:rPr>
                          </m:ctrlPr>
                        </m:dPr>
                        <m:e>
                          <m:r>
                            <a:rPr lang="en-US" b="1" i="1">
                              <a:solidFill>
                                <a:srgbClr val="0070C0"/>
                              </a:solidFill>
                              <a:latin typeface="Cambria Math" panose="02040503050406030204" pitchFamily="18" charset="0"/>
                            </a:rPr>
                            <m:t>𝑺</m:t>
                          </m:r>
                        </m:e>
                      </m:d>
                      <m:r>
                        <a:rPr lang="en-US" b="1" i="0">
                          <a:solidFill>
                            <a:srgbClr val="0070C0"/>
                          </a:solidFill>
                          <a:latin typeface="Cambria Math" panose="02040503050406030204" pitchFamily="18" charset="0"/>
                        </a:rPr>
                        <m:t>=</m:t>
                      </m:r>
                      <m:r>
                        <a:rPr lang="en-US" b="1" i="0">
                          <a:solidFill>
                            <a:srgbClr val="0070C0"/>
                          </a:solidFill>
                          <a:latin typeface="Cambria Math" panose="02040503050406030204" pitchFamily="18" charset="0"/>
                        </a:rPr>
                        <m:t>𝟎</m:t>
                      </m:r>
                      <m:r>
                        <a:rPr lang="en-US" b="1" i="0">
                          <a:solidFill>
                            <a:srgbClr val="0070C0"/>
                          </a:solidFill>
                          <a:latin typeface="Cambria Math" panose="02040503050406030204" pitchFamily="18" charset="0"/>
                        </a:rPr>
                        <m:t>.</m:t>
                      </m:r>
                      <m:r>
                        <a:rPr lang="en-US" b="1" i="0">
                          <a:solidFill>
                            <a:srgbClr val="0070C0"/>
                          </a:solidFill>
                          <a:latin typeface="Cambria Math" panose="02040503050406030204" pitchFamily="18" charset="0"/>
                        </a:rPr>
                        <m:t>𝟗𝟒𝟎</m:t>
                      </m:r>
                    </m:oMath>
                  </m:oMathPara>
                </a14:m>
                <a:endParaRPr lang="en-US" b="1" dirty="0">
                  <a:solidFill>
                    <a:srgbClr val="0070C0"/>
                  </a:solidFill>
                </a:endParaRPr>
              </a:p>
            </p:txBody>
          </p:sp>
        </mc:Choice>
        <mc:Fallback xmlns="">
          <p:sp>
            <p:nvSpPr>
              <p:cNvPr id="20" name="Dikdörtgen 19">
                <a:extLst>
                  <a:ext uri="{FF2B5EF4-FFF2-40B4-BE49-F238E27FC236}">
                    <a16:creationId xmlns:a16="http://schemas.microsoft.com/office/drawing/2014/main" id="{A2B9C1F5-81D6-CA52-D934-778E3435595B}"/>
                  </a:ext>
                </a:extLst>
              </p:cNvPr>
              <p:cNvSpPr>
                <a:spLocks noRot="1" noChangeAspect="1" noMove="1" noResize="1" noEditPoints="1" noAdjustHandles="1" noChangeArrowheads="1" noChangeShapeType="1" noTextEdit="1"/>
              </p:cNvSpPr>
              <p:nvPr/>
            </p:nvSpPr>
            <p:spPr>
              <a:xfrm>
                <a:off x="152026" y="3777881"/>
                <a:ext cx="2432910" cy="369332"/>
              </a:xfrm>
              <a:prstGeom prst="rect">
                <a:avLst/>
              </a:prstGeom>
              <a:blipFill>
                <a:blip r:embed="rId5"/>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346085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randombar(horizontal)">
                                      <p:cBhvr>
                                        <p:cTn id="35" dur="500"/>
                                        <p:tgtEl>
                                          <p:spTgt spid="16"/>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randombar(horizontal)">
                                      <p:cBhvr>
                                        <p:cTn id="38" dur="500"/>
                                        <p:tgtEl>
                                          <p:spTgt spid="13"/>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randombar(horizontal)">
                                      <p:cBhvr>
                                        <p:cTn id="43" dur="500"/>
                                        <p:tgtEl>
                                          <p:spTgt spid="19"/>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randombar(horizontal)">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p:cTn id="51" dur="500" fill="hold"/>
                                        <p:tgtEl>
                                          <p:spTgt spid="20"/>
                                        </p:tgtEl>
                                        <p:attrNameLst>
                                          <p:attrName>ppt_w</p:attrName>
                                        </p:attrNameLst>
                                      </p:cBhvr>
                                      <p:tavLst>
                                        <p:tav tm="0">
                                          <p:val>
                                            <p:fltVal val="0"/>
                                          </p:val>
                                        </p:tav>
                                        <p:tav tm="100000">
                                          <p:val>
                                            <p:strVal val="#ppt_w"/>
                                          </p:val>
                                        </p:tav>
                                      </p:tavLst>
                                    </p:anim>
                                    <p:anim calcmode="lin" valueType="num">
                                      <p:cBhvr>
                                        <p:cTn id="52" dur="500" fill="hold"/>
                                        <p:tgtEl>
                                          <p:spTgt spid="20"/>
                                        </p:tgtEl>
                                        <p:attrNameLst>
                                          <p:attrName>ppt_h</p:attrName>
                                        </p:attrNameLst>
                                      </p:cBhvr>
                                      <p:tavLst>
                                        <p:tav tm="0">
                                          <p:val>
                                            <p:fltVal val="0"/>
                                          </p:val>
                                        </p:tav>
                                        <p:tav tm="100000">
                                          <p:val>
                                            <p:strVal val="#ppt_h"/>
                                          </p:val>
                                        </p:tav>
                                      </p:tavLst>
                                    </p:anim>
                                    <p:animEffect transition="in" filter="fade">
                                      <p:cBhvr>
                                        <p:cTn id="5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0" grpId="0"/>
      <p:bldP spid="13" grpId="0" animBg="1"/>
      <p:bldP spid="17" grpId="0" animBg="1"/>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7" name="Tablo 6">
            <a:extLst>
              <a:ext uri="{FF2B5EF4-FFF2-40B4-BE49-F238E27FC236}">
                <a16:creationId xmlns:a16="http://schemas.microsoft.com/office/drawing/2014/main" id="{65099842-DB90-9B93-491B-588E22E021A4}"/>
              </a:ext>
            </a:extLst>
          </p:cNvPr>
          <p:cNvGraphicFramePr>
            <a:graphicFrameLocks noGrp="1"/>
          </p:cNvGraphicFramePr>
          <p:nvPr>
            <p:extLst>
              <p:ext uri="{D42A27DB-BD31-4B8C-83A1-F6EECF244321}">
                <p14:modId xmlns:p14="http://schemas.microsoft.com/office/powerpoint/2010/main" val="2248249513"/>
              </p:ext>
            </p:extLst>
          </p:nvPr>
        </p:nvGraphicFramePr>
        <p:xfrm>
          <a:off x="5167745" y="824345"/>
          <a:ext cx="3775198" cy="2770913"/>
        </p:xfrm>
        <a:graphic>
          <a:graphicData uri="http://schemas.openxmlformats.org/drawingml/2006/table">
            <a:tbl>
              <a:tblPr firstRow="1" firstCol="1" bandRow="1">
                <a:tableStyleId>{5C22544A-7EE6-4342-B048-85BDC9FD1C3A}</a:tableStyleId>
              </a:tblPr>
              <a:tblGrid>
                <a:gridCol w="477982">
                  <a:extLst>
                    <a:ext uri="{9D8B030D-6E8A-4147-A177-3AD203B41FA5}">
                      <a16:colId xmlns:a16="http://schemas.microsoft.com/office/drawing/2014/main" val="2358443411"/>
                    </a:ext>
                  </a:extLst>
                </a:gridCol>
                <a:gridCol w="658091">
                  <a:extLst>
                    <a:ext uri="{9D8B030D-6E8A-4147-A177-3AD203B41FA5}">
                      <a16:colId xmlns:a16="http://schemas.microsoft.com/office/drawing/2014/main" val="3579797296"/>
                    </a:ext>
                  </a:extLst>
                </a:gridCol>
                <a:gridCol w="751110">
                  <a:extLst>
                    <a:ext uri="{9D8B030D-6E8A-4147-A177-3AD203B41FA5}">
                      <a16:colId xmlns:a16="http://schemas.microsoft.com/office/drawing/2014/main" val="2236352003"/>
                    </a:ext>
                  </a:extLst>
                </a:gridCol>
                <a:gridCol w="629061">
                  <a:extLst>
                    <a:ext uri="{9D8B030D-6E8A-4147-A177-3AD203B41FA5}">
                      <a16:colId xmlns:a16="http://schemas.microsoft.com/office/drawing/2014/main" val="3857428223"/>
                    </a:ext>
                  </a:extLst>
                </a:gridCol>
                <a:gridCol w="629477">
                  <a:extLst>
                    <a:ext uri="{9D8B030D-6E8A-4147-A177-3AD203B41FA5}">
                      <a16:colId xmlns:a16="http://schemas.microsoft.com/office/drawing/2014/main" val="1512683095"/>
                    </a:ext>
                  </a:extLst>
                </a:gridCol>
                <a:gridCol w="629477">
                  <a:extLst>
                    <a:ext uri="{9D8B030D-6E8A-4147-A177-3AD203B41FA5}">
                      <a16:colId xmlns:a16="http://schemas.microsoft.com/office/drawing/2014/main" val="3947855873"/>
                    </a:ext>
                  </a:extLst>
                </a:gridCol>
              </a:tblGrid>
              <a:tr h="311687">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Outlook</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Temperature</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Humidity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Wind</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Play Tennis</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5090608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12272371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51618718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412673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800307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D5</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32838598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D6</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65097939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D7</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365726255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D8</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00191414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D9</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25530058"/>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D10</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59074328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9695399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75634672"/>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822743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highlight>
                          <a:srgbClr val="C0C0C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811279191"/>
                  </a:ext>
                </a:extLst>
              </a:tr>
            </a:tbl>
          </a:graphicData>
        </a:graphic>
      </p:graphicFrame>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p:sp>
        <p:nvSpPr>
          <p:cNvPr id="4" name="Metin kutusu 3">
            <a:extLst>
              <a:ext uri="{FF2B5EF4-FFF2-40B4-BE49-F238E27FC236}">
                <a16:creationId xmlns:a16="http://schemas.microsoft.com/office/drawing/2014/main" id="{583DC859-D2A7-AA8E-6EC5-E12C706CF3D0}"/>
              </a:ext>
            </a:extLst>
          </p:cNvPr>
          <p:cNvSpPr txBox="1"/>
          <p:nvPr/>
        </p:nvSpPr>
        <p:spPr>
          <a:xfrm>
            <a:off x="204280" y="891100"/>
            <a:ext cx="4808914" cy="276999"/>
          </a:xfrm>
          <a:prstGeom prst="rect">
            <a:avLst/>
          </a:prstGeom>
          <a:noFill/>
        </p:spPr>
        <p:txBody>
          <a:bodyPr wrap="square" rtlCol="0">
            <a:spAutoFit/>
          </a:bodyPr>
          <a:lstStyle/>
          <a:p>
            <a:r>
              <a:rPr lang="tr-TR" sz="1200" b="1" dirty="0">
                <a:solidFill>
                  <a:srgbClr val="7030A0"/>
                </a:solidFill>
              </a:rPr>
              <a:t>A özniteliğinin </a:t>
            </a:r>
            <a:r>
              <a:rPr lang="tr-TR" sz="1200" b="1" dirty="0">
                <a:solidFill>
                  <a:srgbClr val="00B050"/>
                </a:solidFill>
              </a:rPr>
              <a:t>«Tenis Oynama» </a:t>
            </a:r>
            <a:r>
              <a:rPr lang="tr-TR" sz="1200" dirty="0"/>
              <a:t>Veri setindeki </a:t>
            </a:r>
            <a:r>
              <a:rPr lang="tr-TR" sz="1200" dirty="0" err="1"/>
              <a:t>Entropisi</a:t>
            </a:r>
            <a:r>
              <a:rPr lang="tr-TR" sz="1200" dirty="0"/>
              <a:t>? </a:t>
            </a:r>
            <a:endParaRPr lang="en-US" sz="1200" dirty="0"/>
          </a:p>
        </p:txBody>
      </p:sp>
      <mc:AlternateContent xmlns:mc="http://schemas.openxmlformats.org/markup-compatibility/2006" xmlns:a14="http://schemas.microsoft.com/office/drawing/2010/main">
        <mc:Choice Requires="a14">
          <p:sp>
            <p:nvSpPr>
              <p:cNvPr id="11" name="Dikdörtgen 10">
                <a:extLst>
                  <a:ext uri="{FF2B5EF4-FFF2-40B4-BE49-F238E27FC236}">
                    <a16:creationId xmlns:a16="http://schemas.microsoft.com/office/drawing/2014/main" id="{EC18D837-1FB3-E9FD-F4DA-366F8F206A21}"/>
                  </a:ext>
                </a:extLst>
              </p:cNvPr>
              <p:cNvSpPr/>
              <p:nvPr/>
            </p:nvSpPr>
            <p:spPr>
              <a:xfrm>
                <a:off x="757986" y="1168099"/>
                <a:ext cx="1258165"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𝑮𝒂𝒊𝒏</m:t>
                      </m:r>
                      <m:d>
                        <m:dPr>
                          <m:ctrlPr>
                            <a:rPr lang="en-US" sz="1200" b="1" i="1">
                              <a:latin typeface="Cambria Math" panose="02040503050406030204" pitchFamily="18" charset="0"/>
                            </a:rPr>
                          </m:ctrlPr>
                        </m:dPr>
                        <m:e>
                          <m:r>
                            <a:rPr lang="tr-TR" sz="1200" b="1" i="0" smtClean="0">
                              <a:latin typeface="Cambria Math" panose="02040503050406030204" pitchFamily="18" charset="0"/>
                            </a:rPr>
                            <m:t>𝐒</m:t>
                          </m:r>
                          <m:r>
                            <a:rPr lang="en-US" sz="1200" b="1" i="0">
                              <a:latin typeface="Cambria Math" panose="02040503050406030204" pitchFamily="18" charset="0"/>
                            </a:rPr>
                            <m:t>, </m:t>
                          </m:r>
                          <m:r>
                            <a:rPr lang="en-US" sz="1200" b="1" i="1">
                              <a:latin typeface="Cambria Math" panose="02040503050406030204" pitchFamily="18" charset="0"/>
                            </a:rPr>
                            <m:t>𝑾</m:t>
                          </m:r>
                          <m:r>
                            <a:rPr lang="tr-TR" sz="1200" b="1" i="1" smtClean="0">
                              <a:latin typeface="Cambria Math" panose="02040503050406030204" pitchFamily="18" charset="0"/>
                            </a:rPr>
                            <m:t>𝒊𝒏𝒅</m:t>
                          </m:r>
                        </m:e>
                      </m:d>
                    </m:oMath>
                  </m:oMathPara>
                </a14:m>
                <a:endParaRPr lang="en-US" sz="1200" b="1" dirty="0"/>
              </a:p>
            </p:txBody>
          </p:sp>
        </mc:Choice>
        <mc:Fallback xmlns="">
          <p:sp>
            <p:nvSpPr>
              <p:cNvPr id="11" name="Dikdörtgen 10">
                <a:extLst>
                  <a:ext uri="{FF2B5EF4-FFF2-40B4-BE49-F238E27FC236}">
                    <a16:creationId xmlns:a16="http://schemas.microsoft.com/office/drawing/2014/main" id="{EC18D837-1FB3-E9FD-F4DA-366F8F206A21}"/>
                  </a:ext>
                </a:extLst>
              </p:cNvPr>
              <p:cNvSpPr>
                <a:spLocks noRot="1" noChangeAspect="1" noMove="1" noResize="1" noEditPoints="1" noAdjustHandles="1" noChangeArrowheads="1" noChangeShapeType="1" noTextEdit="1"/>
              </p:cNvSpPr>
              <p:nvPr/>
            </p:nvSpPr>
            <p:spPr>
              <a:xfrm>
                <a:off x="757986" y="1168099"/>
                <a:ext cx="1258165" cy="276999"/>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Dikdörtgen 11">
                <a:extLst>
                  <a:ext uri="{FF2B5EF4-FFF2-40B4-BE49-F238E27FC236}">
                    <a16:creationId xmlns:a16="http://schemas.microsoft.com/office/drawing/2014/main" id="{22BD8D03-B60E-B9F2-D650-EB759AFE3B21}"/>
                  </a:ext>
                </a:extLst>
              </p:cNvPr>
              <p:cNvSpPr/>
              <p:nvPr/>
            </p:nvSpPr>
            <p:spPr>
              <a:xfrm>
                <a:off x="749059" y="1419016"/>
                <a:ext cx="1364668"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r>
                            <m:rPr>
                              <m:sty m:val="p"/>
                            </m:rPr>
                            <a:rPr lang="tr-TR" sz="1200" b="0" i="0" smtClean="0">
                              <a:latin typeface="Cambria Math" panose="02040503050406030204" pitchFamily="18" charset="0"/>
                            </a:rPr>
                            <m:t>S</m:t>
                          </m:r>
                          <m:r>
                            <a:rPr lang="en-US" sz="1200" i="0">
                              <a:latin typeface="Cambria Math" panose="02040503050406030204" pitchFamily="18" charset="0"/>
                            </a:rPr>
                            <m:t>,</m:t>
                          </m:r>
                          <m:r>
                            <a:rPr lang="tr-TR" sz="1200" b="0" i="1" smtClean="0">
                              <a:latin typeface="Cambria Math" panose="02040503050406030204" pitchFamily="18" charset="0"/>
                            </a:rPr>
                            <m:t> </m:t>
                          </m:r>
                          <m:r>
                            <a:rPr lang="tr-TR" sz="1200" b="0" i="1" smtClean="0">
                              <a:latin typeface="Cambria Math" panose="02040503050406030204" pitchFamily="18" charset="0"/>
                            </a:rPr>
                            <m:t>𝑂𝑢𝑡𝑙𝑜𝑜𝑘</m:t>
                          </m:r>
                        </m:e>
                      </m:d>
                    </m:oMath>
                  </m:oMathPara>
                </a14:m>
                <a:endParaRPr lang="en-US" sz="1200" dirty="0"/>
              </a:p>
            </p:txBody>
          </p:sp>
        </mc:Choice>
        <mc:Fallback xmlns="">
          <p:sp>
            <p:nvSpPr>
              <p:cNvPr id="12" name="Dikdörtgen 11">
                <a:extLst>
                  <a:ext uri="{FF2B5EF4-FFF2-40B4-BE49-F238E27FC236}">
                    <a16:creationId xmlns:a16="http://schemas.microsoft.com/office/drawing/2014/main" id="{22BD8D03-B60E-B9F2-D650-EB759AFE3B21}"/>
                  </a:ext>
                </a:extLst>
              </p:cNvPr>
              <p:cNvSpPr>
                <a:spLocks noRot="1" noChangeAspect="1" noMove="1" noResize="1" noEditPoints="1" noAdjustHandles="1" noChangeArrowheads="1" noChangeShapeType="1" noTextEdit="1"/>
              </p:cNvSpPr>
              <p:nvPr/>
            </p:nvSpPr>
            <p:spPr>
              <a:xfrm>
                <a:off x="749059" y="1419016"/>
                <a:ext cx="1364668" cy="276999"/>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4" name="Dikdörtgen 13">
                <a:extLst>
                  <a:ext uri="{FF2B5EF4-FFF2-40B4-BE49-F238E27FC236}">
                    <a16:creationId xmlns:a16="http://schemas.microsoft.com/office/drawing/2014/main" id="{EF02B4E0-EDDE-4F26-1F55-D1A7B4E38BB2}"/>
                  </a:ext>
                </a:extLst>
              </p:cNvPr>
              <p:cNvSpPr/>
              <p:nvPr/>
            </p:nvSpPr>
            <p:spPr>
              <a:xfrm>
                <a:off x="749059" y="1690912"/>
                <a:ext cx="173226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r>
                            <m:rPr>
                              <m:sty m:val="p"/>
                            </m:rPr>
                            <a:rPr lang="tr-TR" sz="1200" b="0" i="0" smtClean="0">
                              <a:latin typeface="Cambria Math" panose="02040503050406030204" pitchFamily="18" charset="0"/>
                            </a:rPr>
                            <m:t>S</m:t>
                          </m:r>
                          <m:r>
                            <a:rPr lang="en-US" sz="1200" i="0">
                              <a:latin typeface="Cambria Math" panose="02040503050406030204" pitchFamily="18" charset="0"/>
                            </a:rPr>
                            <m:t>, </m:t>
                          </m:r>
                          <m:r>
                            <a:rPr lang="tr-TR" sz="1200" b="0" i="1" smtClean="0">
                              <a:latin typeface="Cambria Math" panose="02040503050406030204" pitchFamily="18" charset="0"/>
                            </a:rPr>
                            <m:t>𝑇𝑒𝑚𝑝𝑒𝑟𝑎𝑡𝑢𝑟𝑒</m:t>
                          </m:r>
                        </m:e>
                      </m:d>
                    </m:oMath>
                  </m:oMathPara>
                </a14:m>
                <a:endParaRPr lang="en-US" sz="1200" dirty="0"/>
              </a:p>
            </p:txBody>
          </p:sp>
        </mc:Choice>
        <mc:Fallback xmlns="">
          <p:sp>
            <p:nvSpPr>
              <p:cNvPr id="14" name="Dikdörtgen 13">
                <a:extLst>
                  <a:ext uri="{FF2B5EF4-FFF2-40B4-BE49-F238E27FC236}">
                    <a16:creationId xmlns:a16="http://schemas.microsoft.com/office/drawing/2014/main" id="{EF02B4E0-EDDE-4F26-1F55-D1A7B4E38BB2}"/>
                  </a:ext>
                </a:extLst>
              </p:cNvPr>
              <p:cNvSpPr>
                <a:spLocks noRot="1" noChangeAspect="1" noMove="1" noResize="1" noEditPoints="1" noAdjustHandles="1" noChangeArrowheads="1" noChangeShapeType="1" noTextEdit="1"/>
              </p:cNvSpPr>
              <p:nvPr/>
            </p:nvSpPr>
            <p:spPr>
              <a:xfrm>
                <a:off x="749059" y="1690912"/>
                <a:ext cx="1732269" cy="276999"/>
              </a:xfrm>
              <a:prstGeom prst="rect">
                <a:avLst/>
              </a:prstGeom>
              <a:blipFill>
                <a:blip r:embed="rId6"/>
                <a:stretch>
                  <a:fillRect b="-434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 name="Dikdörtgen 14">
                <a:extLst>
                  <a:ext uri="{FF2B5EF4-FFF2-40B4-BE49-F238E27FC236}">
                    <a16:creationId xmlns:a16="http://schemas.microsoft.com/office/drawing/2014/main" id="{F4A5B7C1-C9E4-9117-1910-D67F402DBF6E}"/>
                  </a:ext>
                </a:extLst>
              </p:cNvPr>
              <p:cNvSpPr/>
              <p:nvPr/>
            </p:nvSpPr>
            <p:spPr>
              <a:xfrm>
                <a:off x="757986" y="1941829"/>
                <a:ext cx="147501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r>
                            <m:rPr>
                              <m:sty m:val="p"/>
                            </m:rPr>
                            <a:rPr lang="tr-TR" sz="1200" b="0" i="0" smtClean="0">
                              <a:latin typeface="Cambria Math" panose="02040503050406030204" pitchFamily="18" charset="0"/>
                            </a:rPr>
                            <m:t>S</m:t>
                          </m:r>
                          <m:r>
                            <a:rPr lang="en-US" sz="1200" i="0">
                              <a:latin typeface="Cambria Math" panose="02040503050406030204" pitchFamily="18" charset="0"/>
                            </a:rPr>
                            <m:t>, </m:t>
                          </m:r>
                          <m:r>
                            <a:rPr lang="tr-TR" sz="1200" b="0" i="1" smtClean="0">
                              <a:latin typeface="Cambria Math" panose="02040503050406030204" pitchFamily="18" charset="0"/>
                            </a:rPr>
                            <m:t>𝐻𝑢𝑚𝑖𝑑𝑖𝑡𝑦</m:t>
                          </m:r>
                        </m:e>
                      </m:d>
                    </m:oMath>
                  </m:oMathPara>
                </a14:m>
                <a:endParaRPr lang="en-US" sz="1200" dirty="0"/>
              </a:p>
            </p:txBody>
          </p:sp>
        </mc:Choice>
        <mc:Fallback xmlns="">
          <p:sp>
            <p:nvSpPr>
              <p:cNvPr id="15" name="Dikdörtgen 14">
                <a:extLst>
                  <a:ext uri="{FF2B5EF4-FFF2-40B4-BE49-F238E27FC236}">
                    <a16:creationId xmlns:a16="http://schemas.microsoft.com/office/drawing/2014/main" id="{F4A5B7C1-C9E4-9117-1910-D67F402DBF6E}"/>
                  </a:ext>
                </a:extLst>
              </p:cNvPr>
              <p:cNvSpPr>
                <a:spLocks noRot="1" noChangeAspect="1" noMove="1" noResize="1" noEditPoints="1" noAdjustHandles="1" noChangeArrowheads="1" noChangeShapeType="1" noTextEdit="1"/>
              </p:cNvSpPr>
              <p:nvPr/>
            </p:nvSpPr>
            <p:spPr>
              <a:xfrm>
                <a:off x="757986" y="1941829"/>
                <a:ext cx="1475019" cy="276999"/>
              </a:xfrm>
              <a:prstGeom prst="rect">
                <a:avLst/>
              </a:prstGeom>
              <a:blipFill>
                <a:blip r:embed="rId7"/>
                <a:stretch>
                  <a:fillRect b="-6667"/>
                </a:stretch>
              </a:blipFill>
            </p:spPr>
            <p:txBody>
              <a:bodyPr/>
              <a:lstStyle/>
              <a:p>
                <a:r>
                  <a:rPr lang="tr-TR">
                    <a:noFill/>
                  </a:rPr>
                  <a:t> </a:t>
                </a:r>
              </a:p>
            </p:txBody>
          </p:sp>
        </mc:Fallback>
      </mc:AlternateContent>
      <p:cxnSp>
        <p:nvCxnSpPr>
          <p:cNvPr id="18" name="Düz Bağlayıcı 17">
            <a:extLst>
              <a:ext uri="{FF2B5EF4-FFF2-40B4-BE49-F238E27FC236}">
                <a16:creationId xmlns:a16="http://schemas.microsoft.com/office/drawing/2014/main" id="{B583FEEB-C997-3F2D-F6AC-5679ABF0384B}"/>
              </a:ext>
            </a:extLst>
          </p:cNvPr>
          <p:cNvCxnSpPr>
            <a:cxnSpLocks/>
            <a:endCxn id="7" idx="1"/>
          </p:cNvCxnSpPr>
          <p:nvPr/>
        </p:nvCxnSpPr>
        <p:spPr>
          <a:xfrm flipV="1">
            <a:off x="39851" y="2209801"/>
            <a:ext cx="5127894" cy="33142"/>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Dikdörtgen 24">
                <a:extLst>
                  <a:ext uri="{FF2B5EF4-FFF2-40B4-BE49-F238E27FC236}">
                    <a16:creationId xmlns:a16="http://schemas.microsoft.com/office/drawing/2014/main" id="{6F44053F-D6BC-1488-7538-BD13BC98B50B}"/>
                  </a:ext>
                </a:extLst>
              </p:cNvPr>
              <p:cNvSpPr/>
              <p:nvPr/>
            </p:nvSpPr>
            <p:spPr>
              <a:xfrm>
                <a:off x="0" y="2242178"/>
                <a:ext cx="1258165"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𝑮𝒂𝒊𝒏</m:t>
                      </m:r>
                      <m:d>
                        <m:dPr>
                          <m:ctrlPr>
                            <a:rPr lang="en-US" sz="1200" b="1" i="1">
                              <a:latin typeface="Cambria Math" panose="02040503050406030204" pitchFamily="18" charset="0"/>
                            </a:rPr>
                          </m:ctrlPr>
                        </m:dPr>
                        <m:e>
                          <m:r>
                            <a:rPr lang="tr-TR" sz="1200" b="1" i="0" smtClean="0">
                              <a:latin typeface="Cambria Math" panose="02040503050406030204" pitchFamily="18" charset="0"/>
                            </a:rPr>
                            <m:t>𝐒</m:t>
                          </m:r>
                          <m:r>
                            <a:rPr lang="en-US" sz="1200" b="1" i="0">
                              <a:latin typeface="Cambria Math" panose="02040503050406030204" pitchFamily="18" charset="0"/>
                            </a:rPr>
                            <m:t>, </m:t>
                          </m:r>
                          <m:r>
                            <a:rPr lang="en-US" sz="1200" b="1" i="1">
                              <a:latin typeface="Cambria Math" panose="02040503050406030204" pitchFamily="18" charset="0"/>
                            </a:rPr>
                            <m:t>𝑾</m:t>
                          </m:r>
                          <m:r>
                            <a:rPr lang="tr-TR" sz="1200" b="1" i="1" smtClean="0">
                              <a:latin typeface="Cambria Math" panose="02040503050406030204" pitchFamily="18" charset="0"/>
                            </a:rPr>
                            <m:t>𝒊𝒏𝒅</m:t>
                          </m:r>
                        </m:e>
                      </m:d>
                    </m:oMath>
                  </m:oMathPara>
                </a14:m>
                <a:endParaRPr lang="en-US" sz="1200" b="1" dirty="0"/>
              </a:p>
            </p:txBody>
          </p:sp>
        </mc:Choice>
        <mc:Fallback xmlns="">
          <p:sp>
            <p:nvSpPr>
              <p:cNvPr id="25" name="Dikdörtgen 24">
                <a:extLst>
                  <a:ext uri="{FF2B5EF4-FFF2-40B4-BE49-F238E27FC236}">
                    <a16:creationId xmlns:a16="http://schemas.microsoft.com/office/drawing/2014/main" id="{6F44053F-D6BC-1488-7538-BD13BC98B50B}"/>
                  </a:ext>
                </a:extLst>
              </p:cNvPr>
              <p:cNvSpPr>
                <a:spLocks noRot="1" noChangeAspect="1" noMove="1" noResize="1" noEditPoints="1" noAdjustHandles="1" noChangeArrowheads="1" noChangeShapeType="1" noTextEdit="1"/>
              </p:cNvSpPr>
              <p:nvPr/>
            </p:nvSpPr>
            <p:spPr>
              <a:xfrm>
                <a:off x="0" y="2242178"/>
                <a:ext cx="1258165" cy="276999"/>
              </a:xfrm>
              <a:prstGeom prst="rect">
                <a:avLst/>
              </a:prstGeom>
              <a:blipFill>
                <a:blip r:embed="rId8"/>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6" name="Dikdörtgen 25">
                <a:extLst>
                  <a:ext uri="{FF2B5EF4-FFF2-40B4-BE49-F238E27FC236}">
                    <a16:creationId xmlns:a16="http://schemas.microsoft.com/office/drawing/2014/main" id="{2B6D9A75-D122-FE83-AF17-D1DC7EF44607}"/>
                  </a:ext>
                </a:extLst>
              </p:cNvPr>
              <p:cNvSpPr/>
              <p:nvPr/>
            </p:nvSpPr>
            <p:spPr>
              <a:xfrm>
                <a:off x="1379403" y="2259237"/>
                <a:ext cx="1398218" cy="246221"/>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1000" b="1" i="1">
                          <a:highlight>
                            <a:srgbClr val="00FFFF"/>
                          </a:highlight>
                          <a:latin typeface="Cambria Math" panose="02040503050406030204" pitchFamily="18" charset="0"/>
                        </a:rPr>
                        <m:t>𝑾𝒆𝒂𝒌</m:t>
                      </m:r>
                      <m:r>
                        <a:rPr lang="en-US" sz="1000" i="0">
                          <a:latin typeface="Cambria Math" panose="02040503050406030204" pitchFamily="18" charset="0"/>
                        </a:rPr>
                        <m:t>:8 </m:t>
                      </m:r>
                      <m:d>
                        <m:dPr>
                          <m:ctrlPr>
                            <a:rPr lang="en-US" sz="1000" i="1">
                              <a:latin typeface="Cambria Math" panose="02040503050406030204" pitchFamily="18" charset="0"/>
                            </a:rPr>
                          </m:ctrlPr>
                        </m:dPr>
                        <m:e>
                          <m:r>
                            <a:rPr lang="en-US" sz="1000" i="0">
                              <a:latin typeface="Cambria Math" panose="02040503050406030204" pitchFamily="18" charset="0"/>
                            </a:rPr>
                            <m:t>6 </m:t>
                          </m:r>
                          <m:r>
                            <a:rPr lang="en-US" sz="1000" b="1" i="1">
                              <a:highlight>
                                <a:srgbClr val="00FF00"/>
                              </a:highlight>
                              <a:latin typeface="Cambria Math" panose="02040503050406030204" pitchFamily="18" charset="0"/>
                            </a:rPr>
                            <m:t>𝒀𝑬𝑺</m:t>
                          </m:r>
                          <m:r>
                            <a:rPr lang="en-US" sz="1000" i="0">
                              <a:latin typeface="Cambria Math" panose="02040503050406030204" pitchFamily="18" charset="0"/>
                            </a:rPr>
                            <m:t>, 2 </m:t>
                          </m:r>
                          <m:r>
                            <a:rPr lang="en-US" sz="1000" i="1">
                              <a:highlight>
                                <a:srgbClr val="A20E90"/>
                              </a:highlight>
                              <a:latin typeface="Cambria Math" panose="02040503050406030204" pitchFamily="18" charset="0"/>
                            </a:rPr>
                            <m:t>𝑁𝑂</m:t>
                          </m:r>
                        </m:e>
                      </m:d>
                    </m:oMath>
                  </m:oMathPara>
                </a14:m>
                <a:endParaRPr lang="en-US" sz="1000" dirty="0"/>
              </a:p>
            </p:txBody>
          </p:sp>
        </mc:Choice>
        <mc:Fallback xmlns="">
          <p:sp>
            <p:nvSpPr>
              <p:cNvPr id="26" name="Dikdörtgen 25">
                <a:extLst>
                  <a:ext uri="{FF2B5EF4-FFF2-40B4-BE49-F238E27FC236}">
                    <a16:creationId xmlns:a16="http://schemas.microsoft.com/office/drawing/2014/main" id="{2B6D9A75-D122-FE83-AF17-D1DC7EF44607}"/>
                  </a:ext>
                </a:extLst>
              </p:cNvPr>
              <p:cNvSpPr>
                <a:spLocks noRot="1" noChangeAspect="1" noMove="1" noResize="1" noEditPoints="1" noAdjustHandles="1" noChangeArrowheads="1" noChangeShapeType="1" noTextEdit="1"/>
              </p:cNvSpPr>
              <p:nvPr/>
            </p:nvSpPr>
            <p:spPr>
              <a:xfrm>
                <a:off x="1379403" y="2259237"/>
                <a:ext cx="1398218" cy="246221"/>
              </a:xfrm>
              <a:prstGeom prst="rect">
                <a:avLst/>
              </a:prstGeom>
              <a:blipFill>
                <a:blip r:embed="rId9"/>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7" name="Dikdörtgen 26">
                <a:extLst>
                  <a:ext uri="{FF2B5EF4-FFF2-40B4-BE49-F238E27FC236}">
                    <a16:creationId xmlns:a16="http://schemas.microsoft.com/office/drawing/2014/main" id="{51DEA780-8F16-A801-FCBB-BB875D150B60}"/>
                  </a:ext>
                </a:extLst>
              </p:cNvPr>
              <p:cNvSpPr/>
              <p:nvPr/>
            </p:nvSpPr>
            <p:spPr>
              <a:xfrm>
                <a:off x="1351546" y="2460718"/>
                <a:ext cx="1595373" cy="246221"/>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r>
                        <a:rPr lang="en-US" sz="1000" b="1" i="1">
                          <a:highlight>
                            <a:srgbClr val="FF0000"/>
                          </a:highlight>
                          <a:latin typeface="Cambria Math" panose="02040503050406030204" pitchFamily="18" charset="0"/>
                        </a:rPr>
                        <m:t>𝑺𝒕𝒓𝒐𝒏𝒈</m:t>
                      </m:r>
                      <m:r>
                        <a:rPr lang="en-US" sz="1000" i="0">
                          <a:latin typeface="Cambria Math" panose="02040503050406030204" pitchFamily="18" charset="0"/>
                        </a:rPr>
                        <m:t>:6 </m:t>
                      </m:r>
                      <m:d>
                        <m:dPr>
                          <m:ctrlPr>
                            <a:rPr lang="en-US" sz="1000" i="1">
                              <a:latin typeface="Cambria Math" panose="02040503050406030204" pitchFamily="18" charset="0"/>
                            </a:rPr>
                          </m:ctrlPr>
                        </m:dPr>
                        <m:e>
                          <m:r>
                            <a:rPr lang="en-US" sz="1000" i="0">
                              <a:latin typeface="Cambria Math" panose="02040503050406030204" pitchFamily="18" charset="0"/>
                            </a:rPr>
                            <m:t>3 </m:t>
                          </m:r>
                          <m:r>
                            <a:rPr lang="en-US" sz="1000" b="1" i="1">
                              <a:highlight>
                                <a:srgbClr val="00FF00"/>
                              </a:highlight>
                              <a:latin typeface="Cambria Math" panose="02040503050406030204" pitchFamily="18" charset="0"/>
                            </a:rPr>
                            <m:t>𝒀𝑬𝑺</m:t>
                          </m:r>
                          <m:r>
                            <a:rPr lang="en-US" sz="1000" i="0">
                              <a:latin typeface="Cambria Math" panose="02040503050406030204" pitchFamily="18" charset="0"/>
                            </a:rPr>
                            <m:t>, 3 </m:t>
                          </m:r>
                          <m:r>
                            <a:rPr lang="en-US" sz="1000" b="1" i="1">
                              <a:highlight>
                                <a:srgbClr val="A20E90"/>
                              </a:highlight>
                              <a:latin typeface="Cambria Math" panose="02040503050406030204" pitchFamily="18" charset="0"/>
                            </a:rPr>
                            <m:t>𝑵𝑶</m:t>
                          </m:r>
                        </m:e>
                      </m:d>
                    </m:oMath>
                  </m:oMathPara>
                </a14:m>
                <a:endParaRPr lang="en-US" sz="1000" dirty="0"/>
              </a:p>
            </p:txBody>
          </p:sp>
        </mc:Choice>
        <mc:Fallback xmlns="">
          <p:sp>
            <p:nvSpPr>
              <p:cNvPr id="27" name="Dikdörtgen 26">
                <a:extLst>
                  <a:ext uri="{FF2B5EF4-FFF2-40B4-BE49-F238E27FC236}">
                    <a16:creationId xmlns:a16="http://schemas.microsoft.com/office/drawing/2014/main" id="{51DEA780-8F16-A801-FCBB-BB875D150B60}"/>
                  </a:ext>
                </a:extLst>
              </p:cNvPr>
              <p:cNvSpPr>
                <a:spLocks noRot="1" noChangeAspect="1" noMove="1" noResize="1" noEditPoints="1" noAdjustHandles="1" noChangeArrowheads="1" noChangeShapeType="1" noTextEdit="1"/>
              </p:cNvSpPr>
              <p:nvPr/>
            </p:nvSpPr>
            <p:spPr>
              <a:xfrm>
                <a:off x="1351546" y="2460718"/>
                <a:ext cx="1595373" cy="246221"/>
              </a:xfrm>
              <a:prstGeom prst="rect">
                <a:avLst/>
              </a:prstGeom>
              <a:blipFill>
                <a:blip r:embed="rId10"/>
                <a:stretch>
                  <a:fillRect b="-25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8" name="Dikdörtgen 27">
                <a:extLst>
                  <a:ext uri="{FF2B5EF4-FFF2-40B4-BE49-F238E27FC236}">
                    <a16:creationId xmlns:a16="http://schemas.microsoft.com/office/drawing/2014/main" id="{43965EE0-59A7-6169-6C8F-32A4DB5CAD84}"/>
                  </a:ext>
                </a:extLst>
              </p:cNvPr>
              <p:cNvSpPr/>
              <p:nvPr/>
            </p:nvSpPr>
            <p:spPr>
              <a:xfrm>
                <a:off x="39851" y="2756729"/>
                <a:ext cx="4626379" cy="385683"/>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a:rPr lang="en-US" sz="1000" i="1">
                          <a:latin typeface="Cambria Math" panose="02040503050406030204" pitchFamily="18" charset="0"/>
                        </a:rPr>
                        <m:t>𝐺𝑎𝑖𝑛</m:t>
                      </m:r>
                      <m:d>
                        <m:dPr>
                          <m:ctrlPr>
                            <a:rPr lang="en-US" sz="1000" i="1">
                              <a:latin typeface="Cambria Math" panose="02040503050406030204" pitchFamily="18" charset="0"/>
                            </a:rPr>
                          </m:ctrlPr>
                        </m:dPr>
                        <m:e>
                          <m:r>
                            <a:rPr lang="en-US" sz="1000" i="1">
                              <a:latin typeface="Cambria Math" panose="02040503050406030204" pitchFamily="18" charset="0"/>
                            </a:rPr>
                            <m:t>𝑆</m:t>
                          </m:r>
                          <m:r>
                            <a:rPr lang="en-US" sz="1000" i="0">
                              <a:latin typeface="Cambria Math" panose="02040503050406030204" pitchFamily="18" charset="0"/>
                            </a:rPr>
                            <m:t>, </m:t>
                          </m:r>
                          <m:r>
                            <a:rPr lang="en-US" sz="1000" i="1">
                              <a:latin typeface="Cambria Math" panose="02040503050406030204" pitchFamily="18" charset="0"/>
                            </a:rPr>
                            <m:t>𝑊𝑖𝑛𝑑</m:t>
                          </m:r>
                        </m:e>
                      </m:d>
                      <m:r>
                        <a:rPr lang="en-US" sz="1000" i="0">
                          <a:latin typeface="Cambria Math" panose="02040503050406030204" pitchFamily="18" charset="0"/>
                        </a:rPr>
                        <m:t>=</m:t>
                      </m:r>
                      <m:r>
                        <a:rPr lang="en-US" sz="1000" b="1" i="1" smtClean="0">
                          <a:solidFill>
                            <a:srgbClr val="0070C0"/>
                          </a:solidFill>
                          <a:latin typeface="Cambria Math" panose="02040503050406030204" pitchFamily="18" charset="0"/>
                        </a:rPr>
                        <m:t>𝑬𝒏𝒕𝒓𝒐𝒑𝒚</m:t>
                      </m:r>
                      <m:d>
                        <m:dPr>
                          <m:ctrlPr>
                            <a:rPr lang="en-US" sz="1000" b="1" i="1">
                              <a:solidFill>
                                <a:srgbClr val="0070C0"/>
                              </a:solidFill>
                              <a:latin typeface="Cambria Math" panose="02040503050406030204" pitchFamily="18" charset="0"/>
                            </a:rPr>
                          </m:ctrlPr>
                        </m:dPr>
                        <m:e>
                          <m:r>
                            <a:rPr lang="en-US" sz="1000" b="1" i="1">
                              <a:solidFill>
                                <a:srgbClr val="0070C0"/>
                              </a:solidFill>
                              <a:latin typeface="Cambria Math" panose="02040503050406030204" pitchFamily="18" charset="0"/>
                            </a:rPr>
                            <m:t>𝑺</m:t>
                          </m:r>
                        </m:e>
                      </m:d>
                      <m:r>
                        <a:rPr lang="en-US" sz="1000" i="0">
                          <a:latin typeface="Cambria Math" panose="02040503050406030204" pitchFamily="18" charset="0"/>
                        </a:rPr>
                        <m:t>−</m:t>
                      </m:r>
                      <m:d>
                        <m:dPr>
                          <m:begChr m:val="["/>
                          <m:endChr m:val="]"/>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8</m:t>
                              </m:r>
                            </m:num>
                            <m:den>
                              <m:r>
                                <a:rPr lang="en-US" sz="1000" i="0">
                                  <a:latin typeface="Cambria Math" panose="02040503050406030204" pitchFamily="18" charset="0"/>
                                </a:rPr>
                                <m:t>14</m:t>
                              </m:r>
                            </m:den>
                          </m:f>
                          <m:r>
                            <a:rPr lang="en-US" sz="1000" b="1" i="1" smtClean="0">
                              <a:solidFill>
                                <a:schemeClr val="tx1"/>
                              </a:solidFill>
                              <a:highlight>
                                <a:srgbClr val="00FFFF"/>
                              </a:highlight>
                              <a:latin typeface="Cambria Math" panose="02040503050406030204" pitchFamily="18" charset="0"/>
                            </a:rPr>
                            <m:t>𝑬𝒏𝒕𝒓𝒐𝒑𝒚</m:t>
                          </m:r>
                          <m:d>
                            <m:dPr>
                              <m:ctrlPr>
                                <a:rPr lang="en-US" sz="1000" b="1" i="1">
                                  <a:solidFill>
                                    <a:schemeClr val="tx1"/>
                                  </a:solidFill>
                                  <a:highlight>
                                    <a:srgbClr val="00FFFF"/>
                                  </a:highlight>
                                  <a:latin typeface="Cambria Math" panose="02040503050406030204" pitchFamily="18" charset="0"/>
                                </a:rPr>
                              </m:ctrlPr>
                            </m:dPr>
                            <m:e>
                              <m:sSub>
                                <m:sSubPr>
                                  <m:ctrlPr>
                                    <a:rPr lang="en-US" sz="1000" b="1" i="1">
                                      <a:solidFill>
                                        <a:schemeClr val="tx1"/>
                                      </a:solidFill>
                                      <a:highlight>
                                        <a:srgbClr val="00FFFF"/>
                                      </a:highlight>
                                      <a:latin typeface="Cambria Math" panose="02040503050406030204" pitchFamily="18" charset="0"/>
                                    </a:rPr>
                                  </m:ctrlPr>
                                </m:sSubPr>
                                <m:e>
                                  <m:r>
                                    <a:rPr lang="en-US" sz="1000" b="1" i="1">
                                      <a:solidFill>
                                        <a:schemeClr val="tx1"/>
                                      </a:solidFill>
                                      <a:highlight>
                                        <a:srgbClr val="00FFFF"/>
                                      </a:highlight>
                                      <a:latin typeface="Cambria Math" panose="02040503050406030204" pitchFamily="18" charset="0"/>
                                    </a:rPr>
                                    <m:t>𝑺</m:t>
                                  </m:r>
                                </m:e>
                                <m:sub>
                                  <m:r>
                                    <a:rPr lang="en-US" sz="1000" b="1" i="1">
                                      <a:solidFill>
                                        <a:schemeClr val="tx1"/>
                                      </a:solidFill>
                                      <a:highlight>
                                        <a:srgbClr val="00FFFF"/>
                                      </a:highlight>
                                      <a:latin typeface="Cambria Math" panose="02040503050406030204" pitchFamily="18" charset="0"/>
                                    </a:rPr>
                                    <m:t>𝑾𝒆𝒂𝒌</m:t>
                                  </m:r>
                                </m:sub>
                              </m:sSub>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6</m:t>
                              </m:r>
                            </m:num>
                            <m:den>
                              <m:r>
                                <a:rPr lang="en-US" sz="1000" i="0">
                                  <a:latin typeface="Cambria Math" panose="02040503050406030204" pitchFamily="18" charset="0"/>
                                </a:rPr>
                                <m:t>14</m:t>
                              </m:r>
                            </m:den>
                          </m:f>
                          <m:r>
                            <a:rPr lang="en-US" sz="1000" b="1" i="1" smtClean="0">
                              <a:solidFill>
                                <a:schemeClr val="tx1"/>
                              </a:solidFill>
                              <a:highlight>
                                <a:srgbClr val="C0C0C0"/>
                              </a:highlight>
                              <a:latin typeface="Cambria Math" panose="02040503050406030204" pitchFamily="18" charset="0"/>
                            </a:rPr>
                            <m:t>𝑬𝒏𝒕𝒓𝒐𝒑𝒚</m:t>
                          </m:r>
                          <m:d>
                            <m:dPr>
                              <m:ctrlPr>
                                <a:rPr lang="en-US" sz="1000" b="1" i="1">
                                  <a:solidFill>
                                    <a:schemeClr val="tx1"/>
                                  </a:solidFill>
                                  <a:highlight>
                                    <a:srgbClr val="C0C0C0"/>
                                  </a:highlight>
                                  <a:latin typeface="Cambria Math" panose="02040503050406030204" pitchFamily="18" charset="0"/>
                                </a:rPr>
                              </m:ctrlPr>
                            </m:dPr>
                            <m:e>
                              <m:sSub>
                                <m:sSubPr>
                                  <m:ctrlPr>
                                    <a:rPr lang="en-US" sz="1000" b="1" i="1">
                                      <a:solidFill>
                                        <a:schemeClr val="tx1"/>
                                      </a:solidFill>
                                      <a:highlight>
                                        <a:srgbClr val="C0C0C0"/>
                                      </a:highlight>
                                      <a:latin typeface="Cambria Math" panose="02040503050406030204" pitchFamily="18" charset="0"/>
                                    </a:rPr>
                                  </m:ctrlPr>
                                </m:sSubPr>
                                <m:e>
                                  <m:r>
                                    <a:rPr lang="en-US" sz="1000" b="1" i="1">
                                      <a:solidFill>
                                        <a:schemeClr val="tx1"/>
                                      </a:solidFill>
                                      <a:highlight>
                                        <a:srgbClr val="C0C0C0"/>
                                      </a:highlight>
                                      <a:latin typeface="Cambria Math" panose="02040503050406030204" pitchFamily="18" charset="0"/>
                                    </a:rPr>
                                    <m:t>𝑺</m:t>
                                  </m:r>
                                </m:e>
                                <m:sub>
                                  <m:r>
                                    <a:rPr lang="en-US" sz="1000" b="1" i="1">
                                      <a:solidFill>
                                        <a:schemeClr val="tx1"/>
                                      </a:solidFill>
                                      <a:highlight>
                                        <a:srgbClr val="C0C0C0"/>
                                      </a:highlight>
                                      <a:latin typeface="Cambria Math" panose="02040503050406030204" pitchFamily="18" charset="0"/>
                                    </a:rPr>
                                    <m:t>𝑺𝒕𝒓𝒐𝒏𝒈</m:t>
                                  </m:r>
                                </m:sub>
                              </m:sSub>
                            </m:e>
                          </m:d>
                        </m:e>
                      </m:d>
                    </m:oMath>
                  </m:oMathPara>
                </a14:m>
                <a:endParaRPr lang="en-US" sz="1000" dirty="0"/>
              </a:p>
            </p:txBody>
          </p:sp>
        </mc:Choice>
        <mc:Fallback xmlns="">
          <p:sp>
            <p:nvSpPr>
              <p:cNvPr id="28" name="Dikdörtgen 27">
                <a:extLst>
                  <a:ext uri="{FF2B5EF4-FFF2-40B4-BE49-F238E27FC236}">
                    <a16:creationId xmlns:a16="http://schemas.microsoft.com/office/drawing/2014/main" id="{43965EE0-59A7-6169-6C8F-32A4DB5CAD84}"/>
                  </a:ext>
                </a:extLst>
              </p:cNvPr>
              <p:cNvSpPr>
                <a:spLocks noRot="1" noChangeAspect="1" noMove="1" noResize="1" noEditPoints="1" noAdjustHandles="1" noChangeArrowheads="1" noChangeShapeType="1" noTextEdit="1"/>
              </p:cNvSpPr>
              <p:nvPr/>
            </p:nvSpPr>
            <p:spPr>
              <a:xfrm>
                <a:off x="39851" y="2756729"/>
                <a:ext cx="4626379" cy="385683"/>
              </a:xfrm>
              <a:prstGeom prst="rect">
                <a:avLst/>
              </a:prstGeom>
              <a:blipFill>
                <a:blip r:embed="rId11"/>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9" name="Dikdörtgen 28">
                <a:extLst>
                  <a:ext uri="{FF2B5EF4-FFF2-40B4-BE49-F238E27FC236}">
                    <a16:creationId xmlns:a16="http://schemas.microsoft.com/office/drawing/2014/main" id="{5DC8D9CF-9F31-4B88-D6F6-FBE21AE55B9B}"/>
                  </a:ext>
                </a:extLst>
              </p:cNvPr>
              <p:cNvSpPr/>
              <p:nvPr/>
            </p:nvSpPr>
            <p:spPr>
              <a:xfrm>
                <a:off x="5186748" y="3585204"/>
                <a:ext cx="3244030" cy="4381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00" b="1" i="1" smtClean="0">
                          <a:solidFill>
                            <a:schemeClr val="tx1"/>
                          </a:solidFill>
                          <a:highlight>
                            <a:srgbClr val="00FFFF"/>
                          </a:highlight>
                          <a:latin typeface="Cambria Math" panose="02040503050406030204" pitchFamily="18" charset="0"/>
                        </a:rPr>
                        <m:t>𝑬𝒏𝒕𝒓𝒐𝒑𝒚</m:t>
                      </m:r>
                      <m:d>
                        <m:dPr>
                          <m:ctrlPr>
                            <a:rPr lang="en-US" sz="1000" b="1" i="1">
                              <a:solidFill>
                                <a:schemeClr val="tx1"/>
                              </a:solidFill>
                              <a:highlight>
                                <a:srgbClr val="00FFFF"/>
                              </a:highlight>
                              <a:latin typeface="Cambria Math" panose="02040503050406030204" pitchFamily="18" charset="0"/>
                            </a:rPr>
                          </m:ctrlPr>
                        </m:dPr>
                        <m:e>
                          <m:sSub>
                            <m:sSubPr>
                              <m:ctrlPr>
                                <a:rPr lang="en-US" sz="1000" b="1" i="1">
                                  <a:solidFill>
                                    <a:schemeClr val="tx1"/>
                                  </a:solidFill>
                                  <a:highlight>
                                    <a:srgbClr val="00FFFF"/>
                                  </a:highlight>
                                  <a:latin typeface="Cambria Math" panose="02040503050406030204" pitchFamily="18" charset="0"/>
                                </a:rPr>
                              </m:ctrlPr>
                            </m:sSubPr>
                            <m:e>
                              <m:r>
                                <a:rPr lang="en-US" sz="1000" b="1" i="1">
                                  <a:solidFill>
                                    <a:schemeClr val="tx1"/>
                                  </a:solidFill>
                                  <a:highlight>
                                    <a:srgbClr val="00FFFF"/>
                                  </a:highlight>
                                  <a:latin typeface="Cambria Math" panose="02040503050406030204" pitchFamily="18" charset="0"/>
                                </a:rPr>
                                <m:t>𝑺</m:t>
                              </m:r>
                            </m:e>
                            <m:sub>
                              <m:r>
                                <a:rPr lang="en-US" sz="1000" b="1" i="1">
                                  <a:solidFill>
                                    <a:schemeClr val="tx1"/>
                                  </a:solidFill>
                                  <a:highlight>
                                    <a:srgbClr val="00FFFF"/>
                                  </a:highlight>
                                  <a:latin typeface="Cambria Math" panose="02040503050406030204" pitchFamily="18" charset="0"/>
                                </a:rPr>
                                <m:t>𝑾𝒆𝒂𝒌</m:t>
                              </m:r>
                            </m:sub>
                          </m:sSub>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6</m:t>
                          </m:r>
                        </m:num>
                        <m:den>
                          <m:r>
                            <a:rPr lang="en-US" sz="1000" i="0">
                              <a:latin typeface="Cambria Math" panose="02040503050406030204" pitchFamily="18" charset="0"/>
                            </a:rPr>
                            <m:t>8</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6</m:t>
                              </m:r>
                            </m:num>
                            <m:den>
                              <m:r>
                                <a:rPr lang="en-US" sz="1000" i="0">
                                  <a:latin typeface="Cambria Math" panose="02040503050406030204" pitchFamily="18" charset="0"/>
                                </a:rPr>
                                <m:t>8</m:t>
                              </m:r>
                            </m:den>
                          </m:f>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2</m:t>
                          </m:r>
                        </m:num>
                        <m:den>
                          <m:r>
                            <a:rPr lang="en-US" sz="1000" i="0">
                              <a:latin typeface="Cambria Math" panose="02040503050406030204" pitchFamily="18" charset="0"/>
                            </a:rPr>
                            <m:t>8</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2</m:t>
                              </m:r>
                            </m:num>
                            <m:den>
                              <m:r>
                                <a:rPr lang="en-US" sz="1000" i="0">
                                  <a:latin typeface="Cambria Math" panose="02040503050406030204" pitchFamily="18" charset="0"/>
                                </a:rPr>
                                <m:t>8</m:t>
                              </m:r>
                            </m:den>
                          </m:f>
                        </m:e>
                      </m:d>
                      <m:r>
                        <a:rPr lang="en-US" sz="1000" i="0">
                          <a:latin typeface="Cambria Math" panose="02040503050406030204" pitchFamily="18" charset="0"/>
                        </a:rPr>
                        <m:t>=0.811</m:t>
                      </m:r>
                    </m:oMath>
                  </m:oMathPara>
                </a14:m>
                <a:endParaRPr lang="en-US" sz="1000" dirty="0"/>
              </a:p>
            </p:txBody>
          </p:sp>
        </mc:Choice>
        <mc:Fallback xmlns="">
          <p:sp>
            <p:nvSpPr>
              <p:cNvPr id="29" name="Dikdörtgen 28">
                <a:extLst>
                  <a:ext uri="{FF2B5EF4-FFF2-40B4-BE49-F238E27FC236}">
                    <a16:creationId xmlns:a16="http://schemas.microsoft.com/office/drawing/2014/main" id="{5DC8D9CF-9F31-4B88-D6F6-FBE21AE55B9B}"/>
                  </a:ext>
                </a:extLst>
              </p:cNvPr>
              <p:cNvSpPr>
                <a:spLocks noRot="1" noChangeAspect="1" noMove="1" noResize="1" noEditPoints="1" noAdjustHandles="1" noChangeArrowheads="1" noChangeShapeType="1" noTextEdit="1"/>
              </p:cNvSpPr>
              <p:nvPr/>
            </p:nvSpPr>
            <p:spPr>
              <a:xfrm>
                <a:off x="5186748" y="3585204"/>
                <a:ext cx="3244030" cy="438133"/>
              </a:xfrm>
              <a:prstGeom prst="rect">
                <a:avLst/>
              </a:prstGeom>
              <a:blipFill>
                <a:blip r:embed="rId1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0" name="Dikdörtgen 29">
                <a:extLst>
                  <a:ext uri="{FF2B5EF4-FFF2-40B4-BE49-F238E27FC236}">
                    <a16:creationId xmlns:a16="http://schemas.microsoft.com/office/drawing/2014/main" id="{62DB9D1C-5E0A-11EA-3EB1-A9C141251973}"/>
                  </a:ext>
                </a:extLst>
              </p:cNvPr>
              <p:cNvSpPr/>
              <p:nvPr/>
            </p:nvSpPr>
            <p:spPr>
              <a:xfrm>
                <a:off x="5167745" y="4148178"/>
                <a:ext cx="3244734" cy="4381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00" b="1" i="1" smtClean="0">
                          <a:solidFill>
                            <a:schemeClr val="tx1"/>
                          </a:solidFill>
                          <a:highlight>
                            <a:srgbClr val="C0C0C0"/>
                          </a:highlight>
                          <a:latin typeface="Cambria Math" panose="02040503050406030204" pitchFamily="18" charset="0"/>
                        </a:rPr>
                        <m:t>𝑬𝒏𝒕𝒓𝒐𝒑𝒚</m:t>
                      </m:r>
                      <m:d>
                        <m:dPr>
                          <m:ctrlPr>
                            <a:rPr lang="en-US" sz="1000" b="1" i="1">
                              <a:solidFill>
                                <a:schemeClr val="tx1"/>
                              </a:solidFill>
                              <a:highlight>
                                <a:srgbClr val="C0C0C0"/>
                              </a:highlight>
                              <a:latin typeface="Cambria Math" panose="02040503050406030204" pitchFamily="18" charset="0"/>
                            </a:rPr>
                          </m:ctrlPr>
                        </m:dPr>
                        <m:e>
                          <m:sSub>
                            <m:sSubPr>
                              <m:ctrlPr>
                                <a:rPr lang="en-US" sz="1000" b="1" i="1">
                                  <a:solidFill>
                                    <a:schemeClr val="tx1"/>
                                  </a:solidFill>
                                  <a:highlight>
                                    <a:srgbClr val="C0C0C0"/>
                                  </a:highlight>
                                  <a:latin typeface="Cambria Math" panose="02040503050406030204" pitchFamily="18" charset="0"/>
                                </a:rPr>
                              </m:ctrlPr>
                            </m:sSubPr>
                            <m:e>
                              <m:r>
                                <a:rPr lang="en-US" sz="1000" b="1" i="1">
                                  <a:solidFill>
                                    <a:schemeClr val="tx1"/>
                                  </a:solidFill>
                                  <a:highlight>
                                    <a:srgbClr val="C0C0C0"/>
                                  </a:highlight>
                                  <a:latin typeface="Cambria Math" panose="02040503050406030204" pitchFamily="18" charset="0"/>
                                </a:rPr>
                                <m:t>𝑺</m:t>
                              </m:r>
                            </m:e>
                            <m:sub>
                              <m:r>
                                <a:rPr lang="en-US" sz="1000" b="1" i="1">
                                  <a:solidFill>
                                    <a:schemeClr val="tx1"/>
                                  </a:solidFill>
                                  <a:highlight>
                                    <a:srgbClr val="C0C0C0"/>
                                  </a:highlight>
                                  <a:latin typeface="Cambria Math" panose="02040503050406030204" pitchFamily="18" charset="0"/>
                                </a:rPr>
                                <m:t>𝑺𝒕𝒓𝒐𝒏𝒈</m:t>
                              </m:r>
                            </m:sub>
                          </m:sSub>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3</m:t>
                          </m:r>
                        </m:num>
                        <m:den>
                          <m:r>
                            <a:rPr lang="en-US" sz="1000" i="0">
                              <a:latin typeface="Cambria Math" panose="02040503050406030204" pitchFamily="18" charset="0"/>
                            </a:rPr>
                            <m:t>3</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3</m:t>
                              </m:r>
                            </m:num>
                            <m:den>
                              <m:r>
                                <a:rPr lang="en-US" sz="1000" i="0">
                                  <a:latin typeface="Cambria Math" panose="02040503050406030204" pitchFamily="18" charset="0"/>
                                </a:rPr>
                                <m:t>3</m:t>
                              </m:r>
                            </m:den>
                          </m:f>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3</m:t>
                          </m:r>
                        </m:num>
                        <m:den>
                          <m:r>
                            <a:rPr lang="en-US" sz="1000" i="0">
                              <a:latin typeface="Cambria Math" panose="02040503050406030204" pitchFamily="18" charset="0"/>
                            </a:rPr>
                            <m:t>3</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3</m:t>
                              </m:r>
                            </m:num>
                            <m:den>
                              <m:r>
                                <a:rPr lang="en-US" sz="1000" i="0">
                                  <a:latin typeface="Cambria Math" panose="02040503050406030204" pitchFamily="18" charset="0"/>
                                </a:rPr>
                                <m:t>3</m:t>
                              </m:r>
                            </m:den>
                          </m:f>
                        </m:e>
                      </m:d>
                      <m:r>
                        <a:rPr lang="en-US" sz="1000" i="0">
                          <a:latin typeface="Cambria Math" panose="02040503050406030204" pitchFamily="18" charset="0"/>
                        </a:rPr>
                        <m:t>=1.00</m:t>
                      </m:r>
                    </m:oMath>
                  </m:oMathPara>
                </a14:m>
                <a:endParaRPr lang="en-US" sz="1000" dirty="0"/>
              </a:p>
            </p:txBody>
          </p:sp>
        </mc:Choice>
        <mc:Fallback xmlns="">
          <p:sp>
            <p:nvSpPr>
              <p:cNvPr id="30" name="Dikdörtgen 29">
                <a:extLst>
                  <a:ext uri="{FF2B5EF4-FFF2-40B4-BE49-F238E27FC236}">
                    <a16:creationId xmlns:a16="http://schemas.microsoft.com/office/drawing/2014/main" id="{62DB9D1C-5E0A-11EA-3EB1-A9C141251973}"/>
                  </a:ext>
                </a:extLst>
              </p:cNvPr>
              <p:cNvSpPr>
                <a:spLocks noRot="1" noChangeAspect="1" noMove="1" noResize="1" noEditPoints="1" noAdjustHandles="1" noChangeArrowheads="1" noChangeShapeType="1" noTextEdit="1"/>
              </p:cNvSpPr>
              <p:nvPr/>
            </p:nvSpPr>
            <p:spPr>
              <a:xfrm>
                <a:off x="5167745" y="4148178"/>
                <a:ext cx="3244734" cy="438133"/>
              </a:xfrm>
              <a:prstGeom prst="rect">
                <a:avLst/>
              </a:prstGeom>
              <a:blipFill>
                <a:blip r:embed="rId1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1" name="Dikdörtgen 30">
                <a:extLst>
                  <a:ext uri="{FF2B5EF4-FFF2-40B4-BE49-F238E27FC236}">
                    <a16:creationId xmlns:a16="http://schemas.microsoft.com/office/drawing/2014/main" id="{3457967B-3E9E-28B8-A5F0-77D81E500599}"/>
                  </a:ext>
                </a:extLst>
              </p:cNvPr>
              <p:cNvSpPr/>
              <p:nvPr/>
            </p:nvSpPr>
            <p:spPr>
              <a:xfrm>
                <a:off x="0" y="3297984"/>
                <a:ext cx="3165225" cy="3856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00" i="1">
                          <a:latin typeface="Cambria Math" panose="02040503050406030204" pitchFamily="18" charset="0"/>
                        </a:rPr>
                        <m:t>𝐺𝑎𝑖𝑛</m:t>
                      </m:r>
                      <m:d>
                        <m:dPr>
                          <m:ctrlPr>
                            <a:rPr lang="en-US" sz="1000" i="1">
                              <a:latin typeface="Cambria Math" panose="02040503050406030204" pitchFamily="18" charset="0"/>
                            </a:rPr>
                          </m:ctrlPr>
                        </m:dPr>
                        <m:e>
                          <m:r>
                            <a:rPr lang="en-US" sz="1000" i="1">
                              <a:latin typeface="Cambria Math" panose="02040503050406030204" pitchFamily="18" charset="0"/>
                            </a:rPr>
                            <m:t>𝑆</m:t>
                          </m:r>
                          <m:r>
                            <a:rPr lang="en-US" sz="1000" i="0">
                              <a:latin typeface="Cambria Math" panose="02040503050406030204" pitchFamily="18" charset="0"/>
                            </a:rPr>
                            <m:t>, </m:t>
                          </m:r>
                          <m:r>
                            <a:rPr lang="en-US" sz="1000" i="1">
                              <a:latin typeface="Cambria Math" panose="02040503050406030204" pitchFamily="18" charset="0"/>
                            </a:rPr>
                            <m:t>𝑊𝑖𝑛𝑑</m:t>
                          </m:r>
                        </m:e>
                      </m:d>
                      <m:r>
                        <a:rPr lang="en-US" sz="1000" i="0">
                          <a:latin typeface="Cambria Math" panose="02040503050406030204" pitchFamily="18" charset="0"/>
                        </a:rPr>
                        <m:t>=</m:t>
                      </m:r>
                      <m:r>
                        <a:rPr lang="en-US" sz="1000" b="1" i="1" smtClean="0">
                          <a:solidFill>
                            <a:srgbClr val="0070C0"/>
                          </a:solidFill>
                          <a:latin typeface="Cambria Math" panose="02040503050406030204" pitchFamily="18" charset="0"/>
                        </a:rPr>
                        <m:t>𝑬𝒏𝒕𝒓𝒐𝒑𝒚</m:t>
                      </m:r>
                      <m:d>
                        <m:dPr>
                          <m:ctrlPr>
                            <a:rPr lang="en-US" sz="1000" b="1" i="1">
                              <a:solidFill>
                                <a:srgbClr val="0070C0"/>
                              </a:solidFill>
                              <a:latin typeface="Cambria Math" panose="02040503050406030204" pitchFamily="18" charset="0"/>
                            </a:rPr>
                          </m:ctrlPr>
                        </m:dPr>
                        <m:e>
                          <m:r>
                            <a:rPr lang="en-US" sz="1000" b="1" i="1">
                              <a:solidFill>
                                <a:srgbClr val="0070C0"/>
                              </a:solidFill>
                              <a:latin typeface="Cambria Math" panose="02040503050406030204" pitchFamily="18" charset="0"/>
                            </a:rPr>
                            <m:t>𝑺</m:t>
                          </m:r>
                        </m:e>
                      </m:d>
                      <m:r>
                        <a:rPr lang="en-US" sz="1000" i="0">
                          <a:latin typeface="Cambria Math" panose="02040503050406030204" pitchFamily="18" charset="0"/>
                        </a:rPr>
                        <m:t>−</m:t>
                      </m:r>
                      <m:d>
                        <m:dPr>
                          <m:begChr m:val="["/>
                          <m:endChr m:val="]"/>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8</m:t>
                              </m:r>
                            </m:num>
                            <m:den>
                              <m:r>
                                <a:rPr lang="en-US" sz="1000" i="0">
                                  <a:latin typeface="Cambria Math" panose="02040503050406030204" pitchFamily="18" charset="0"/>
                                </a:rPr>
                                <m:t>14</m:t>
                              </m:r>
                            </m:den>
                          </m:f>
                          <m:r>
                            <a:rPr lang="en-US" sz="1000" i="0">
                              <a:latin typeface="Cambria Math" panose="02040503050406030204" pitchFamily="18" charset="0"/>
                            </a:rPr>
                            <m:t>0.811+</m:t>
                          </m:r>
                          <m:f>
                            <m:fPr>
                              <m:ctrlPr>
                                <a:rPr lang="en-US" sz="1000" i="1">
                                  <a:latin typeface="Cambria Math" panose="02040503050406030204" pitchFamily="18" charset="0"/>
                                </a:rPr>
                              </m:ctrlPr>
                            </m:fPr>
                            <m:num>
                              <m:r>
                                <a:rPr lang="en-US" sz="1000" i="0">
                                  <a:latin typeface="Cambria Math" panose="02040503050406030204" pitchFamily="18" charset="0"/>
                                </a:rPr>
                                <m:t>6</m:t>
                              </m:r>
                            </m:num>
                            <m:den>
                              <m:r>
                                <a:rPr lang="en-US" sz="1000" i="0">
                                  <a:latin typeface="Cambria Math" panose="02040503050406030204" pitchFamily="18" charset="0"/>
                                </a:rPr>
                                <m:t>14</m:t>
                              </m:r>
                            </m:den>
                          </m:f>
                          <m:r>
                            <a:rPr lang="en-US" sz="1000" i="0">
                              <a:latin typeface="Cambria Math" panose="02040503050406030204" pitchFamily="18" charset="0"/>
                            </a:rPr>
                            <m:t>1.00</m:t>
                          </m:r>
                        </m:e>
                      </m:d>
                    </m:oMath>
                  </m:oMathPara>
                </a14:m>
                <a:endParaRPr lang="en-US" sz="1000" dirty="0"/>
              </a:p>
            </p:txBody>
          </p:sp>
        </mc:Choice>
        <mc:Fallback xmlns="">
          <p:sp>
            <p:nvSpPr>
              <p:cNvPr id="31" name="Dikdörtgen 30">
                <a:extLst>
                  <a:ext uri="{FF2B5EF4-FFF2-40B4-BE49-F238E27FC236}">
                    <a16:creationId xmlns:a16="http://schemas.microsoft.com/office/drawing/2014/main" id="{3457967B-3E9E-28B8-A5F0-77D81E500599}"/>
                  </a:ext>
                </a:extLst>
              </p:cNvPr>
              <p:cNvSpPr>
                <a:spLocks noRot="1" noChangeAspect="1" noMove="1" noResize="1" noEditPoints="1" noAdjustHandles="1" noChangeArrowheads="1" noChangeShapeType="1" noTextEdit="1"/>
              </p:cNvSpPr>
              <p:nvPr/>
            </p:nvSpPr>
            <p:spPr>
              <a:xfrm>
                <a:off x="0" y="3297984"/>
                <a:ext cx="3165225" cy="385683"/>
              </a:xfrm>
              <a:prstGeom prst="rect">
                <a:avLst/>
              </a:prstGeom>
              <a:blipFill>
                <a:blip r:embed="rId1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48" name="Dikdörtgen 1247">
                <a:extLst>
                  <a:ext uri="{FF2B5EF4-FFF2-40B4-BE49-F238E27FC236}">
                    <a16:creationId xmlns:a16="http://schemas.microsoft.com/office/drawing/2014/main" id="{F95B8860-4AAB-DFFD-8560-67F6B8793115}"/>
                  </a:ext>
                </a:extLst>
              </p:cNvPr>
              <p:cNvSpPr/>
              <p:nvPr/>
            </p:nvSpPr>
            <p:spPr>
              <a:xfrm>
                <a:off x="35173" y="3852290"/>
                <a:ext cx="1500154"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00" i="1">
                          <a:latin typeface="Cambria Math" panose="02040503050406030204" pitchFamily="18" charset="0"/>
                        </a:rPr>
                        <m:t>𝐺𝑎𝑖𝑛</m:t>
                      </m:r>
                      <m:d>
                        <m:dPr>
                          <m:ctrlPr>
                            <a:rPr lang="en-US" sz="1000" i="1">
                              <a:latin typeface="Cambria Math" panose="02040503050406030204" pitchFamily="18" charset="0"/>
                            </a:rPr>
                          </m:ctrlPr>
                        </m:dPr>
                        <m:e>
                          <m:r>
                            <a:rPr lang="en-US" sz="1000" i="1">
                              <a:latin typeface="Cambria Math" panose="02040503050406030204" pitchFamily="18" charset="0"/>
                            </a:rPr>
                            <m:t>𝑆</m:t>
                          </m:r>
                          <m:r>
                            <a:rPr lang="en-US" sz="1000" i="0">
                              <a:latin typeface="Cambria Math" panose="02040503050406030204" pitchFamily="18" charset="0"/>
                            </a:rPr>
                            <m:t>, </m:t>
                          </m:r>
                          <m:r>
                            <a:rPr lang="en-US" sz="1000" i="1">
                              <a:latin typeface="Cambria Math" panose="02040503050406030204" pitchFamily="18" charset="0"/>
                            </a:rPr>
                            <m:t>𝑊𝑖𝑛𝑑</m:t>
                          </m:r>
                        </m:e>
                      </m:d>
                      <m:r>
                        <a:rPr lang="en-US" sz="1000" i="0">
                          <a:latin typeface="Cambria Math" panose="02040503050406030204" pitchFamily="18" charset="0"/>
                        </a:rPr>
                        <m:t>=0.048</m:t>
                      </m:r>
                    </m:oMath>
                  </m:oMathPara>
                </a14:m>
                <a:endParaRPr lang="en-US" sz="1000" dirty="0"/>
              </a:p>
            </p:txBody>
          </p:sp>
        </mc:Choice>
        <mc:Fallback xmlns="">
          <p:sp>
            <p:nvSpPr>
              <p:cNvPr id="1248" name="Dikdörtgen 1247">
                <a:extLst>
                  <a:ext uri="{FF2B5EF4-FFF2-40B4-BE49-F238E27FC236}">
                    <a16:creationId xmlns:a16="http://schemas.microsoft.com/office/drawing/2014/main" id="{F95B8860-4AAB-DFFD-8560-67F6B8793115}"/>
                  </a:ext>
                </a:extLst>
              </p:cNvPr>
              <p:cNvSpPr>
                <a:spLocks noRot="1" noChangeAspect="1" noMove="1" noResize="1" noEditPoints="1" noAdjustHandles="1" noChangeArrowheads="1" noChangeShapeType="1" noTextEdit="1"/>
              </p:cNvSpPr>
              <p:nvPr/>
            </p:nvSpPr>
            <p:spPr>
              <a:xfrm>
                <a:off x="35173" y="3852290"/>
                <a:ext cx="1500154" cy="246221"/>
              </a:xfrm>
              <a:prstGeom prst="rect">
                <a:avLst/>
              </a:prstGeom>
              <a:blipFill>
                <a:blip r:embed="rId15"/>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326357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1000"/>
                                        <p:tgtEl>
                                          <p:spTgt spid="26"/>
                                        </p:tgtEl>
                                      </p:cBhvr>
                                    </p:animEffect>
                                    <p:anim calcmode="lin" valueType="num">
                                      <p:cBhvr>
                                        <p:cTn id="57" dur="1000" fill="hold"/>
                                        <p:tgtEl>
                                          <p:spTgt spid="26"/>
                                        </p:tgtEl>
                                        <p:attrNameLst>
                                          <p:attrName>ppt_x</p:attrName>
                                        </p:attrNameLst>
                                      </p:cBhvr>
                                      <p:tavLst>
                                        <p:tav tm="0">
                                          <p:val>
                                            <p:strVal val="#ppt_x"/>
                                          </p:val>
                                        </p:tav>
                                        <p:tav tm="100000">
                                          <p:val>
                                            <p:strVal val="#ppt_x"/>
                                          </p:val>
                                        </p:tav>
                                      </p:tavLst>
                                    </p:anim>
                                    <p:anim calcmode="lin" valueType="num">
                                      <p:cBhvr>
                                        <p:cTn id="58"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1000"/>
                                        <p:tgtEl>
                                          <p:spTgt spid="27"/>
                                        </p:tgtEl>
                                      </p:cBhvr>
                                    </p:animEffect>
                                    <p:anim calcmode="lin" valueType="num">
                                      <p:cBhvr>
                                        <p:cTn id="64" dur="1000" fill="hold"/>
                                        <p:tgtEl>
                                          <p:spTgt spid="27"/>
                                        </p:tgtEl>
                                        <p:attrNameLst>
                                          <p:attrName>ppt_x</p:attrName>
                                        </p:attrNameLst>
                                      </p:cBhvr>
                                      <p:tavLst>
                                        <p:tav tm="0">
                                          <p:val>
                                            <p:strVal val="#ppt_x"/>
                                          </p:val>
                                        </p:tav>
                                        <p:tav tm="100000">
                                          <p:val>
                                            <p:strVal val="#ppt_x"/>
                                          </p:val>
                                        </p:tav>
                                      </p:tavLst>
                                    </p:anim>
                                    <p:anim calcmode="lin" valueType="num">
                                      <p:cBhvr>
                                        <p:cTn id="65"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1000"/>
                                        <p:tgtEl>
                                          <p:spTgt spid="28"/>
                                        </p:tgtEl>
                                      </p:cBhvr>
                                    </p:animEffect>
                                    <p:anim calcmode="lin" valueType="num">
                                      <p:cBhvr>
                                        <p:cTn id="71" dur="1000" fill="hold"/>
                                        <p:tgtEl>
                                          <p:spTgt spid="28"/>
                                        </p:tgtEl>
                                        <p:attrNameLst>
                                          <p:attrName>ppt_x</p:attrName>
                                        </p:attrNameLst>
                                      </p:cBhvr>
                                      <p:tavLst>
                                        <p:tav tm="0">
                                          <p:val>
                                            <p:strVal val="#ppt_x"/>
                                          </p:val>
                                        </p:tav>
                                        <p:tav tm="100000">
                                          <p:val>
                                            <p:strVal val="#ppt_x"/>
                                          </p:val>
                                        </p:tav>
                                      </p:tavLst>
                                    </p:anim>
                                    <p:anim calcmode="lin" valueType="num">
                                      <p:cBhvr>
                                        <p:cTn id="72"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1000"/>
                                        <p:tgtEl>
                                          <p:spTgt spid="29"/>
                                        </p:tgtEl>
                                      </p:cBhvr>
                                    </p:animEffect>
                                    <p:anim calcmode="lin" valueType="num">
                                      <p:cBhvr>
                                        <p:cTn id="78" dur="1000" fill="hold"/>
                                        <p:tgtEl>
                                          <p:spTgt spid="29"/>
                                        </p:tgtEl>
                                        <p:attrNameLst>
                                          <p:attrName>ppt_x</p:attrName>
                                        </p:attrNameLst>
                                      </p:cBhvr>
                                      <p:tavLst>
                                        <p:tav tm="0">
                                          <p:val>
                                            <p:strVal val="#ppt_x"/>
                                          </p:val>
                                        </p:tav>
                                        <p:tav tm="100000">
                                          <p:val>
                                            <p:strVal val="#ppt_x"/>
                                          </p:val>
                                        </p:tav>
                                      </p:tavLst>
                                    </p:anim>
                                    <p:anim calcmode="lin" valueType="num">
                                      <p:cBhvr>
                                        <p:cTn id="79"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1000"/>
                                        <p:tgtEl>
                                          <p:spTgt spid="30"/>
                                        </p:tgtEl>
                                      </p:cBhvr>
                                    </p:animEffect>
                                    <p:anim calcmode="lin" valueType="num">
                                      <p:cBhvr>
                                        <p:cTn id="85" dur="1000" fill="hold"/>
                                        <p:tgtEl>
                                          <p:spTgt spid="30"/>
                                        </p:tgtEl>
                                        <p:attrNameLst>
                                          <p:attrName>ppt_x</p:attrName>
                                        </p:attrNameLst>
                                      </p:cBhvr>
                                      <p:tavLst>
                                        <p:tav tm="0">
                                          <p:val>
                                            <p:strVal val="#ppt_x"/>
                                          </p:val>
                                        </p:tav>
                                        <p:tav tm="100000">
                                          <p:val>
                                            <p:strVal val="#ppt_x"/>
                                          </p:val>
                                        </p:tav>
                                      </p:tavLst>
                                    </p:anim>
                                    <p:anim calcmode="lin" valueType="num">
                                      <p:cBhvr>
                                        <p:cTn id="86"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248"/>
                                        </p:tgtEl>
                                        <p:attrNameLst>
                                          <p:attrName>style.visibility</p:attrName>
                                        </p:attrNameLst>
                                      </p:cBhvr>
                                      <p:to>
                                        <p:strVal val="visible"/>
                                      </p:to>
                                    </p:set>
                                    <p:animEffect transition="in" filter="fade">
                                      <p:cBhvr>
                                        <p:cTn id="98" dur="1000"/>
                                        <p:tgtEl>
                                          <p:spTgt spid="1248"/>
                                        </p:tgtEl>
                                      </p:cBhvr>
                                    </p:animEffect>
                                    <p:anim calcmode="lin" valueType="num">
                                      <p:cBhvr>
                                        <p:cTn id="99" dur="1000" fill="hold"/>
                                        <p:tgtEl>
                                          <p:spTgt spid="1248"/>
                                        </p:tgtEl>
                                        <p:attrNameLst>
                                          <p:attrName>ppt_x</p:attrName>
                                        </p:attrNameLst>
                                      </p:cBhvr>
                                      <p:tavLst>
                                        <p:tav tm="0">
                                          <p:val>
                                            <p:strVal val="#ppt_x"/>
                                          </p:val>
                                        </p:tav>
                                        <p:tav tm="100000">
                                          <p:val>
                                            <p:strVal val="#ppt_x"/>
                                          </p:val>
                                        </p:tav>
                                      </p:tavLst>
                                    </p:anim>
                                    <p:anim calcmode="lin" valueType="num">
                                      <p:cBhvr>
                                        <p:cTn id="100" dur="1000" fill="hold"/>
                                        <p:tgtEl>
                                          <p:spTgt spid="124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4" grpId="0"/>
      <p:bldP spid="15" grpId="0"/>
      <p:bldP spid="25" grpId="0"/>
      <p:bldP spid="26" grpId="0"/>
      <p:bldP spid="27" grpId="0"/>
      <p:bldP spid="28" grpId="0"/>
      <p:bldP spid="29" grpId="0"/>
      <p:bldP spid="30" grpId="0"/>
      <p:bldP spid="31" grpId="0"/>
      <p:bldP spid="12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7" name="Tablo 6">
            <a:extLst>
              <a:ext uri="{FF2B5EF4-FFF2-40B4-BE49-F238E27FC236}">
                <a16:creationId xmlns:a16="http://schemas.microsoft.com/office/drawing/2014/main" id="{65099842-DB90-9B93-491B-588E22E021A4}"/>
              </a:ext>
            </a:extLst>
          </p:cNvPr>
          <p:cNvGraphicFramePr>
            <a:graphicFrameLocks noGrp="1"/>
          </p:cNvGraphicFramePr>
          <p:nvPr>
            <p:extLst>
              <p:ext uri="{D42A27DB-BD31-4B8C-83A1-F6EECF244321}">
                <p14:modId xmlns:p14="http://schemas.microsoft.com/office/powerpoint/2010/main" val="2319851014"/>
              </p:ext>
            </p:extLst>
          </p:nvPr>
        </p:nvGraphicFramePr>
        <p:xfrm>
          <a:off x="5167745" y="824345"/>
          <a:ext cx="3775198" cy="2770913"/>
        </p:xfrm>
        <a:graphic>
          <a:graphicData uri="http://schemas.openxmlformats.org/drawingml/2006/table">
            <a:tbl>
              <a:tblPr firstRow="1" firstCol="1" bandRow="1">
                <a:tableStyleId>{5C22544A-7EE6-4342-B048-85BDC9FD1C3A}</a:tableStyleId>
              </a:tblPr>
              <a:tblGrid>
                <a:gridCol w="477982">
                  <a:extLst>
                    <a:ext uri="{9D8B030D-6E8A-4147-A177-3AD203B41FA5}">
                      <a16:colId xmlns:a16="http://schemas.microsoft.com/office/drawing/2014/main" val="2358443411"/>
                    </a:ext>
                  </a:extLst>
                </a:gridCol>
                <a:gridCol w="658091">
                  <a:extLst>
                    <a:ext uri="{9D8B030D-6E8A-4147-A177-3AD203B41FA5}">
                      <a16:colId xmlns:a16="http://schemas.microsoft.com/office/drawing/2014/main" val="3579797296"/>
                    </a:ext>
                  </a:extLst>
                </a:gridCol>
                <a:gridCol w="751110">
                  <a:extLst>
                    <a:ext uri="{9D8B030D-6E8A-4147-A177-3AD203B41FA5}">
                      <a16:colId xmlns:a16="http://schemas.microsoft.com/office/drawing/2014/main" val="2236352003"/>
                    </a:ext>
                  </a:extLst>
                </a:gridCol>
                <a:gridCol w="629061">
                  <a:extLst>
                    <a:ext uri="{9D8B030D-6E8A-4147-A177-3AD203B41FA5}">
                      <a16:colId xmlns:a16="http://schemas.microsoft.com/office/drawing/2014/main" val="3857428223"/>
                    </a:ext>
                  </a:extLst>
                </a:gridCol>
                <a:gridCol w="629477">
                  <a:extLst>
                    <a:ext uri="{9D8B030D-6E8A-4147-A177-3AD203B41FA5}">
                      <a16:colId xmlns:a16="http://schemas.microsoft.com/office/drawing/2014/main" val="1512683095"/>
                    </a:ext>
                  </a:extLst>
                </a:gridCol>
                <a:gridCol w="629477">
                  <a:extLst>
                    <a:ext uri="{9D8B030D-6E8A-4147-A177-3AD203B41FA5}">
                      <a16:colId xmlns:a16="http://schemas.microsoft.com/office/drawing/2014/main" val="3947855873"/>
                    </a:ext>
                  </a:extLst>
                </a:gridCol>
              </a:tblGrid>
              <a:tr h="311687">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Outlook</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Temperature</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Humidity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Wind</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Play Tennis</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5090608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rPr>
                        <a:t>Sunny</a:t>
                      </a:r>
                      <a:endParaRPr lang="tr-TR"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12272371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rPr>
                        <a:t>Sunny</a:t>
                      </a:r>
                      <a:endParaRPr lang="tr-TR"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51618718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Overcast</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412673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rPr>
                        <a:t>Rain</a:t>
                      </a:r>
                      <a:endParaRPr lang="tr-TR"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800307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D5</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rPr>
                        <a:t>Rain</a:t>
                      </a:r>
                      <a:endParaRPr lang="tr-TR"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32838598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D6</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rPr>
                        <a:t>Rain</a:t>
                      </a:r>
                      <a:endParaRPr lang="tr-TR"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65097939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D7</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rPr>
                        <a:t>Overcast</a:t>
                      </a:r>
                      <a:endParaRPr lang="tr-TR" sz="800" b="1" dirty="0">
                        <a:solidFill>
                          <a:schemeClr val="tx1"/>
                        </a:solidFill>
                        <a:effectLst/>
                        <a:highlight>
                          <a:srgbClr val="00FFFF"/>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365726255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D8</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rPr>
                        <a:t>Sunny</a:t>
                      </a:r>
                      <a:endParaRPr lang="tr-TR"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00191414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D9</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rPr>
                        <a:t>Sunny</a:t>
                      </a:r>
                      <a:endParaRPr lang="tr-TR"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25530058"/>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D10</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rPr>
                        <a:t>Rain</a:t>
                      </a:r>
                      <a:endParaRPr lang="tr-TR"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59074328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Sunny</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9695399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rPr>
                        <a:t>Overcast</a:t>
                      </a:r>
                      <a:endParaRPr lang="tr-TR"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75634672"/>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rPr>
                        <a:t>Overcast</a:t>
                      </a:r>
                      <a:endParaRPr lang="tr-TR" sz="800" b="1" dirty="0">
                        <a:solidFill>
                          <a:schemeClr val="tx1"/>
                        </a:solidFill>
                        <a:effectLst/>
                        <a:highlight>
                          <a:srgbClr val="00808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rPr>
                        <a:t>Yes</a:t>
                      </a:r>
                      <a:endParaRPr lang="tr-TR" sz="800" b="1" dirty="0">
                        <a:solidFill>
                          <a:schemeClr val="tx1"/>
                        </a:solidFill>
                        <a:effectLst/>
                        <a:highlight>
                          <a:srgbClr val="A20E9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822743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rPr>
                        <a:t>Rain</a:t>
                      </a:r>
                      <a:endParaRPr lang="tr-TR" sz="800" b="1" dirty="0">
                        <a:solidFill>
                          <a:schemeClr val="tx1"/>
                        </a:solidFill>
                        <a:effectLst/>
                        <a:highlight>
                          <a:srgbClr val="FF00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rPr>
                        <a:t>No</a:t>
                      </a:r>
                      <a:endParaRPr lang="tr-TR" sz="800" b="1" dirty="0">
                        <a:solidFill>
                          <a:schemeClr val="tx1"/>
                        </a:solidFill>
                        <a:effectLst/>
                        <a:highlight>
                          <a:srgbClr val="00FF00"/>
                        </a:highligh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811279191"/>
                  </a:ext>
                </a:extLst>
              </a:tr>
            </a:tbl>
          </a:graphicData>
        </a:graphic>
      </p:graphicFrame>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p:sp>
        <p:nvSpPr>
          <p:cNvPr id="4" name="Metin kutusu 3">
            <a:extLst>
              <a:ext uri="{FF2B5EF4-FFF2-40B4-BE49-F238E27FC236}">
                <a16:creationId xmlns:a16="http://schemas.microsoft.com/office/drawing/2014/main" id="{583DC859-D2A7-AA8E-6EC5-E12C706CF3D0}"/>
              </a:ext>
            </a:extLst>
          </p:cNvPr>
          <p:cNvSpPr txBox="1"/>
          <p:nvPr/>
        </p:nvSpPr>
        <p:spPr>
          <a:xfrm>
            <a:off x="204280" y="891100"/>
            <a:ext cx="4808914" cy="276999"/>
          </a:xfrm>
          <a:prstGeom prst="rect">
            <a:avLst/>
          </a:prstGeom>
          <a:noFill/>
        </p:spPr>
        <p:txBody>
          <a:bodyPr wrap="square" rtlCol="0">
            <a:spAutoFit/>
          </a:bodyPr>
          <a:lstStyle/>
          <a:p>
            <a:r>
              <a:rPr lang="tr-TR" sz="1200" b="1" dirty="0">
                <a:solidFill>
                  <a:srgbClr val="7030A0"/>
                </a:solidFill>
              </a:rPr>
              <a:t>A özniteliğinin </a:t>
            </a:r>
            <a:r>
              <a:rPr lang="tr-TR" sz="1200" b="1" dirty="0">
                <a:solidFill>
                  <a:srgbClr val="00B050"/>
                </a:solidFill>
              </a:rPr>
              <a:t>«Tenis Oynama» </a:t>
            </a:r>
            <a:r>
              <a:rPr lang="tr-TR" sz="1200" dirty="0"/>
              <a:t>Veri setindeki </a:t>
            </a:r>
            <a:r>
              <a:rPr lang="tr-TR" sz="1200" dirty="0" err="1"/>
              <a:t>Entropisi</a:t>
            </a:r>
            <a:r>
              <a:rPr lang="tr-TR" sz="1200" dirty="0"/>
              <a:t>? </a:t>
            </a:r>
            <a:endParaRPr lang="en-US" sz="1200" dirty="0"/>
          </a:p>
        </p:txBody>
      </p:sp>
      <mc:AlternateContent xmlns:mc="http://schemas.openxmlformats.org/markup-compatibility/2006" xmlns:a14="http://schemas.microsoft.com/office/drawing/2010/main">
        <mc:Choice Requires="a14">
          <p:sp>
            <p:nvSpPr>
              <p:cNvPr id="11" name="Dikdörtgen 10">
                <a:extLst>
                  <a:ext uri="{FF2B5EF4-FFF2-40B4-BE49-F238E27FC236}">
                    <a16:creationId xmlns:a16="http://schemas.microsoft.com/office/drawing/2014/main" id="{EC18D837-1FB3-E9FD-F4DA-366F8F206A21}"/>
                  </a:ext>
                </a:extLst>
              </p:cNvPr>
              <p:cNvSpPr/>
              <p:nvPr/>
            </p:nvSpPr>
            <p:spPr>
              <a:xfrm>
                <a:off x="757986" y="1168099"/>
                <a:ext cx="1187120"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r>
                            <m:rPr>
                              <m:sty m:val="p"/>
                            </m:rPr>
                            <a:rPr lang="tr-TR" sz="1200" b="0" i="0" smtClean="0">
                              <a:latin typeface="Cambria Math" panose="02040503050406030204" pitchFamily="18" charset="0"/>
                            </a:rPr>
                            <m:t>S</m:t>
                          </m:r>
                          <m:r>
                            <a:rPr lang="en-US" sz="1200" i="0">
                              <a:latin typeface="Cambria Math" panose="02040503050406030204" pitchFamily="18" charset="0"/>
                            </a:rPr>
                            <m:t>, </m:t>
                          </m:r>
                          <m:r>
                            <a:rPr lang="en-US" sz="1200" i="1">
                              <a:latin typeface="Cambria Math" panose="02040503050406030204" pitchFamily="18" charset="0"/>
                            </a:rPr>
                            <m:t>𝑊</m:t>
                          </m:r>
                          <m:r>
                            <a:rPr lang="tr-TR" sz="1200" b="0" i="1" smtClean="0">
                              <a:latin typeface="Cambria Math" panose="02040503050406030204" pitchFamily="18" charset="0"/>
                            </a:rPr>
                            <m:t>𝑖𝑛𝑑</m:t>
                          </m:r>
                        </m:e>
                      </m:d>
                    </m:oMath>
                  </m:oMathPara>
                </a14:m>
                <a:endParaRPr lang="en-US" sz="1200" dirty="0"/>
              </a:p>
            </p:txBody>
          </p:sp>
        </mc:Choice>
        <mc:Fallback xmlns="">
          <p:sp>
            <p:nvSpPr>
              <p:cNvPr id="11" name="Dikdörtgen 10">
                <a:extLst>
                  <a:ext uri="{FF2B5EF4-FFF2-40B4-BE49-F238E27FC236}">
                    <a16:creationId xmlns:a16="http://schemas.microsoft.com/office/drawing/2014/main" id="{EC18D837-1FB3-E9FD-F4DA-366F8F206A21}"/>
                  </a:ext>
                </a:extLst>
              </p:cNvPr>
              <p:cNvSpPr>
                <a:spLocks noRot="1" noChangeAspect="1" noMove="1" noResize="1" noEditPoints="1" noAdjustHandles="1" noChangeArrowheads="1" noChangeShapeType="1" noTextEdit="1"/>
              </p:cNvSpPr>
              <p:nvPr/>
            </p:nvSpPr>
            <p:spPr>
              <a:xfrm>
                <a:off x="757986" y="1168099"/>
                <a:ext cx="1187120" cy="276999"/>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 name="Dikdörtgen 11">
                <a:extLst>
                  <a:ext uri="{FF2B5EF4-FFF2-40B4-BE49-F238E27FC236}">
                    <a16:creationId xmlns:a16="http://schemas.microsoft.com/office/drawing/2014/main" id="{22BD8D03-B60E-B9F2-D650-EB759AFE3B21}"/>
                  </a:ext>
                </a:extLst>
              </p:cNvPr>
              <p:cNvSpPr/>
              <p:nvPr/>
            </p:nvSpPr>
            <p:spPr>
              <a:xfrm>
                <a:off x="749059" y="1419016"/>
                <a:ext cx="1455335"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𝑮𝒂𝒊𝒏</m:t>
                      </m:r>
                      <m:d>
                        <m:dPr>
                          <m:ctrlPr>
                            <a:rPr lang="en-US" sz="1200" b="1" i="1">
                              <a:latin typeface="Cambria Math" panose="02040503050406030204" pitchFamily="18" charset="0"/>
                            </a:rPr>
                          </m:ctrlPr>
                        </m:dPr>
                        <m:e>
                          <m:r>
                            <a:rPr lang="tr-TR" sz="1200" b="1" i="0" smtClean="0">
                              <a:latin typeface="Cambria Math" panose="02040503050406030204" pitchFamily="18" charset="0"/>
                            </a:rPr>
                            <m:t>𝐒</m:t>
                          </m:r>
                          <m:r>
                            <a:rPr lang="en-US" sz="1200" b="1" i="0">
                              <a:latin typeface="Cambria Math" panose="02040503050406030204" pitchFamily="18" charset="0"/>
                            </a:rPr>
                            <m:t>,</m:t>
                          </m:r>
                          <m:r>
                            <a:rPr lang="tr-TR" sz="1200" b="1" i="1" smtClean="0">
                              <a:latin typeface="Cambria Math" panose="02040503050406030204" pitchFamily="18" charset="0"/>
                            </a:rPr>
                            <m:t> </m:t>
                          </m:r>
                          <m:r>
                            <a:rPr lang="tr-TR" sz="1200" b="1" i="1" smtClean="0">
                              <a:latin typeface="Cambria Math" panose="02040503050406030204" pitchFamily="18" charset="0"/>
                            </a:rPr>
                            <m:t>𝑶𝒖𝒕𝒍𝒐𝒐𝒌</m:t>
                          </m:r>
                        </m:e>
                      </m:d>
                    </m:oMath>
                  </m:oMathPara>
                </a14:m>
                <a:endParaRPr lang="en-US" sz="1200" b="1" dirty="0"/>
              </a:p>
            </p:txBody>
          </p:sp>
        </mc:Choice>
        <mc:Fallback xmlns="">
          <p:sp>
            <p:nvSpPr>
              <p:cNvPr id="12" name="Dikdörtgen 11">
                <a:extLst>
                  <a:ext uri="{FF2B5EF4-FFF2-40B4-BE49-F238E27FC236}">
                    <a16:creationId xmlns:a16="http://schemas.microsoft.com/office/drawing/2014/main" id="{22BD8D03-B60E-B9F2-D650-EB759AFE3B21}"/>
                  </a:ext>
                </a:extLst>
              </p:cNvPr>
              <p:cNvSpPr>
                <a:spLocks noRot="1" noChangeAspect="1" noMove="1" noResize="1" noEditPoints="1" noAdjustHandles="1" noChangeArrowheads="1" noChangeShapeType="1" noTextEdit="1"/>
              </p:cNvSpPr>
              <p:nvPr/>
            </p:nvSpPr>
            <p:spPr>
              <a:xfrm>
                <a:off x="749059" y="1419016"/>
                <a:ext cx="1455335" cy="276999"/>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4" name="Dikdörtgen 13">
                <a:extLst>
                  <a:ext uri="{FF2B5EF4-FFF2-40B4-BE49-F238E27FC236}">
                    <a16:creationId xmlns:a16="http://schemas.microsoft.com/office/drawing/2014/main" id="{EF02B4E0-EDDE-4F26-1F55-D1A7B4E38BB2}"/>
                  </a:ext>
                </a:extLst>
              </p:cNvPr>
              <p:cNvSpPr/>
              <p:nvPr/>
            </p:nvSpPr>
            <p:spPr>
              <a:xfrm>
                <a:off x="749059" y="1690912"/>
                <a:ext cx="173226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r>
                            <m:rPr>
                              <m:sty m:val="p"/>
                            </m:rPr>
                            <a:rPr lang="tr-TR" sz="1200" b="0" i="0" smtClean="0">
                              <a:latin typeface="Cambria Math" panose="02040503050406030204" pitchFamily="18" charset="0"/>
                            </a:rPr>
                            <m:t>S</m:t>
                          </m:r>
                          <m:r>
                            <a:rPr lang="en-US" sz="1200" i="0">
                              <a:latin typeface="Cambria Math" panose="02040503050406030204" pitchFamily="18" charset="0"/>
                            </a:rPr>
                            <m:t>, </m:t>
                          </m:r>
                          <m:r>
                            <a:rPr lang="tr-TR" sz="1200" b="0" i="1" smtClean="0">
                              <a:latin typeface="Cambria Math" panose="02040503050406030204" pitchFamily="18" charset="0"/>
                            </a:rPr>
                            <m:t>𝑇𝑒𝑚𝑝𝑒𝑟𝑎𝑡𝑢𝑟𝑒</m:t>
                          </m:r>
                        </m:e>
                      </m:d>
                    </m:oMath>
                  </m:oMathPara>
                </a14:m>
                <a:endParaRPr lang="en-US" sz="1200" dirty="0"/>
              </a:p>
            </p:txBody>
          </p:sp>
        </mc:Choice>
        <mc:Fallback xmlns="">
          <p:sp>
            <p:nvSpPr>
              <p:cNvPr id="14" name="Dikdörtgen 13">
                <a:extLst>
                  <a:ext uri="{FF2B5EF4-FFF2-40B4-BE49-F238E27FC236}">
                    <a16:creationId xmlns:a16="http://schemas.microsoft.com/office/drawing/2014/main" id="{EF02B4E0-EDDE-4F26-1F55-D1A7B4E38BB2}"/>
                  </a:ext>
                </a:extLst>
              </p:cNvPr>
              <p:cNvSpPr>
                <a:spLocks noRot="1" noChangeAspect="1" noMove="1" noResize="1" noEditPoints="1" noAdjustHandles="1" noChangeArrowheads="1" noChangeShapeType="1" noTextEdit="1"/>
              </p:cNvSpPr>
              <p:nvPr/>
            </p:nvSpPr>
            <p:spPr>
              <a:xfrm>
                <a:off x="749059" y="1690912"/>
                <a:ext cx="1732269" cy="276999"/>
              </a:xfrm>
              <a:prstGeom prst="rect">
                <a:avLst/>
              </a:prstGeom>
              <a:blipFill>
                <a:blip r:embed="rId6"/>
                <a:stretch>
                  <a:fillRect b="-434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 name="Dikdörtgen 14">
                <a:extLst>
                  <a:ext uri="{FF2B5EF4-FFF2-40B4-BE49-F238E27FC236}">
                    <a16:creationId xmlns:a16="http://schemas.microsoft.com/office/drawing/2014/main" id="{F4A5B7C1-C9E4-9117-1910-D67F402DBF6E}"/>
                  </a:ext>
                </a:extLst>
              </p:cNvPr>
              <p:cNvSpPr/>
              <p:nvPr/>
            </p:nvSpPr>
            <p:spPr>
              <a:xfrm>
                <a:off x="757986" y="1941829"/>
                <a:ext cx="1475019"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r>
                            <m:rPr>
                              <m:sty m:val="p"/>
                            </m:rPr>
                            <a:rPr lang="tr-TR" sz="1200" b="0" i="0" smtClean="0">
                              <a:latin typeface="Cambria Math" panose="02040503050406030204" pitchFamily="18" charset="0"/>
                            </a:rPr>
                            <m:t>S</m:t>
                          </m:r>
                          <m:r>
                            <a:rPr lang="en-US" sz="1200" i="0">
                              <a:latin typeface="Cambria Math" panose="02040503050406030204" pitchFamily="18" charset="0"/>
                            </a:rPr>
                            <m:t>, </m:t>
                          </m:r>
                          <m:r>
                            <a:rPr lang="tr-TR" sz="1200" b="0" i="1" smtClean="0">
                              <a:latin typeface="Cambria Math" panose="02040503050406030204" pitchFamily="18" charset="0"/>
                            </a:rPr>
                            <m:t>𝐻𝑢𝑚𝑖𝑑𝑖𝑡𝑦</m:t>
                          </m:r>
                        </m:e>
                      </m:d>
                    </m:oMath>
                  </m:oMathPara>
                </a14:m>
                <a:endParaRPr lang="en-US" sz="1200" dirty="0"/>
              </a:p>
            </p:txBody>
          </p:sp>
        </mc:Choice>
        <mc:Fallback xmlns="">
          <p:sp>
            <p:nvSpPr>
              <p:cNvPr id="15" name="Dikdörtgen 14">
                <a:extLst>
                  <a:ext uri="{FF2B5EF4-FFF2-40B4-BE49-F238E27FC236}">
                    <a16:creationId xmlns:a16="http://schemas.microsoft.com/office/drawing/2014/main" id="{F4A5B7C1-C9E4-9117-1910-D67F402DBF6E}"/>
                  </a:ext>
                </a:extLst>
              </p:cNvPr>
              <p:cNvSpPr>
                <a:spLocks noRot="1" noChangeAspect="1" noMove="1" noResize="1" noEditPoints="1" noAdjustHandles="1" noChangeArrowheads="1" noChangeShapeType="1" noTextEdit="1"/>
              </p:cNvSpPr>
              <p:nvPr/>
            </p:nvSpPr>
            <p:spPr>
              <a:xfrm>
                <a:off x="757986" y="1941829"/>
                <a:ext cx="1475019" cy="276999"/>
              </a:xfrm>
              <a:prstGeom prst="rect">
                <a:avLst/>
              </a:prstGeom>
              <a:blipFill>
                <a:blip r:embed="rId7"/>
                <a:stretch>
                  <a:fillRect b="-6667"/>
                </a:stretch>
              </a:blipFill>
            </p:spPr>
            <p:txBody>
              <a:bodyPr/>
              <a:lstStyle/>
              <a:p>
                <a:r>
                  <a:rPr lang="tr-TR">
                    <a:noFill/>
                  </a:rPr>
                  <a:t> </a:t>
                </a:r>
              </a:p>
            </p:txBody>
          </p:sp>
        </mc:Fallback>
      </mc:AlternateContent>
      <p:cxnSp>
        <p:nvCxnSpPr>
          <p:cNvPr id="18" name="Düz Bağlayıcı 17">
            <a:extLst>
              <a:ext uri="{FF2B5EF4-FFF2-40B4-BE49-F238E27FC236}">
                <a16:creationId xmlns:a16="http://schemas.microsoft.com/office/drawing/2014/main" id="{B583FEEB-C997-3F2D-F6AC-5679ABF0384B}"/>
              </a:ext>
            </a:extLst>
          </p:cNvPr>
          <p:cNvCxnSpPr>
            <a:cxnSpLocks/>
            <a:endCxn id="7" idx="1"/>
          </p:cNvCxnSpPr>
          <p:nvPr/>
        </p:nvCxnSpPr>
        <p:spPr>
          <a:xfrm flipV="1">
            <a:off x="39851" y="2209801"/>
            <a:ext cx="5127894" cy="33142"/>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Dikdörtgen 5">
                <a:extLst>
                  <a:ext uri="{FF2B5EF4-FFF2-40B4-BE49-F238E27FC236}">
                    <a16:creationId xmlns:a16="http://schemas.microsoft.com/office/drawing/2014/main" id="{D1F627EC-5B7F-4017-E704-70EE3B375016}"/>
                  </a:ext>
                </a:extLst>
              </p:cNvPr>
              <p:cNvSpPr/>
              <p:nvPr/>
            </p:nvSpPr>
            <p:spPr>
              <a:xfrm>
                <a:off x="57582" y="2272276"/>
                <a:ext cx="1455335" cy="276999"/>
              </a:xfrm>
              <a:prstGeom prst="rect">
                <a:avLst/>
              </a:prstGeom>
            </p:spPr>
            <p:txBody>
              <a:bodyPr wrap="none" anchor="ctr">
                <a:spAutoFit/>
              </a:bodyPr>
              <a:lstStyle/>
              <a:p>
                <a:pPr/>
                <a14:m>
                  <m:oMathPara xmlns:m="http://schemas.openxmlformats.org/officeDocument/2006/math">
                    <m:oMathParaPr>
                      <m:jc m:val="left"/>
                    </m:oMathParaPr>
                    <m:oMath xmlns:m="http://schemas.openxmlformats.org/officeDocument/2006/math">
                      <m:r>
                        <a:rPr lang="en-US" sz="1200" b="1" i="1" smtClean="0">
                          <a:latin typeface="Cambria Math" panose="02040503050406030204" pitchFamily="18" charset="0"/>
                        </a:rPr>
                        <m:t>𝑮𝒂𝒊𝒏</m:t>
                      </m:r>
                      <m:d>
                        <m:dPr>
                          <m:ctrlPr>
                            <a:rPr lang="en-US" sz="1200" b="1" i="1">
                              <a:latin typeface="Cambria Math" panose="02040503050406030204" pitchFamily="18" charset="0"/>
                            </a:rPr>
                          </m:ctrlPr>
                        </m:dPr>
                        <m:e>
                          <m:r>
                            <a:rPr lang="tr-TR" sz="1200" b="1" i="0" smtClean="0">
                              <a:latin typeface="Cambria Math" panose="02040503050406030204" pitchFamily="18" charset="0"/>
                            </a:rPr>
                            <m:t>𝐒</m:t>
                          </m:r>
                          <m:r>
                            <a:rPr lang="en-US" sz="1200" b="1" i="0">
                              <a:latin typeface="Cambria Math" panose="02040503050406030204" pitchFamily="18" charset="0"/>
                            </a:rPr>
                            <m:t>, </m:t>
                          </m:r>
                          <m:r>
                            <a:rPr lang="tr-TR" sz="1200" b="1" i="1" smtClean="0">
                              <a:latin typeface="Cambria Math" panose="02040503050406030204" pitchFamily="18" charset="0"/>
                            </a:rPr>
                            <m:t>𝑶𝒖𝒕𝒍𝒐𝒐𝒌</m:t>
                          </m:r>
                        </m:e>
                      </m:d>
                    </m:oMath>
                  </m:oMathPara>
                </a14:m>
                <a:endParaRPr lang="en-US" sz="1200" b="1" dirty="0"/>
              </a:p>
            </p:txBody>
          </p:sp>
        </mc:Choice>
        <mc:Fallback xmlns="">
          <p:sp>
            <p:nvSpPr>
              <p:cNvPr id="6" name="Dikdörtgen 5">
                <a:extLst>
                  <a:ext uri="{FF2B5EF4-FFF2-40B4-BE49-F238E27FC236}">
                    <a16:creationId xmlns:a16="http://schemas.microsoft.com/office/drawing/2014/main" id="{D1F627EC-5B7F-4017-E704-70EE3B375016}"/>
                  </a:ext>
                </a:extLst>
              </p:cNvPr>
              <p:cNvSpPr>
                <a:spLocks noRot="1" noChangeAspect="1" noMove="1" noResize="1" noEditPoints="1" noAdjustHandles="1" noChangeArrowheads="1" noChangeShapeType="1" noTextEdit="1"/>
              </p:cNvSpPr>
              <p:nvPr/>
            </p:nvSpPr>
            <p:spPr>
              <a:xfrm>
                <a:off x="57582" y="2272276"/>
                <a:ext cx="1455335" cy="276999"/>
              </a:xfrm>
              <a:prstGeom prst="rect">
                <a:avLst/>
              </a:prstGeom>
              <a:blipFill>
                <a:blip r:embed="rId8"/>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Dikdörtgen 7">
                <a:extLst>
                  <a:ext uri="{FF2B5EF4-FFF2-40B4-BE49-F238E27FC236}">
                    <a16:creationId xmlns:a16="http://schemas.microsoft.com/office/drawing/2014/main" id="{3B046076-3629-0401-9B5B-7FA9EDF671CF}"/>
                  </a:ext>
                </a:extLst>
              </p:cNvPr>
              <p:cNvSpPr/>
              <p:nvPr/>
            </p:nvSpPr>
            <p:spPr>
              <a:xfrm>
                <a:off x="1850016" y="2239807"/>
                <a:ext cx="1622174" cy="253916"/>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r>
                        <a:rPr lang="en-US" sz="1050" b="1" i="1">
                          <a:highlight>
                            <a:srgbClr val="008080"/>
                          </a:highlight>
                          <a:latin typeface="Cambria Math" panose="02040503050406030204" pitchFamily="18" charset="0"/>
                        </a:rPr>
                        <m:t>𝑺𝒖𝒏𝒏𝒚</m:t>
                      </m:r>
                      <m:r>
                        <a:rPr lang="en-US" sz="1050" i="0">
                          <a:latin typeface="Cambria Math" panose="02040503050406030204" pitchFamily="18" charset="0"/>
                        </a:rPr>
                        <m:t>:5 </m:t>
                      </m:r>
                      <m:d>
                        <m:dPr>
                          <m:ctrlPr>
                            <a:rPr lang="en-US" sz="1050" i="1">
                              <a:latin typeface="Cambria Math" panose="02040503050406030204" pitchFamily="18" charset="0"/>
                            </a:rPr>
                          </m:ctrlPr>
                        </m:dPr>
                        <m:e>
                          <m:r>
                            <a:rPr lang="en-US" sz="1050" i="0">
                              <a:latin typeface="Cambria Math" panose="02040503050406030204" pitchFamily="18" charset="0"/>
                            </a:rPr>
                            <m:t>2 </m:t>
                          </m:r>
                          <m:r>
                            <a:rPr lang="en-US" sz="1050" b="1" i="1">
                              <a:highlight>
                                <a:srgbClr val="800080"/>
                              </a:highlight>
                              <a:latin typeface="Cambria Math" panose="02040503050406030204" pitchFamily="18" charset="0"/>
                            </a:rPr>
                            <m:t>𝒀𝑬𝑺</m:t>
                          </m:r>
                          <m:r>
                            <a:rPr lang="en-US" sz="1050" i="0">
                              <a:latin typeface="Cambria Math" panose="02040503050406030204" pitchFamily="18" charset="0"/>
                            </a:rPr>
                            <m:t>, 3 </m:t>
                          </m:r>
                          <m:r>
                            <a:rPr lang="en-US" sz="1050" b="1" i="1">
                              <a:highlight>
                                <a:srgbClr val="00FF00"/>
                              </a:highlight>
                              <a:latin typeface="Cambria Math" panose="02040503050406030204" pitchFamily="18" charset="0"/>
                            </a:rPr>
                            <m:t>𝑵𝑶</m:t>
                          </m:r>
                        </m:e>
                      </m:d>
                    </m:oMath>
                  </m:oMathPara>
                </a14:m>
                <a:endParaRPr lang="en-US" sz="1050" dirty="0"/>
              </a:p>
            </p:txBody>
          </p:sp>
        </mc:Choice>
        <mc:Fallback xmlns="">
          <p:sp>
            <p:nvSpPr>
              <p:cNvPr id="8" name="Dikdörtgen 7">
                <a:extLst>
                  <a:ext uri="{FF2B5EF4-FFF2-40B4-BE49-F238E27FC236}">
                    <a16:creationId xmlns:a16="http://schemas.microsoft.com/office/drawing/2014/main" id="{3B046076-3629-0401-9B5B-7FA9EDF671CF}"/>
                  </a:ext>
                </a:extLst>
              </p:cNvPr>
              <p:cNvSpPr>
                <a:spLocks noRot="1" noChangeAspect="1" noMove="1" noResize="1" noEditPoints="1" noAdjustHandles="1" noChangeArrowheads="1" noChangeShapeType="1" noTextEdit="1"/>
              </p:cNvSpPr>
              <p:nvPr/>
            </p:nvSpPr>
            <p:spPr>
              <a:xfrm>
                <a:off x="1850016" y="2239807"/>
                <a:ext cx="1622174" cy="253916"/>
              </a:xfrm>
              <a:prstGeom prst="rect">
                <a:avLst/>
              </a:prstGeom>
              <a:blipFill>
                <a:blip r:embed="rId9"/>
                <a:stretch>
                  <a:fillRect b="-714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Dikdörtgen 8">
                <a:extLst>
                  <a:ext uri="{FF2B5EF4-FFF2-40B4-BE49-F238E27FC236}">
                    <a16:creationId xmlns:a16="http://schemas.microsoft.com/office/drawing/2014/main" id="{1588B241-6C73-48A5-58C8-339E938718D7}"/>
                  </a:ext>
                </a:extLst>
              </p:cNvPr>
              <p:cNvSpPr/>
              <p:nvPr/>
            </p:nvSpPr>
            <p:spPr>
              <a:xfrm>
                <a:off x="1850016" y="2435281"/>
                <a:ext cx="1785168" cy="253916"/>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r>
                        <a:rPr lang="en-US" sz="1050" b="1" i="1" smtClean="0">
                          <a:highlight>
                            <a:srgbClr val="00FFFF"/>
                          </a:highlight>
                          <a:latin typeface="Cambria Math" panose="02040503050406030204" pitchFamily="18" charset="0"/>
                        </a:rPr>
                        <m:t>𝑶𝒗𝒆𝒓𝒄𝒂𝒔𝒕</m:t>
                      </m:r>
                      <m:r>
                        <a:rPr lang="en-US" sz="1050" i="0">
                          <a:latin typeface="Cambria Math" panose="02040503050406030204" pitchFamily="18" charset="0"/>
                        </a:rPr>
                        <m:t>:4 </m:t>
                      </m:r>
                      <m:d>
                        <m:dPr>
                          <m:ctrlPr>
                            <a:rPr lang="en-US" sz="1050" i="1">
                              <a:latin typeface="Cambria Math" panose="02040503050406030204" pitchFamily="18" charset="0"/>
                            </a:rPr>
                          </m:ctrlPr>
                        </m:dPr>
                        <m:e>
                          <m:r>
                            <a:rPr lang="en-US" sz="1050" i="0">
                              <a:latin typeface="Cambria Math" panose="02040503050406030204" pitchFamily="18" charset="0"/>
                            </a:rPr>
                            <m:t>4 </m:t>
                          </m:r>
                          <m:r>
                            <a:rPr lang="en-US" sz="1050" i="1">
                              <a:highlight>
                                <a:srgbClr val="800080"/>
                              </a:highlight>
                              <a:latin typeface="Cambria Math" panose="02040503050406030204" pitchFamily="18" charset="0"/>
                            </a:rPr>
                            <m:t>𝑌𝐸𝑆</m:t>
                          </m:r>
                          <m:r>
                            <a:rPr lang="en-US" sz="1050" i="0">
                              <a:latin typeface="Cambria Math" panose="02040503050406030204" pitchFamily="18" charset="0"/>
                            </a:rPr>
                            <m:t>, 0 </m:t>
                          </m:r>
                          <m:r>
                            <a:rPr lang="en-US" sz="1050" b="1" i="1">
                              <a:highlight>
                                <a:srgbClr val="00FF00"/>
                              </a:highlight>
                              <a:latin typeface="Cambria Math" panose="02040503050406030204" pitchFamily="18" charset="0"/>
                            </a:rPr>
                            <m:t>𝑵𝑶</m:t>
                          </m:r>
                        </m:e>
                      </m:d>
                    </m:oMath>
                  </m:oMathPara>
                </a14:m>
                <a:endParaRPr lang="en-US" sz="1050" dirty="0"/>
              </a:p>
            </p:txBody>
          </p:sp>
        </mc:Choice>
        <mc:Fallback xmlns="">
          <p:sp>
            <p:nvSpPr>
              <p:cNvPr id="9" name="Dikdörtgen 8">
                <a:extLst>
                  <a:ext uri="{FF2B5EF4-FFF2-40B4-BE49-F238E27FC236}">
                    <a16:creationId xmlns:a16="http://schemas.microsoft.com/office/drawing/2014/main" id="{1588B241-6C73-48A5-58C8-339E938718D7}"/>
                  </a:ext>
                </a:extLst>
              </p:cNvPr>
              <p:cNvSpPr>
                <a:spLocks noRot="1" noChangeAspect="1" noMove="1" noResize="1" noEditPoints="1" noAdjustHandles="1" noChangeArrowheads="1" noChangeShapeType="1" noTextEdit="1"/>
              </p:cNvSpPr>
              <p:nvPr/>
            </p:nvSpPr>
            <p:spPr>
              <a:xfrm>
                <a:off x="1850016" y="2435281"/>
                <a:ext cx="1785168" cy="253916"/>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Dikdörtgen 9">
                <a:extLst>
                  <a:ext uri="{FF2B5EF4-FFF2-40B4-BE49-F238E27FC236}">
                    <a16:creationId xmlns:a16="http://schemas.microsoft.com/office/drawing/2014/main" id="{5E4F3C5F-B5A2-1DE5-939E-4E10770494E7}"/>
                  </a:ext>
                </a:extLst>
              </p:cNvPr>
              <p:cNvSpPr/>
              <p:nvPr/>
            </p:nvSpPr>
            <p:spPr>
              <a:xfrm>
                <a:off x="1849895" y="2636841"/>
                <a:ext cx="1519583" cy="253916"/>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r>
                        <a:rPr lang="en-US" sz="1050" b="1" i="1">
                          <a:highlight>
                            <a:srgbClr val="FF0000"/>
                          </a:highlight>
                          <a:latin typeface="Cambria Math" panose="02040503050406030204" pitchFamily="18" charset="0"/>
                        </a:rPr>
                        <m:t>𝑹𝒂𝒊𝒏</m:t>
                      </m:r>
                      <m:r>
                        <a:rPr lang="en-US" sz="1050" i="0">
                          <a:latin typeface="Cambria Math" panose="02040503050406030204" pitchFamily="18" charset="0"/>
                        </a:rPr>
                        <m:t>:5 </m:t>
                      </m:r>
                      <m:d>
                        <m:dPr>
                          <m:ctrlPr>
                            <a:rPr lang="en-US" sz="1050" i="1">
                              <a:latin typeface="Cambria Math" panose="02040503050406030204" pitchFamily="18" charset="0"/>
                            </a:rPr>
                          </m:ctrlPr>
                        </m:dPr>
                        <m:e>
                          <m:r>
                            <a:rPr lang="en-US" sz="1050" i="0">
                              <a:latin typeface="Cambria Math" panose="02040503050406030204" pitchFamily="18" charset="0"/>
                            </a:rPr>
                            <m:t>3 </m:t>
                          </m:r>
                          <m:r>
                            <a:rPr lang="en-US" sz="1050" b="1" i="1">
                              <a:highlight>
                                <a:srgbClr val="800080"/>
                              </a:highlight>
                              <a:latin typeface="Cambria Math" panose="02040503050406030204" pitchFamily="18" charset="0"/>
                            </a:rPr>
                            <m:t>𝒀𝑬𝑺</m:t>
                          </m:r>
                          <m:r>
                            <a:rPr lang="en-US" sz="1050" i="0">
                              <a:latin typeface="Cambria Math" panose="02040503050406030204" pitchFamily="18" charset="0"/>
                            </a:rPr>
                            <m:t>, 2 </m:t>
                          </m:r>
                          <m:r>
                            <a:rPr lang="en-US" sz="1050" b="1" i="1">
                              <a:highlight>
                                <a:srgbClr val="00FF00"/>
                              </a:highlight>
                              <a:latin typeface="Cambria Math" panose="02040503050406030204" pitchFamily="18" charset="0"/>
                            </a:rPr>
                            <m:t>𝑵𝑶</m:t>
                          </m:r>
                        </m:e>
                      </m:d>
                    </m:oMath>
                  </m:oMathPara>
                </a14:m>
                <a:endParaRPr lang="en-US" sz="1050" dirty="0"/>
              </a:p>
            </p:txBody>
          </p:sp>
        </mc:Choice>
        <mc:Fallback xmlns="">
          <p:sp>
            <p:nvSpPr>
              <p:cNvPr id="10" name="Dikdörtgen 9">
                <a:extLst>
                  <a:ext uri="{FF2B5EF4-FFF2-40B4-BE49-F238E27FC236}">
                    <a16:creationId xmlns:a16="http://schemas.microsoft.com/office/drawing/2014/main" id="{5E4F3C5F-B5A2-1DE5-939E-4E10770494E7}"/>
                  </a:ext>
                </a:extLst>
              </p:cNvPr>
              <p:cNvSpPr>
                <a:spLocks noRot="1" noChangeAspect="1" noMove="1" noResize="1" noEditPoints="1" noAdjustHandles="1" noChangeArrowheads="1" noChangeShapeType="1" noTextEdit="1"/>
              </p:cNvSpPr>
              <p:nvPr/>
            </p:nvSpPr>
            <p:spPr>
              <a:xfrm>
                <a:off x="1849895" y="2636841"/>
                <a:ext cx="1519583" cy="253916"/>
              </a:xfrm>
              <a:prstGeom prst="rect">
                <a:avLst/>
              </a:prstGeom>
              <a:blipFill>
                <a:blip r:embed="rId11"/>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Dikdörtgen 12">
                <a:extLst>
                  <a:ext uri="{FF2B5EF4-FFF2-40B4-BE49-F238E27FC236}">
                    <a16:creationId xmlns:a16="http://schemas.microsoft.com/office/drawing/2014/main" id="{FF42483C-2DC6-DB07-354D-D5C72980900D}"/>
                  </a:ext>
                </a:extLst>
              </p:cNvPr>
              <p:cNvSpPr/>
              <p:nvPr/>
            </p:nvSpPr>
            <p:spPr>
              <a:xfrm>
                <a:off x="201057" y="2957704"/>
                <a:ext cx="4890488" cy="535852"/>
              </a:xfrm>
              <a:prstGeom prst="rect">
                <a:avLst/>
              </a:prstGeom>
            </p:spPr>
            <p:txBody>
              <a:bodyPr wrap="square" anchor="ctr">
                <a:spAutoFit/>
              </a:bodyPr>
              <a:lstStyle/>
              <a:p>
                <a:pPr/>
                <a14:m>
                  <m:oMathPara xmlns:m="http://schemas.openxmlformats.org/officeDocument/2006/math">
                    <m:oMathParaPr>
                      <m:jc m:val="left"/>
                    </m:oMathParaPr>
                    <m:oMath xmlns:m="http://schemas.openxmlformats.org/officeDocument/2006/math">
                      <m:r>
                        <a:rPr lang="en-US" sz="900" i="1" smtClean="0">
                          <a:latin typeface="Cambria Math" panose="02040503050406030204" pitchFamily="18" charset="0"/>
                        </a:rPr>
                        <m:t>𝐺𝑎𝑖𝑛</m:t>
                      </m:r>
                      <m:d>
                        <m:dPr>
                          <m:ctrlPr>
                            <a:rPr lang="en-US" sz="900" i="1">
                              <a:latin typeface="Cambria Math" panose="02040503050406030204" pitchFamily="18" charset="0"/>
                            </a:rPr>
                          </m:ctrlPr>
                        </m:dPr>
                        <m:e>
                          <m:r>
                            <a:rPr lang="en-US" sz="900" i="1">
                              <a:latin typeface="Cambria Math" panose="02040503050406030204" pitchFamily="18" charset="0"/>
                            </a:rPr>
                            <m:t>𝑆</m:t>
                          </m:r>
                          <m:r>
                            <a:rPr lang="en-US" sz="900" i="0">
                              <a:latin typeface="Cambria Math" panose="02040503050406030204" pitchFamily="18" charset="0"/>
                            </a:rPr>
                            <m:t>, </m:t>
                          </m:r>
                          <m:r>
                            <a:rPr lang="tr-TR" sz="900" b="0" i="1" smtClean="0">
                              <a:latin typeface="Cambria Math" panose="02040503050406030204" pitchFamily="18" charset="0"/>
                            </a:rPr>
                            <m:t>𝑂𝑢𝑡𝑙𝑜𝑜𝑘</m:t>
                          </m:r>
                        </m:e>
                      </m:d>
                      <m:r>
                        <a:rPr lang="en-US" sz="900" i="0">
                          <a:latin typeface="Cambria Math" panose="02040503050406030204" pitchFamily="18" charset="0"/>
                        </a:rPr>
                        <m:t>=</m:t>
                      </m:r>
                      <m:r>
                        <a:rPr lang="en-US" sz="900" b="1" i="1" smtClean="0">
                          <a:solidFill>
                            <a:srgbClr val="0070C0"/>
                          </a:solidFill>
                          <a:latin typeface="Cambria Math" panose="02040503050406030204" pitchFamily="18" charset="0"/>
                        </a:rPr>
                        <m:t>𝑬𝒏𝒕𝒓𝒐𝒑𝒚</m:t>
                      </m:r>
                      <m:d>
                        <m:dPr>
                          <m:ctrlPr>
                            <a:rPr lang="en-US" sz="900" b="1" i="1">
                              <a:solidFill>
                                <a:srgbClr val="0070C0"/>
                              </a:solidFill>
                              <a:latin typeface="Cambria Math" panose="02040503050406030204" pitchFamily="18" charset="0"/>
                            </a:rPr>
                          </m:ctrlPr>
                        </m:dPr>
                        <m:e>
                          <m:r>
                            <a:rPr lang="en-US" sz="900" b="1" i="1">
                              <a:solidFill>
                                <a:srgbClr val="0070C0"/>
                              </a:solidFill>
                              <a:latin typeface="Cambria Math" panose="02040503050406030204" pitchFamily="18" charset="0"/>
                            </a:rPr>
                            <m:t>𝑺</m:t>
                          </m:r>
                        </m:e>
                      </m:d>
                      <m:r>
                        <a:rPr lang="en-US" sz="900" i="0">
                          <a:latin typeface="Cambria Math" panose="02040503050406030204" pitchFamily="18" charset="0"/>
                        </a:rPr>
                        <m:t>−</m:t>
                      </m:r>
                      <m:d>
                        <m:dPr>
                          <m:begChr m:val="["/>
                          <m:endChr m:val="]"/>
                          <m:ctrlPr>
                            <a:rPr lang="en-US" sz="900" i="1">
                              <a:latin typeface="Cambria Math" panose="02040503050406030204" pitchFamily="18" charset="0"/>
                            </a:rPr>
                          </m:ctrlPr>
                        </m:dPr>
                        <m:e>
                          <m:f>
                            <m:fPr>
                              <m:ctrlPr>
                                <a:rPr lang="en-US" sz="900" i="1">
                                  <a:latin typeface="Cambria Math" panose="02040503050406030204" pitchFamily="18" charset="0"/>
                                </a:rPr>
                              </m:ctrlPr>
                            </m:fPr>
                            <m:num>
                              <m:r>
                                <a:rPr lang="en-US" sz="900" i="0">
                                  <a:latin typeface="Cambria Math" panose="02040503050406030204" pitchFamily="18" charset="0"/>
                                </a:rPr>
                                <m:t>5</m:t>
                              </m:r>
                            </m:num>
                            <m:den>
                              <m:r>
                                <a:rPr lang="en-US" sz="900" i="0">
                                  <a:latin typeface="Cambria Math" panose="02040503050406030204" pitchFamily="18" charset="0"/>
                                </a:rPr>
                                <m:t>14</m:t>
                              </m:r>
                            </m:den>
                          </m:f>
                          <m:r>
                            <a:rPr lang="en-US" sz="900" b="1" i="1" smtClean="0">
                              <a:solidFill>
                                <a:schemeClr val="tx1"/>
                              </a:solidFill>
                              <a:highlight>
                                <a:srgbClr val="008000"/>
                              </a:highlight>
                              <a:latin typeface="Cambria Math" panose="02040503050406030204" pitchFamily="18" charset="0"/>
                            </a:rPr>
                            <m:t>𝑬𝒏𝒕𝒓𝒐𝒑𝒚</m:t>
                          </m:r>
                          <m:d>
                            <m:dPr>
                              <m:ctrlPr>
                                <a:rPr lang="en-US" sz="900" b="1" i="1">
                                  <a:solidFill>
                                    <a:schemeClr val="tx1"/>
                                  </a:solidFill>
                                  <a:highlight>
                                    <a:srgbClr val="008000"/>
                                  </a:highlight>
                                  <a:latin typeface="Cambria Math" panose="02040503050406030204" pitchFamily="18" charset="0"/>
                                </a:rPr>
                              </m:ctrlPr>
                            </m:dPr>
                            <m:e>
                              <m:sSub>
                                <m:sSubPr>
                                  <m:ctrlPr>
                                    <a:rPr lang="en-US" sz="900" b="1" i="1">
                                      <a:solidFill>
                                        <a:schemeClr val="tx1"/>
                                      </a:solidFill>
                                      <a:highlight>
                                        <a:srgbClr val="008000"/>
                                      </a:highlight>
                                      <a:latin typeface="Cambria Math" panose="02040503050406030204" pitchFamily="18" charset="0"/>
                                    </a:rPr>
                                  </m:ctrlPr>
                                </m:sSubPr>
                                <m:e>
                                  <m:r>
                                    <a:rPr lang="en-US" sz="900" b="1" i="1">
                                      <a:solidFill>
                                        <a:schemeClr val="tx1"/>
                                      </a:solidFill>
                                      <a:highlight>
                                        <a:srgbClr val="008000"/>
                                      </a:highlight>
                                      <a:latin typeface="Cambria Math" panose="02040503050406030204" pitchFamily="18" charset="0"/>
                                    </a:rPr>
                                    <m:t>𝑺</m:t>
                                  </m:r>
                                </m:e>
                                <m:sub>
                                  <m:r>
                                    <a:rPr lang="en-US" sz="900" b="1" i="1">
                                      <a:solidFill>
                                        <a:schemeClr val="tx1"/>
                                      </a:solidFill>
                                      <a:highlight>
                                        <a:srgbClr val="008000"/>
                                      </a:highlight>
                                      <a:latin typeface="Cambria Math" panose="02040503050406030204" pitchFamily="18" charset="0"/>
                                    </a:rPr>
                                    <m:t>𝑺𝒖𝒏𝒏𝒚</m:t>
                                  </m:r>
                                </m:sub>
                              </m:sSub>
                            </m:e>
                          </m:d>
                          <m:r>
                            <a:rPr lang="en-US" sz="900" i="0">
                              <a:latin typeface="Cambria Math" panose="02040503050406030204" pitchFamily="18" charset="0"/>
                            </a:rPr>
                            <m:t>+</m:t>
                          </m:r>
                          <m:f>
                            <m:fPr>
                              <m:ctrlPr>
                                <a:rPr lang="en-US" sz="900" i="1">
                                  <a:latin typeface="Cambria Math" panose="02040503050406030204" pitchFamily="18" charset="0"/>
                                </a:rPr>
                              </m:ctrlPr>
                            </m:fPr>
                            <m:num>
                              <m:r>
                                <a:rPr lang="en-US" sz="900" i="0">
                                  <a:latin typeface="Cambria Math" panose="02040503050406030204" pitchFamily="18" charset="0"/>
                                </a:rPr>
                                <m:t>4</m:t>
                              </m:r>
                            </m:num>
                            <m:den>
                              <m:r>
                                <a:rPr lang="en-US" sz="900" i="0">
                                  <a:latin typeface="Cambria Math" panose="02040503050406030204" pitchFamily="18" charset="0"/>
                                </a:rPr>
                                <m:t>14</m:t>
                              </m:r>
                            </m:den>
                          </m:f>
                          <m:r>
                            <a:rPr lang="en-US" sz="900" b="1" i="1" smtClean="0">
                              <a:solidFill>
                                <a:schemeClr val="tx1"/>
                              </a:solidFill>
                              <a:highlight>
                                <a:srgbClr val="00FFFF"/>
                              </a:highlight>
                              <a:latin typeface="Cambria Math" panose="02040503050406030204" pitchFamily="18" charset="0"/>
                            </a:rPr>
                            <m:t>𝑬𝒏𝒕𝒓𝒐𝒑𝒚</m:t>
                          </m:r>
                          <m:d>
                            <m:dPr>
                              <m:ctrlPr>
                                <a:rPr lang="en-US" sz="900" b="1" i="1">
                                  <a:solidFill>
                                    <a:schemeClr val="tx1"/>
                                  </a:solidFill>
                                  <a:highlight>
                                    <a:srgbClr val="00FFFF"/>
                                  </a:highlight>
                                  <a:latin typeface="Cambria Math" panose="02040503050406030204" pitchFamily="18" charset="0"/>
                                </a:rPr>
                              </m:ctrlPr>
                            </m:dPr>
                            <m:e>
                              <m:sSub>
                                <m:sSubPr>
                                  <m:ctrlPr>
                                    <a:rPr lang="en-US" sz="900" b="1" i="1">
                                      <a:solidFill>
                                        <a:schemeClr val="tx1"/>
                                      </a:solidFill>
                                      <a:highlight>
                                        <a:srgbClr val="00FFFF"/>
                                      </a:highlight>
                                      <a:latin typeface="Cambria Math" panose="02040503050406030204" pitchFamily="18" charset="0"/>
                                    </a:rPr>
                                  </m:ctrlPr>
                                </m:sSubPr>
                                <m:e>
                                  <m:r>
                                    <a:rPr lang="en-US" sz="900" b="1" i="1">
                                      <a:solidFill>
                                        <a:schemeClr val="tx1"/>
                                      </a:solidFill>
                                      <a:highlight>
                                        <a:srgbClr val="00FFFF"/>
                                      </a:highlight>
                                      <a:latin typeface="Cambria Math" panose="02040503050406030204" pitchFamily="18" charset="0"/>
                                    </a:rPr>
                                    <m:t>𝑺</m:t>
                                  </m:r>
                                </m:e>
                                <m:sub>
                                  <m:r>
                                    <a:rPr lang="en-US" sz="900" b="1" i="1">
                                      <a:solidFill>
                                        <a:schemeClr val="tx1"/>
                                      </a:solidFill>
                                      <a:highlight>
                                        <a:srgbClr val="00FFFF"/>
                                      </a:highlight>
                                      <a:latin typeface="Cambria Math" panose="02040503050406030204" pitchFamily="18" charset="0"/>
                                    </a:rPr>
                                    <m:t>𝑶𝒗𝒆𝒓𝒄𝒂𝒔𝒕</m:t>
                                  </m:r>
                                </m:sub>
                              </m:sSub>
                            </m:e>
                          </m:d>
                          <m:r>
                            <a:rPr lang="en-US" sz="900" i="0">
                              <a:latin typeface="Cambria Math" panose="02040503050406030204" pitchFamily="18" charset="0"/>
                            </a:rPr>
                            <m:t>+</m:t>
                          </m:r>
                          <m:f>
                            <m:fPr>
                              <m:ctrlPr>
                                <a:rPr lang="en-US" sz="900" i="1">
                                  <a:latin typeface="Cambria Math" panose="02040503050406030204" pitchFamily="18" charset="0"/>
                                </a:rPr>
                              </m:ctrlPr>
                            </m:fPr>
                            <m:num>
                              <m:r>
                                <a:rPr lang="en-US" sz="900" i="0">
                                  <a:latin typeface="Cambria Math" panose="02040503050406030204" pitchFamily="18" charset="0"/>
                                </a:rPr>
                                <m:t>5</m:t>
                              </m:r>
                            </m:num>
                            <m:den>
                              <m:r>
                                <a:rPr lang="en-US" sz="900" i="0">
                                  <a:latin typeface="Cambria Math" panose="02040503050406030204" pitchFamily="18" charset="0"/>
                                </a:rPr>
                                <m:t>14</m:t>
                              </m:r>
                            </m:den>
                          </m:f>
                          <m:r>
                            <a:rPr lang="en-US" sz="900" b="1" i="1" smtClean="0">
                              <a:solidFill>
                                <a:schemeClr val="tx1"/>
                              </a:solidFill>
                              <a:highlight>
                                <a:srgbClr val="FF0000"/>
                              </a:highlight>
                              <a:latin typeface="Cambria Math" panose="02040503050406030204" pitchFamily="18" charset="0"/>
                            </a:rPr>
                            <m:t>𝑬𝒏𝒕𝒓𝒐𝒑𝒚</m:t>
                          </m:r>
                          <m:d>
                            <m:dPr>
                              <m:ctrlPr>
                                <a:rPr lang="en-US" sz="900" b="1" i="1">
                                  <a:solidFill>
                                    <a:schemeClr val="tx1"/>
                                  </a:solidFill>
                                  <a:highlight>
                                    <a:srgbClr val="FF0000"/>
                                  </a:highlight>
                                  <a:latin typeface="Cambria Math" panose="02040503050406030204" pitchFamily="18" charset="0"/>
                                </a:rPr>
                              </m:ctrlPr>
                            </m:dPr>
                            <m:e>
                              <m:sSub>
                                <m:sSubPr>
                                  <m:ctrlPr>
                                    <a:rPr lang="en-US" sz="900" b="1" i="1">
                                      <a:solidFill>
                                        <a:schemeClr val="tx1"/>
                                      </a:solidFill>
                                      <a:highlight>
                                        <a:srgbClr val="FF0000"/>
                                      </a:highlight>
                                      <a:latin typeface="Cambria Math" panose="02040503050406030204" pitchFamily="18" charset="0"/>
                                    </a:rPr>
                                  </m:ctrlPr>
                                </m:sSubPr>
                                <m:e>
                                  <m:r>
                                    <a:rPr lang="en-US" sz="900" b="1" i="1">
                                      <a:solidFill>
                                        <a:schemeClr val="tx1"/>
                                      </a:solidFill>
                                      <a:highlight>
                                        <a:srgbClr val="FF0000"/>
                                      </a:highlight>
                                      <a:latin typeface="Cambria Math" panose="02040503050406030204" pitchFamily="18" charset="0"/>
                                    </a:rPr>
                                    <m:t>𝑺</m:t>
                                  </m:r>
                                </m:e>
                                <m:sub>
                                  <m:r>
                                    <a:rPr lang="en-US" sz="900" b="1" i="1">
                                      <a:solidFill>
                                        <a:schemeClr val="tx1"/>
                                      </a:solidFill>
                                      <a:highlight>
                                        <a:srgbClr val="FF0000"/>
                                      </a:highlight>
                                      <a:latin typeface="Cambria Math" panose="02040503050406030204" pitchFamily="18" charset="0"/>
                                    </a:rPr>
                                    <m:t>𝑹𝒂𝒊𝒏</m:t>
                                  </m:r>
                                </m:sub>
                              </m:sSub>
                            </m:e>
                          </m:d>
                        </m:e>
                      </m:d>
                    </m:oMath>
                  </m:oMathPara>
                </a14:m>
                <a:endParaRPr lang="en-US" sz="900" dirty="0"/>
              </a:p>
            </p:txBody>
          </p:sp>
        </mc:Choice>
        <mc:Fallback xmlns="">
          <p:sp>
            <p:nvSpPr>
              <p:cNvPr id="13" name="Dikdörtgen 12">
                <a:extLst>
                  <a:ext uri="{FF2B5EF4-FFF2-40B4-BE49-F238E27FC236}">
                    <a16:creationId xmlns:a16="http://schemas.microsoft.com/office/drawing/2014/main" id="{FF42483C-2DC6-DB07-354D-D5C72980900D}"/>
                  </a:ext>
                </a:extLst>
              </p:cNvPr>
              <p:cNvSpPr>
                <a:spLocks noRot="1" noChangeAspect="1" noMove="1" noResize="1" noEditPoints="1" noAdjustHandles="1" noChangeArrowheads="1" noChangeShapeType="1" noTextEdit="1"/>
              </p:cNvSpPr>
              <p:nvPr/>
            </p:nvSpPr>
            <p:spPr>
              <a:xfrm>
                <a:off x="201057" y="2957704"/>
                <a:ext cx="4890488" cy="535852"/>
              </a:xfrm>
              <a:prstGeom prst="rect">
                <a:avLst/>
              </a:prstGeom>
              <a:blipFill>
                <a:blip r:embed="rId1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 name="Dikdörtgen 15">
                <a:extLst>
                  <a:ext uri="{FF2B5EF4-FFF2-40B4-BE49-F238E27FC236}">
                    <a16:creationId xmlns:a16="http://schemas.microsoft.com/office/drawing/2014/main" id="{13B9E547-C770-3654-0078-1A0B2EC69B8C}"/>
                  </a:ext>
                </a:extLst>
              </p:cNvPr>
              <p:cNvSpPr/>
              <p:nvPr/>
            </p:nvSpPr>
            <p:spPr>
              <a:xfrm>
                <a:off x="5486282" y="3606612"/>
                <a:ext cx="2659446" cy="368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800" b="1" i="1" smtClean="0">
                          <a:solidFill>
                            <a:schemeClr val="tx1"/>
                          </a:solidFill>
                          <a:highlight>
                            <a:srgbClr val="008000"/>
                          </a:highlight>
                          <a:latin typeface="Cambria Math" panose="02040503050406030204" pitchFamily="18" charset="0"/>
                        </a:rPr>
                        <m:t>𝑬𝒏𝒕𝒓𝒐𝒑𝒚</m:t>
                      </m:r>
                      <m:d>
                        <m:dPr>
                          <m:ctrlPr>
                            <a:rPr lang="en-US" sz="800" b="1" i="1">
                              <a:solidFill>
                                <a:schemeClr val="tx1"/>
                              </a:solidFill>
                              <a:highlight>
                                <a:srgbClr val="008000"/>
                              </a:highlight>
                              <a:latin typeface="Cambria Math" panose="02040503050406030204" pitchFamily="18" charset="0"/>
                            </a:rPr>
                          </m:ctrlPr>
                        </m:dPr>
                        <m:e>
                          <m:sSub>
                            <m:sSubPr>
                              <m:ctrlPr>
                                <a:rPr lang="en-US" sz="800" b="1" i="1">
                                  <a:solidFill>
                                    <a:schemeClr val="tx1"/>
                                  </a:solidFill>
                                  <a:highlight>
                                    <a:srgbClr val="008000"/>
                                  </a:highlight>
                                  <a:latin typeface="Cambria Math" panose="02040503050406030204" pitchFamily="18" charset="0"/>
                                </a:rPr>
                              </m:ctrlPr>
                            </m:sSubPr>
                            <m:e>
                              <m:r>
                                <a:rPr lang="en-US" sz="800" b="1" i="1">
                                  <a:solidFill>
                                    <a:schemeClr val="tx1"/>
                                  </a:solidFill>
                                  <a:highlight>
                                    <a:srgbClr val="008000"/>
                                  </a:highlight>
                                  <a:latin typeface="Cambria Math" panose="02040503050406030204" pitchFamily="18" charset="0"/>
                                </a:rPr>
                                <m:t>𝑺</m:t>
                              </m:r>
                            </m:e>
                            <m:sub>
                              <m:r>
                                <a:rPr lang="en-US" sz="800" b="1" i="1">
                                  <a:solidFill>
                                    <a:schemeClr val="tx1"/>
                                  </a:solidFill>
                                  <a:highlight>
                                    <a:srgbClr val="008000"/>
                                  </a:highlight>
                                  <a:latin typeface="Cambria Math" panose="02040503050406030204" pitchFamily="18" charset="0"/>
                                </a:rPr>
                                <m:t>𝑺𝒖𝒏𝒏𝒚</m:t>
                              </m:r>
                            </m:sub>
                          </m:sSub>
                        </m:e>
                      </m:d>
                      <m:r>
                        <a:rPr lang="en-US" sz="800" i="0">
                          <a:latin typeface="Cambria Math" panose="02040503050406030204" pitchFamily="18" charset="0"/>
                        </a:rPr>
                        <m:t>=−</m:t>
                      </m:r>
                      <m:f>
                        <m:fPr>
                          <m:ctrlPr>
                            <a:rPr lang="en-US" sz="800" i="1">
                              <a:latin typeface="Cambria Math" panose="02040503050406030204" pitchFamily="18" charset="0"/>
                            </a:rPr>
                          </m:ctrlPr>
                        </m:fPr>
                        <m:num>
                          <m:r>
                            <a:rPr lang="en-US" sz="800" i="0">
                              <a:latin typeface="Cambria Math" panose="02040503050406030204" pitchFamily="18" charset="0"/>
                            </a:rPr>
                            <m:t>2</m:t>
                          </m:r>
                        </m:num>
                        <m:den>
                          <m:r>
                            <a:rPr lang="en-US" sz="800" i="0">
                              <a:latin typeface="Cambria Math" panose="02040503050406030204" pitchFamily="18" charset="0"/>
                            </a:rPr>
                            <m:t>5</m:t>
                          </m:r>
                        </m:den>
                      </m:f>
                      <m:sSub>
                        <m:sSubPr>
                          <m:ctrlPr>
                            <a:rPr lang="en-US" sz="800" i="1">
                              <a:latin typeface="Cambria Math" panose="02040503050406030204" pitchFamily="18" charset="0"/>
                            </a:rPr>
                          </m:ctrlPr>
                        </m:sSubPr>
                        <m:e>
                          <m:r>
                            <a:rPr lang="en-US" sz="800" i="1">
                              <a:latin typeface="Cambria Math" panose="02040503050406030204" pitchFamily="18" charset="0"/>
                            </a:rPr>
                            <m:t>𝑙𝑜𝑔</m:t>
                          </m:r>
                        </m:e>
                        <m:sub>
                          <m:r>
                            <a:rPr lang="en-US" sz="800" i="0">
                              <a:latin typeface="Cambria Math" panose="02040503050406030204" pitchFamily="18" charset="0"/>
                            </a:rPr>
                            <m:t>2</m:t>
                          </m:r>
                        </m:sub>
                      </m:sSub>
                      <m:d>
                        <m:dPr>
                          <m:ctrlPr>
                            <a:rPr lang="en-US" sz="800" i="1">
                              <a:latin typeface="Cambria Math" panose="02040503050406030204" pitchFamily="18" charset="0"/>
                            </a:rPr>
                          </m:ctrlPr>
                        </m:dPr>
                        <m:e>
                          <m:f>
                            <m:fPr>
                              <m:ctrlPr>
                                <a:rPr lang="en-US" sz="800" i="1">
                                  <a:latin typeface="Cambria Math" panose="02040503050406030204" pitchFamily="18" charset="0"/>
                                </a:rPr>
                              </m:ctrlPr>
                            </m:fPr>
                            <m:num>
                              <m:r>
                                <a:rPr lang="en-US" sz="800" i="0">
                                  <a:latin typeface="Cambria Math" panose="02040503050406030204" pitchFamily="18" charset="0"/>
                                </a:rPr>
                                <m:t>2</m:t>
                              </m:r>
                            </m:num>
                            <m:den>
                              <m:r>
                                <a:rPr lang="en-US" sz="800" i="0">
                                  <a:latin typeface="Cambria Math" panose="02040503050406030204" pitchFamily="18" charset="0"/>
                                </a:rPr>
                                <m:t>5</m:t>
                              </m:r>
                            </m:den>
                          </m:f>
                        </m:e>
                      </m:d>
                      <m:r>
                        <a:rPr lang="en-US" sz="800" i="0">
                          <a:latin typeface="Cambria Math" panose="02040503050406030204" pitchFamily="18" charset="0"/>
                        </a:rPr>
                        <m:t>−</m:t>
                      </m:r>
                      <m:f>
                        <m:fPr>
                          <m:ctrlPr>
                            <a:rPr lang="en-US" sz="800" i="1">
                              <a:latin typeface="Cambria Math" panose="02040503050406030204" pitchFamily="18" charset="0"/>
                            </a:rPr>
                          </m:ctrlPr>
                        </m:fPr>
                        <m:num>
                          <m:r>
                            <a:rPr lang="en-US" sz="800" i="0">
                              <a:latin typeface="Cambria Math" panose="02040503050406030204" pitchFamily="18" charset="0"/>
                            </a:rPr>
                            <m:t>3</m:t>
                          </m:r>
                        </m:num>
                        <m:den>
                          <m:r>
                            <a:rPr lang="en-US" sz="800" i="0">
                              <a:latin typeface="Cambria Math" panose="02040503050406030204" pitchFamily="18" charset="0"/>
                            </a:rPr>
                            <m:t>5</m:t>
                          </m:r>
                        </m:den>
                      </m:f>
                      <m:sSub>
                        <m:sSubPr>
                          <m:ctrlPr>
                            <a:rPr lang="en-US" sz="800" i="1">
                              <a:latin typeface="Cambria Math" panose="02040503050406030204" pitchFamily="18" charset="0"/>
                            </a:rPr>
                          </m:ctrlPr>
                        </m:sSubPr>
                        <m:e>
                          <m:r>
                            <a:rPr lang="en-US" sz="800" i="1">
                              <a:latin typeface="Cambria Math" panose="02040503050406030204" pitchFamily="18" charset="0"/>
                            </a:rPr>
                            <m:t>𝑙𝑜𝑔</m:t>
                          </m:r>
                        </m:e>
                        <m:sub>
                          <m:r>
                            <a:rPr lang="en-US" sz="800" i="0">
                              <a:latin typeface="Cambria Math" panose="02040503050406030204" pitchFamily="18" charset="0"/>
                            </a:rPr>
                            <m:t>2</m:t>
                          </m:r>
                        </m:sub>
                      </m:sSub>
                      <m:d>
                        <m:dPr>
                          <m:ctrlPr>
                            <a:rPr lang="en-US" sz="800" i="1">
                              <a:latin typeface="Cambria Math" panose="02040503050406030204" pitchFamily="18" charset="0"/>
                            </a:rPr>
                          </m:ctrlPr>
                        </m:dPr>
                        <m:e>
                          <m:f>
                            <m:fPr>
                              <m:ctrlPr>
                                <a:rPr lang="en-US" sz="800" i="1">
                                  <a:latin typeface="Cambria Math" panose="02040503050406030204" pitchFamily="18" charset="0"/>
                                </a:rPr>
                              </m:ctrlPr>
                            </m:fPr>
                            <m:num>
                              <m:r>
                                <a:rPr lang="en-US" sz="800" i="0">
                                  <a:latin typeface="Cambria Math" panose="02040503050406030204" pitchFamily="18" charset="0"/>
                                </a:rPr>
                                <m:t>3</m:t>
                              </m:r>
                            </m:num>
                            <m:den>
                              <m:r>
                                <a:rPr lang="en-US" sz="800" i="0">
                                  <a:latin typeface="Cambria Math" panose="02040503050406030204" pitchFamily="18" charset="0"/>
                                </a:rPr>
                                <m:t>5</m:t>
                              </m:r>
                            </m:den>
                          </m:f>
                        </m:e>
                      </m:d>
                      <m:r>
                        <a:rPr lang="en-US" sz="800" i="0">
                          <a:latin typeface="Cambria Math" panose="02040503050406030204" pitchFamily="18" charset="0"/>
                        </a:rPr>
                        <m:t>=0.971</m:t>
                      </m:r>
                    </m:oMath>
                  </m:oMathPara>
                </a14:m>
                <a:endParaRPr lang="en-US" sz="800" dirty="0"/>
              </a:p>
            </p:txBody>
          </p:sp>
        </mc:Choice>
        <mc:Fallback xmlns="">
          <p:sp>
            <p:nvSpPr>
              <p:cNvPr id="16" name="Dikdörtgen 15">
                <a:extLst>
                  <a:ext uri="{FF2B5EF4-FFF2-40B4-BE49-F238E27FC236}">
                    <a16:creationId xmlns:a16="http://schemas.microsoft.com/office/drawing/2014/main" id="{13B9E547-C770-3654-0078-1A0B2EC69B8C}"/>
                  </a:ext>
                </a:extLst>
              </p:cNvPr>
              <p:cNvSpPr>
                <a:spLocks noRot="1" noChangeAspect="1" noMove="1" noResize="1" noEditPoints="1" noAdjustHandles="1" noChangeArrowheads="1" noChangeShapeType="1" noTextEdit="1"/>
              </p:cNvSpPr>
              <p:nvPr/>
            </p:nvSpPr>
            <p:spPr>
              <a:xfrm>
                <a:off x="5486282" y="3606612"/>
                <a:ext cx="2659446" cy="368947"/>
              </a:xfrm>
              <a:prstGeom prst="rect">
                <a:avLst/>
              </a:prstGeom>
              <a:blipFill>
                <a:blip r:embed="rId1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7" name="Dikdörtgen 16">
                <a:extLst>
                  <a:ext uri="{FF2B5EF4-FFF2-40B4-BE49-F238E27FC236}">
                    <a16:creationId xmlns:a16="http://schemas.microsoft.com/office/drawing/2014/main" id="{CFB3C69D-2CAB-D7EF-9490-B9E5196CCE73}"/>
                  </a:ext>
                </a:extLst>
              </p:cNvPr>
              <p:cNvSpPr/>
              <p:nvPr/>
            </p:nvSpPr>
            <p:spPr>
              <a:xfrm>
                <a:off x="5486282" y="3950208"/>
                <a:ext cx="2549544" cy="368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800" b="1" i="1" smtClean="0">
                          <a:solidFill>
                            <a:schemeClr val="tx1"/>
                          </a:solidFill>
                          <a:highlight>
                            <a:srgbClr val="00FFFF"/>
                          </a:highlight>
                          <a:latin typeface="Cambria Math" panose="02040503050406030204" pitchFamily="18" charset="0"/>
                        </a:rPr>
                        <m:t>𝑬𝒏𝒕𝒓𝒐𝒑𝒚</m:t>
                      </m:r>
                      <m:d>
                        <m:dPr>
                          <m:ctrlPr>
                            <a:rPr lang="en-US" sz="800" b="1" i="1">
                              <a:solidFill>
                                <a:schemeClr val="tx1"/>
                              </a:solidFill>
                              <a:highlight>
                                <a:srgbClr val="00FFFF"/>
                              </a:highlight>
                              <a:latin typeface="Cambria Math" panose="02040503050406030204" pitchFamily="18" charset="0"/>
                            </a:rPr>
                          </m:ctrlPr>
                        </m:dPr>
                        <m:e>
                          <m:sSub>
                            <m:sSubPr>
                              <m:ctrlPr>
                                <a:rPr lang="en-US" sz="800" b="1" i="1">
                                  <a:solidFill>
                                    <a:schemeClr val="tx1"/>
                                  </a:solidFill>
                                  <a:highlight>
                                    <a:srgbClr val="00FFFF"/>
                                  </a:highlight>
                                  <a:latin typeface="Cambria Math" panose="02040503050406030204" pitchFamily="18" charset="0"/>
                                </a:rPr>
                              </m:ctrlPr>
                            </m:sSubPr>
                            <m:e>
                              <m:r>
                                <a:rPr lang="en-US" sz="800" b="1" i="1">
                                  <a:solidFill>
                                    <a:schemeClr val="tx1"/>
                                  </a:solidFill>
                                  <a:highlight>
                                    <a:srgbClr val="00FFFF"/>
                                  </a:highlight>
                                  <a:latin typeface="Cambria Math" panose="02040503050406030204" pitchFamily="18" charset="0"/>
                                </a:rPr>
                                <m:t>𝑺</m:t>
                              </m:r>
                            </m:e>
                            <m:sub>
                              <m:r>
                                <a:rPr lang="en-US" sz="800" b="1" i="1">
                                  <a:solidFill>
                                    <a:schemeClr val="tx1"/>
                                  </a:solidFill>
                                  <a:highlight>
                                    <a:srgbClr val="00FFFF"/>
                                  </a:highlight>
                                  <a:latin typeface="Cambria Math" panose="02040503050406030204" pitchFamily="18" charset="0"/>
                                </a:rPr>
                                <m:t>𝑶𝒗𝒆𝒓𝒄𝒂𝒔𝒕</m:t>
                              </m:r>
                            </m:sub>
                          </m:sSub>
                        </m:e>
                      </m:d>
                      <m:r>
                        <a:rPr lang="en-US" sz="800" i="0">
                          <a:latin typeface="Cambria Math" panose="02040503050406030204" pitchFamily="18" charset="0"/>
                        </a:rPr>
                        <m:t>=−</m:t>
                      </m:r>
                      <m:f>
                        <m:fPr>
                          <m:ctrlPr>
                            <a:rPr lang="en-US" sz="800" i="1">
                              <a:latin typeface="Cambria Math" panose="02040503050406030204" pitchFamily="18" charset="0"/>
                            </a:rPr>
                          </m:ctrlPr>
                        </m:fPr>
                        <m:num>
                          <m:r>
                            <a:rPr lang="en-US" sz="800" i="0">
                              <a:latin typeface="Cambria Math" panose="02040503050406030204" pitchFamily="18" charset="0"/>
                            </a:rPr>
                            <m:t>4</m:t>
                          </m:r>
                        </m:num>
                        <m:den>
                          <m:r>
                            <a:rPr lang="en-US" sz="800" i="0">
                              <a:latin typeface="Cambria Math" panose="02040503050406030204" pitchFamily="18" charset="0"/>
                            </a:rPr>
                            <m:t>4</m:t>
                          </m:r>
                        </m:den>
                      </m:f>
                      <m:sSub>
                        <m:sSubPr>
                          <m:ctrlPr>
                            <a:rPr lang="en-US" sz="800" i="1">
                              <a:latin typeface="Cambria Math" panose="02040503050406030204" pitchFamily="18" charset="0"/>
                            </a:rPr>
                          </m:ctrlPr>
                        </m:sSubPr>
                        <m:e>
                          <m:r>
                            <a:rPr lang="en-US" sz="800" i="1">
                              <a:latin typeface="Cambria Math" panose="02040503050406030204" pitchFamily="18" charset="0"/>
                            </a:rPr>
                            <m:t>𝑙𝑜𝑔</m:t>
                          </m:r>
                        </m:e>
                        <m:sub>
                          <m:r>
                            <a:rPr lang="en-US" sz="800" i="0">
                              <a:latin typeface="Cambria Math" panose="02040503050406030204" pitchFamily="18" charset="0"/>
                            </a:rPr>
                            <m:t>2</m:t>
                          </m:r>
                        </m:sub>
                      </m:sSub>
                      <m:d>
                        <m:dPr>
                          <m:ctrlPr>
                            <a:rPr lang="en-US" sz="800" i="1">
                              <a:latin typeface="Cambria Math" panose="02040503050406030204" pitchFamily="18" charset="0"/>
                            </a:rPr>
                          </m:ctrlPr>
                        </m:dPr>
                        <m:e>
                          <m:f>
                            <m:fPr>
                              <m:ctrlPr>
                                <a:rPr lang="en-US" sz="800" i="1">
                                  <a:latin typeface="Cambria Math" panose="02040503050406030204" pitchFamily="18" charset="0"/>
                                </a:rPr>
                              </m:ctrlPr>
                            </m:fPr>
                            <m:num>
                              <m:r>
                                <a:rPr lang="en-US" sz="800" i="0">
                                  <a:latin typeface="Cambria Math" panose="02040503050406030204" pitchFamily="18" charset="0"/>
                                </a:rPr>
                                <m:t>4</m:t>
                              </m:r>
                            </m:num>
                            <m:den>
                              <m:r>
                                <a:rPr lang="en-US" sz="800" i="0">
                                  <a:latin typeface="Cambria Math" panose="02040503050406030204" pitchFamily="18" charset="0"/>
                                </a:rPr>
                                <m:t>4</m:t>
                              </m:r>
                            </m:den>
                          </m:f>
                        </m:e>
                      </m:d>
                      <m:r>
                        <a:rPr lang="en-US" sz="800" i="0">
                          <a:latin typeface="Cambria Math" panose="02040503050406030204" pitchFamily="18" charset="0"/>
                        </a:rPr>
                        <m:t>−</m:t>
                      </m:r>
                      <m:f>
                        <m:fPr>
                          <m:ctrlPr>
                            <a:rPr lang="en-US" sz="800" i="1">
                              <a:latin typeface="Cambria Math" panose="02040503050406030204" pitchFamily="18" charset="0"/>
                            </a:rPr>
                          </m:ctrlPr>
                        </m:fPr>
                        <m:num>
                          <m:r>
                            <a:rPr lang="en-US" sz="800" i="0">
                              <a:latin typeface="Cambria Math" panose="02040503050406030204" pitchFamily="18" charset="0"/>
                            </a:rPr>
                            <m:t>0</m:t>
                          </m:r>
                        </m:num>
                        <m:den>
                          <m:r>
                            <a:rPr lang="en-US" sz="800" i="0">
                              <a:latin typeface="Cambria Math" panose="02040503050406030204" pitchFamily="18" charset="0"/>
                            </a:rPr>
                            <m:t>4</m:t>
                          </m:r>
                        </m:den>
                      </m:f>
                      <m:sSub>
                        <m:sSubPr>
                          <m:ctrlPr>
                            <a:rPr lang="en-US" sz="800" i="1">
                              <a:latin typeface="Cambria Math" panose="02040503050406030204" pitchFamily="18" charset="0"/>
                            </a:rPr>
                          </m:ctrlPr>
                        </m:sSubPr>
                        <m:e>
                          <m:r>
                            <a:rPr lang="en-US" sz="800" i="1">
                              <a:latin typeface="Cambria Math" panose="02040503050406030204" pitchFamily="18" charset="0"/>
                            </a:rPr>
                            <m:t>𝑙𝑜𝑔</m:t>
                          </m:r>
                        </m:e>
                        <m:sub>
                          <m:r>
                            <a:rPr lang="en-US" sz="800" i="0">
                              <a:latin typeface="Cambria Math" panose="02040503050406030204" pitchFamily="18" charset="0"/>
                            </a:rPr>
                            <m:t>2</m:t>
                          </m:r>
                        </m:sub>
                      </m:sSub>
                      <m:d>
                        <m:dPr>
                          <m:ctrlPr>
                            <a:rPr lang="en-US" sz="800" i="1">
                              <a:latin typeface="Cambria Math" panose="02040503050406030204" pitchFamily="18" charset="0"/>
                            </a:rPr>
                          </m:ctrlPr>
                        </m:dPr>
                        <m:e>
                          <m:f>
                            <m:fPr>
                              <m:ctrlPr>
                                <a:rPr lang="en-US" sz="800" i="1">
                                  <a:latin typeface="Cambria Math" panose="02040503050406030204" pitchFamily="18" charset="0"/>
                                </a:rPr>
                              </m:ctrlPr>
                            </m:fPr>
                            <m:num>
                              <m:r>
                                <a:rPr lang="en-US" sz="800" i="0">
                                  <a:latin typeface="Cambria Math" panose="02040503050406030204" pitchFamily="18" charset="0"/>
                                </a:rPr>
                                <m:t>0</m:t>
                              </m:r>
                            </m:num>
                            <m:den>
                              <m:r>
                                <a:rPr lang="en-US" sz="800" i="0">
                                  <a:latin typeface="Cambria Math" panose="02040503050406030204" pitchFamily="18" charset="0"/>
                                </a:rPr>
                                <m:t>4</m:t>
                              </m:r>
                            </m:den>
                          </m:f>
                        </m:e>
                      </m:d>
                      <m:r>
                        <a:rPr lang="en-US" sz="800" i="0">
                          <a:latin typeface="Cambria Math" panose="02040503050406030204" pitchFamily="18" charset="0"/>
                        </a:rPr>
                        <m:t>=0</m:t>
                      </m:r>
                    </m:oMath>
                  </m:oMathPara>
                </a14:m>
                <a:endParaRPr lang="en-US" sz="800" dirty="0"/>
              </a:p>
            </p:txBody>
          </p:sp>
        </mc:Choice>
        <mc:Fallback xmlns="">
          <p:sp>
            <p:nvSpPr>
              <p:cNvPr id="17" name="Dikdörtgen 16">
                <a:extLst>
                  <a:ext uri="{FF2B5EF4-FFF2-40B4-BE49-F238E27FC236}">
                    <a16:creationId xmlns:a16="http://schemas.microsoft.com/office/drawing/2014/main" id="{CFB3C69D-2CAB-D7EF-9490-B9E5196CCE73}"/>
                  </a:ext>
                </a:extLst>
              </p:cNvPr>
              <p:cNvSpPr>
                <a:spLocks noRot="1" noChangeAspect="1" noMove="1" noResize="1" noEditPoints="1" noAdjustHandles="1" noChangeArrowheads="1" noChangeShapeType="1" noTextEdit="1"/>
              </p:cNvSpPr>
              <p:nvPr/>
            </p:nvSpPr>
            <p:spPr>
              <a:xfrm>
                <a:off x="5486282" y="3950208"/>
                <a:ext cx="2549544" cy="368947"/>
              </a:xfrm>
              <a:prstGeom prst="rect">
                <a:avLst/>
              </a:prstGeom>
              <a:blipFill>
                <a:blip r:embed="rId1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9" name="Dikdörtgen 18">
                <a:extLst>
                  <a:ext uri="{FF2B5EF4-FFF2-40B4-BE49-F238E27FC236}">
                    <a16:creationId xmlns:a16="http://schemas.microsoft.com/office/drawing/2014/main" id="{6A0856B6-5F22-EB90-FF40-AAF85D262DCC}"/>
                  </a:ext>
                </a:extLst>
              </p:cNvPr>
              <p:cNvSpPr/>
              <p:nvPr/>
            </p:nvSpPr>
            <p:spPr>
              <a:xfrm>
                <a:off x="5486282" y="4319155"/>
                <a:ext cx="2594685" cy="368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800" b="1" i="1" smtClean="0">
                          <a:solidFill>
                            <a:schemeClr val="tx1"/>
                          </a:solidFill>
                          <a:highlight>
                            <a:srgbClr val="FF0000"/>
                          </a:highlight>
                          <a:latin typeface="Cambria Math" panose="02040503050406030204" pitchFamily="18" charset="0"/>
                        </a:rPr>
                        <m:t>𝑬𝒏𝒕𝒓𝒐𝒑𝒚</m:t>
                      </m:r>
                      <m:d>
                        <m:dPr>
                          <m:ctrlPr>
                            <a:rPr lang="en-US" sz="800" b="1" i="1">
                              <a:solidFill>
                                <a:schemeClr val="tx1"/>
                              </a:solidFill>
                              <a:highlight>
                                <a:srgbClr val="FF0000"/>
                              </a:highlight>
                              <a:latin typeface="Cambria Math" panose="02040503050406030204" pitchFamily="18" charset="0"/>
                            </a:rPr>
                          </m:ctrlPr>
                        </m:dPr>
                        <m:e>
                          <m:sSub>
                            <m:sSubPr>
                              <m:ctrlPr>
                                <a:rPr lang="en-US" sz="800" b="1" i="1">
                                  <a:solidFill>
                                    <a:schemeClr val="tx1"/>
                                  </a:solidFill>
                                  <a:highlight>
                                    <a:srgbClr val="FF0000"/>
                                  </a:highlight>
                                  <a:latin typeface="Cambria Math" panose="02040503050406030204" pitchFamily="18" charset="0"/>
                                </a:rPr>
                              </m:ctrlPr>
                            </m:sSubPr>
                            <m:e>
                              <m:r>
                                <a:rPr lang="en-US" sz="800" b="1" i="1">
                                  <a:solidFill>
                                    <a:schemeClr val="tx1"/>
                                  </a:solidFill>
                                  <a:highlight>
                                    <a:srgbClr val="FF0000"/>
                                  </a:highlight>
                                  <a:latin typeface="Cambria Math" panose="02040503050406030204" pitchFamily="18" charset="0"/>
                                </a:rPr>
                                <m:t>𝑺</m:t>
                              </m:r>
                            </m:e>
                            <m:sub>
                              <m:r>
                                <a:rPr lang="en-US" sz="800" b="1" i="1">
                                  <a:solidFill>
                                    <a:schemeClr val="tx1"/>
                                  </a:solidFill>
                                  <a:highlight>
                                    <a:srgbClr val="FF0000"/>
                                  </a:highlight>
                                  <a:latin typeface="Cambria Math" panose="02040503050406030204" pitchFamily="18" charset="0"/>
                                </a:rPr>
                                <m:t>𝑹𝒂𝒊𝒏</m:t>
                              </m:r>
                            </m:sub>
                          </m:sSub>
                        </m:e>
                      </m:d>
                      <m:r>
                        <a:rPr lang="en-US" sz="800" i="0">
                          <a:latin typeface="Cambria Math" panose="02040503050406030204" pitchFamily="18" charset="0"/>
                        </a:rPr>
                        <m:t>=−</m:t>
                      </m:r>
                      <m:f>
                        <m:fPr>
                          <m:ctrlPr>
                            <a:rPr lang="en-US" sz="800" i="1">
                              <a:latin typeface="Cambria Math" panose="02040503050406030204" pitchFamily="18" charset="0"/>
                            </a:rPr>
                          </m:ctrlPr>
                        </m:fPr>
                        <m:num>
                          <m:r>
                            <a:rPr lang="en-US" sz="800" i="0">
                              <a:latin typeface="Cambria Math" panose="02040503050406030204" pitchFamily="18" charset="0"/>
                            </a:rPr>
                            <m:t>3</m:t>
                          </m:r>
                        </m:num>
                        <m:den>
                          <m:r>
                            <a:rPr lang="en-US" sz="800" i="0">
                              <a:latin typeface="Cambria Math" panose="02040503050406030204" pitchFamily="18" charset="0"/>
                            </a:rPr>
                            <m:t>5</m:t>
                          </m:r>
                        </m:den>
                      </m:f>
                      <m:sSub>
                        <m:sSubPr>
                          <m:ctrlPr>
                            <a:rPr lang="en-US" sz="800" i="1">
                              <a:latin typeface="Cambria Math" panose="02040503050406030204" pitchFamily="18" charset="0"/>
                            </a:rPr>
                          </m:ctrlPr>
                        </m:sSubPr>
                        <m:e>
                          <m:r>
                            <a:rPr lang="en-US" sz="800" i="1">
                              <a:latin typeface="Cambria Math" panose="02040503050406030204" pitchFamily="18" charset="0"/>
                            </a:rPr>
                            <m:t>𝑙𝑜𝑔</m:t>
                          </m:r>
                        </m:e>
                        <m:sub>
                          <m:r>
                            <a:rPr lang="en-US" sz="800" i="0">
                              <a:latin typeface="Cambria Math" panose="02040503050406030204" pitchFamily="18" charset="0"/>
                            </a:rPr>
                            <m:t>2</m:t>
                          </m:r>
                        </m:sub>
                      </m:sSub>
                      <m:d>
                        <m:dPr>
                          <m:ctrlPr>
                            <a:rPr lang="en-US" sz="800" i="1">
                              <a:latin typeface="Cambria Math" panose="02040503050406030204" pitchFamily="18" charset="0"/>
                            </a:rPr>
                          </m:ctrlPr>
                        </m:dPr>
                        <m:e>
                          <m:f>
                            <m:fPr>
                              <m:ctrlPr>
                                <a:rPr lang="en-US" sz="800" i="1">
                                  <a:latin typeface="Cambria Math" panose="02040503050406030204" pitchFamily="18" charset="0"/>
                                </a:rPr>
                              </m:ctrlPr>
                            </m:fPr>
                            <m:num>
                              <m:r>
                                <a:rPr lang="en-US" sz="800" i="0">
                                  <a:latin typeface="Cambria Math" panose="02040503050406030204" pitchFamily="18" charset="0"/>
                                </a:rPr>
                                <m:t>3</m:t>
                              </m:r>
                            </m:num>
                            <m:den>
                              <m:r>
                                <a:rPr lang="en-US" sz="800" i="0">
                                  <a:latin typeface="Cambria Math" panose="02040503050406030204" pitchFamily="18" charset="0"/>
                                </a:rPr>
                                <m:t>5</m:t>
                              </m:r>
                            </m:den>
                          </m:f>
                        </m:e>
                      </m:d>
                      <m:r>
                        <a:rPr lang="en-US" sz="800" i="0">
                          <a:latin typeface="Cambria Math" panose="02040503050406030204" pitchFamily="18" charset="0"/>
                        </a:rPr>
                        <m:t>−</m:t>
                      </m:r>
                      <m:f>
                        <m:fPr>
                          <m:ctrlPr>
                            <a:rPr lang="en-US" sz="800" i="1">
                              <a:latin typeface="Cambria Math" panose="02040503050406030204" pitchFamily="18" charset="0"/>
                            </a:rPr>
                          </m:ctrlPr>
                        </m:fPr>
                        <m:num>
                          <m:r>
                            <a:rPr lang="en-US" sz="800" i="0">
                              <a:latin typeface="Cambria Math" panose="02040503050406030204" pitchFamily="18" charset="0"/>
                            </a:rPr>
                            <m:t>2</m:t>
                          </m:r>
                        </m:num>
                        <m:den>
                          <m:r>
                            <a:rPr lang="en-US" sz="800" i="0">
                              <a:latin typeface="Cambria Math" panose="02040503050406030204" pitchFamily="18" charset="0"/>
                            </a:rPr>
                            <m:t>5</m:t>
                          </m:r>
                        </m:den>
                      </m:f>
                      <m:sSub>
                        <m:sSubPr>
                          <m:ctrlPr>
                            <a:rPr lang="en-US" sz="800" i="1">
                              <a:latin typeface="Cambria Math" panose="02040503050406030204" pitchFamily="18" charset="0"/>
                            </a:rPr>
                          </m:ctrlPr>
                        </m:sSubPr>
                        <m:e>
                          <m:r>
                            <a:rPr lang="en-US" sz="800" i="1">
                              <a:latin typeface="Cambria Math" panose="02040503050406030204" pitchFamily="18" charset="0"/>
                            </a:rPr>
                            <m:t>𝑙𝑜𝑔</m:t>
                          </m:r>
                        </m:e>
                        <m:sub>
                          <m:r>
                            <a:rPr lang="en-US" sz="800" i="0">
                              <a:latin typeface="Cambria Math" panose="02040503050406030204" pitchFamily="18" charset="0"/>
                            </a:rPr>
                            <m:t>2</m:t>
                          </m:r>
                        </m:sub>
                      </m:sSub>
                      <m:d>
                        <m:dPr>
                          <m:ctrlPr>
                            <a:rPr lang="en-US" sz="800" i="1">
                              <a:latin typeface="Cambria Math" panose="02040503050406030204" pitchFamily="18" charset="0"/>
                            </a:rPr>
                          </m:ctrlPr>
                        </m:dPr>
                        <m:e>
                          <m:f>
                            <m:fPr>
                              <m:ctrlPr>
                                <a:rPr lang="en-US" sz="800" i="1">
                                  <a:latin typeface="Cambria Math" panose="02040503050406030204" pitchFamily="18" charset="0"/>
                                </a:rPr>
                              </m:ctrlPr>
                            </m:fPr>
                            <m:num>
                              <m:r>
                                <a:rPr lang="en-US" sz="800" i="0">
                                  <a:latin typeface="Cambria Math" panose="02040503050406030204" pitchFamily="18" charset="0"/>
                                </a:rPr>
                                <m:t>2</m:t>
                              </m:r>
                            </m:num>
                            <m:den>
                              <m:r>
                                <a:rPr lang="en-US" sz="800" i="0">
                                  <a:latin typeface="Cambria Math" panose="02040503050406030204" pitchFamily="18" charset="0"/>
                                </a:rPr>
                                <m:t>5</m:t>
                              </m:r>
                            </m:den>
                          </m:f>
                        </m:e>
                      </m:d>
                      <m:r>
                        <a:rPr lang="en-US" sz="800" i="0">
                          <a:latin typeface="Cambria Math" panose="02040503050406030204" pitchFamily="18" charset="0"/>
                        </a:rPr>
                        <m:t>=0.971</m:t>
                      </m:r>
                    </m:oMath>
                  </m:oMathPara>
                </a14:m>
                <a:endParaRPr lang="en-US" sz="800" dirty="0"/>
              </a:p>
            </p:txBody>
          </p:sp>
        </mc:Choice>
        <mc:Fallback xmlns="">
          <p:sp>
            <p:nvSpPr>
              <p:cNvPr id="19" name="Dikdörtgen 18">
                <a:extLst>
                  <a:ext uri="{FF2B5EF4-FFF2-40B4-BE49-F238E27FC236}">
                    <a16:creationId xmlns:a16="http://schemas.microsoft.com/office/drawing/2014/main" id="{6A0856B6-5F22-EB90-FF40-AAF85D262DCC}"/>
                  </a:ext>
                </a:extLst>
              </p:cNvPr>
              <p:cNvSpPr>
                <a:spLocks noRot="1" noChangeAspect="1" noMove="1" noResize="1" noEditPoints="1" noAdjustHandles="1" noChangeArrowheads="1" noChangeShapeType="1" noTextEdit="1"/>
              </p:cNvSpPr>
              <p:nvPr/>
            </p:nvSpPr>
            <p:spPr>
              <a:xfrm>
                <a:off x="5486282" y="4319155"/>
                <a:ext cx="2594685" cy="368947"/>
              </a:xfrm>
              <a:prstGeom prst="rect">
                <a:avLst/>
              </a:prstGeom>
              <a:blipFill>
                <a:blip r:embed="rId1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0" name="Dikdörtgen 19">
                <a:extLst>
                  <a:ext uri="{FF2B5EF4-FFF2-40B4-BE49-F238E27FC236}">
                    <a16:creationId xmlns:a16="http://schemas.microsoft.com/office/drawing/2014/main" id="{A2A6D137-9786-4389-6FFE-835BB4A9C596}"/>
                  </a:ext>
                </a:extLst>
              </p:cNvPr>
              <p:cNvSpPr/>
              <p:nvPr/>
            </p:nvSpPr>
            <p:spPr>
              <a:xfrm>
                <a:off x="199906" y="3631434"/>
                <a:ext cx="4484370" cy="469039"/>
              </a:xfrm>
              <a:prstGeom prst="rect">
                <a:avLst/>
              </a:prstGeom>
            </p:spPr>
            <p:txBody>
              <a:bodyPr wrap="square" anchor="ctr">
                <a:spAutoFit/>
              </a:bodyPr>
              <a:lstStyle/>
              <a:p>
                <a:pPr/>
                <a14:m>
                  <m:oMathPara xmlns:m="http://schemas.openxmlformats.org/officeDocument/2006/math">
                    <m:oMathParaPr>
                      <m:jc m:val="left"/>
                    </m:oMathParaPr>
                    <m:oMath xmlns:m="http://schemas.openxmlformats.org/officeDocument/2006/math">
                      <m:r>
                        <a:rPr lang="en-US" sz="1050" i="1" smtClean="0">
                          <a:latin typeface="Cambria Math" panose="02040503050406030204" pitchFamily="18" charset="0"/>
                        </a:rPr>
                        <m:t>𝐺𝑎𝑖𝑛</m:t>
                      </m:r>
                      <m:d>
                        <m:dPr>
                          <m:ctrlPr>
                            <a:rPr lang="en-US" sz="1050" i="1">
                              <a:latin typeface="Cambria Math" panose="02040503050406030204" pitchFamily="18" charset="0"/>
                            </a:rPr>
                          </m:ctrlPr>
                        </m:dPr>
                        <m:e>
                          <m:r>
                            <a:rPr lang="en-US" sz="1050" i="1">
                              <a:latin typeface="Cambria Math" panose="02040503050406030204" pitchFamily="18" charset="0"/>
                            </a:rPr>
                            <m:t>𝑆</m:t>
                          </m:r>
                          <m:r>
                            <a:rPr lang="en-US" sz="1050" i="0">
                              <a:latin typeface="Cambria Math" panose="02040503050406030204" pitchFamily="18" charset="0"/>
                            </a:rPr>
                            <m:t>, </m:t>
                          </m:r>
                          <m:r>
                            <a:rPr lang="tr-TR" sz="1050" b="0" i="1" smtClean="0">
                              <a:latin typeface="Cambria Math" panose="02040503050406030204" pitchFamily="18" charset="0"/>
                            </a:rPr>
                            <m:t>𝑂𝑢𝑡𝑙𝑜𝑜𝑘</m:t>
                          </m:r>
                        </m:e>
                      </m:d>
                      <m:r>
                        <a:rPr lang="en-US" sz="1050" i="0">
                          <a:latin typeface="Cambria Math" panose="02040503050406030204" pitchFamily="18" charset="0"/>
                        </a:rPr>
                        <m:t>=</m:t>
                      </m:r>
                      <m:r>
                        <a:rPr lang="en-US" sz="1050" b="1" i="1" smtClean="0">
                          <a:solidFill>
                            <a:srgbClr val="0070C0"/>
                          </a:solidFill>
                          <a:latin typeface="Cambria Math" panose="02040503050406030204" pitchFamily="18" charset="0"/>
                        </a:rPr>
                        <m:t>𝑬𝒏𝒕𝒓𝒐𝒑𝒚</m:t>
                      </m:r>
                      <m:d>
                        <m:dPr>
                          <m:ctrlPr>
                            <a:rPr lang="en-US" sz="1050" b="1" i="1">
                              <a:solidFill>
                                <a:srgbClr val="0070C0"/>
                              </a:solidFill>
                              <a:latin typeface="Cambria Math" panose="02040503050406030204" pitchFamily="18" charset="0"/>
                            </a:rPr>
                          </m:ctrlPr>
                        </m:dPr>
                        <m:e>
                          <m:r>
                            <a:rPr lang="en-US" sz="1050" b="1" i="1">
                              <a:solidFill>
                                <a:srgbClr val="0070C0"/>
                              </a:solidFill>
                              <a:latin typeface="Cambria Math" panose="02040503050406030204" pitchFamily="18" charset="0"/>
                            </a:rPr>
                            <m:t>𝑺</m:t>
                          </m:r>
                        </m:e>
                      </m:d>
                      <m:r>
                        <a:rPr lang="en-US" sz="1050" i="0">
                          <a:latin typeface="Cambria Math" panose="02040503050406030204" pitchFamily="18" charset="0"/>
                        </a:rPr>
                        <m:t>−</m:t>
                      </m:r>
                      <m:d>
                        <m:dPr>
                          <m:begChr m:val="["/>
                          <m:endChr m:val="]"/>
                          <m:ctrlPr>
                            <a:rPr lang="en-US" sz="1050" i="1">
                              <a:latin typeface="Cambria Math" panose="02040503050406030204" pitchFamily="18" charset="0"/>
                            </a:rPr>
                          </m:ctrlPr>
                        </m:dPr>
                        <m:e>
                          <m:f>
                            <m:fPr>
                              <m:ctrlPr>
                                <a:rPr lang="en-US" sz="1050" i="1">
                                  <a:latin typeface="Cambria Math" panose="02040503050406030204" pitchFamily="18" charset="0"/>
                                </a:rPr>
                              </m:ctrlPr>
                            </m:fPr>
                            <m:num>
                              <m:r>
                                <a:rPr lang="en-US" sz="1050" i="0">
                                  <a:latin typeface="Cambria Math" panose="02040503050406030204" pitchFamily="18" charset="0"/>
                                </a:rPr>
                                <m:t>5</m:t>
                              </m:r>
                            </m:num>
                            <m:den>
                              <m:r>
                                <a:rPr lang="en-US" sz="1050" i="0">
                                  <a:latin typeface="Cambria Math" panose="02040503050406030204" pitchFamily="18" charset="0"/>
                                </a:rPr>
                                <m:t>14</m:t>
                              </m:r>
                            </m:den>
                          </m:f>
                          <m:r>
                            <a:rPr lang="en-US" sz="1050" i="0">
                              <a:latin typeface="Cambria Math" panose="02040503050406030204" pitchFamily="18" charset="0"/>
                            </a:rPr>
                            <m:t>0.971+</m:t>
                          </m:r>
                          <m:f>
                            <m:fPr>
                              <m:ctrlPr>
                                <a:rPr lang="en-US" sz="1050" i="1">
                                  <a:latin typeface="Cambria Math" panose="02040503050406030204" pitchFamily="18" charset="0"/>
                                </a:rPr>
                              </m:ctrlPr>
                            </m:fPr>
                            <m:num>
                              <m:r>
                                <a:rPr lang="en-US" sz="1050" i="0">
                                  <a:latin typeface="Cambria Math" panose="02040503050406030204" pitchFamily="18" charset="0"/>
                                </a:rPr>
                                <m:t>4</m:t>
                              </m:r>
                            </m:num>
                            <m:den>
                              <m:r>
                                <a:rPr lang="en-US" sz="1050" i="0">
                                  <a:latin typeface="Cambria Math" panose="02040503050406030204" pitchFamily="18" charset="0"/>
                                </a:rPr>
                                <m:t>14</m:t>
                              </m:r>
                            </m:den>
                          </m:f>
                          <m:r>
                            <a:rPr lang="en-US" sz="1050" i="0">
                              <a:latin typeface="Cambria Math" panose="02040503050406030204" pitchFamily="18" charset="0"/>
                            </a:rPr>
                            <m:t>0+</m:t>
                          </m:r>
                          <m:f>
                            <m:fPr>
                              <m:ctrlPr>
                                <a:rPr lang="en-US" sz="1050" i="1">
                                  <a:latin typeface="Cambria Math" panose="02040503050406030204" pitchFamily="18" charset="0"/>
                                </a:rPr>
                              </m:ctrlPr>
                            </m:fPr>
                            <m:num>
                              <m:r>
                                <a:rPr lang="en-US" sz="1050" i="0">
                                  <a:latin typeface="Cambria Math" panose="02040503050406030204" pitchFamily="18" charset="0"/>
                                </a:rPr>
                                <m:t>5</m:t>
                              </m:r>
                            </m:num>
                            <m:den>
                              <m:r>
                                <a:rPr lang="en-US" sz="1050" i="0">
                                  <a:latin typeface="Cambria Math" panose="02040503050406030204" pitchFamily="18" charset="0"/>
                                </a:rPr>
                                <m:t>14</m:t>
                              </m:r>
                            </m:den>
                          </m:f>
                          <m:r>
                            <a:rPr lang="en-US" sz="1050" i="0">
                              <a:latin typeface="Cambria Math" panose="02040503050406030204" pitchFamily="18" charset="0"/>
                            </a:rPr>
                            <m:t>0.971</m:t>
                          </m:r>
                        </m:e>
                      </m:d>
                    </m:oMath>
                  </m:oMathPara>
                </a14:m>
                <a:endParaRPr lang="en-US" sz="1050" dirty="0"/>
              </a:p>
            </p:txBody>
          </p:sp>
        </mc:Choice>
        <mc:Fallback xmlns="">
          <p:sp>
            <p:nvSpPr>
              <p:cNvPr id="20" name="Dikdörtgen 19">
                <a:extLst>
                  <a:ext uri="{FF2B5EF4-FFF2-40B4-BE49-F238E27FC236}">
                    <a16:creationId xmlns:a16="http://schemas.microsoft.com/office/drawing/2014/main" id="{A2A6D137-9786-4389-6FFE-835BB4A9C596}"/>
                  </a:ext>
                </a:extLst>
              </p:cNvPr>
              <p:cNvSpPr>
                <a:spLocks noRot="1" noChangeAspect="1" noMove="1" noResize="1" noEditPoints="1" noAdjustHandles="1" noChangeArrowheads="1" noChangeShapeType="1" noTextEdit="1"/>
              </p:cNvSpPr>
              <p:nvPr/>
            </p:nvSpPr>
            <p:spPr>
              <a:xfrm>
                <a:off x="199906" y="3631434"/>
                <a:ext cx="4484370" cy="469039"/>
              </a:xfrm>
              <a:prstGeom prst="rect">
                <a:avLst/>
              </a:prstGeom>
              <a:blipFill>
                <a:blip r:embed="rId1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1" name="Dikdörtgen 20">
                <a:extLst>
                  <a:ext uri="{FF2B5EF4-FFF2-40B4-BE49-F238E27FC236}">
                    <a16:creationId xmlns:a16="http://schemas.microsoft.com/office/drawing/2014/main" id="{6E33E1AF-F872-7B38-F4A4-7235DACC534E}"/>
                  </a:ext>
                </a:extLst>
              </p:cNvPr>
              <p:cNvSpPr/>
              <p:nvPr/>
            </p:nvSpPr>
            <p:spPr>
              <a:xfrm>
                <a:off x="182900" y="4148043"/>
                <a:ext cx="1729897"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𝐺𝑎𝑖𝑛</m:t>
                      </m:r>
                      <m:d>
                        <m:dPr>
                          <m:ctrlPr>
                            <a:rPr lang="en-US" sz="1050" i="1">
                              <a:latin typeface="Cambria Math" panose="02040503050406030204" pitchFamily="18" charset="0"/>
                            </a:rPr>
                          </m:ctrlPr>
                        </m:dPr>
                        <m:e>
                          <m:r>
                            <a:rPr lang="en-US" sz="1050" i="1">
                              <a:latin typeface="Cambria Math" panose="02040503050406030204" pitchFamily="18" charset="0"/>
                            </a:rPr>
                            <m:t>𝑆</m:t>
                          </m:r>
                          <m:r>
                            <a:rPr lang="en-US" sz="1050" i="0">
                              <a:latin typeface="Cambria Math" panose="02040503050406030204" pitchFamily="18" charset="0"/>
                            </a:rPr>
                            <m:t>, </m:t>
                          </m:r>
                          <m:r>
                            <a:rPr lang="en-US" sz="1050" i="1">
                              <a:latin typeface="Cambria Math" panose="02040503050406030204" pitchFamily="18" charset="0"/>
                            </a:rPr>
                            <m:t>𝑂𝑢𝑡𝑙𝑜𝑜𝑘</m:t>
                          </m:r>
                        </m:e>
                      </m:d>
                      <m:r>
                        <a:rPr lang="en-US" sz="1050" i="0">
                          <a:latin typeface="Cambria Math" panose="02040503050406030204" pitchFamily="18" charset="0"/>
                        </a:rPr>
                        <m:t>=0.246</m:t>
                      </m:r>
                    </m:oMath>
                  </m:oMathPara>
                </a14:m>
                <a:endParaRPr lang="en-US" sz="1050" dirty="0"/>
              </a:p>
            </p:txBody>
          </p:sp>
        </mc:Choice>
        <mc:Fallback xmlns="">
          <p:sp>
            <p:nvSpPr>
              <p:cNvPr id="21" name="Dikdörtgen 20">
                <a:extLst>
                  <a:ext uri="{FF2B5EF4-FFF2-40B4-BE49-F238E27FC236}">
                    <a16:creationId xmlns:a16="http://schemas.microsoft.com/office/drawing/2014/main" id="{6E33E1AF-F872-7B38-F4A4-7235DACC534E}"/>
                  </a:ext>
                </a:extLst>
              </p:cNvPr>
              <p:cNvSpPr>
                <a:spLocks noRot="1" noChangeAspect="1" noMove="1" noResize="1" noEditPoints="1" noAdjustHandles="1" noChangeArrowheads="1" noChangeShapeType="1" noTextEdit="1"/>
              </p:cNvSpPr>
              <p:nvPr/>
            </p:nvSpPr>
            <p:spPr>
              <a:xfrm>
                <a:off x="182900" y="4148043"/>
                <a:ext cx="1729897" cy="253916"/>
              </a:xfrm>
              <a:prstGeom prst="rect">
                <a:avLst/>
              </a:prstGeom>
              <a:blipFill>
                <a:blip r:embed="rId17"/>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1434034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1000"/>
                                        <p:tgtEl>
                                          <p:spTgt spid="14"/>
                                        </p:tgtEl>
                                      </p:cBhvr>
                                    </p:animEffect>
                                    <p:anim calcmode="lin" valueType="num">
                                      <p:cBhvr>
                                        <p:cTn id="29" dur="1000" fill="hold"/>
                                        <p:tgtEl>
                                          <p:spTgt spid="14"/>
                                        </p:tgtEl>
                                        <p:attrNameLst>
                                          <p:attrName>ppt_x</p:attrName>
                                        </p:attrNameLst>
                                      </p:cBhvr>
                                      <p:tavLst>
                                        <p:tav tm="0">
                                          <p:val>
                                            <p:strVal val="#ppt_x"/>
                                          </p:val>
                                        </p:tav>
                                        <p:tav tm="100000">
                                          <p:val>
                                            <p:strVal val="#ppt_x"/>
                                          </p:val>
                                        </p:tav>
                                      </p:tavLst>
                                    </p:anim>
                                    <p:anim calcmode="lin" valueType="num">
                                      <p:cBhvr>
                                        <p:cTn id="3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1000"/>
                                        <p:tgtEl>
                                          <p:spTgt spid="15"/>
                                        </p:tgtEl>
                                      </p:cBhvr>
                                    </p:animEffect>
                                    <p:anim calcmode="lin" valueType="num">
                                      <p:cBhvr>
                                        <p:cTn id="36" dur="1000" fill="hold"/>
                                        <p:tgtEl>
                                          <p:spTgt spid="15"/>
                                        </p:tgtEl>
                                        <p:attrNameLst>
                                          <p:attrName>ppt_x</p:attrName>
                                        </p:attrNameLst>
                                      </p:cBhvr>
                                      <p:tavLst>
                                        <p:tav tm="0">
                                          <p:val>
                                            <p:strVal val="#ppt_x"/>
                                          </p:val>
                                        </p:tav>
                                        <p:tav tm="100000">
                                          <p:val>
                                            <p:strVal val="#ppt_x"/>
                                          </p:val>
                                        </p:tav>
                                      </p:tavLst>
                                    </p:anim>
                                    <p:anim calcmode="lin" valueType="num">
                                      <p:cBhvr>
                                        <p:cTn id="3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1000"/>
                                        <p:tgtEl>
                                          <p:spTgt spid="18"/>
                                        </p:tgtEl>
                                      </p:cBhvr>
                                    </p:animEffect>
                                    <p:anim calcmode="lin" valueType="num">
                                      <p:cBhvr>
                                        <p:cTn id="43" dur="1000" fill="hold"/>
                                        <p:tgtEl>
                                          <p:spTgt spid="18"/>
                                        </p:tgtEl>
                                        <p:attrNameLst>
                                          <p:attrName>ppt_x</p:attrName>
                                        </p:attrNameLst>
                                      </p:cBhvr>
                                      <p:tavLst>
                                        <p:tav tm="0">
                                          <p:val>
                                            <p:strVal val="#ppt_x"/>
                                          </p:val>
                                        </p:tav>
                                        <p:tav tm="100000">
                                          <p:val>
                                            <p:strVal val="#ppt_x"/>
                                          </p:val>
                                        </p:tav>
                                      </p:tavLst>
                                    </p:anim>
                                    <p:anim calcmode="lin" valueType="num">
                                      <p:cBhvr>
                                        <p:cTn id="4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fade">
                                      <p:cBhvr>
                                        <p:cTn id="56" dur="1000"/>
                                        <p:tgtEl>
                                          <p:spTgt spid="8"/>
                                        </p:tgtEl>
                                      </p:cBhvr>
                                    </p:animEffect>
                                    <p:anim calcmode="lin" valueType="num">
                                      <p:cBhvr>
                                        <p:cTn id="57" dur="1000" fill="hold"/>
                                        <p:tgtEl>
                                          <p:spTgt spid="8"/>
                                        </p:tgtEl>
                                        <p:attrNameLst>
                                          <p:attrName>ppt_x</p:attrName>
                                        </p:attrNameLst>
                                      </p:cBhvr>
                                      <p:tavLst>
                                        <p:tav tm="0">
                                          <p:val>
                                            <p:strVal val="#ppt_x"/>
                                          </p:val>
                                        </p:tav>
                                        <p:tav tm="100000">
                                          <p:val>
                                            <p:strVal val="#ppt_x"/>
                                          </p:val>
                                        </p:tav>
                                      </p:tavLst>
                                    </p:anim>
                                    <p:anim calcmode="lin" valueType="num">
                                      <p:cBhvr>
                                        <p:cTn id="5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9"/>
                                        </p:tgtEl>
                                        <p:attrNameLst>
                                          <p:attrName>style.visibility</p:attrName>
                                        </p:attrNameLst>
                                      </p:cBhvr>
                                      <p:to>
                                        <p:strVal val="visible"/>
                                      </p:to>
                                    </p:set>
                                    <p:animEffect transition="in" filter="fade">
                                      <p:cBhvr>
                                        <p:cTn id="63" dur="1000"/>
                                        <p:tgtEl>
                                          <p:spTgt spid="9"/>
                                        </p:tgtEl>
                                      </p:cBhvr>
                                    </p:animEffect>
                                    <p:anim calcmode="lin" valueType="num">
                                      <p:cBhvr>
                                        <p:cTn id="64" dur="1000" fill="hold"/>
                                        <p:tgtEl>
                                          <p:spTgt spid="9"/>
                                        </p:tgtEl>
                                        <p:attrNameLst>
                                          <p:attrName>ppt_x</p:attrName>
                                        </p:attrNameLst>
                                      </p:cBhvr>
                                      <p:tavLst>
                                        <p:tav tm="0">
                                          <p:val>
                                            <p:strVal val="#ppt_x"/>
                                          </p:val>
                                        </p:tav>
                                        <p:tav tm="100000">
                                          <p:val>
                                            <p:strVal val="#ppt_x"/>
                                          </p:val>
                                        </p:tav>
                                      </p:tavLst>
                                    </p:anim>
                                    <p:anim calcmode="lin" valueType="num">
                                      <p:cBhvr>
                                        <p:cTn id="6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1000"/>
                                        <p:tgtEl>
                                          <p:spTgt spid="10"/>
                                        </p:tgtEl>
                                      </p:cBhvr>
                                    </p:animEffect>
                                    <p:anim calcmode="lin" valueType="num">
                                      <p:cBhvr>
                                        <p:cTn id="71" dur="1000" fill="hold"/>
                                        <p:tgtEl>
                                          <p:spTgt spid="10"/>
                                        </p:tgtEl>
                                        <p:attrNameLst>
                                          <p:attrName>ppt_x</p:attrName>
                                        </p:attrNameLst>
                                      </p:cBhvr>
                                      <p:tavLst>
                                        <p:tav tm="0">
                                          <p:val>
                                            <p:strVal val="#ppt_x"/>
                                          </p:val>
                                        </p:tav>
                                        <p:tav tm="100000">
                                          <p:val>
                                            <p:strVal val="#ppt_x"/>
                                          </p:val>
                                        </p:tav>
                                      </p:tavLst>
                                    </p:anim>
                                    <p:anim calcmode="lin" valueType="num">
                                      <p:cBhvr>
                                        <p:cTn id="7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1000"/>
                                        <p:tgtEl>
                                          <p:spTgt spid="13"/>
                                        </p:tgtEl>
                                      </p:cBhvr>
                                    </p:animEffect>
                                    <p:anim calcmode="lin" valueType="num">
                                      <p:cBhvr>
                                        <p:cTn id="78" dur="1000" fill="hold"/>
                                        <p:tgtEl>
                                          <p:spTgt spid="13"/>
                                        </p:tgtEl>
                                        <p:attrNameLst>
                                          <p:attrName>ppt_x</p:attrName>
                                        </p:attrNameLst>
                                      </p:cBhvr>
                                      <p:tavLst>
                                        <p:tav tm="0">
                                          <p:val>
                                            <p:strVal val="#ppt_x"/>
                                          </p:val>
                                        </p:tav>
                                        <p:tav tm="100000">
                                          <p:val>
                                            <p:strVal val="#ppt_x"/>
                                          </p:val>
                                        </p:tav>
                                      </p:tavLst>
                                    </p:anim>
                                    <p:anim calcmode="lin" valueType="num">
                                      <p:cBhvr>
                                        <p:cTn id="7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6"/>
                                        </p:tgtEl>
                                        <p:attrNameLst>
                                          <p:attrName>style.visibility</p:attrName>
                                        </p:attrNameLst>
                                      </p:cBhvr>
                                      <p:to>
                                        <p:strVal val="visible"/>
                                      </p:to>
                                    </p:set>
                                    <p:animEffect transition="in" filter="fade">
                                      <p:cBhvr>
                                        <p:cTn id="84" dur="1000"/>
                                        <p:tgtEl>
                                          <p:spTgt spid="16"/>
                                        </p:tgtEl>
                                      </p:cBhvr>
                                    </p:animEffect>
                                    <p:anim calcmode="lin" valueType="num">
                                      <p:cBhvr>
                                        <p:cTn id="85" dur="1000" fill="hold"/>
                                        <p:tgtEl>
                                          <p:spTgt spid="16"/>
                                        </p:tgtEl>
                                        <p:attrNameLst>
                                          <p:attrName>ppt_x</p:attrName>
                                        </p:attrNameLst>
                                      </p:cBhvr>
                                      <p:tavLst>
                                        <p:tav tm="0">
                                          <p:val>
                                            <p:strVal val="#ppt_x"/>
                                          </p:val>
                                        </p:tav>
                                        <p:tav tm="100000">
                                          <p:val>
                                            <p:strVal val="#ppt_x"/>
                                          </p:val>
                                        </p:tav>
                                      </p:tavLst>
                                    </p:anim>
                                    <p:anim calcmode="lin" valueType="num">
                                      <p:cBhvr>
                                        <p:cTn id="8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1000"/>
                                        <p:tgtEl>
                                          <p:spTgt spid="17"/>
                                        </p:tgtEl>
                                      </p:cBhvr>
                                    </p:animEffect>
                                    <p:anim calcmode="lin" valueType="num">
                                      <p:cBhvr>
                                        <p:cTn id="92" dur="1000" fill="hold"/>
                                        <p:tgtEl>
                                          <p:spTgt spid="17"/>
                                        </p:tgtEl>
                                        <p:attrNameLst>
                                          <p:attrName>ppt_x</p:attrName>
                                        </p:attrNameLst>
                                      </p:cBhvr>
                                      <p:tavLst>
                                        <p:tav tm="0">
                                          <p:val>
                                            <p:strVal val="#ppt_x"/>
                                          </p:val>
                                        </p:tav>
                                        <p:tav tm="100000">
                                          <p:val>
                                            <p:strVal val="#ppt_x"/>
                                          </p:val>
                                        </p:tav>
                                      </p:tavLst>
                                    </p:anim>
                                    <p:anim calcmode="lin" valueType="num">
                                      <p:cBhvr>
                                        <p:cTn id="9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fade">
                                      <p:cBhvr>
                                        <p:cTn id="98" dur="1000"/>
                                        <p:tgtEl>
                                          <p:spTgt spid="19"/>
                                        </p:tgtEl>
                                      </p:cBhvr>
                                    </p:animEffect>
                                    <p:anim calcmode="lin" valueType="num">
                                      <p:cBhvr>
                                        <p:cTn id="99" dur="1000" fill="hold"/>
                                        <p:tgtEl>
                                          <p:spTgt spid="19"/>
                                        </p:tgtEl>
                                        <p:attrNameLst>
                                          <p:attrName>ppt_x</p:attrName>
                                        </p:attrNameLst>
                                      </p:cBhvr>
                                      <p:tavLst>
                                        <p:tav tm="0">
                                          <p:val>
                                            <p:strVal val="#ppt_x"/>
                                          </p:val>
                                        </p:tav>
                                        <p:tav tm="100000">
                                          <p:val>
                                            <p:strVal val="#ppt_x"/>
                                          </p:val>
                                        </p:tav>
                                      </p:tavLst>
                                    </p:anim>
                                    <p:anim calcmode="lin" valueType="num">
                                      <p:cBhvr>
                                        <p:cTn id="10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fade">
                                      <p:cBhvr>
                                        <p:cTn id="105" dur="1000"/>
                                        <p:tgtEl>
                                          <p:spTgt spid="20"/>
                                        </p:tgtEl>
                                      </p:cBhvr>
                                    </p:animEffect>
                                    <p:anim calcmode="lin" valueType="num">
                                      <p:cBhvr>
                                        <p:cTn id="106" dur="1000" fill="hold"/>
                                        <p:tgtEl>
                                          <p:spTgt spid="20"/>
                                        </p:tgtEl>
                                        <p:attrNameLst>
                                          <p:attrName>ppt_x</p:attrName>
                                        </p:attrNameLst>
                                      </p:cBhvr>
                                      <p:tavLst>
                                        <p:tav tm="0">
                                          <p:val>
                                            <p:strVal val="#ppt_x"/>
                                          </p:val>
                                        </p:tav>
                                        <p:tav tm="100000">
                                          <p:val>
                                            <p:strVal val="#ppt_x"/>
                                          </p:val>
                                        </p:tav>
                                      </p:tavLst>
                                    </p:anim>
                                    <p:anim calcmode="lin" valueType="num">
                                      <p:cBhvr>
                                        <p:cTn id="10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21"/>
                                        </p:tgtEl>
                                        <p:attrNameLst>
                                          <p:attrName>style.visibility</p:attrName>
                                        </p:attrNameLst>
                                      </p:cBhvr>
                                      <p:to>
                                        <p:strVal val="visible"/>
                                      </p:to>
                                    </p:set>
                                    <p:animEffect transition="in" filter="fade">
                                      <p:cBhvr>
                                        <p:cTn id="112" dur="1000"/>
                                        <p:tgtEl>
                                          <p:spTgt spid="21"/>
                                        </p:tgtEl>
                                      </p:cBhvr>
                                    </p:animEffect>
                                    <p:anim calcmode="lin" valueType="num">
                                      <p:cBhvr>
                                        <p:cTn id="113" dur="1000" fill="hold"/>
                                        <p:tgtEl>
                                          <p:spTgt spid="21"/>
                                        </p:tgtEl>
                                        <p:attrNameLst>
                                          <p:attrName>ppt_x</p:attrName>
                                        </p:attrNameLst>
                                      </p:cBhvr>
                                      <p:tavLst>
                                        <p:tav tm="0">
                                          <p:val>
                                            <p:strVal val="#ppt_x"/>
                                          </p:val>
                                        </p:tav>
                                        <p:tav tm="100000">
                                          <p:val>
                                            <p:strVal val="#ppt_x"/>
                                          </p:val>
                                        </p:tav>
                                      </p:tavLst>
                                    </p:anim>
                                    <p:anim calcmode="lin" valueType="num">
                                      <p:cBhvr>
                                        <p:cTn id="11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1" grpId="0"/>
      <p:bldP spid="12" grpId="0"/>
      <p:bldP spid="14" grpId="0"/>
      <p:bldP spid="15" grpId="0"/>
      <p:bldP spid="6" grpId="0"/>
      <p:bldP spid="8" grpId="0"/>
      <p:bldP spid="9" grpId="0"/>
      <p:bldP spid="10" grpId="0"/>
      <p:bldP spid="13" grpId="0"/>
      <p:bldP spid="16" grpId="0"/>
      <p:bldP spid="17"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7" name="Tablo 6">
            <a:extLst>
              <a:ext uri="{FF2B5EF4-FFF2-40B4-BE49-F238E27FC236}">
                <a16:creationId xmlns:a16="http://schemas.microsoft.com/office/drawing/2014/main" id="{65099842-DB90-9B93-491B-588E22E021A4}"/>
              </a:ext>
            </a:extLst>
          </p:cNvPr>
          <p:cNvGraphicFramePr>
            <a:graphicFrameLocks noGrp="1"/>
          </p:cNvGraphicFramePr>
          <p:nvPr>
            <p:extLst>
              <p:ext uri="{D42A27DB-BD31-4B8C-83A1-F6EECF244321}">
                <p14:modId xmlns:p14="http://schemas.microsoft.com/office/powerpoint/2010/main" val="4112457673"/>
              </p:ext>
            </p:extLst>
          </p:nvPr>
        </p:nvGraphicFramePr>
        <p:xfrm>
          <a:off x="5167745" y="824345"/>
          <a:ext cx="3775198" cy="2770913"/>
        </p:xfrm>
        <a:graphic>
          <a:graphicData uri="http://schemas.openxmlformats.org/drawingml/2006/table">
            <a:tbl>
              <a:tblPr firstRow="1" firstCol="1" bandRow="1">
                <a:tableStyleId>{5C22544A-7EE6-4342-B048-85BDC9FD1C3A}</a:tableStyleId>
              </a:tblPr>
              <a:tblGrid>
                <a:gridCol w="477982">
                  <a:extLst>
                    <a:ext uri="{9D8B030D-6E8A-4147-A177-3AD203B41FA5}">
                      <a16:colId xmlns:a16="http://schemas.microsoft.com/office/drawing/2014/main" val="2358443411"/>
                    </a:ext>
                  </a:extLst>
                </a:gridCol>
                <a:gridCol w="658091">
                  <a:extLst>
                    <a:ext uri="{9D8B030D-6E8A-4147-A177-3AD203B41FA5}">
                      <a16:colId xmlns:a16="http://schemas.microsoft.com/office/drawing/2014/main" val="3579797296"/>
                    </a:ext>
                  </a:extLst>
                </a:gridCol>
                <a:gridCol w="751110">
                  <a:extLst>
                    <a:ext uri="{9D8B030D-6E8A-4147-A177-3AD203B41FA5}">
                      <a16:colId xmlns:a16="http://schemas.microsoft.com/office/drawing/2014/main" val="2236352003"/>
                    </a:ext>
                  </a:extLst>
                </a:gridCol>
                <a:gridCol w="629061">
                  <a:extLst>
                    <a:ext uri="{9D8B030D-6E8A-4147-A177-3AD203B41FA5}">
                      <a16:colId xmlns:a16="http://schemas.microsoft.com/office/drawing/2014/main" val="3857428223"/>
                    </a:ext>
                  </a:extLst>
                </a:gridCol>
                <a:gridCol w="629477">
                  <a:extLst>
                    <a:ext uri="{9D8B030D-6E8A-4147-A177-3AD203B41FA5}">
                      <a16:colId xmlns:a16="http://schemas.microsoft.com/office/drawing/2014/main" val="1512683095"/>
                    </a:ext>
                  </a:extLst>
                </a:gridCol>
                <a:gridCol w="629477">
                  <a:extLst>
                    <a:ext uri="{9D8B030D-6E8A-4147-A177-3AD203B41FA5}">
                      <a16:colId xmlns:a16="http://schemas.microsoft.com/office/drawing/2014/main" val="3947855873"/>
                    </a:ext>
                  </a:extLst>
                </a:gridCol>
              </a:tblGrid>
              <a:tr h="311687">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Outlook</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Temperature</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Humidity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Wind</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Play Tennis</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5090608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12272371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51618718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41267355"/>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800307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D5</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32838598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D6</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650979397"/>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D7</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3657262550"/>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D8</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001914142"/>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D9</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25530058"/>
                  </a:ext>
                </a:extLst>
              </a:tr>
              <a:tr h="175659">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D10</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59074328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9695399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75634672"/>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82274349"/>
                  </a:ext>
                </a:extLst>
              </a:tr>
              <a:tr h="175659">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811279191"/>
                  </a:ext>
                </a:extLst>
              </a:tr>
            </a:tbl>
          </a:graphicData>
        </a:graphic>
      </p:graphicFrame>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mc:AlternateContent xmlns:mc="http://schemas.openxmlformats.org/markup-compatibility/2006" xmlns:a14="http://schemas.microsoft.com/office/drawing/2010/main">
        <mc:Choice Requires="a14">
          <p:sp>
            <p:nvSpPr>
              <p:cNvPr id="22" name="Dikdörtgen 21">
                <a:extLst>
                  <a:ext uri="{FF2B5EF4-FFF2-40B4-BE49-F238E27FC236}">
                    <a16:creationId xmlns:a16="http://schemas.microsoft.com/office/drawing/2014/main" id="{778879AA-11DC-D6A8-76BB-7F3B4AFFEB4F}"/>
                  </a:ext>
                </a:extLst>
              </p:cNvPr>
              <p:cNvSpPr/>
              <p:nvPr/>
            </p:nvSpPr>
            <p:spPr>
              <a:xfrm>
                <a:off x="201057" y="891100"/>
                <a:ext cx="1638013"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100" i="1" smtClean="0">
                          <a:latin typeface="Cambria Math" panose="02040503050406030204" pitchFamily="18" charset="0"/>
                        </a:rPr>
                        <m:t>𝐺𝑎𝑖𝑛</m:t>
                      </m:r>
                      <m:d>
                        <m:dPr>
                          <m:ctrlPr>
                            <a:rPr lang="en-US" sz="1100" i="1">
                              <a:latin typeface="Cambria Math" panose="02040503050406030204" pitchFamily="18" charset="0"/>
                            </a:rPr>
                          </m:ctrlPr>
                        </m:dPr>
                        <m:e>
                          <m:r>
                            <a:rPr lang="en-US" sz="1100" i="1">
                              <a:latin typeface="Cambria Math" panose="02040503050406030204" pitchFamily="18" charset="0"/>
                            </a:rPr>
                            <m:t>𝑆</m:t>
                          </m:r>
                          <m:r>
                            <a:rPr lang="en-US" sz="1100" i="0">
                              <a:latin typeface="Cambria Math" panose="02040503050406030204" pitchFamily="18" charset="0"/>
                            </a:rPr>
                            <m:t>, </m:t>
                          </m:r>
                          <m:r>
                            <a:rPr lang="tr-TR" sz="1100" b="0" i="1" smtClean="0">
                              <a:latin typeface="Cambria Math" panose="02040503050406030204" pitchFamily="18" charset="0"/>
                            </a:rPr>
                            <m:t>𝑊𝑖𝑛𝑑</m:t>
                          </m:r>
                        </m:e>
                      </m:d>
                      <m:r>
                        <a:rPr lang="en-US" sz="1100" i="0">
                          <a:latin typeface="Cambria Math" panose="02040503050406030204" pitchFamily="18" charset="0"/>
                        </a:rPr>
                        <m:t>=0.</m:t>
                      </m:r>
                      <m:r>
                        <a:rPr lang="tr-TR" sz="1100" b="0" i="0" smtClean="0">
                          <a:latin typeface="Cambria Math" panose="02040503050406030204" pitchFamily="18" charset="0"/>
                        </a:rPr>
                        <m:t>048</m:t>
                      </m:r>
                    </m:oMath>
                  </m:oMathPara>
                </a14:m>
                <a:endParaRPr lang="en-US" sz="1100" dirty="0"/>
              </a:p>
            </p:txBody>
          </p:sp>
        </mc:Choice>
        <mc:Fallback xmlns="">
          <p:sp>
            <p:nvSpPr>
              <p:cNvPr id="22" name="Dikdörtgen 21">
                <a:extLst>
                  <a:ext uri="{FF2B5EF4-FFF2-40B4-BE49-F238E27FC236}">
                    <a16:creationId xmlns:a16="http://schemas.microsoft.com/office/drawing/2014/main" id="{778879AA-11DC-D6A8-76BB-7F3B4AFFEB4F}"/>
                  </a:ext>
                </a:extLst>
              </p:cNvPr>
              <p:cNvSpPr>
                <a:spLocks noRot="1" noChangeAspect="1" noMove="1" noResize="1" noEditPoints="1" noAdjustHandles="1" noChangeArrowheads="1" noChangeShapeType="1" noTextEdit="1"/>
              </p:cNvSpPr>
              <p:nvPr/>
            </p:nvSpPr>
            <p:spPr>
              <a:xfrm>
                <a:off x="201057" y="891100"/>
                <a:ext cx="1638013" cy="261610"/>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3" name="Dikdörtgen 22">
                <a:extLst>
                  <a:ext uri="{FF2B5EF4-FFF2-40B4-BE49-F238E27FC236}">
                    <a16:creationId xmlns:a16="http://schemas.microsoft.com/office/drawing/2014/main" id="{D0F2E3DF-366E-2839-4CDB-42EAC1BF81E8}"/>
                  </a:ext>
                </a:extLst>
              </p:cNvPr>
              <p:cNvSpPr/>
              <p:nvPr/>
            </p:nvSpPr>
            <p:spPr>
              <a:xfrm>
                <a:off x="201057" y="1208099"/>
                <a:ext cx="1802737"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100" i="1" smtClean="0">
                          <a:latin typeface="Cambria Math" panose="02040503050406030204" pitchFamily="18" charset="0"/>
                        </a:rPr>
                        <m:t>𝐺𝑎𝑖𝑛</m:t>
                      </m:r>
                      <m:d>
                        <m:dPr>
                          <m:ctrlPr>
                            <a:rPr lang="en-US" sz="1100" i="1">
                              <a:latin typeface="Cambria Math" panose="02040503050406030204" pitchFamily="18" charset="0"/>
                            </a:rPr>
                          </m:ctrlPr>
                        </m:dPr>
                        <m:e>
                          <m:r>
                            <a:rPr lang="en-US" sz="1100" i="1">
                              <a:latin typeface="Cambria Math" panose="02040503050406030204" pitchFamily="18" charset="0"/>
                            </a:rPr>
                            <m:t>𝑆</m:t>
                          </m:r>
                          <m:r>
                            <a:rPr lang="en-US" sz="1100" i="0">
                              <a:latin typeface="Cambria Math" panose="02040503050406030204" pitchFamily="18" charset="0"/>
                            </a:rPr>
                            <m:t>, </m:t>
                          </m:r>
                          <m:r>
                            <a:rPr lang="en-US" sz="1100" i="1">
                              <a:latin typeface="Cambria Math" panose="02040503050406030204" pitchFamily="18" charset="0"/>
                            </a:rPr>
                            <m:t>𝑂𝑢𝑡𝑙𝑜𝑜𝑘</m:t>
                          </m:r>
                        </m:e>
                      </m:d>
                      <m:r>
                        <a:rPr lang="en-US" sz="1100" i="0">
                          <a:latin typeface="Cambria Math" panose="02040503050406030204" pitchFamily="18" charset="0"/>
                        </a:rPr>
                        <m:t>=</m:t>
                      </m:r>
                      <m:r>
                        <a:rPr lang="tr-TR" sz="1100" b="0" i="0" smtClean="0">
                          <a:latin typeface="Cambria Math" panose="02040503050406030204" pitchFamily="18" charset="0"/>
                        </a:rPr>
                        <m:t>0.246</m:t>
                      </m:r>
                    </m:oMath>
                  </m:oMathPara>
                </a14:m>
                <a:endParaRPr lang="en-US" sz="1100" dirty="0"/>
              </a:p>
            </p:txBody>
          </p:sp>
        </mc:Choice>
        <mc:Fallback xmlns="">
          <p:sp>
            <p:nvSpPr>
              <p:cNvPr id="23" name="Dikdörtgen 22">
                <a:extLst>
                  <a:ext uri="{FF2B5EF4-FFF2-40B4-BE49-F238E27FC236}">
                    <a16:creationId xmlns:a16="http://schemas.microsoft.com/office/drawing/2014/main" id="{D0F2E3DF-366E-2839-4CDB-42EAC1BF81E8}"/>
                  </a:ext>
                </a:extLst>
              </p:cNvPr>
              <p:cNvSpPr>
                <a:spLocks noRot="1" noChangeAspect="1" noMove="1" noResize="1" noEditPoints="1" noAdjustHandles="1" noChangeArrowheads="1" noChangeShapeType="1" noTextEdit="1"/>
              </p:cNvSpPr>
              <p:nvPr/>
            </p:nvSpPr>
            <p:spPr>
              <a:xfrm>
                <a:off x="201057" y="1208099"/>
                <a:ext cx="1802737" cy="261610"/>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4" name="Dikdörtgen 23">
                <a:extLst>
                  <a:ext uri="{FF2B5EF4-FFF2-40B4-BE49-F238E27FC236}">
                    <a16:creationId xmlns:a16="http://schemas.microsoft.com/office/drawing/2014/main" id="{0A7369FA-369B-3400-0F46-EB3EE39D61CC}"/>
                  </a:ext>
                </a:extLst>
              </p:cNvPr>
              <p:cNvSpPr/>
              <p:nvPr/>
            </p:nvSpPr>
            <p:spPr>
              <a:xfrm>
                <a:off x="201496" y="1509957"/>
                <a:ext cx="2136739"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100" i="1" smtClean="0">
                          <a:latin typeface="Cambria Math" panose="02040503050406030204" pitchFamily="18" charset="0"/>
                        </a:rPr>
                        <m:t>𝐺𝑎𝑖𝑛</m:t>
                      </m:r>
                      <m:d>
                        <m:dPr>
                          <m:ctrlPr>
                            <a:rPr lang="en-US" sz="1100" i="1">
                              <a:latin typeface="Cambria Math" panose="02040503050406030204" pitchFamily="18" charset="0"/>
                            </a:rPr>
                          </m:ctrlPr>
                        </m:dPr>
                        <m:e>
                          <m:r>
                            <a:rPr lang="en-US" sz="1100" i="1">
                              <a:latin typeface="Cambria Math" panose="02040503050406030204" pitchFamily="18" charset="0"/>
                            </a:rPr>
                            <m:t>𝑆</m:t>
                          </m:r>
                          <m:r>
                            <a:rPr lang="en-US" sz="1100" i="0">
                              <a:latin typeface="Cambria Math" panose="02040503050406030204" pitchFamily="18" charset="0"/>
                            </a:rPr>
                            <m:t>, </m:t>
                          </m:r>
                          <m:r>
                            <a:rPr lang="tr-TR" sz="1100" b="0" i="1" smtClean="0">
                              <a:latin typeface="Cambria Math" panose="02040503050406030204" pitchFamily="18" charset="0"/>
                            </a:rPr>
                            <m:t>𝑇𝑒𝑚𝑝𝑒𝑟𝑎𝑡𝑢𝑟𝑒</m:t>
                          </m:r>
                        </m:e>
                      </m:d>
                      <m:r>
                        <a:rPr lang="en-US" sz="1100" i="0">
                          <a:latin typeface="Cambria Math" panose="02040503050406030204" pitchFamily="18" charset="0"/>
                        </a:rPr>
                        <m:t>=</m:t>
                      </m:r>
                      <m:r>
                        <a:rPr lang="tr-TR" sz="1100" b="0" i="0" smtClean="0">
                          <a:latin typeface="Cambria Math" panose="02040503050406030204" pitchFamily="18" charset="0"/>
                        </a:rPr>
                        <m:t>0.029</m:t>
                      </m:r>
                    </m:oMath>
                  </m:oMathPara>
                </a14:m>
                <a:endParaRPr lang="en-US" sz="1100" dirty="0"/>
              </a:p>
            </p:txBody>
          </p:sp>
        </mc:Choice>
        <mc:Fallback xmlns="">
          <p:sp>
            <p:nvSpPr>
              <p:cNvPr id="24" name="Dikdörtgen 23">
                <a:extLst>
                  <a:ext uri="{FF2B5EF4-FFF2-40B4-BE49-F238E27FC236}">
                    <a16:creationId xmlns:a16="http://schemas.microsoft.com/office/drawing/2014/main" id="{0A7369FA-369B-3400-0F46-EB3EE39D61CC}"/>
                  </a:ext>
                </a:extLst>
              </p:cNvPr>
              <p:cNvSpPr>
                <a:spLocks noRot="1" noChangeAspect="1" noMove="1" noResize="1" noEditPoints="1" noAdjustHandles="1" noChangeArrowheads="1" noChangeShapeType="1" noTextEdit="1"/>
              </p:cNvSpPr>
              <p:nvPr/>
            </p:nvSpPr>
            <p:spPr>
              <a:xfrm>
                <a:off x="201496" y="1509957"/>
                <a:ext cx="2136739" cy="261610"/>
              </a:xfrm>
              <a:prstGeom prst="rect">
                <a:avLst/>
              </a:prstGeom>
              <a:blipFill>
                <a:blip r:embed="rId6"/>
                <a:stretch>
                  <a:fillRect b="-465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5" name="Dikdörtgen 24">
                <a:extLst>
                  <a:ext uri="{FF2B5EF4-FFF2-40B4-BE49-F238E27FC236}">
                    <a16:creationId xmlns:a16="http://schemas.microsoft.com/office/drawing/2014/main" id="{63D42818-FA95-01D0-C873-C12BB8AD39B3}"/>
                  </a:ext>
                </a:extLst>
              </p:cNvPr>
              <p:cNvSpPr/>
              <p:nvPr/>
            </p:nvSpPr>
            <p:spPr>
              <a:xfrm>
                <a:off x="201057" y="1805151"/>
                <a:ext cx="1902059" cy="2616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100" i="1" smtClean="0">
                          <a:latin typeface="Cambria Math" panose="02040503050406030204" pitchFamily="18" charset="0"/>
                        </a:rPr>
                        <m:t>𝐺𝑎𝑖𝑛</m:t>
                      </m:r>
                      <m:d>
                        <m:dPr>
                          <m:ctrlPr>
                            <a:rPr lang="en-US" sz="1100" i="1">
                              <a:latin typeface="Cambria Math" panose="02040503050406030204" pitchFamily="18" charset="0"/>
                            </a:rPr>
                          </m:ctrlPr>
                        </m:dPr>
                        <m:e>
                          <m:r>
                            <a:rPr lang="en-US" sz="1100" i="1">
                              <a:latin typeface="Cambria Math" panose="02040503050406030204" pitchFamily="18" charset="0"/>
                            </a:rPr>
                            <m:t>𝑆</m:t>
                          </m:r>
                          <m:r>
                            <a:rPr lang="en-US" sz="1100" i="0">
                              <a:latin typeface="Cambria Math" panose="02040503050406030204" pitchFamily="18" charset="0"/>
                            </a:rPr>
                            <m:t>, </m:t>
                          </m:r>
                          <m:r>
                            <a:rPr lang="tr-TR" sz="1100" b="0" i="1" smtClean="0">
                              <a:latin typeface="Cambria Math" panose="02040503050406030204" pitchFamily="18" charset="0"/>
                            </a:rPr>
                            <m:t>𝐻𝑢𝑚𝑖𝑑𝑖𝑡𝑦</m:t>
                          </m:r>
                        </m:e>
                      </m:d>
                      <m:r>
                        <a:rPr lang="en-US" sz="1100" i="0">
                          <a:latin typeface="Cambria Math" panose="02040503050406030204" pitchFamily="18" charset="0"/>
                        </a:rPr>
                        <m:t>=</m:t>
                      </m:r>
                      <m:r>
                        <a:rPr lang="tr-TR" sz="1100" b="0" i="0" smtClean="0">
                          <a:latin typeface="Cambria Math" panose="02040503050406030204" pitchFamily="18" charset="0"/>
                        </a:rPr>
                        <m:t>0.151</m:t>
                      </m:r>
                    </m:oMath>
                  </m:oMathPara>
                </a14:m>
                <a:endParaRPr lang="en-US" sz="1100" dirty="0"/>
              </a:p>
            </p:txBody>
          </p:sp>
        </mc:Choice>
        <mc:Fallback xmlns="">
          <p:sp>
            <p:nvSpPr>
              <p:cNvPr id="25" name="Dikdörtgen 24">
                <a:extLst>
                  <a:ext uri="{FF2B5EF4-FFF2-40B4-BE49-F238E27FC236}">
                    <a16:creationId xmlns:a16="http://schemas.microsoft.com/office/drawing/2014/main" id="{63D42818-FA95-01D0-C873-C12BB8AD39B3}"/>
                  </a:ext>
                </a:extLst>
              </p:cNvPr>
              <p:cNvSpPr>
                <a:spLocks noRot="1" noChangeAspect="1" noMove="1" noResize="1" noEditPoints="1" noAdjustHandles="1" noChangeArrowheads="1" noChangeShapeType="1" noTextEdit="1"/>
              </p:cNvSpPr>
              <p:nvPr/>
            </p:nvSpPr>
            <p:spPr>
              <a:xfrm>
                <a:off x="201057" y="1805151"/>
                <a:ext cx="1902059" cy="261610"/>
              </a:xfrm>
              <a:prstGeom prst="rect">
                <a:avLst/>
              </a:prstGeom>
              <a:blipFill>
                <a:blip r:embed="rId7"/>
                <a:stretch>
                  <a:fillRect b="-6977"/>
                </a:stretch>
              </a:blipFill>
            </p:spPr>
            <p:txBody>
              <a:bodyPr/>
              <a:lstStyle/>
              <a:p>
                <a:r>
                  <a:rPr lang="tr-TR">
                    <a:noFill/>
                  </a:rPr>
                  <a:t> </a:t>
                </a:r>
              </a:p>
            </p:txBody>
          </p:sp>
        </mc:Fallback>
      </mc:AlternateContent>
      <p:sp>
        <p:nvSpPr>
          <p:cNvPr id="26" name="Dikdörtgen 25">
            <a:extLst>
              <a:ext uri="{FF2B5EF4-FFF2-40B4-BE49-F238E27FC236}">
                <a16:creationId xmlns:a16="http://schemas.microsoft.com/office/drawing/2014/main" id="{7E05A678-B7E6-89E0-B3F3-4F4F78D428BA}"/>
              </a:ext>
            </a:extLst>
          </p:cNvPr>
          <p:cNvSpPr/>
          <p:nvPr/>
        </p:nvSpPr>
        <p:spPr>
          <a:xfrm>
            <a:off x="137101" y="1152710"/>
            <a:ext cx="2048540" cy="35724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92206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1000"/>
                                        <p:tgtEl>
                                          <p:spTgt spid="23"/>
                                        </p:tgtEl>
                                      </p:cBhvr>
                                    </p:animEffect>
                                    <p:anim calcmode="lin" valueType="num">
                                      <p:cBhvr>
                                        <p:cTn id="15" dur="1000" fill="hold"/>
                                        <p:tgtEl>
                                          <p:spTgt spid="23"/>
                                        </p:tgtEl>
                                        <p:attrNameLst>
                                          <p:attrName>ppt_x</p:attrName>
                                        </p:attrNameLst>
                                      </p:cBhvr>
                                      <p:tavLst>
                                        <p:tav tm="0">
                                          <p:val>
                                            <p:strVal val="#ppt_x"/>
                                          </p:val>
                                        </p:tav>
                                        <p:tav tm="100000">
                                          <p:val>
                                            <p:strVal val="#ppt_x"/>
                                          </p:val>
                                        </p:tav>
                                      </p:tavLst>
                                    </p:anim>
                                    <p:anim calcmode="lin" valueType="num">
                                      <p:cBhvr>
                                        <p:cTn id="1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1000"/>
                                        <p:tgtEl>
                                          <p:spTgt spid="24"/>
                                        </p:tgtEl>
                                      </p:cBhvr>
                                    </p:animEffect>
                                    <p:anim calcmode="lin" valueType="num">
                                      <p:cBhvr>
                                        <p:cTn id="22" dur="1000" fill="hold"/>
                                        <p:tgtEl>
                                          <p:spTgt spid="24"/>
                                        </p:tgtEl>
                                        <p:attrNameLst>
                                          <p:attrName>ppt_x</p:attrName>
                                        </p:attrNameLst>
                                      </p:cBhvr>
                                      <p:tavLst>
                                        <p:tav tm="0">
                                          <p:val>
                                            <p:strVal val="#ppt_x"/>
                                          </p:val>
                                        </p:tav>
                                        <p:tav tm="100000">
                                          <p:val>
                                            <p:strVal val="#ppt_x"/>
                                          </p:val>
                                        </p:tav>
                                      </p:tavLst>
                                    </p:anim>
                                    <p:anim calcmode="lin" valueType="num">
                                      <p:cBhvr>
                                        <p:cTn id="2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1000"/>
                                        <p:tgtEl>
                                          <p:spTgt spid="25"/>
                                        </p:tgtEl>
                                      </p:cBhvr>
                                    </p:animEffect>
                                    <p:anim calcmode="lin" valueType="num">
                                      <p:cBhvr>
                                        <p:cTn id="29" dur="1000" fill="hold"/>
                                        <p:tgtEl>
                                          <p:spTgt spid="25"/>
                                        </p:tgtEl>
                                        <p:attrNameLst>
                                          <p:attrName>ppt_x</p:attrName>
                                        </p:attrNameLst>
                                      </p:cBhvr>
                                      <p:tavLst>
                                        <p:tav tm="0">
                                          <p:val>
                                            <p:strVal val="#ppt_x"/>
                                          </p:val>
                                        </p:tav>
                                        <p:tav tm="100000">
                                          <p:val>
                                            <p:strVal val="#ppt_x"/>
                                          </p:val>
                                        </p:tav>
                                      </p:tavLst>
                                    </p:anim>
                                    <p:anim calcmode="lin" valueType="num">
                                      <p:cBhvr>
                                        <p:cTn id="30"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randombar(horizontal)">
                                      <p:cBhvr>
                                        <p:cTn id="35"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7" name="Tablo 6">
            <a:extLst>
              <a:ext uri="{FF2B5EF4-FFF2-40B4-BE49-F238E27FC236}">
                <a16:creationId xmlns:a16="http://schemas.microsoft.com/office/drawing/2014/main" id="{65099842-DB90-9B93-491B-588E22E021A4}"/>
              </a:ext>
            </a:extLst>
          </p:cNvPr>
          <p:cNvGraphicFramePr>
            <a:graphicFrameLocks noGrp="1"/>
          </p:cNvGraphicFramePr>
          <p:nvPr>
            <p:extLst>
              <p:ext uri="{D42A27DB-BD31-4B8C-83A1-F6EECF244321}">
                <p14:modId xmlns:p14="http://schemas.microsoft.com/office/powerpoint/2010/main" val="4224367763"/>
              </p:ext>
            </p:extLst>
          </p:nvPr>
        </p:nvGraphicFramePr>
        <p:xfrm>
          <a:off x="5900057" y="824346"/>
          <a:ext cx="3042886" cy="2303486"/>
        </p:xfrm>
        <a:graphic>
          <a:graphicData uri="http://schemas.openxmlformats.org/drawingml/2006/table">
            <a:tbl>
              <a:tblPr firstRow="1" firstCol="1" bandRow="1">
                <a:tableStyleId>{5C22544A-7EE6-4342-B048-85BDC9FD1C3A}</a:tableStyleId>
              </a:tblPr>
              <a:tblGrid>
                <a:gridCol w="385263">
                  <a:extLst>
                    <a:ext uri="{9D8B030D-6E8A-4147-A177-3AD203B41FA5}">
                      <a16:colId xmlns:a16="http://schemas.microsoft.com/office/drawing/2014/main" val="2358443411"/>
                    </a:ext>
                  </a:extLst>
                </a:gridCol>
                <a:gridCol w="530435">
                  <a:extLst>
                    <a:ext uri="{9D8B030D-6E8A-4147-A177-3AD203B41FA5}">
                      <a16:colId xmlns:a16="http://schemas.microsoft.com/office/drawing/2014/main" val="3579797296"/>
                    </a:ext>
                  </a:extLst>
                </a:gridCol>
                <a:gridCol w="605410">
                  <a:extLst>
                    <a:ext uri="{9D8B030D-6E8A-4147-A177-3AD203B41FA5}">
                      <a16:colId xmlns:a16="http://schemas.microsoft.com/office/drawing/2014/main" val="2236352003"/>
                    </a:ext>
                  </a:extLst>
                </a:gridCol>
                <a:gridCol w="507036">
                  <a:extLst>
                    <a:ext uri="{9D8B030D-6E8A-4147-A177-3AD203B41FA5}">
                      <a16:colId xmlns:a16="http://schemas.microsoft.com/office/drawing/2014/main" val="3857428223"/>
                    </a:ext>
                  </a:extLst>
                </a:gridCol>
                <a:gridCol w="507371">
                  <a:extLst>
                    <a:ext uri="{9D8B030D-6E8A-4147-A177-3AD203B41FA5}">
                      <a16:colId xmlns:a16="http://schemas.microsoft.com/office/drawing/2014/main" val="1512683095"/>
                    </a:ext>
                  </a:extLst>
                </a:gridCol>
                <a:gridCol w="507371">
                  <a:extLst>
                    <a:ext uri="{9D8B030D-6E8A-4147-A177-3AD203B41FA5}">
                      <a16:colId xmlns:a16="http://schemas.microsoft.com/office/drawing/2014/main" val="3947855873"/>
                    </a:ext>
                  </a:extLst>
                </a:gridCol>
              </a:tblGrid>
              <a:tr h="259108">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Outlook</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Temperature</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Humidity</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Wind</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Play Tennis</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509060855"/>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122723710"/>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516187187"/>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441267355"/>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80030749"/>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D5</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328385982"/>
                  </a:ext>
                </a:extLst>
              </a:tr>
              <a:tr h="146027">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D6</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650979397"/>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D7</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3657262550"/>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D8</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001914142"/>
                  </a:ext>
                </a:extLst>
              </a:tr>
              <a:tr h="146027">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D9</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Cool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925530058"/>
                  </a:ext>
                </a:extLst>
              </a:tr>
              <a:tr h="146027">
                <a:tc>
                  <a:txBody>
                    <a:bodyPr/>
                    <a:lstStyle/>
                    <a:p>
                      <a:pPr algn="ctr">
                        <a:lnSpc>
                          <a:spcPct val="107000"/>
                        </a:lnSpc>
                        <a:spcBef>
                          <a:spcPts val="300"/>
                        </a:spcBef>
                        <a:spcAft>
                          <a:spcPts val="300"/>
                        </a:spcAft>
                      </a:pPr>
                      <a:r>
                        <a:rPr lang="en-US" sz="8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D10</a:t>
                      </a:r>
                      <a:endParaRPr lang="tr-TR" sz="8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590743289"/>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D11</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Sunny</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96953999"/>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D12</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75634672"/>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D13</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Overcast</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Hot</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Normal</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Weak</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Yes</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1782274349"/>
                  </a:ext>
                </a:extLst>
              </a:tr>
              <a:tr h="146027">
                <a:tc>
                  <a:txBody>
                    <a:bodyPr/>
                    <a:lstStyle/>
                    <a:p>
                      <a:pPr algn="ctr">
                        <a:lnSpc>
                          <a:spcPct val="107000"/>
                        </a:lnSpc>
                        <a:spcBef>
                          <a:spcPts val="300"/>
                        </a:spcBef>
                        <a:spcAft>
                          <a:spcPts val="300"/>
                        </a:spcAft>
                      </a:pPr>
                      <a:r>
                        <a:rPr lang="en-US" sz="800">
                          <a:solidFill>
                            <a:schemeClr val="tx1"/>
                          </a:solidFill>
                          <a:effectLst/>
                          <a:latin typeface="Calibri" panose="020F0502020204030204" pitchFamily="34" charset="0"/>
                          <a:ea typeface="Calibri" panose="020F0502020204030204" pitchFamily="34" charset="0"/>
                          <a:cs typeface="Calibri" panose="020F0502020204030204" pitchFamily="34" charset="0"/>
                        </a:rPr>
                        <a:t>D14</a:t>
                      </a:r>
                      <a:endParaRPr lang="tr-TR" sz="80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Rain</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Mild</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a:solidFill>
                            <a:schemeClr val="tx1"/>
                          </a:solidFill>
                          <a:effectLst/>
                          <a:latin typeface="Calibri" panose="020F0502020204030204" pitchFamily="34" charset="0"/>
                          <a:ea typeface="Calibri" panose="020F0502020204030204" pitchFamily="34" charset="0"/>
                          <a:cs typeface="Calibri" panose="020F0502020204030204" pitchFamily="34" charset="0"/>
                        </a:rPr>
                        <a:t>High</a:t>
                      </a:r>
                      <a:endParaRPr lang="tr-TR" sz="800" b="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Strong</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tc>
                  <a:txBody>
                    <a:bodyPr/>
                    <a:lstStyle/>
                    <a:p>
                      <a:pPr algn="ctr">
                        <a:lnSpc>
                          <a:spcPct val="107000"/>
                        </a:lnSpc>
                        <a:spcBef>
                          <a:spcPts val="300"/>
                        </a:spcBef>
                        <a:spcAft>
                          <a:spcPts val="300"/>
                        </a:spcAft>
                      </a:pPr>
                      <a:r>
                        <a:rPr lang="en-US"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No</a:t>
                      </a:r>
                      <a:endParaRPr lang="tr-TR" sz="800" b="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oFill/>
                  </a:tcPr>
                </a:tc>
                <a:extLst>
                  <a:ext uri="{0D108BD9-81ED-4DB2-BD59-A6C34878D82A}">
                    <a16:rowId xmlns:a16="http://schemas.microsoft.com/office/drawing/2014/main" val="2811279191"/>
                  </a:ext>
                </a:extLst>
              </a:tr>
            </a:tbl>
          </a:graphicData>
        </a:graphic>
      </p:graphicFrame>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mc:AlternateContent xmlns:mc="http://schemas.openxmlformats.org/markup-compatibility/2006" xmlns:a14="http://schemas.microsoft.com/office/drawing/2010/main">
        <mc:Choice Requires="a14">
          <p:sp>
            <p:nvSpPr>
              <p:cNvPr id="22" name="Dikdörtgen 21">
                <a:extLst>
                  <a:ext uri="{FF2B5EF4-FFF2-40B4-BE49-F238E27FC236}">
                    <a16:creationId xmlns:a16="http://schemas.microsoft.com/office/drawing/2014/main" id="{778879AA-11DC-D6A8-76BB-7F3B4AFFEB4F}"/>
                  </a:ext>
                </a:extLst>
              </p:cNvPr>
              <p:cNvSpPr/>
              <p:nvPr/>
            </p:nvSpPr>
            <p:spPr>
              <a:xfrm>
                <a:off x="31493" y="891100"/>
                <a:ext cx="1373581" cy="23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00" i="1" smtClean="0">
                          <a:latin typeface="Cambria Math" panose="02040503050406030204" pitchFamily="18" charset="0"/>
                        </a:rPr>
                        <m:t>𝐺𝑎𝑖𝑛</m:t>
                      </m:r>
                      <m:d>
                        <m:dPr>
                          <m:ctrlPr>
                            <a:rPr lang="en-US" sz="900" i="1">
                              <a:latin typeface="Cambria Math" panose="02040503050406030204" pitchFamily="18" charset="0"/>
                            </a:rPr>
                          </m:ctrlPr>
                        </m:dPr>
                        <m:e>
                          <m:r>
                            <a:rPr lang="en-US" sz="900" i="1">
                              <a:latin typeface="Cambria Math" panose="02040503050406030204" pitchFamily="18" charset="0"/>
                            </a:rPr>
                            <m:t>𝑆</m:t>
                          </m:r>
                          <m:r>
                            <a:rPr lang="en-US" sz="900" i="0">
                              <a:latin typeface="Cambria Math" panose="02040503050406030204" pitchFamily="18" charset="0"/>
                            </a:rPr>
                            <m:t>, </m:t>
                          </m:r>
                          <m:r>
                            <a:rPr lang="tr-TR" sz="900" b="0" i="1" smtClean="0">
                              <a:latin typeface="Cambria Math" panose="02040503050406030204" pitchFamily="18" charset="0"/>
                            </a:rPr>
                            <m:t>𝑊𝑖𝑛𝑑</m:t>
                          </m:r>
                        </m:e>
                      </m:d>
                      <m:r>
                        <a:rPr lang="en-US" sz="900" i="0">
                          <a:latin typeface="Cambria Math" panose="02040503050406030204" pitchFamily="18" charset="0"/>
                        </a:rPr>
                        <m:t>=0.</m:t>
                      </m:r>
                      <m:r>
                        <a:rPr lang="tr-TR" sz="900" b="0" i="0" smtClean="0">
                          <a:latin typeface="Cambria Math" panose="02040503050406030204" pitchFamily="18" charset="0"/>
                        </a:rPr>
                        <m:t>048</m:t>
                      </m:r>
                    </m:oMath>
                  </m:oMathPara>
                </a14:m>
                <a:endParaRPr lang="en-US" sz="900" dirty="0"/>
              </a:p>
            </p:txBody>
          </p:sp>
        </mc:Choice>
        <mc:Fallback xmlns="">
          <p:sp>
            <p:nvSpPr>
              <p:cNvPr id="22" name="Dikdörtgen 21">
                <a:extLst>
                  <a:ext uri="{FF2B5EF4-FFF2-40B4-BE49-F238E27FC236}">
                    <a16:creationId xmlns:a16="http://schemas.microsoft.com/office/drawing/2014/main" id="{778879AA-11DC-D6A8-76BB-7F3B4AFFEB4F}"/>
                  </a:ext>
                </a:extLst>
              </p:cNvPr>
              <p:cNvSpPr>
                <a:spLocks noRot="1" noChangeAspect="1" noMove="1" noResize="1" noEditPoints="1" noAdjustHandles="1" noChangeArrowheads="1" noChangeShapeType="1" noTextEdit="1"/>
              </p:cNvSpPr>
              <p:nvPr/>
            </p:nvSpPr>
            <p:spPr>
              <a:xfrm>
                <a:off x="31493" y="891100"/>
                <a:ext cx="1373581" cy="230832"/>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3" name="Dikdörtgen 22">
                <a:extLst>
                  <a:ext uri="{FF2B5EF4-FFF2-40B4-BE49-F238E27FC236}">
                    <a16:creationId xmlns:a16="http://schemas.microsoft.com/office/drawing/2014/main" id="{D0F2E3DF-366E-2839-4CDB-42EAC1BF81E8}"/>
                  </a:ext>
                </a:extLst>
              </p:cNvPr>
              <p:cNvSpPr/>
              <p:nvPr/>
            </p:nvSpPr>
            <p:spPr>
              <a:xfrm>
                <a:off x="31493" y="1208099"/>
                <a:ext cx="1614160" cy="23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00" b="1" i="1" smtClean="0">
                          <a:latin typeface="Cambria Math" panose="02040503050406030204" pitchFamily="18" charset="0"/>
                        </a:rPr>
                        <m:t>𝑮𝒂𝒊𝒏</m:t>
                      </m:r>
                      <m:d>
                        <m:dPr>
                          <m:ctrlPr>
                            <a:rPr lang="en-US" sz="900" b="1" i="1">
                              <a:latin typeface="Cambria Math" panose="02040503050406030204" pitchFamily="18" charset="0"/>
                            </a:rPr>
                          </m:ctrlPr>
                        </m:dPr>
                        <m:e>
                          <m:r>
                            <a:rPr lang="en-US" sz="900" b="1" i="1">
                              <a:latin typeface="Cambria Math" panose="02040503050406030204" pitchFamily="18" charset="0"/>
                            </a:rPr>
                            <m:t>𝑺</m:t>
                          </m:r>
                          <m:r>
                            <a:rPr lang="en-US" sz="900" b="1" i="0">
                              <a:latin typeface="Cambria Math" panose="02040503050406030204" pitchFamily="18" charset="0"/>
                            </a:rPr>
                            <m:t>, </m:t>
                          </m:r>
                          <m:r>
                            <a:rPr lang="en-US" sz="900" b="1" i="1">
                              <a:latin typeface="Cambria Math" panose="02040503050406030204" pitchFamily="18" charset="0"/>
                            </a:rPr>
                            <m:t>𝑶𝒖𝒕𝒍𝒐𝒐𝒌</m:t>
                          </m:r>
                        </m:e>
                      </m:d>
                      <m:r>
                        <a:rPr lang="en-US" sz="900" b="1" i="0">
                          <a:latin typeface="Cambria Math" panose="02040503050406030204" pitchFamily="18" charset="0"/>
                        </a:rPr>
                        <m:t>=</m:t>
                      </m:r>
                      <m:r>
                        <a:rPr lang="tr-TR" sz="900" b="1" i="0" smtClean="0">
                          <a:latin typeface="Cambria Math" panose="02040503050406030204" pitchFamily="18" charset="0"/>
                        </a:rPr>
                        <m:t>𝟎</m:t>
                      </m:r>
                      <m:r>
                        <a:rPr lang="tr-TR" sz="900" b="1" i="0" smtClean="0">
                          <a:latin typeface="Cambria Math" panose="02040503050406030204" pitchFamily="18" charset="0"/>
                        </a:rPr>
                        <m:t>.</m:t>
                      </m:r>
                      <m:r>
                        <a:rPr lang="tr-TR" sz="900" b="1" i="0" smtClean="0">
                          <a:latin typeface="Cambria Math" panose="02040503050406030204" pitchFamily="18" charset="0"/>
                        </a:rPr>
                        <m:t>𝟐𝟒𝟔</m:t>
                      </m:r>
                    </m:oMath>
                  </m:oMathPara>
                </a14:m>
                <a:endParaRPr lang="en-US" sz="900" b="1" dirty="0"/>
              </a:p>
            </p:txBody>
          </p:sp>
        </mc:Choice>
        <mc:Fallback xmlns="">
          <p:sp>
            <p:nvSpPr>
              <p:cNvPr id="23" name="Dikdörtgen 22">
                <a:extLst>
                  <a:ext uri="{FF2B5EF4-FFF2-40B4-BE49-F238E27FC236}">
                    <a16:creationId xmlns:a16="http://schemas.microsoft.com/office/drawing/2014/main" id="{D0F2E3DF-366E-2839-4CDB-42EAC1BF81E8}"/>
                  </a:ext>
                </a:extLst>
              </p:cNvPr>
              <p:cNvSpPr>
                <a:spLocks noRot="1" noChangeAspect="1" noMove="1" noResize="1" noEditPoints="1" noAdjustHandles="1" noChangeArrowheads="1" noChangeShapeType="1" noTextEdit="1"/>
              </p:cNvSpPr>
              <p:nvPr/>
            </p:nvSpPr>
            <p:spPr>
              <a:xfrm>
                <a:off x="31493" y="1208099"/>
                <a:ext cx="1614160" cy="230832"/>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4" name="Dikdörtgen 23">
                <a:extLst>
                  <a:ext uri="{FF2B5EF4-FFF2-40B4-BE49-F238E27FC236}">
                    <a16:creationId xmlns:a16="http://schemas.microsoft.com/office/drawing/2014/main" id="{0A7369FA-369B-3400-0F46-EB3EE39D61CC}"/>
                  </a:ext>
                </a:extLst>
              </p:cNvPr>
              <p:cNvSpPr/>
              <p:nvPr/>
            </p:nvSpPr>
            <p:spPr>
              <a:xfrm>
                <a:off x="31932" y="1509957"/>
                <a:ext cx="1779653" cy="23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00" i="1" smtClean="0">
                          <a:latin typeface="Cambria Math" panose="02040503050406030204" pitchFamily="18" charset="0"/>
                        </a:rPr>
                        <m:t>𝐺𝑎𝑖𝑛</m:t>
                      </m:r>
                      <m:d>
                        <m:dPr>
                          <m:ctrlPr>
                            <a:rPr lang="en-US" sz="900" i="1">
                              <a:latin typeface="Cambria Math" panose="02040503050406030204" pitchFamily="18" charset="0"/>
                            </a:rPr>
                          </m:ctrlPr>
                        </m:dPr>
                        <m:e>
                          <m:r>
                            <a:rPr lang="en-US" sz="900" i="1">
                              <a:latin typeface="Cambria Math" panose="02040503050406030204" pitchFamily="18" charset="0"/>
                            </a:rPr>
                            <m:t>𝑆</m:t>
                          </m:r>
                          <m:r>
                            <a:rPr lang="en-US" sz="900" i="0">
                              <a:latin typeface="Cambria Math" panose="02040503050406030204" pitchFamily="18" charset="0"/>
                            </a:rPr>
                            <m:t>, </m:t>
                          </m:r>
                          <m:r>
                            <a:rPr lang="tr-TR" sz="900" b="0" i="1" smtClean="0">
                              <a:latin typeface="Cambria Math" panose="02040503050406030204" pitchFamily="18" charset="0"/>
                            </a:rPr>
                            <m:t>𝑇𝑒𝑚𝑝𝑒𝑟𝑎𝑡𝑢𝑟𝑒</m:t>
                          </m:r>
                        </m:e>
                      </m:d>
                      <m:r>
                        <a:rPr lang="en-US" sz="900" i="0">
                          <a:latin typeface="Cambria Math" panose="02040503050406030204" pitchFamily="18" charset="0"/>
                        </a:rPr>
                        <m:t>=</m:t>
                      </m:r>
                      <m:r>
                        <a:rPr lang="tr-TR" sz="900" b="0" i="0" smtClean="0">
                          <a:latin typeface="Cambria Math" panose="02040503050406030204" pitchFamily="18" charset="0"/>
                        </a:rPr>
                        <m:t>0.029</m:t>
                      </m:r>
                    </m:oMath>
                  </m:oMathPara>
                </a14:m>
                <a:endParaRPr lang="en-US" sz="900" dirty="0"/>
              </a:p>
            </p:txBody>
          </p:sp>
        </mc:Choice>
        <mc:Fallback xmlns="">
          <p:sp>
            <p:nvSpPr>
              <p:cNvPr id="24" name="Dikdörtgen 23">
                <a:extLst>
                  <a:ext uri="{FF2B5EF4-FFF2-40B4-BE49-F238E27FC236}">
                    <a16:creationId xmlns:a16="http://schemas.microsoft.com/office/drawing/2014/main" id="{0A7369FA-369B-3400-0F46-EB3EE39D61CC}"/>
                  </a:ext>
                </a:extLst>
              </p:cNvPr>
              <p:cNvSpPr>
                <a:spLocks noRot="1" noChangeAspect="1" noMove="1" noResize="1" noEditPoints="1" noAdjustHandles="1" noChangeArrowheads="1" noChangeShapeType="1" noTextEdit="1"/>
              </p:cNvSpPr>
              <p:nvPr/>
            </p:nvSpPr>
            <p:spPr>
              <a:xfrm>
                <a:off x="31932" y="1509957"/>
                <a:ext cx="1779653" cy="230832"/>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5" name="Dikdörtgen 24">
                <a:extLst>
                  <a:ext uri="{FF2B5EF4-FFF2-40B4-BE49-F238E27FC236}">
                    <a16:creationId xmlns:a16="http://schemas.microsoft.com/office/drawing/2014/main" id="{63D42818-FA95-01D0-C873-C12BB8AD39B3}"/>
                  </a:ext>
                </a:extLst>
              </p:cNvPr>
              <p:cNvSpPr/>
              <p:nvPr/>
            </p:nvSpPr>
            <p:spPr>
              <a:xfrm>
                <a:off x="31493" y="1805151"/>
                <a:ext cx="1588319" cy="2308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00" i="1" smtClean="0">
                          <a:latin typeface="Cambria Math" panose="02040503050406030204" pitchFamily="18" charset="0"/>
                        </a:rPr>
                        <m:t>𝐺𝑎𝑖𝑛</m:t>
                      </m:r>
                      <m:d>
                        <m:dPr>
                          <m:ctrlPr>
                            <a:rPr lang="en-US" sz="900" i="1">
                              <a:latin typeface="Cambria Math" panose="02040503050406030204" pitchFamily="18" charset="0"/>
                            </a:rPr>
                          </m:ctrlPr>
                        </m:dPr>
                        <m:e>
                          <m:r>
                            <a:rPr lang="en-US" sz="900" i="1">
                              <a:latin typeface="Cambria Math" panose="02040503050406030204" pitchFamily="18" charset="0"/>
                            </a:rPr>
                            <m:t>𝑆</m:t>
                          </m:r>
                          <m:r>
                            <a:rPr lang="en-US" sz="900" i="0">
                              <a:latin typeface="Cambria Math" panose="02040503050406030204" pitchFamily="18" charset="0"/>
                            </a:rPr>
                            <m:t>, </m:t>
                          </m:r>
                          <m:r>
                            <a:rPr lang="tr-TR" sz="900" b="0" i="1" smtClean="0">
                              <a:latin typeface="Cambria Math" panose="02040503050406030204" pitchFamily="18" charset="0"/>
                            </a:rPr>
                            <m:t>𝐻𝑢𝑚𝑖𝑑𝑖𝑡𝑦</m:t>
                          </m:r>
                        </m:e>
                      </m:d>
                      <m:r>
                        <a:rPr lang="en-US" sz="900" i="0">
                          <a:latin typeface="Cambria Math" panose="02040503050406030204" pitchFamily="18" charset="0"/>
                        </a:rPr>
                        <m:t>=</m:t>
                      </m:r>
                      <m:r>
                        <a:rPr lang="tr-TR" sz="900" b="0" i="0" smtClean="0">
                          <a:latin typeface="Cambria Math" panose="02040503050406030204" pitchFamily="18" charset="0"/>
                        </a:rPr>
                        <m:t>0.151</m:t>
                      </m:r>
                    </m:oMath>
                  </m:oMathPara>
                </a14:m>
                <a:endParaRPr lang="en-US" sz="900" dirty="0"/>
              </a:p>
            </p:txBody>
          </p:sp>
        </mc:Choice>
        <mc:Fallback xmlns="">
          <p:sp>
            <p:nvSpPr>
              <p:cNvPr id="25" name="Dikdörtgen 24">
                <a:extLst>
                  <a:ext uri="{FF2B5EF4-FFF2-40B4-BE49-F238E27FC236}">
                    <a16:creationId xmlns:a16="http://schemas.microsoft.com/office/drawing/2014/main" id="{63D42818-FA95-01D0-C873-C12BB8AD39B3}"/>
                  </a:ext>
                </a:extLst>
              </p:cNvPr>
              <p:cNvSpPr>
                <a:spLocks noRot="1" noChangeAspect="1" noMove="1" noResize="1" noEditPoints="1" noAdjustHandles="1" noChangeArrowheads="1" noChangeShapeType="1" noTextEdit="1"/>
              </p:cNvSpPr>
              <p:nvPr/>
            </p:nvSpPr>
            <p:spPr>
              <a:xfrm>
                <a:off x="31493" y="1805151"/>
                <a:ext cx="1588319" cy="230832"/>
              </a:xfrm>
              <a:prstGeom prst="rect">
                <a:avLst/>
              </a:prstGeom>
              <a:blipFill>
                <a:blip r:embed="rId7"/>
                <a:stretch>
                  <a:fillRect b="-2632"/>
                </a:stretch>
              </a:blipFill>
            </p:spPr>
            <p:txBody>
              <a:bodyPr/>
              <a:lstStyle/>
              <a:p>
                <a:r>
                  <a:rPr lang="tr-TR">
                    <a:noFill/>
                  </a:rPr>
                  <a:t> </a:t>
                </a:r>
              </a:p>
            </p:txBody>
          </p:sp>
        </mc:Fallback>
      </mc:AlternateContent>
      <p:sp>
        <p:nvSpPr>
          <p:cNvPr id="8" name="Oval 7">
            <a:extLst>
              <a:ext uri="{FF2B5EF4-FFF2-40B4-BE49-F238E27FC236}">
                <a16:creationId xmlns:a16="http://schemas.microsoft.com/office/drawing/2014/main" id="{03AF4287-C246-4F87-87A1-FD0FDDB534E1}"/>
              </a:ext>
            </a:extLst>
          </p:cNvPr>
          <p:cNvSpPr/>
          <p:nvPr/>
        </p:nvSpPr>
        <p:spPr>
          <a:xfrm>
            <a:off x="3029316" y="1438931"/>
            <a:ext cx="1190171" cy="9922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t>OUTLOOK</a:t>
            </a:r>
          </a:p>
        </p:txBody>
      </p:sp>
      <mc:AlternateContent xmlns:mc="http://schemas.openxmlformats.org/markup-compatibility/2006" xmlns:a14="http://schemas.microsoft.com/office/drawing/2010/main">
        <mc:Choice Requires="a14">
          <p:sp>
            <p:nvSpPr>
              <p:cNvPr id="9" name="Dikdörtgen 8">
                <a:extLst>
                  <a:ext uri="{FF2B5EF4-FFF2-40B4-BE49-F238E27FC236}">
                    <a16:creationId xmlns:a16="http://schemas.microsoft.com/office/drawing/2014/main" id="{9E818B97-E4EC-D90D-DC4F-55E4F31B5EF2}"/>
                  </a:ext>
                </a:extLst>
              </p:cNvPr>
              <p:cNvSpPr/>
              <p:nvPr/>
            </p:nvSpPr>
            <p:spPr>
              <a:xfrm>
                <a:off x="3048141" y="889825"/>
                <a:ext cx="1171346"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000" i="1">
                              <a:latin typeface="Cambria Math" panose="02040503050406030204" pitchFamily="18" charset="0"/>
                            </a:rPr>
                          </m:ctrlPr>
                        </m:dPr>
                        <m:e>
                          <m:d>
                            <m:dPr>
                              <m:begChr m:val=""/>
                              <m:endChr m:val="}"/>
                              <m:ctrlPr>
                                <a:rPr lang="en-US" sz="1000" i="1">
                                  <a:latin typeface="Cambria Math" panose="02040503050406030204" pitchFamily="18" charset="0"/>
                                </a:rPr>
                              </m:ctrlPr>
                            </m:dPr>
                            <m:e>
                              <m:r>
                                <a:rPr lang="en-US" sz="1000" i="1">
                                  <a:latin typeface="Cambria Math" panose="02040503050406030204" pitchFamily="18" charset="0"/>
                                </a:rPr>
                                <m:t>𝐷</m:t>
                              </m:r>
                              <m:r>
                                <a:rPr lang="en-US" sz="1000" i="0">
                                  <a:latin typeface="Cambria Math" panose="02040503050406030204" pitchFamily="18" charset="0"/>
                                </a:rPr>
                                <m:t>1, </m:t>
                              </m:r>
                              <m:r>
                                <a:rPr lang="en-US" sz="1000" i="1">
                                  <a:latin typeface="Cambria Math" panose="02040503050406030204" pitchFamily="18" charset="0"/>
                                </a:rPr>
                                <m:t>𝐷</m:t>
                              </m:r>
                              <m:r>
                                <a:rPr lang="en-US" sz="1000" i="0">
                                  <a:latin typeface="Cambria Math" panose="02040503050406030204" pitchFamily="18" charset="0"/>
                                </a:rPr>
                                <m:t>2,….,</m:t>
                              </m:r>
                              <m:r>
                                <a:rPr lang="en-US" sz="1000" i="1">
                                  <a:latin typeface="Cambria Math" panose="02040503050406030204" pitchFamily="18" charset="0"/>
                                </a:rPr>
                                <m:t>𝐷</m:t>
                              </m:r>
                              <m:r>
                                <a:rPr lang="en-US" sz="1000" i="0">
                                  <a:latin typeface="Cambria Math" panose="02040503050406030204" pitchFamily="18" charset="0"/>
                                </a:rPr>
                                <m:t>14</m:t>
                              </m:r>
                            </m:e>
                          </m:d>
                        </m:e>
                      </m:d>
                    </m:oMath>
                  </m:oMathPara>
                </a14:m>
                <a:endParaRPr lang="en-US" sz="1000" dirty="0"/>
              </a:p>
            </p:txBody>
          </p:sp>
        </mc:Choice>
        <mc:Fallback xmlns="">
          <p:sp>
            <p:nvSpPr>
              <p:cNvPr id="9" name="Dikdörtgen 8">
                <a:extLst>
                  <a:ext uri="{FF2B5EF4-FFF2-40B4-BE49-F238E27FC236}">
                    <a16:creationId xmlns:a16="http://schemas.microsoft.com/office/drawing/2014/main" id="{9E818B97-E4EC-D90D-DC4F-55E4F31B5EF2}"/>
                  </a:ext>
                </a:extLst>
              </p:cNvPr>
              <p:cNvSpPr>
                <a:spLocks noRot="1" noChangeAspect="1" noMove="1" noResize="1" noEditPoints="1" noAdjustHandles="1" noChangeArrowheads="1" noChangeShapeType="1" noTextEdit="1"/>
              </p:cNvSpPr>
              <p:nvPr/>
            </p:nvSpPr>
            <p:spPr>
              <a:xfrm>
                <a:off x="3048141" y="889825"/>
                <a:ext cx="1171346" cy="246221"/>
              </a:xfrm>
              <a:prstGeom prst="rect">
                <a:avLst/>
              </a:prstGeom>
              <a:blipFill>
                <a:blip r:embed="rId8"/>
                <a:stretch>
                  <a:fillRect l="-10938" t="-97500" r="-24479" b="-155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Dikdörtgen 9">
                <a:extLst>
                  <a:ext uri="{FF2B5EF4-FFF2-40B4-BE49-F238E27FC236}">
                    <a16:creationId xmlns:a16="http://schemas.microsoft.com/office/drawing/2014/main" id="{9CFB7E16-3E59-8C27-BF69-9D3669B91CEC}"/>
                  </a:ext>
                </a:extLst>
              </p:cNvPr>
              <p:cNvSpPr/>
              <p:nvPr/>
            </p:nvSpPr>
            <p:spPr>
              <a:xfrm>
                <a:off x="3274196" y="1177811"/>
                <a:ext cx="718594"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000" i="1">
                              <a:latin typeface="Cambria Math" panose="02040503050406030204" pitchFamily="18" charset="0"/>
                            </a:rPr>
                          </m:ctrlPr>
                        </m:dPr>
                        <m:e>
                          <m:r>
                            <a:rPr lang="en-US" sz="1000">
                              <a:latin typeface="Cambria Math" panose="02040503050406030204" pitchFamily="18" charset="0"/>
                            </a:rPr>
                            <m:t>9</m:t>
                          </m:r>
                          <m:r>
                            <a:rPr lang="en-US" sz="1000" i="0">
                              <a:latin typeface="Cambria Math" panose="02040503050406030204" pitchFamily="18" charset="0"/>
                            </a:rPr>
                            <m:t>+,5−</m:t>
                          </m:r>
                        </m:e>
                      </m:d>
                    </m:oMath>
                  </m:oMathPara>
                </a14:m>
                <a:endParaRPr lang="en-US" sz="1000" dirty="0"/>
              </a:p>
            </p:txBody>
          </p:sp>
        </mc:Choice>
        <mc:Fallback xmlns="">
          <p:sp>
            <p:nvSpPr>
              <p:cNvPr id="10" name="Dikdörtgen 9">
                <a:extLst>
                  <a:ext uri="{FF2B5EF4-FFF2-40B4-BE49-F238E27FC236}">
                    <a16:creationId xmlns:a16="http://schemas.microsoft.com/office/drawing/2014/main" id="{9CFB7E16-3E59-8C27-BF69-9D3669B91CEC}"/>
                  </a:ext>
                </a:extLst>
              </p:cNvPr>
              <p:cNvSpPr>
                <a:spLocks noRot="1" noChangeAspect="1" noMove="1" noResize="1" noEditPoints="1" noAdjustHandles="1" noChangeArrowheads="1" noChangeShapeType="1" noTextEdit="1"/>
              </p:cNvSpPr>
              <p:nvPr/>
            </p:nvSpPr>
            <p:spPr>
              <a:xfrm>
                <a:off x="3274196" y="1177811"/>
                <a:ext cx="718594" cy="246221"/>
              </a:xfrm>
              <a:prstGeom prst="rect">
                <a:avLst/>
              </a:prstGeom>
              <a:blipFill>
                <a:blip r:embed="rId9"/>
                <a:stretch>
                  <a:fillRect/>
                </a:stretch>
              </a:blipFill>
            </p:spPr>
            <p:txBody>
              <a:bodyPr/>
              <a:lstStyle/>
              <a:p>
                <a:r>
                  <a:rPr lang="tr-TR">
                    <a:noFill/>
                  </a:rPr>
                  <a:t> </a:t>
                </a:r>
              </a:p>
            </p:txBody>
          </p:sp>
        </mc:Fallback>
      </mc:AlternateContent>
      <p:cxnSp>
        <p:nvCxnSpPr>
          <p:cNvPr id="12" name="Düz Bağlayıcı 11">
            <a:extLst>
              <a:ext uri="{FF2B5EF4-FFF2-40B4-BE49-F238E27FC236}">
                <a16:creationId xmlns:a16="http://schemas.microsoft.com/office/drawing/2014/main" id="{AAD9D9C8-F755-3A21-F200-3B53D3A8971C}"/>
              </a:ext>
            </a:extLst>
          </p:cNvPr>
          <p:cNvCxnSpPr>
            <a:cxnSpLocks/>
            <a:stCxn id="8" idx="4"/>
          </p:cNvCxnSpPr>
          <p:nvPr/>
        </p:nvCxnSpPr>
        <p:spPr>
          <a:xfrm flipH="1">
            <a:off x="1701258" y="2431143"/>
            <a:ext cx="1923144" cy="75474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Düz Bağlayıcı 13">
            <a:extLst>
              <a:ext uri="{FF2B5EF4-FFF2-40B4-BE49-F238E27FC236}">
                <a16:creationId xmlns:a16="http://schemas.microsoft.com/office/drawing/2014/main" id="{0EA4A06C-2A0B-8009-1301-4979996B4BF1}"/>
              </a:ext>
            </a:extLst>
          </p:cNvPr>
          <p:cNvCxnSpPr>
            <a:stCxn id="8" idx="4"/>
          </p:cNvCxnSpPr>
          <p:nvPr/>
        </p:nvCxnSpPr>
        <p:spPr>
          <a:xfrm>
            <a:off x="3624402" y="2431143"/>
            <a:ext cx="0" cy="822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Düz Bağlayıcı 15">
            <a:extLst>
              <a:ext uri="{FF2B5EF4-FFF2-40B4-BE49-F238E27FC236}">
                <a16:creationId xmlns:a16="http://schemas.microsoft.com/office/drawing/2014/main" id="{BBB18665-B13B-1E3B-3973-5BE172066573}"/>
              </a:ext>
            </a:extLst>
          </p:cNvPr>
          <p:cNvCxnSpPr>
            <a:cxnSpLocks/>
            <a:stCxn id="8" idx="4"/>
          </p:cNvCxnSpPr>
          <p:nvPr/>
        </p:nvCxnSpPr>
        <p:spPr>
          <a:xfrm>
            <a:off x="3624402" y="2431143"/>
            <a:ext cx="1680570" cy="754743"/>
          </a:xfrm>
          <a:prstGeom prst="line">
            <a:avLst/>
          </a:prstGeom>
        </p:spPr>
        <p:style>
          <a:lnRef idx="1">
            <a:schemeClr val="accent1"/>
          </a:lnRef>
          <a:fillRef idx="0">
            <a:schemeClr val="accent1"/>
          </a:fillRef>
          <a:effectRef idx="0">
            <a:schemeClr val="accent1"/>
          </a:effectRef>
          <a:fontRef idx="minor">
            <a:schemeClr val="tx1"/>
          </a:fontRef>
        </p:style>
      </p:cxnSp>
      <p:sp>
        <p:nvSpPr>
          <p:cNvPr id="19" name="Metin kutusu 18">
            <a:extLst>
              <a:ext uri="{FF2B5EF4-FFF2-40B4-BE49-F238E27FC236}">
                <a16:creationId xmlns:a16="http://schemas.microsoft.com/office/drawing/2014/main" id="{C908232F-053B-C901-FFC5-864F8C803DE9}"/>
              </a:ext>
            </a:extLst>
          </p:cNvPr>
          <p:cNvSpPr txBox="1"/>
          <p:nvPr/>
        </p:nvSpPr>
        <p:spPr>
          <a:xfrm>
            <a:off x="2052827" y="2720629"/>
            <a:ext cx="731290" cy="307777"/>
          </a:xfrm>
          <a:prstGeom prst="rect">
            <a:avLst/>
          </a:prstGeom>
          <a:noFill/>
        </p:spPr>
        <p:txBody>
          <a:bodyPr wrap="none" rtlCol="0">
            <a:spAutoFit/>
          </a:bodyPr>
          <a:lstStyle/>
          <a:p>
            <a:r>
              <a:rPr lang="tr-TR" b="1" dirty="0" err="1"/>
              <a:t>Sunny</a:t>
            </a:r>
            <a:endParaRPr lang="tr-TR" b="1" dirty="0"/>
          </a:p>
        </p:txBody>
      </p:sp>
      <p:sp>
        <p:nvSpPr>
          <p:cNvPr id="20" name="Metin kutusu 19">
            <a:extLst>
              <a:ext uri="{FF2B5EF4-FFF2-40B4-BE49-F238E27FC236}">
                <a16:creationId xmlns:a16="http://schemas.microsoft.com/office/drawing/2014/main" id="{15C0B77F-9DCD-D2F9-9C50-9D6A041F0F50}"/>
              </a:ext>
            </a:extLst>
          </p:cNvPr>
          <p:cNvSpPr txBox="1"/>
          <p:nvPr/>
        </p:nvSpPr>
        <p:spPr>
          <a:xfrm>
            <a:off x="3093643" y="2808514"/>
            <a:ext cx="950901" cy="307777"/>
          </a:xfrm>
          <a:prstGeom prst="rect">
            <a:avLst/>
          </a:prstGeom>
          <a:noFill/>
        </p:spPr>
        <p:txBody>
          <a:bodyPr wrap="none" rtlCol="0">
            <a:spAutoFit/>
          </a:bodyPr>
          <a:lstStyle/>
          <a:p>
            <a:r>
              <a:rPr lang="tr-TR" b="1" dirty="0" err="1"/>
              <a:t>Overcast</a:t>
            </a:r>
            <a:endParaRPr lang="tr-TR" b="1" dirty="0"/>
          </a:p>
        </p:txBody>
      </p:sp>
      <p:sp>
        <p:nvSpPr>
          <p:cNvPr id="21" name="Metin kutusu 20">
            <a:extLst>
              <a:ext uri="{FF2B5EF4-FFF2-40B4-BE49-F238E27FC236}">
                <a16:creationId xmlns:a16="http://schemas.microsoft.com/office/drawing/2014/main" id="{4663DC2F-5444-8860-BAD8-31719D062814}"/>
              </a:ext>
            </a:extLst>
          </p:cNvPr>
          <p:cNvSpPr txBox="1"/>
          <p:nvPr/>
        </p:nvSpPr>
        <p:spPr>
          <a:xfrm>
            <a:off x="4519184" y="2763085"/>
            <a:ext cx="572593" cy="307777"/>
          </a:xfrm>
          <a:prstGeom prst="rect">
            <a:avLst/>
          </a:prstGeom>
          <a:noFill/>
        </p:spPr>
        <p:txBody>
          <a:bodyPr wrap="none" rtlCol="0">
            <a:spAutoFit/>
          </a:bodyPr>
          <a:lstStyle/>
          <a:p>
            <a:r>
              <a:rPr lang="tr-TR" b="1" dirty="0" err="1"/>
              <a:t>Rain</a:t>
            </a:r>
            <a:endParaRPr lang="tr-TR" b="1" dirty="0"/>
          </a:p>
        </p:txBody>
      </p:sp>
      <mc:AlternateContent xmlns:mc="http://schemas.openxmlformats.org/markup-compatibility/2006" xmlns:a14="http://schemas.microsoft.com/office/drawing/2010/main">
        <mc:Choice Requires="a14">
          <p:sp>
            <p:nvSpPr>
              <p:cNvPr id="28" name="Dikdörtgen 27">
                <a:extLst>
                  <a:ext uri="{FF2B5EF4-FFF2-40B4-BE49-F238E27FC236}">
                    <a16:creationId xmlns:a16="http://schemas.microsoft.com/office/drawing/2014/main" id="{DD6ECA8E-A5E3-EA90-BA9D-2F9A82628FA7}"/>
                  </a:ext>
                </a:extLst>
              </p:cNvPr>
              <p:cNvSpPr/>
              <p:nvPr/>
            </p:nvSpPr>
            <p:spPr>
              <a:xfrm>
                <a:off x="815857" y="3198373"/>
                <a:ext cx="1646337" cy="553998"/>
              </a:xfrm>
              <a:prstGeom prst="rect">
                <a:avLst/>
              </a:prstGeom>
            </p:spPr>
            <p:txBody>
              <a:bodyPr wrap="square">
                <a:spAutoFit/>
              </a:bodyPr>
              <a:lstStyle/>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10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tr-TR" sz="1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1, </m:t>
                              </m:r>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2,</m:t>
                              </m:r>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8, </m:t>
                              </m:r>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9,</m:t>
                              </m:r>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11</m:t>
                              </m:r>
                            </m:e>
                          </m:d>
                        </m:e>
                      </m:d>
                    </m:oMath>
                  </m:oMathPara>
                </a14:m>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1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1000" i="1">
                              <a:latin typeface="Cambria Math" panose="02040503050406030204" pitchFamily="18" charset="0"/>
                              <a:ea typeface="Times New Roman" panose="02020603050405020304" pitchFamily="18" charset="0"/>
                              <a:cs typeface="Times New Roman" panose="02020603050405020304" pitchFamily="18" charset="0"/>
                            </a:rPr>
                            <m:t>2+,3−</m:t>
                          </m:r>
                        </m:e>
                      </m:d>
                    </m:oMath>
                  </m:oMathPara>
                </a14:m>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Dikdörtgen 27">
                <a:extLst>
                  <a:ext uri="{FF2B5EF4-FFF2-40B4-BE49-F238E27FC236}">
                    <a16:creationId xmlns:a16="http://schemas.microsoft.com/office/drawing/2014/main" id="{DD6ECA8E-A5E3-EA90-BA9D-2F9A82628FA7}"/>
                  </a:ext>
                </a:extLst>
              </p:cNvPr>
              <p:cNvSpPr>
                <a:spLocks noRot="1" noChangeAspect="1" noMove="1" noResize="1" noEditPoints="1" noAdjustHandles="1" noChangeArrowheads="1" noChangeShapeType="1" noTextEdit="1"/>
              </p:cNvSpPr>
              <p:nvPr/>
            </p:nvSpPr>
            <p:spPr>
              <a:xfrm>
                <a:off x="815857" y="3198373"/>
                <a:ext cx="1646337" cy="553998"/>
              </a:xfrm>
              <a:prstGeom prst="rect">
                <a:avLst/>
              </a:prstGeom>
              <a:blipFill>
                <a:blip r:embed="rId10"/>
                <a:stretch>
                  <a:fillRect t="-34066" r="-8519" b="-2087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0" name="Dikdörtgen 29">
                <a:extLst>
                  <a:ext uri="{FF2B5EF4-FFF2-40B4-BE49-F238E27FC236}">
                    <a16:creationId xmlns:a16="http://schemas.microsoft.com/office/drawing/2014/main" id="{6D1B5556-25BC-1A70-2A00-D6D3E48A1D04}"/>
                  </a:ext>
                </a:extLst>
              </p:cNvPr>
              <p:cNvSpPr/>
              <p:nvPr/>
            </p:nvSpPr>
            <p:spPr>
              <a:xfrm>
                <a:off x="2751855" y="3985739"/>
                <a:ext cx="1745091" cy="553998"/>
              </a:xfrm>
              <a:prstGeom prst="rect">
                <a:avLst/>
              </a:prstGeom>
            </p:spPr>
            <p:txBody>
              <a:bodyPr wrap="square">
                <a:spAutoFit/>
              </a:bodyPr>
              <a:lstStyle/>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10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tr-TR" sz="1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3, </m:t>
                              </m:r>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7,</m:t>
                              </m:r>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12, </m:t>
                              </m:r>
                              <m:r>
                                <a:rPr lang="en-US" sz="1000" i="1">
                                  <a:latin typeface="Cambria Math" panose="02040503050406030204" pitchFamily="18" charset="0"/>
                                  <a:ea typeface="Times New Roman" panose="02020603050405020304" pitchFamily="18" charset="0"/>
                                  <a:cs typeface="Times New Roman" panose="02020603050405020304" pitchFamily="18" charset="0"/>
                                </a:rPr>
                                <m:t>𝐷</m:t>
                              </m:r>
                              <m:r>
                                <a:rPr lang="en-US" sz="1000" i="1">
                                  <a:latin typeface="Cambria Math" panose="02040503050406030204" pitchFamily="18" charset="0"/>
                                  <a:ea typeface="Times New Roman" panose="02020603050405020304" pitchFamily="18" charset="0"/>
                                  <a:cs typeface="Times New Roman" panose="02020603050405020304" pitchFamily="18" charset="0"/>
                                </a:rPr>
                                <m:t>13</m:t>
                              </m:r>
                            </m:e>
                          </m:d>
                        </m:e>
                      </m:d>
                    </m:oMath>
                  </m:oMathPara>
                </a14:m>
                <a:endParaRPr lang="tr-TR" sz="10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1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1000" i="1">
                              <a:latin typeface="Cambria Math" panose="02040503050406030204" pitchFamily="18" charset="0"/>
                              <a:ea typeface="Times New Roman" panose="02020603050405020304" pitchFamily="18" charset="0"/>
                              <a:cs typeface="Times New Roman" panose="02020603050405020304" pitchFamily="18" charset="0"/>
                            </a:rPr>
                            <m:t>4+,0−</m:t>
                          </m:r>
                        </m:e>
                      </m:d>
                    </m:oMath>
                  </m:oMathPara>
                </a14:m>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0" name="Dikdörtgen 29">
                <a:extLst>
                  <a:ext uri="{FF2B5EF4-FFF2-40B4-BE49-F238E27FC236}">
                    <a16:creationId xmlns:a16="http://schemas.microsoft.com/office/drawing/2014/main" id="{6D1B5556-25BC-1A70-2A00-D6D3E48A1D04}"/>
                  </a:ext>
                </a:extLst>
              </p:cNvPr>
              <p:cNvSpPr>
                <a:spLocks noRot="1" noChangeAspect="1" noMove="1" noResize="1" noEditPoints="1" noAdjustHandles="1" noChangeArrowheads="1" noChangeShapeType="1" noTextEdit="1"/>
              </p:cNvSpPr>
              <p:nvPr/>
            </p:nvSpPr>
            <p:spPr>
              <a:xfrm>
                <a:off x="2751855" y="3985739"/>
                <a:ext cx="1745091" cy="553998"/>
              </a:xfrm>
              <a:prstGeom prst="rect">
                <a:avLst/>
              </a:prstGeom>
              <a:blipFill>
                <a:blip r:embed="rId11"/>
                <a:stretch>
                  <a:fillRect t="-34066" r="-1742" b="-2087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1" name="Dikdörtgen 30">
                <a:extLst>
                  <a:ext uri="{FF2B5EF4-FFF2-40B4-BE49-F238E27FC236}">
                    <a16:creationId xmlns:a16="http://schemas.microsoft.com/office/drawing/2014/main" id="{D33C2B56-F4D6-9192-8A91-905470B667FE}"/>
                  </a:ext>
                </a:extLst>
              </p:cNvPr>
              <p:cNvSpPr/>
              <p:nvPr/>
            </p:nvSpPr>
            <p:spPr>
              <a:xfrm>
                <a:off x="4306088" y="3198373"/>
                <a:ext cx="2258516" cy="577081"/>
              </a:xfrm>
              <a:prstGeom prst="rect">
                <a:avLst/>
              </a:prstGeom>
            </p:spPr>
            <p:txBody>
              <a:bodyPr wrap="square">
                <a:spAutoFit/>
              </a:bodyPr>
              <a:lstStyle/>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105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tr-TR" sz="1050" i="1">
                                  <a:latin typeface="Cambria Math" panose="02040503050406030204" pitchFamily="18" charset="0"/>
                                  <a:ea typeface="Times New Roman" panose="02020603050405020304" pitchFamily="18" charset="0"/>
                                  <a:cs typeface="Times New Roman" panose="02020603050405020304" pitchFamily="18" charset="0"/>
                                </a:rPr>
                              </m:ctrlPr>
                            </m:dPr>
                            <m:e>
                              <m:r>
                                <a:rPr lang="en-US" sz="1050" i="1">
                                  <a:latin typeface="Cambria Math" panose="02040503050406030204" pitchFamily="18" charset="0"/>
                                  <a:ea typeface="Times New Roman" panose="02020603050405020304" pitchFamily="18" charset="0"/>
                                  <a:cs typeface="Times New Roman" panose="02020603050405020304" pitchFamily="18" charset="0"/>
                                </a:rPr>
                                <m:t>𝐷</m:t>
                              </m:r>
                              <m:r>
                                <a:rPr lang="en-US" sz="1050" i="1">
                                  <a:latin typeface="Cambria Math" panose="02040503050406030204" pitchFamily="18" charset="0"/>
                                  <a:ea typeface="Times New Roman" panose="02020603050405020304" pitchFamily="18" charset="0"/>
                                  <a:cs typeface="Times New Roman" panose="02020603050405020304" pitchFamily="18" charset="0"/>
                                </a:rPr>
                                <m:t>4, </m:t>
                              </m:r>
                              <m:r>
                                <a:rPr lang="en-US" sz="1050" i="1">
                                  <a:latin typeface="Cambria Math" panose="02040503050406030204" pitchFamily="18" charset="0"/>
                                  <a:ea typeface="Times New Roman" panose="02020603050405020304" pitchFamily="18" charset="0"/>
                                  <a:cs typeface="Times New Roman" panose="02020603050405020304" pitchFamily="18" charset="0"/>
                                </a:rPr>
                                <m:t>𝐷</m:t>
                              </m:r>
                              <m:r>
                                <a:rPr lang="en-US" sz="1050" i="1">
                                  <a:latin typeface="Cambria Math" panose="02040503050406030204" pitchFamily="18" charset="0"/>
                                  <a:ea typeface="Times New Roman" panose="02020603050405020304" pitchFamily="18" charset="0"/>
                                  <a:cs typeface="Times New Roman" panose="02020603050405020304" pitchFamily="18" charset="0"/>
                                </a:rPr>
                                <m:t>5,</m:t>
                              </m:r>
                              <m:r>
                                <a:rPr lang="en-US" sz="1050" i="1">
                                  <a:latin typeface="Cambria Math" panose="02040503050406030204" pitchFamily="18" charset="0"/>
                                  <a:ea typeface="Times New Roman" panose="02020603050405020304" pitchFamily="18" charset="0"/>
                                  <a:cs typeface="Times New Roman" panose="02020603050405020304" pitchFamily="18" charset="0"/>
                                </a:rPr>
                                <m:t>𝐷</m:t>
                              </m:r>
                              <m:r>
                                <a:rPr lang="en-US" sz="1050" i="1">
                                  <a:latin typeface="Cambria Math" panose="02040503050406030204" pitchFamily="18" charset="0"/>
                                  <a:ea typeface="Times New Roman" panose="02020603050405020304" pitchFamily="18" charset="0"/>
                                  <a:cs typeface="Times New Roman" panose="02020603050405020304" pitchFamily="18" charset="0"/>
                                </a:rPr>
                                <m:t>6, </m:t>
                              </m:r>
                              <m:r>
                                <a:rPr lang="en-US" sz="1050" i="1">
                                  <a:latin typeface="Cambria Math" panose="02040503050406030204" pitchFamily="18" charset="0"/>
                                  <a:ea typeface="Times New Roman" panose="02020603050405020304" pitchFamily="18" charset="0"/>
                                  <a:cs typeface="Times New Roman" panose="02020603050405020304" pitchFamily="18" charset="0"/>
                                </a:rPr>
                                <m:t>𝐷</m:t>
                              </m:r>
                              <m:r>
                                <a:rPr lang="en-US" sz="1050" i="1">
                                  <a:latin typeface="Cambria Math" panose="02040503050406030204" pitchFamily="18" charset="0"/>
                                  <a:ea typeface="Times New Roman" panose="02020603050405020304" pitchFamily="18" charset="0"/>
                                  <a:cs typeface="Times New Roman" panose="02020603050405020304" pitchFamily="18" charset="0"/>
                                </a:rPr>
                                <m:t>10,</m:t>
                              </m:r>
                              <m:r>
                                <a:rPr lang="en-US" sz="1050" i="1">
                                  <a:latin typeface="Cambria Math" panose="02040503050406030204" pitchFamily="18" charset="0"/>
                                  <a:ea typeface="Times New Roman" panose="02020603050405020304" pitchFamily="18" charset="0"/>
                                  <a:cs typeface="Times New Roman" panose="02020603050405020304" pitchFamily="18" charset="0"/>
                                </a:rPr>
                                <m:t>𝐷</m:t>
                              </m:r>
                              <m:r>
                                <a:rPr lang="en-US" sz="1050" i="1">
                                  <a:latin typeface="Cambria Math" panose="02040503050406030204" pitchFamily="18" charset="0"/>
                                  <a:ea typeface="Times New Roman" panose="02020603050405020304" pitchFamily="18" charset="0"/>
                                  <a:cs typeface="Times New Roman" panose="02020603050405020304" pitchFamily="18" charset="0"/>
                                </a:rPr>
                                <m:t>14</m:t>
                              </m:r>
                            </m:e>
                          </m:d>
                        </m:e>
                      </m:d>
                    </m:oMath>
                  </m:oMathPara>
                </a14:m>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1050" i="1">
                              <a:latin typeface="Cambria Math" panose="02040503050406030204" pitchFamily="18" charset="0"/>
                              <a:ea typeface="Times New Roman" panose="02020603050405020304" pitchFamily="18" charset="0"/>
                              <a:cs typeface="Times New Roman" panose="02020603050405020304" pitchFamily="18" charset="0"/>
                            </a:rPr>
                          </m:ctrlPr>
                        </m:dPr>
                        <m:e>
                          <m:r>
                            <a:rPr lang="en-US" sz="1050" i="1">
                              <a:latin typeface="Cambria Math" panose="02040503050406030204" pitchFamily="18" charset="0"/>
                              <a:ea typeface="Times New Roman" panose="02020603050405020304" pitchFamily="18" charset="0"/>
                              <a:cs typeface="Times New Roman" panose="02020603050405020304" pitchFamily="18" charset="0"/>
                            </a:rPr>
                            <m:t>3+,2−</m:t>
                          </m:r>
                        </m:e>
                      </m:d>
                    </m:oMath>
                  </m:oMathPara>
                </a14:m>
                <a:endParaRPr lang="tr-TR" sz="105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1" name="Dikdörtgen 30">
                <a:extLst>
                  <a:ext uri="{FF2B5EF4-FFF2-40B4-BE49-F238E27FC236}">
                    <a16:creationId xmlns:a16="http://schemas.microsoft.com/office/drawing/2014/main" id="{D33C2B56-F4D6-9192-8A91-905470B667FE}"/>
                  </a:ext>
                </a:extLst>
              </p:cNvPr>
              <p:cNvSpPr>
                <a:spLocks noRot="1" noChangeAspect="1" noMove="1" noResize="1" noEditPoints="1" noAdjustHandles="1" noChangeArrowheads="1" noChangeShapeType="1" noTextEdit="1"/>
              </p:cNvSpPr>
              <p:nvPr/>
            </p:nvSpPr>
            <p:spPr>
              <a:xfrm>
                <a:off x="4306088" y="3198373"/>
                <a:ext cx="2258516" cy="577081"/>
              </a:xfrm>
              <a:prstGeom prst="rect">
                <a:avLst/>
              </a:prstGeom>
              <a:blipFill>
                <a:blip r:embed="rId12"/>
                <a:stretch>
                  <a:fillRect t="-34043" b="-23404"/>
                </a:stretch>
              </a:blipFill>
            </p:spPr>
            <p:txBody>
              <a:bodyPr/>
              <a:lstStyle/>
              <a:p>
                <a:r>
                  <a:rPr lang="tr-TR">
                    <a:noFill/>
                  </a:rPr>
                  <a:t> </a:t>
                </a:r>
              </a:p>
            </p:txBody>
          </p:sp>
        </mc:Fallback>
      </mc:AlternateContent>
      <p:sp>
        <p:nvSpPr>
          <p:cNvPr id="1248" name="Oval 1247">
            <a:extLst>
              <a:ext uri="{FF2B5EF4-FFF2-40B4-BE49-F238E27FC236}">
                <a16:creationId xmlns:a16="http://schemas.microsoft.com/office/drawing/2014/main" id="{E31300ED-D7F9-EFD9-CCE6-0520C4770ABC}"/>
              </a:ext>
            </a:extLst>
          </p:cNvPr>
          <p:cNvSpPr/>
          <p:nvPr/>
        </p:nvSpPr>
        <p:spPr>
          <a:xfrm>
            <a:off x="3259750" y="3257566"/>
            <a:ext cx="747485" cy="733046"/>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solidFill>
                  <a:schemeClr val="tx1"/>
                </a:solidFill>
              </a:rPr>
              <a:t>YES</a:t>
            </a:r>
          </a:p>
        </p:txBody>
      </p:sp>
    </p:spTree>
    <p:extLst>
      <p:ext uri="{BB962C8B-B14F-4D97-AF65-F5344CB8AC3E}">
        <p14:creationId xmlns:p14="http://schemas.microsoft.com/office/powerpoint/2010/main" val="2898048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randombar(horizontal)">
                                      <p:cBhvr>
                                        <p:cTn id="14" dur="500"/>
                                        <p:tgtEl>
                                          <p:spTgt spid="10"/>
                                        </p:tgtEl>
                                      </p:cBhvr>
                                    </p:animEffect>
                                  </p:childTnLst>
                                </p:cTn>
                              </p:par>
                              <p:par>
                                <p:cTn id="15" presetID="14" presetClass="entr" presetSubtype="1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randombar(horizontal)">
                                      <p:cBhvr>
                                        <p:cTn id="22" dur="500"/>
                                        <p:tgtEl>
                                          <p:spTgt spid="12"/>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randombar(horizontal)">
                                      <p:cBhvr>
                                        <p:cTn id="25" dur="5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randombar(horizontal)">
                                      <p:cBhvr>
                                        <p:cTn id="30" dur="500"/>
                                        <p:tgtEl>
                                          <p:spTgt spid="20"/>
                                        </p:tgtEl>
                                      </p:cBhvr>
                                    </p:animEffect>
                                  </p:childTnLst>
                                </p:cTn>
                              </p:par>
                              <p:par>
                                <p:cTn id="31" presetID="14" presetClass="entr" presetSubtype="1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randombar(horizontal)">
                                      <p:cBhvr>
                                        <p:cTn id="33" dur="500"/>
                                        <p:tgtEl>
                                          <p:spTgt spid="14"/>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randombar(horizontal)">
                                      <p:cBhvr>
                                        <p:cTn id="38" dur="500"/>
                                        <p:tgtEl>
                                          <p:spTgt spid="16"/>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randombar(horizontal)">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4" presetClass="entr" presetSubtype="10" fill="hold" grpId="0" nodeType="clickEffect">
                                  <p:stCondLst>
                                    <p:cond delay="0"/>
                                  </p:stCondLst>
                                  <p:childTnLst>
                                    <p:set>
                                      <p:cBhvr>
                                        <p:cTn id="45" dur="1" fill="hold">
                                          <p:stCondLst>
                                            <p:cond delay="0"/>
                                          </p:stCondLst>
                                        </p:cTn>
                                        <p:tgtEl>
                                          <p:spTgt spid="1248"/>
                                        </p:tgtEl>
                                        <p:attrNameLst>
                                          <p:attrName>style.visibility</p:attrName>
                                        </p:attrNameLst>
                                      </p:cBhvr>
                                      <p:to>
                                        <p:strVal val="visible"/>
                                      </p:to>
                                    </p:set>
                                    <p:animEffect transition="in" filter="randombar(horizontal)">
                                      <p:cBhvr>
                                        <p:cTn id="46" dur="500"/>
                                        <p:tgtEl>
                                          <p:spTgt spid="124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randombar(horizontal)">
                                      <p:cBhvr>
                                        <p:cTn id="51" dur="500"/>
                                        <p:tgtEl>
                                          <p:spTgt spid="30"/>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randombar(horizontal)">
                                      <p:cBhvr>
                                        <p:cTn id="56" dur="500"/>
                                        <p:tgtEl>
                                          <p:spTgt spid="28"/>
                                        </p:tgtEl>
                                      </p:cBhvr>
                                    </p:animEffect>
                                  </p:childTnLst>
                                </p:cTn>
                              </p:par>
                            </p:childTnLst>
                          </p:cTn>
                        </p:par>
                      </p:childTnLst>
                    </p:cTn>
                  </p:par>
                  <p:par>
                    <p:cTn id="57" fill="hold">
                      <p:stCondLst>
                        <p:cond delay="indefinite"/>
                      </p:stCondLst>
                      <p:childTnLst>
                        <p:par>
                          <p:cTn id="58" fill="hold">
                            <p:stCondLst>
                              <p:cond delay="0"/>
                            </p:stCondLst>
                            <p:childTnLst>
                              <p:par>
                                <p:cTn id="59" presetID="14" presetClass="entr" presetSubtype="1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animEffect transition="in" filter="randombar(horizontal)">
                                      <p:cBhvr>
                                        <p:cTn id="6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9" grpId="0"/>
      <p:bldP spid="20" grpId="0"/>
      <p:bldP spid="21" grpId="0"/>
      <p:bldP spid="28" grpId="0"/>
      <p:bldP spid="30" grpId="0"/>
      <p:bldP spid="31" grpId="0"/>
      <p:bldP spid="124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p:graphicFrame>
        <p:nvGraphicFramePr>
          <p:cNvPr id="4" name="Tablo 3">
            <a:extLst>
              <a:ext uri="{FF2B5EF4-FFF2-40B4-BE49-F238E27FC236}">
                <a16:creationId xmlns:a16="http://schemas.microsoft.com/office/drawing/2014/main" id="{1C64CE52-CBA0-B877-4DE3-2CA8930CF13C}"/>
              </a:ext>
            </a:extLst>
          </p:cNvPr>
          <p:cNvGraphicFramePr>
            <a:graphicFrameLocks noGrp="1"/>
          </p:cNvGraphicFramePr>
          <p:nvPr>
            <p:extLst>
              <p:ext uri="{D42A27DB-BD31-4B8C-83A1-F6EECF244321}">
                <p14:modId xmlns:p14="http://schemas.microsoft.com/office/powerpoint/2010/main" val="3713770164"/>
              </p:ext>
            </p:extLst>
          </p:nvPr>
        </p:nvGraphicFramePr>
        <p:xfrm>
          <a:off x="4926520" y="921920"/>
          <a:ext cx="4217480" cy="1257300"/>
        </p:xfrm>
        <a:graphic>
          <a:graphicData uri="http://schemas.openxmlformats.org/drawingml/2006/table">
            <a:tbl>
              <a:tblPr firstRow="1" firstCol="1" bandRow="1">
                <a:tableStyleId>{5C22544A-7EE6-4342-B048-85BDC9FD1C3A}</a:tableStyleId>
              </a:tblPr>
              <a:tblGrid>
                <a:gridCol w="656292">
                  <a:extLst>
                    <a:ext uri="{9D8B030D-6E8A-4147-A177-3AD203B41FA5}">
                      <a16:colId xmlns:a16="http://schemas.microsoft.com/office/drawing/2014/main" val="915098297"/>
                    </a:ext>
                  </a:extLst>
                </a:gridCol>
                <a:gridCol w="699327">
                  <a:extLst>
                    <a:ext uri="{9D8B030D-6E8A-4147-A177-3AD203B41FA5}">
                      <a16:colId xmlns:a16="http://schemas.microsoft.com/office/drawing/2014/main" val="2227263969"/>
                    </a:ext>
                  </a:extLst>
                </a:gridCol>
                <a:gridCol w="839192">
                  <a:extLst>
                    <a:ext uri="{9D8B030D-6E8A-4147-A177-3AD203B41FA5}">
                      <a16:colId xmlns:a16="http://schemas.microsoft.com/office/drawing/2014/main" val="3397029266"/>
                    </a:ext>
                  </a:extLst>
                </a:gridCol>
                <a:gridCol w="602497">
                  <a:extLst>
                    <a:ext uri="{9D8B030D-6E8A-4147-A177-3AD203B41FA5}">
                      <a16:colId xmlns:a16="http://schemas.microsoft.com/office/drawing/2014/main" val="2416107044"/>
                    </a:ext>
                  </a:extLst>
                </a:gridCol>
                <a:gridCol w="624015">
                  <a:extLst>
                    <a:ext uri="{9D8B030D-6E8A-4147-A177-3AD203B41FA5}">
                      <a16:colId xmlns:a16="http://schemas.microsoft.com/office/drawing/2014/main" val="4052350286"/>
                    </a:ext>
                  </a:extLst>
                </a:gridCol>
                <a:gridCol w="796157">
                  <a:extLst>
                    <a:ext uri="{9D8B030D-6E8A-4147-A177-3AD203B41FA5}">
                      <a16:colId xmlns:a16="http://schemas.microsoft.com/office/drawing/2014/main" val="2248646989"/>
                    </a:ext>
                  </a:extLst>
                </a:gridCol>
              </a:tblGrid>
              <a:tr h="209550">
                <a:tc>
                  <a:txBody>
                    <a:bodyPr/>
                    <a:lstStyle/>
                    <a:p>
                      <a:pPr algn="ctr">
                        <a:lnSpc>
                          <a:spcPct val="107000"/>
                        </a:lnSpc>
                        <a:spcAft>
                          <a:spcPts val="0"/>
                        </a:spcAft>
                      </a:pPr>
                      <a:r>
                        <a:rPr lang="en-US" sz="800" b="1" dirty="0">
                          <a:solidFill>
                            <a:schemeClr val="tx1"/>
                          </a:solidFill>
                          <a:effectLst/>
                        </a:rPr>
                        <a:t>Day</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rPr>
                        <a:t>Outlook</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rPr>
                        <a:t>Temperature</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rPr>
                        <a:t>Humidity</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rPr>
                        <a:t>Wind</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rPr>
                        <a:t>Play Tennis</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extLst>
                  <a:ext uri="{0D108BD9-81ED-4DB2-BD59-A6C34878D82A}">
                    <a16:rowId xmlns:a16="http://schemas.microsoft.com/office/drawing/2014/main" val="2493892605"/>
                  </a:ext>
                </a:extLst>
              </a:tr>
              <a:tr h="209550">
                <a:tc>
                  <a:txBody>
                    <a:bodyPr/>
                    <a:lstStyle/>
                    <a:p>
                      <a:pPr algn="ctr">
                        <a:lnSpc>
                          <a:spcPct val="107000"/>
                        </a:lnSpc>
                        <a:spcAft>
                          <a:spcPts val="0"/>
                        </a:spcAft>
                      </a:pPr>
                      <a:r>
                        <a:rPr lang="en-US" sz="800" b="1" dirty="0">
                          <a:solidFill>
                            <a:schemeClr val="tx1"/>
                          </a:solidFill>
                          <a:effectLst/>
                        </a:rPr>
                        <a:t>D1</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Sunny</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Hot</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00FFFF"/>
                          </a:highlight>
                        </a:rPr>
                        <a:t>High</a:t>
                      </a:r>
                      <a:endParaRPr lang="tr-TR" sz="700" b="1" dirty="0">
                        <a:solidFill>
                          <a:schemeClr val="tx1"/>
                        </a:solidFill>
                        <a:effectLst/>
                        <a:highlight>
                          <a:srgbClr val="00FFFF"/>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Weak</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00FF00"/>
                          </a:highlight>
                        </a:rPr>
                        <a:t>No</a:t>
                      </a:r>
                      <a:endParaRPr lang="tr-TR" sz="700" b="1" dirty="0">
                        <a:solidFill>
                          <a:schemeClr val="tx1"/>
                        </a:solidFill>
                        <a:effectLst/>
                        <a:highlight>
                          <a:srgbClr val="00FF00"/>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extLst>
                  <a:ext uri="{0D108BD9-81ED-4DB2-BD59-A6C34878D82A}">
                    <a16:rowId xmlns:a16="http://schemas.microsoft.com/office/drawing/2014/main" val="3432404758"/>
                  </a:ext>
                </a:extLst>
              </a:tr>
              <a:tr h="209550">
                <a:tc>
                  <a:txBody>
                    <a:bodyPr/>
                    <a:lstStyle/>
                    <a:p>
                      <a:pPr algn="ctr">
                        <a:lnSpc>
                          <a:spcPct val="107000"/>
                        </a:lnSpc>
                        <a:spcAft>
                          <a:spcPts val="0"/>
                        </a:spcAft>
                      </a:pPr>
                      <a:r>
                        <a:rPr lang="en-US" sz="800" b="1">
                          <a:solidFill>
                            <a:schemeClr val="tx1"/>
                          </a:solidFill>
                          <a:effectLst/>
                        </a:rPr>
                        <a:t>D2</a:t>
                      </a:r>
                      <a:endParaRPr lang="tr-TR" sz="7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dirty="0">
                          <a:solidFill>
                            <a:schemeClr val="tx1"/>
                          </a:solidFill>
                          <a:effectLst/>
                        </a:rPr>
                        <a:t>Sunny</a:t>
                      </a:r>
                      <a:endParaRPr lang="tr-TR"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dirty="0">
                          <a:solidFill>
                            <a:schemeClr val="tx1"/>
                          </a:solidFill>
                          <a:effectLst/>
                        </a:rPr>
                        <a:t>Hot</a:t>
                      </a:r>
                      <a:endParaRPr lang="tr-TR"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00FFFF"/>
                          </a:highlight>
                        </a:rPr>
                        <a:t>High</a:t>
                      </a:r>
                      <a:endParaRPr lang="tr-TR" sz="700" b="1" dirty="0">
                        <a:solidFill>
                          <a:schemeClr val="tx1"/>
                        </a:solidFill>
                        <a:effectLst/>
                        <a:highlight>
                          <a:srgbClr val="00FFFF"/>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Strong</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00FF00"/>
                          </a:highlight>
                        </a:rPr>
                        <a:t>No</a:t>
                      </a:r>
                      <a:endParaRPr lang="tr-TR" sz="700" b="1" dirty="0">
                        <a:solidFill>
                          <a:schemeClr val="tx1"/>
                        </a:solidFill>
                        <a:effectLst/>
                        <a:highlight>
                          <a:srgbClr val="00FF00"/>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extLst>
                  <a:ext uri="{0D108BD9-81ED-4DB2-BD59-A6C34878D82A}">
                    <a16:rowId xmlns:a16="http://schemas.microsoft.com/office/drawing/2014/main" val="4015853630"/>
                  </a:ext>
                </a:extLst>
              </a:tr>
              <a:tr h="209550">
                <a:tc>
                  <a:txBody>
                    <a:bodyPr/>
                    <a:lstStyle/>
                    <a:p>
                      <a:pPr algn="ctr">
                        <a:lnSpc>
                          <a:spcPct val="107000"/>
                        </a:lnSpc>
                        <a:spcAft>
                          <a:spcPts val="0"/>
                        </a:spcAft>
                      </a:pPr>
                      <a:r>
                        <a:rPr lang="en-US" sz="800" b="1">
                          <a:solidFill>
                            <a:schemeClr val="tx1"/>
                          </a:solidFill>
                          <a:effectLst/>
                        </a:rPr>
                        <a:t>D8</a:t>
                      </a:r>
                      <a:endParaRPr lang="tr-TR" sz="7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dirty="0">
                          <a:solidFill>
                            <a:schemeClr val="tx1"/>
                          </a:solidFill>
                          <a:effectLst/>
                        </a:rPr>
                        <a:t>Sunny</a:t>
                      </a:r>
                      <a:endParaRPr lang="tr-TR"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dirty="0">
                          <a:solidFill>
                            <a:schemeClr val="tx1"/>
                          </a:solidFill>
                          <a:effectLst/>
                        </a:rPr>
                        <a:t>Mild</a:t>
                      </a:r>
                      <a:endParaRPr lang="tr-TR"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00FFFF"/>
                          </a:highlight>
                        </a:rPr>
                        <a:t>High</a:t>
                      </a:r>
                      <a:endParaRPr lang="tr-TR" sz="700" b="1" dirty="0">
                        <a:solidFill>
                          <a:schemeClr val="tx1"/>
                        </a:solidFill>
                        <a:effectLst/>
                        <a:highlight>
                          <a:srgbClr val="00FFFF"/>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Weak</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00FF00"/>
                          </a:highlight>
                        </a:rPr>
                        <a:t>No</a:t>
                      </a:r>
                      <a:endParaRPr lang="tr-TR" sz="700" b="1" dirty="0">
                        <a:solidFill>
                          <a:schemeClr val="tx1"/>
                        </a:solidFill>
                        <a:effectLst/>
                        <a:highlight>
                          <a:srgbClr val="00FF00"/>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extLst>
                  <a:ext uri="{0D108BD9-81ED-4DB2-BD59-A6C34878D82A}">
                    <a16:rowId xmlns:a16="http://schemas.microsoft.com/office/drawing/2014/main" val="3736937007"/>
                  </a:ext>
                </a:extLst>
              </a:tr>
              <a:tr h="209550">
                <a:tc>
                  <a:txBody>
                    <a:bodyPr/>
                    <a:lstStyle/>
                    <a:p>
                      <a:pPr algn="ctr">
                        <a:lnSpc>
                          <a:spcPct val="107000"/>
                        </a:lnSpc>
                        <a:spcAft>
                          <a:spcPts val="0"/>
                        </a:spcAft>
                      </a:pPr>
                      <a:r>
                        <a:rPr lang="en-US" sz="800" b="1">
                          <a:solidFill>
                            <a:schemeClr val="tx1"/>
                          </a:solidFill>
                          <a:effectLst/>
                        </a:rPr>
                        <a:t>D9</a:t>
                      </a:r>
                      <a:endParaRPr lang="tr-TR" sz="700" b="1">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Sunny</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Cool</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FFFF00"/>
                          </a:highlight>
                        </a:rPr>
                        <a:t>Normal</a:t>
                      </a:r>
                      <a:endParaRPr lang="tr-TR" sz="7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dirty="0">
                          <a:solidFill>
                            <a:schemeClr val="tx1"/>
                          </a:solidFill>
                          <a:effectLst/>
                        </a:rPr>
                        <a:t>Weak</a:t>
                      </a:r>
                      <a:endParaRPr lang="tr-TR"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i="0" dirty="0">
                          <a:solidFill>
                            <a:schemeClr val="tx1"/>
                          </a:solidFill>
                          <a:effectLst/>
                          <a:highlight>
                            <a:srgbClr val="800080"/>
                          </a:highlight>
                        </a:rPr>
                        <a:t>Yes</a:t>
                      </a:r>
                      <a:endParaRPr lang="tr-TR" sz="700" b="1" i="0" dirty="0">
                        <a:solidFill>
                          <a:schemeClr val="tx1"/>
                        </a:solidFill>
                        <a:effectLst/>
                        <a:highlight>
                          <a:srgbClr val="800080"/>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extLst>
                  <a:ext uri="{0D108BD9-81ED-4DB2-BD59-A6C34878D82A}">
                    <a16:rowId xmlns:a16="http://schemas.microsoft.com/office/drawing/2014/main" val="3843356209"/>
                  </a:ext>
                </a:extLst>
              </a:tr>
              <a:tr h="209550">
                <a:tc>
                  <a:txBody>
                    <a:bodyPr/>
                    <a:lstStyle/>
                    <a:p>
                      <a:pPr algn="ctr">
                        <a:lnSpc>
                          <a:spcPct val="107000"/>
                        </a:lnSpc>
                        <a:spcAft>
                          <a:spcPts val="0"/>
                        </a:spcAft>
                      </a:pPr>
                      <a:r>
                        <a:rPr lang="en-US" sz="800" b="1" dirty="0">
                          <a:solidFill>
                            <a:schemeClr val="tx1"/>
                          </a:solidFill>
                          <a:effectLst/>
                        </a:rPr>
                        <a:t>D11</a:t>
                      </a:r>
                      <a:endParaRPr lang="tr-TR" sz="7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dirty="0">
                          <a:solidFill>
                            <a:schemeClr val="tx1"/>
                          </a:solidFill>
                          <a:effectLst/>
                        </a:rPr>
                        <a:t>Sunny</a:t>
                      </a:r>
                      <a:endParaRPr lang="tr-TR" sz="7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Mild</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dirty="0">
                          <a:solidFill>
                            <a:schemeClr val="tx1"/>
                          </a:solidFill>
                          <a:effectLst/>
                          <a:highlight>
                            <a:srgbClr val="FFFF00"/>
                          </a:highlight>
                        </a:rPr>
                        <a:t>Normal</a:t>
                      </a:r>
                      <a:endParaRPr lang="tr-TR" sz="700" b="1" dirty="0">
                        <a:solidFill>
                          <a:schemeClr val="tx1"/>
                        </a:solidFill>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0">
                          <a:solidFill>
                            <a:schemeClr val="tx1"/>
                          </a:solidFill>
                          <a:effectLst/>
                        </a:rPr>
                        <a:t>Strong</a:t>
                      </a:r>
                      <a:endParaRPr lang="tr-TR" sz="7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tc>
                  <a:txBody>
                    <a:bodyPr/>
                    <a:lstStyle/>
                    <a:p>
                      <a:pPr algn="ctr">
                        <a:lnSpc>
                          <a:spcPct val="107000"/>
                        </a:lnSpc>
                        <a:spcAft>
                          <a:spcPts val="0"/>
                        </a:spcAft>
                      </a:pPr>
                      <a:r>
                        <a:rPr lang="en-US" sz="800" b="1" i="0" dirty="0">
                          <a:solidFill>
                            <a:schemeClr val="tx1"/>
                          </a:solidFill>
                          <a:effectLst/>
                          <a:highlight>
                            <a:srgbClr val="800080"/>
                          </a:highlight>
                        </a:rPr>
                        <a:t>Yes</a:t>
                      </a:r>
                      <a:endParaRPr lang="tr-TR" sz="700" b="1" i="0" dirty="0">
                        <a:solidFill>
                          <a:schemeClr val="tx1"/>
                        </a:solidFill>
                        <a:effectLst/>
                        <a:highlight>
                          <a:srgbClr val="800080"/>
                        </a:highligh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ctr">
                    <a:noFill/>
                  </a:tcPr>
                </a:tc>
                <a:extLst>
                  <a:ext uri="{0D108BD9-81ED-4DB2-BD59-A6C34878D82A}">
                    <a16:rowId xmlns:a16="http://schemas.microsoft.com/office/drawing/2014/main" val="2866314487"/>
                  </a:ext>
                </a:extLst>
              </a:tr>
            </a:tbl>
          </a:graphicData>
        </a:graphic>
      </p:graphicFrame>
      <mc:AlternateContent xmlns:mc="http://schemas.openxmlformats.org/markup-compatibility/2006" xmlns:a14="http://schemas.microsoft.com/office/drawing/2010/main">
        <mc:Choice Requires="a14">
          <p:sp>
            <p:nvSpPr>
              <p:cNvPr id="6" name="Dikdörtgen 5">
                <a:extLst>
                  <a:ext uri="{FF2B5EF4-FFF2-40B4-BE49-F238E27FC236}">
                    <a16:creationId xmlns:a16="http://schemas.microsoft.com/office/drawing/2014/main" id="{40B8B529-C332-E6EC-0229-81A8777023A6}"/>
                  </a:ext>
                </a:extLst>
              </p:cNvPr>
              <p:cNvSpPr/>
              <p:nvPr/>
            </p:nvSpPr>
            <p:spPr>
              <a:xfrm>
                <a:off x="238260" y="833583"/>
                <a:ext cx="1842684" cy="3048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𝑆𝑢𝑛𝑛𝑦</m:t>
                              </m:r>
                            </m:sub>
                          </m:sSub>
                          <m:r>
                            <a:rPr lang="en-US" sz="1200" i="0">
                              <a:latin typeface="Cambria Math" panose="02040503050406030204" pitchFamily="18" charset="0"/>
                            </a:rPr>
                            <m:t>,</m:t>
                          </m:r>
                          <m:r>
                            <a:rPr lang="en-US" sz="1200" i="1">
                              <a:latin typeface="Cambria Math" panose="02040503050406030204" pitchFamily="18" charset="0"/>
                            </a:rPr>
                            <m:t>𝐻𝑢𝑚𝑖𝑑𝑖𝑡𝑦</m:t>
                          </m:r>
                        </m:e>
                      </m:d>
                    </m:oMath>
                  </m:oMathPara>
                </a14:m>
                <a:endParaRPr lang="en-US" sz="1200" dirty="0"/>
              </a:p>
            </p:txBody>
          </p:sp>
        </mc:Choice>
        <mc:Fallback xmlns="">
          <p:sp>
            <p:nvSpPr>
              <p:cNvPr id="6" name="Dikdörtgen 5">
                <a:extLst>
                  <a:ext uri="{FF2B5EF4-FFF2-40B4-BE49-F238E27FC236}">
                    <a16:creationId xmlns:a16="http://schemas.microsoft.com/office/drawing/2014/main" id="{40B8B529-C332-E6EC-0229-81A8777023A6}"/>
                  </a:ext>
                </a:extLst>
              </p:cNvPr>
              <p:cNvSpPr>
                <a:spLocks noRot="1" noChangeAspect="1" noMove="1" noResize="1" noEditPoints="1" noAdjustHandles="1" noChangeArrowheads="1" noChangeShapeType="1" noTextEdit="1"/>
              </p:cNvSpPr>
              <p:nvPr/>
            </p:nvSpPr>
            <p:spPr>
              <a:xfrm>
                <a:off x="238260" y="833583"/>
                <a:ext cx="1842684" cy="304827"/>
              </a:xfrm>
              <a:prstGeom prst="rect">
                <a:avLst/>
              </a:prstGeom>
              <a:blipFill>
                <a:blip r:embed="rId4"/>
                <a:stretch>
                  <a:fillRect b="-2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Dikdörtgen 10">
                <a:extLst>
                  <a:ext uri="{FF2B5EF4-FFF2-40B4-BE49-F238E27FC236}">
                    <a16:creationId xmlns:a16="http://schemas.microsoft.com/office/drawing/2014/main" id="{48BCDED6-0C9E-0177-E143-5643BF2FE8C2}"/>
                  </a:ext>
                </a:extLst>
              </p:cNvPr>
              <p:cNvSpPr/>
              <p:nvPr/>
            </p:nvSpPr>
            <p:spPr>
              <a:xfrm>
                <a:off x="238260" y="1101456"/>
                <a:ext cx="2099934" cy="3048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𝐺𝑎𝑖𝑛</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𝑆𝑢𝑛𝑛𝑦</m:t>
                              </m:r>
                            </m:sub>
                          </m:sSub>
                          <m:r>
                            <a:rPr lang="en-US" sz="1200" i="0">
                              <a:latin typeface="Cambria Math" panose="02040503050406030204" pitchFamily="18" charset="0"/>
                            </a:rPr>
                            <m:t>,</m:t>
                          </m:r>
                          <m:r>
                            <a:rPr lang="en-US" sz="1200" i="1">
                              <a:latin typeface="Cambria Math" panose="02040503050406030204" pitchFamily="18" charset="0"/>
                            </a:rPr>
                            <m:t>𝑇𝑒𝑚𝑝𝑒𝑟𝑎𝑡𝑢𝑟𝑒</m:t>
                          </m:r>
                        </m:e>
                      </m:d>
                    </m:oMath>
                  </m:oMathPara>
                </a14:m>
                <a:endParaRPr lang="en-US" sz="1200" dirty="0"/>
              </a:p>
            </p:txBody>
          </p:sp>
        </mc:Choice>
        <mc:Fallback xmlns="">
          <p:sp>
            <p:nvSpPr>
              <p:cNvPr id="11" name="Dikdörtgen 10">
                <a:extLst>
                  <a:ext uri="{FF2B5EF4-FFF2-40B4-BE49-F238E27FC236}">
                    <a16:creationId xmlns:a16="http://schemas.microsoft.com/office/drawing/2014/main" id="{48BCDED6-0C9E-0177-E143-5643BF2FE8C2}"/>
                  </a:ext>
                </a:extLst>
              </p:cNvPr>
              <p:cNvSpPr>
                <a:spLocks noRot="1" noChangeAspect="1" noMove="1" noResize="1" noEditPoints="1" noAdjustHandles="1" noChangeArrowheads="1" noChangeShapeType="1" noTextEdit="1"/>
              </p:cNvSpPr>
              <p:nvPr/>
            </p:nvSpPr>
            <p:spPr>
              <a:xfrm>
                <a:off x="238260" y="1101456"/>
                <a:ext cx="2099934" cy="304827"/>
              </a:xfrm>
              <a:prstGeom prst="rect">
                <a:avLst/>
              </a:prstGeom>
              <a:blipFill>
                <a:blip r:embed="rId5"/>
                <a:stretch>
                  <a:fillRect b="-2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Dikdörtgen 12">
                <a:extLst>
                  <a:ext uri="{FF2B5EF4-FFF2-40B4-BE49-F238E27FC236}">
                    <a16:creationId xmlns:a16="http://schemas.microsoft.com/office/drawing/2014/main" id="{E5C056A5-D950-056D-179E-CB32B33E13B0}"/>
                  </a:ext>
                </a:extLst>
              </p:cNvPr>
              <p:cNvSpPr/>
              <p:nvPr/>
            </p:nvSpPr>
            <p:spPr>
              <a:xfrm>
                <a:off x="238260" y="1348766"/>
                <a:ext cx="1554785" cy="3048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i="1">
                          <a:latin typeface="Cambria Math" panose="02040503050406030204" pitchFamily="18" charset="0"/>
                        </a:rPr>
                        <m:t>𝐺𝑎𝑖𝑛</m:t>
                      </m:r>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𝑆</m:t>
                              </m:r>
                            </m:e>
                            <m:sub>
                              <m:r>
                                <a:rPr lang="en-US" sz="1200" i="1">
                                  <a:latin typeface="Cambria Math" panose="02040503050406030204" pitchFamily="18" charset="0"/>
                                </a:rPr>
                                <m:t>𝑆𝑢𝑛𝑛𝑦</m:t>
                              </m:r>
                            </m:sub>
                          </m:sSub>
                          <m:r>
                            <a:rPr lang="en-US" sz="1200" i="0">
                              <a:latin typeface="Cambria Math" panose="02040503050406030204" pitchFamily="18" charset="0"/>
                            </a:rPr>
                            <m:t>,</m:t>
                          </m:r>
                          <m:r>
                            <a:rPr lang="en-US" sz="1200" i="1">
                              <a:latin typeface="Cambria Math" panose="02040503050406030204" pitchFamily="18" charset="0"/>
                            </a:rPr>
                            <m:t>𝑊𝑖𝑛𝑑</m:t>
                          </m:r>
                        </m:e>
                      </m:d>
                    </m:oMath>
                  </m:oMathPara>
                </a14:m>
                <a:endParaRPr lang="en-US" sz="1200" dirty="0"/>
              </a:p>
            </p:txBody>
          </p:sp>
        </mc:Choice>
        <mc:Fallback xmlns="">
          <p:sp>
            <p:nvSpPr>
              <p:cNvPr id="13" name="Dikdörtgen 12">
                <a:extLst>
                  <a:ext uri="{FF2B5EF4-FFF2-40B4-BE49-F238E27FC236}">
                    <a16:creationId xmlns:a16="http://schemas.microsoft.com/office/drawing/2014/main" id="{E5C056A5-D950-056D-179E-CB32B33E13B0}"/>
                  </a:ext>
                </a:extLst>
              </p:cNvPr>
              <p:cNvSpPr>
                <a:spLocks noRot="1" noChangeAspect="1" noMove="1" noResize="1" noEditPoints="1" noAdjustHandles="1" noChangeArrowheads="1" noChangeShapeType="1" noTextEdit="1"/>
              </p:cNvSpPr>
              <p:nvPr/>
            </p:nvSpPr>
            <p:spPr>
              <a:xfrm>
                <a:off x="238260" y="1348766"/>
                <a:ext cx="1554785" cy="304827"/>
              </a:xfrm>
              <a:prstGeom prst="rect">
                <a:avLst/>
              </a:prstGeom>
              <a:blipFill>
                <a:blip r:embed="rId6"/>
                <a:stretch>
                  <a:fillRect b="-2000"/>
                </a:stretch>
              </a:blipFill>
            </p:spPr>
            <p:txBody>
              <a:bodyPr/>
              <a:lstStyle/>
              <a:p>
                <a:r>
                  <a:rPr lang="tr-TR">
                    <a:noFill/>
                  </a:rPr>
                  <a:t> </a:t>
                </a:r>
              </a:p>
            </p:txBody>
          </p:sp>
        </mc:Fallback>
      </mc:AlternateContent>
      <p:cxnSp>
        <p:nvCxnSpPr>
          <p:cNvPr id="15" name="Düz Bağlayıcı 14">
            <a:extLst>
              <a:ext uri="{FF2B5EF4-FFF2-40B4-BE49-F238E27FC236}">
                <a16:creationId xmlns:a16="http://schemas.microsoft.com/office/drawing/2014/main" id="{77659512-80FD-FE0A-6B42-E4BEABF9D831}"/>
              </a:ext>
            </a:extLst>
          </p:cNvPr>
          <p:cNvCxnSpPr>
            <a:cxnSpLocks/>
          </p:cNvCxnSpPr>
          <p:nvPr/>
        </p:nvCxnSpPr>
        <p:spPr>
          <a:xfrm>
            <a:off x="0" y="1735874"/>
            <a:ext cx="5043846"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Dikdörtgen 17">
                <a:extLst>
                  <a:ext uri="{FF2B5EF4-FFF2-40B4-BE49-F238E27FC236}">
                    <a16:creationId xmlns:a16="http://schemas.microsoft.com/office/drawing/2014/main" id="{CEA118EC-90B6-477A-2C99-6199AD3051D2}"/>
                  </a:ext>
                </a:extLst>
              </p:cNvPr>
              <p:cNvSpPr/>
              <p:nvPr/>
            </p:nvSpPr>
            <p:spPr>
              <a:xfrm>
                <a:off x="2171933" y="1785135"/>
                <a:ext cx="1371145" cy="261610"/>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d>
                        <m:dPr>
                          <m:begChr m:val=""/>
                          <m:ctrlPr>
                            <a:rPr lang="en-US" sz="1100" i="1" smtClean="0">
                              <a:latin typeface="Cambria Math" panose="02040503050406030204" pitchFamily="18" charset="0"/>
                            </a:rPr>
                          </m:ctrlPr>
                        </m:dPr>
                        <m:e>
                          <m:r>
                            <a:rPr lang="en-US" sz="1100" i="1">
                              <a:latin typeface="Cambria Math" panose="02040503050406030204" pitchFamily="18" charset="0"/>
                            </a:rPr>
                            <m:t>𝐻𝑖𝑔h</m:t>
                          </m:r>
                          <m:r>
                            <a:rPr lang="en-US" sz="1100" i="0">
                              <a:latin typeface="Cambria Math" panose="02040503050406030204" pitchFamily="18" charset="0"/>
                            </a:rPr>
                            <m:t>=3(0+,3−</m:t>
                          </m:r>
                        </m:e>
                      </m:d>
                    </m:oMath>
                  </m:oMathPara>
                </a14:m>
                <a:endParaRPr lang="en-US" sz="1100" dirty="0"/>
              </a:p>
            </p:txBody>
          </p:sp>
        </mc:Choice>
        <mc:Fallback xmlns="">
          <p:sp>
            <p:nvSpPr>
              <p:cNvPr id="18" name="Dikdörtgen 17">
                <a:extLst>
                  <a:ext uri="{FF2B5EF4-FFF2-40B4-BE49-F238E27FC236}">
                    <a16:creationId xmlns:a16="http://schemas.microsoft.com/office/drawing/2014/main" id="{CEA118EC-90B6-477A-2C99-6199AD3051D2}"/>
                  </a:ext>
                </a:extLst>
              </p:cNvPr>
              <p:cNvSpPr>
                <a:spLocks noRot="1" noChangeAspect="1" noMove="1" noResize="1" noEditPoints="1" noAdjustHandles="1" noChangeArrowheads="1" noChangeShapeType="1" noTextEdit="1"/>
              </p:cNvSpPr>
              <p:nvPr/>
            </p:nvSpPr>
            <p:spPr>
              <a:xfrm>
                <a:off x="2171933" y="1785135"/>
                <a:ext cx="1371145" cy="261610"/>
              </a:xfrm>
              <a:prstGeom prst="rect">
                <a:avLst/>
              </a:prstGeom>
              <a:blipFill>
                <a:blip r:embed="rId7"/>
                <a:stretch>
                  <a:fillRect t="-93023" r="-20444" b="-15116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6" name="Dikdörtgen 25">
                <a:extLst>
                  <a:ext uri="{FF2B5EF4-FFF2-40B4-BE49-F238E27FC236}">
                    <a16:creationId xmlns:a16="http://schemas.microsoft.com/office/drawing/2014/main" id="{64553B3F-3181-B0BF-0AC0-C4C803F203B5}"/>
                  </a:ext>
                </a:extLst>
              </p:cNvPr>
              <p:cNvSpPr/>
              <p:nvPr/>
            </p:nvSpPr>
            <p:spPr>
              <a:xfrm>
                <a:off x="-16040" y="1887589"/>
                <a:ext cx="1809085" cy="289246"/>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r>
                        <a:rPr lang="en-US" sz="1100" b="1" i="1" smtClean="0">
                          <a:latin typeface="Cambria Math" panose="02040503050406030204" pitchFamily="18" charset="0"/>
                        </a:rPr>
                        <m:t>𝑮𝒂𝒊𝒏</m:t>
                      </m:r>
                      <m:d>
                        <m:dPr>
                          <m:ctrlPr>
                            <a:rPr lang="en-US" sz="1100" b="1" i="1">
                              <a:latin typeface="Cambria Math" panose="02040503050406030204" pitchFamily="18" charset="0"/>
                            </a:rPr>
                          </m:ctrlPr>
                        </m:dPr>
                        <m:e>
                          <m:sSub>
                            <m:sSubPr>
                              <m:ctrlPr>
                                <a:rPr lang="en-US" sz="1100" b="1" i="1">
                                  <a:latin typeface="Cambria Math" panose="02040503050406030204" pitchFamily="18" charset="0"/>
                                </a:rPr>
                              </m:ctrlPr>
                            </m:sSubPr>
                            <m:e>
                              <m:r>
                                <a:rPr lang="en-US" sz="1100" b="1" i="1">
                                  <a:latin typeface="Cambria Math" panose="02040503050406030204" pitchFamily="18" charset="0"/>
                                </a:rPr>
                                <m:t>𝑺</m:t>
                              </m:r>
                            </m:e>
                            <m:sub>
                              <m:r>
                                <a:rPr lang="en-US" sz="1100" b="1" i="1">
                                  <a:latin typeface="Cambria Math" panose="02040503050406030204" pitchFamily="18" charset="0"/>
                                </a:rPr>
                                <m:t>𝑺𝒖𝒏𝒏𝒚</m:t>
                              </m:r>
                            </m:sub>
                          </m:sSub>
                          <m:r>
                            <a:rPr lang="en-US" sz="1100" b="1" i="0">
                              <a:latin typeface="Cambria Math" panose="02040503050406030204" pitchFamily="18" charset="0"/>
                            </a:rPr>
                            <m:t>,</m:t>
                          </m:r>
                          <m:r>
                            <a:rPr lang="en-US" sz="1100" b="1" i="1">
                              <a:latin typeface="Cambria Math" panose="02040503050406030204" pitchFamily="18" charset="0"/>
                            </a:rPr>
                            <m:t>𝑯𝒖𝒎𝒊𝒅𝒊𝒕𝒚</m:t>
                          </m:r>
                        </m:e>
                      </m:d>
                    </m:oMath>
                  </m:oMathPara>
                </a14:m>
                <a:endParaRPr lang="en-US" sz="1100" b="1" dirty="0"/>
              </a:p>
            </p:txBody>
          </p:sp>
        </mc:Choice>
        <mc:Fallback xmlns="">
          <p:sp>
            <p:nvSpPr>
              <p:cNvPr id="26" name="Dikdörtgen 25">
                <a:extLst>
                  <a:ext uri="{FF2B5EF4-FFF2-40B4-BE49-F238E27FC236}">
                    <a16:creationId xmlns:a16="http://schemas.microsoft.com/office/drawing/2014/main" id="{64553B3F-3181-B0BF-0AC0-C4C803F203B5}"/>
                  </a:ext>
                </a:extLst>
              </p:cNvPr>
              <p:cNvSpPr>
                <a:spLocks noRot="1" noChangeAspect="1" noMove="1" noResize="1" noEditPoints="1" noAdjustHandles="1" noChangeArrowheads="1" noChangeShapeType="1" noTextEdit="1"/>
              </p:cNvSpPr>
              <p:nvPr/>
            </p:nvSpPr>
            <p:spPr>
              <a:xfrm>
                <a:off x="-16040" y="1887589"/>
                <a:ext cx="1809085" cy="289246"/>
              </a:xfrm>
              <a:prstGeom prst="rect">
                <a:avLst/>
              </a:prstGeom>
              <a:blipFill>
                <a:blip r:embed="rId8"/>
                <a:stretch>
                  <a:fillRect b="-212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7" name="Dikdörtgen 26">
                <a:extLst>
                  <a:ext uri="{FF2B5EF4-FFF2-40B4-BE49-F238E27FC236}">
                    <a16:creationId xmlns:a16="http://schemas.microsoft.com/office/drawing/2014/main" id="{991FF745-44F1-A9EA-DECD-105246741472}"/>
                  </a:ext>
                </a:extLst>
              </p:cNvPr>
              <p:cNvSpPr/>
              <p:nvPr/>
            </p:nvSpPr>
            <p:spPr>
              <a:xfrm>
                <a:off x="2160187" y="2024083"/>
                <a:ext cx="1547923" cy="261610"/>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d>
                        <m:dPr>
                          <m:begChr m:val=""/>
                          <m:ctrlPr>
                            <a:rPr lang="en-US" sz="1100" i="1">
                              <a:latin typeface="Cambria Math" panose="02040503050406030204" pitchFamily="18" charset="0"/>
                            </a:rPr>
                          </m:ctrlPr>
                        </m:dPr>
                        <m:e>
                          <m:r>
                            <a:rPr lang="en-US" sz="1100" i="1">
                              <a:latin typeface="Cambria Math" panose="02040503050406030204" pitchFamily="18" charset="0"/>
                            </a:rPr>
                            <m:t>𝑁𝑜𝑟𝑚𝑎𝑙</m:t>
                          </m:r>
                          <m:r>
                            <a:rPr lang="en-US" sz="1100" i="0">
                              <a:latin typeface="Cambria Math" panose="02040503050406030204" pitchFamily="18" charset="0"/>
                            </a:rPr>
                            <m:t>=3(2+,0−</m:t>
                          </m:r>
                        </m:e>
                      </m:d>
                    </m:oMath>
                  </m:oMathPara>
                </a14:m>
                <a:endParaRPr lang="en-US" sz="1100" dirty="0"/>
              </a:p>
            </p:txBody>
          </p:sp>
        </mc:Choice>
        <mc:Fallback xmlns="">
          <p:sp>
            <p:nvSpPr>
              <p:cNvPr id="27" name="Dikdörtgen 26">
                <a:extLst>
                  <a:ext uri="{FF2B5EF4-FFF2-40B4-BE49-F238E27FC236}">
                    <a16:creationId xmlns:a16="http://schemas.microsoft.com/office/drawing/2014/main" id="{991FF745-44F1-A9EA-DECD-105246741472}"/>
                  </a:ext>
                </a:extLst>
              </p:cNvPr>
              <p:cNvSpPr>
                <a:spLocks noRot="1" noChangeAspect="1" noMove="1" noResize="1" noEditPoints="1" noAdjustHandles="1" noChangeArrowheads="1" noChangeShapeType="1" noTextEdit="1"/>
              </p:cNvSpPr>
              <p:nvPr/>
            </p:nvSpPr>
            <p:spPr>
              <a:xfrm>
                <a:off x="2160187" y="2024083"/>
                <a:ext cx="1547923" cy="261610"/>
              </a:xfrm>
              <a:prstGeom prst="rect">
                <a:avLst/>
              </a:prstGeom>
              <a:blipFill>
                <a:blip r:embed="rId9"/>
                <a:stretch>
                  <a:fillRect t="-93023" r="-18110" b="-15116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9" name="Dikdörtgen 28">
                <a:extLst>
                  <a:ext uri="{FF2B5EF4-FFF2-40B4-BE49-F238E27FC236}">
                    <a16:creationId xmlns:a16="http://schemas.microsoft.com/office/drawing/2014/main" id="{D19EA1C0-BBFB-A02E-76A3-540E981831D3}"/>
                  </a:ext>
                </a:extLst>
              </p:cNvPr>
              <p:cNvSpPr/>
              <p:nvPr/>
            </p:nvSpPr>
            <p:spPr>
              <a:xfrm>
                <a:off x="0" y="2481115"/>
                <a:ext cx="6063587" cy="385683"/>
              </a:xfrm>
              <a:prstGeom prst="rect">
                <a:avLst/>
              </a:prstGeom>
            </p:spPr>
            <p:txBody>
              <a:bodyPr wrap="square" anchor="ctr">
                <a:spAutoFit/>
              </a:bodyPr>
              <a:lstStyle/>
              <a:p>
                <a:pPr/>
                <a14:m>
                  <m:oMathPara xmlns:m="http://schemas.openxmlformats.org/officeDocument/2006/math">
                    <m:oMathParaPr>
                      <m:jc m:val="left"/>
                    </m:oMathParaPr>
                    <m:oMath xmlns:m="http://schemas.openxmlformats.org/officeDocument/2006/math">
                      <m:r>
                        <a:rPr lang="en-US" sz="1000" i="1">
                          <a:latin typeface="Cambria Math" panose="02040503050406030204" pitchFamily="18" charset="0"/>
                        </a:rPr>
                        <m:t>𝐺𝑎𝑖𝑛</m:t>
                      </m:r>
                      <m:d>
                        <m:dPr>
                          <m:ctrlPr>
                            <a:rPr lang="en-US" sz="1000" i="1">
                              <a:latin typeface="Cambria Math" panose="02040503050406030204" pitchFamily="18" charset="0"/>
                            </a:rPr>
                          </m:ctrlPr>
                        </m:dPr>
                        <m:e>
                          <m:sSub>
                            <m:sSubPr>
                              <m:ctrlPr>
                                <a:rPr lang="en-US" sz="1000" i="1">
                                  <a:latin typeface="Cambria Math" panose="02040503050406030204" pitchFamily="18" charset="0"/>
                                </a:rPr>
                              </m:ctrlPr>
                            </m:sSubPr>
                            <m:e>
                              <m:r>
                                <a:rPr lang="en-US" sz="1000" i="1">
                                  <a:latin typeface="Cambria Math" panose="02040503050406030204" pitchFamily="18" charset="0"/>
                                </a:rPr>
                                <m:t>𝑆</m:t>
                              </m:r>
                            </m:e>
                            <m:sub>
                              <m:r>
                                <a:rPr lang="en-US" sz="1000" i="1">
                                  <a:latin typeface="Cambria Math" panose="02040503050406030204" pitchFamily="18" charset="0"/>
                                </a:rPr>
                                <m:t>𝑆𝑢𝑛𝑛𝑦</m:t>
                              </m:r>
                            </m:sub>
                          </m:sSub>
                          <m:r>
                            <a:rPr lang="en-US" sz="1000" i="0">
                              <a:latin typeface="Cambria Math" panose="02040503050406030204" pitchFamily="18" charset="0"/>
                            </a:rPr>
                            <m:t>, </m:t>
                          </m:r>
                          <m:r>
                            <a:rPr lang="en-US" sz="1000" i="1">
                              <a:latin typeface="Cambria Math" panose="02040503050406030204" pitchFamily="18" charset="0"/>
                            </a:rPr>
                            <m:t>𝐻𝑢𝑚𝑖𝑑𝑖𝑡𝑦</m:t>
                          </m:r>
                        </m:e>
                      </m:d>
                      <m:r>
                        <a:rPr lang="en-US" sz="1000" i="0">
                          <a:latin typeface="Cambria Math" panose="02040503050406030204" pitchFamily="18" charset="0"/>
                        </a:rPr>
                        <m:t>=</m:t>
                      </m:r>
                      <m:r>
                        <a:rPr lang="en-US" sz="1000" b="1" i="1" smtClean="0">
                          <a:solidFill>
                            <a:srgbClr val="0070C0"/>
                          </a:solidFill>
                          <a:latin typeface="Cambria Math" panose="02040503050406030204" pitchFamily="18" charset="0"/>
                        </a:rPr>
                        <m:t>𝑬𝒏𝒕𝒓𝒐𝒑𝒚</m:t>
                      </m:r>
                      <m:d>
                        <m:dPr>
                          <m:ctrlPr>
                            <a:rPr lang="en-US" sz="1000" b="1" i="1">
                              <a:solidFill>
                                <a:srgbClr val="0070C0"/>
                              </a:solidFill>
                              <a:latin typeface="Cambria Math" panose="02040503050406030204" pitchFamily="18" charset="0"/>
                            </a:rPr>
                          </m:ctrlPr>
                        </m:dPr>
                        <m:e>
                          <m:r>
                            <a:rPr lang="en-US" sz="1000" b="1" i="1">
                              <a:solidFill>
                                <a:srgbClr val="0070C0"/>
                              </a:solidFill>
                              <a:latin typeface="Cambria Math" panose="02040503050406030204" pitchFamily="18" charset="0"/>
                            </a:rPr>
                            <m:t>𝑺</m:t>
                          </m:r>
                        </m:e>
                      </m:d>
                      <m:r>
                        <a:rPr lang="en-US" sz="1000" i="0">
                          <a:latin typeface="Cambria Math" panose="02040503050406030204" pitchFamily="18" charset="0"/>
                        </a:rPr>
                        <m:t>−</m:t>
                      </m:r>
                      <m:d>
                        <m:dPr>
                          <m:begChr m:val="["/>
                          <m:endChr m:val="]"/>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3</m:t>
                              </m:r>
                            </m:num>
                            <m:den>
                              <m:r>
                                <a:rPr lang="en-US" sz="1000" i="0">
                                  <a:latin typeface="Cambria Math" panose="02040503050406030204" pitchFamily="18" charset="0"/>
                                </a:rPr>
                                <m:t>5</m:t>
                              </m:r>
                            </m:den>
                          </m:f>
                          <m:r>
                            <a:rPr lang="en-US" sz="1000" b="1" i="1" smtClean="0">
                              <a:solidFill>
                                <a:srgbClr val="7030A0"/>
                              </a:solidFill>
                              <a:latin typeface="Cambria Math" panose="02040503050406030204" pitchFamily="18" charset="0"/>
                            </a:rPr>
                            <m:t>𝑬𝒏𝒕𝒓𝒐𝒑𝒚</m:t>
                          </m:r>
                          <m:d>
                            <m:dPr>
                              <m:ctrlPr>
                                <a:rPr lang="en-US" sz="1000" b="1" i="1">
                                  <a:solidFill>
                                    <a:srgbClr val="7030A0"/>
                                  </a:solidFill>
                                  <a:latin typeface="Cambria Math" panose="02040503050406030204" pitchFamily="18" charset="0"/>
                                </a:rPr>
                              </m:ctrlPr>
                            </m:dPr>
                            <m:e>
                              <m:sSub>
                                <m:sSubPr>
                                  <m:ctrlPr>
                                    <a:rPr lang="en-US" sz="1000" b="1" i="1">
                                      <a:solidFill>
                                        <a:srgbClr val="7030A0"/>
                                      </a:solidFill>
                                      <a:latin typeface="Cambria Math" panose="02040503050406030204" pitchFamily="18" charset="0"/>
                                    </a:rPr>
                                  </m:ctrlPr>
                                </m:sSubPr>
                                <m:e>
                                  <m:r>
                                    <a:rPr lang="en-US" sz="1000" b="1" i="1">
                                      <a:solidFill>
                                        <a:srgbClr val="7030A0"/>
                                      </a:solidFill>
                                      <a:latin typeface="Cambria Math" panose="02040503050406030204" pitchFamily="18" charset="0"/>
                                    </a:rPr>
                                    <m:t>𝑯𝒖𝒎𝒊𝒅𝒊𝒕𝒚</m:t>
                                  </m:r>
                                </m:e>
                                <m:sub>
                                  <m:r>
                                    <a:rPr lang="en-US" sz="1000" b="1" i="1">
                                      <a:solidFill>
                                        <a:srgbClr val="7030A0"/>
                                      </a:solidFill>
                                      <a:latin typeface="Cambria Math" panose="02040503050406030204" pitchFamily="18" charset="0"/>
                                    </a:rPr>
                                    <m:t>𝑯𝒊𝒈𝒉</m:t>
                                  </m:r>
                                </m:sub>
                              </m:sSub>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2</m:t>
                              </m:r>
                            </m:num>
                            <m:den>
                              <m:r>
                                <a:rPr lang="en-US" sz="1000" i="0">
                                  <a:latin typeface="Cambria Math" panose="02040503050406030204" pitchFamily="18" charset="0"/>
                                </a:rPr>
                                <m:t>5</m:t>
                              </m:r>
                            </m:den>
                          </m:f>
                          <m:r>
                            <a:rPr lang="en-US" sz="1000" b="1" i="1" smtClean="0">
                              <a:solidFill>
                                <a:srgbClr val="00B050"/>
                              </a:solidFill>
                              <a:latin typeface="Cambria Math" panose="02040503050406030204" pitchFamily="18" charset="0"/>
                            </a:rPr>
                            <m:t>𝑬𝒏𝒕𝒓𝒐𝒑𝒚</m:t>
                          </m:r>
                          <m:d>
                            <m:dPr>
                              <m:ctrlPr>
                                <a:rPr lang="en-US" sz="1000" b="1" i="1">
                                  <a:solidFill>
                                    <a:srgbClr val="00B050"/>
                                  </a:solidFill>
                                  <a:latin typeface="Cambria Math" panose="02040503050406030204" pitchFamily="18" charset="0"/>
                                </a:rPr>
                              </m:ctrlPr>
                            </m:dPr>
                            <m:e>
                              <m:sSub>
                                <m:sSubPr>
                                  <m:ctrlPr>
                                    <a:rPr lang="en-US" sz="1000" b="1" i="1">
                                      <a:solidFill>
                                        <a:srgbClr val="00B050"/>
                                      </a:solidFill>
                                      <a:latin typeface="Cambria Math" panose="02040503050406030204" pitchFamily="18" charset="0"/>
                                    </a:rPr>
                                  </m:ctrlPr>
                                </m:sSubPr>
                                <m:e>
                                  <m:r>
                                    <a:rPr lang="en-US" sz="1000" b="1" i="1">
                                      <a:solidFill>
                                        <a:srgbClr val="00B050"/>
                                      </a:solidFill>
                                      <a:latin typeface="Cambria Math" panose="02040503050406030204" pitchFamily="18" charset="0"/>
                                    </a:rPr>
                                    <m:t>𝑯𝒖𝒎𝒊𝒅𝒊𝒕𝒚</m:t>
                                  </m:r>
                                </m:e>
                                <m:sub>
                                  <m:r>
                                    <a:rPr lang="en-US" sz="1000" b="1" i="1">
                                      <a:solidFill>
                                        <a:srgbClr val="00B050"/>
                                      </a:solidFill>
                                      <a:latin typeface="Cambria Math" panose="02040503050406030204" pitchFamily="18" charset="0"/>
                                    </a:rPr>
                                    <m:t>𝑵𝒐𝒓𝒎𝒂𝒍</m:t>
                                  </m:r>
                                </m:sub>
                              </m:sSub>
                            </m:e>
                          </m:d>
                        </m:e>
                      </m:d>
                    </m:oMath>
                  </m:oMathPara>
                </a14:m>
                <a:endParaRPr lang="en-US" sz="1000" dirty="0"/>
              </a:p>
            </p:txBody>
          </p:sp>
        </mc:Choice>
        <mc:Fallback xmlns="">
          <p:sp>
            <p:nvSpPr>
              <p:cNvPr id="29" name="Dikdörtgen 28">
                <a:extLst>
                  <a:ext uri="{FF2B5EF4-FFF2-40B4-BE49-F238E27FC236}">
                    <a16:creationId xmlns:a16="http://schemas.microsoft.com/office/drawing/2014/main" id="{D19EA1C0-BBFB-A02E-76A3-540E981831D3}"/>
                  </a:ext>
                </a:extLst>
              </p:cNvPr>
              <p:cNvSpPr>
                <a:spLocks noRot="1" noChangeAspect="1" noMove="1" noResize="1" noEditPoints="1" noAdjustHandles="1" noChangeArrowheads="1" noChangeShapeType="1" noTextEdit="1"/>
              </p:cNvSpPr>
              <p:nvPr/>
            </p:nvSpPr>
            <p:spPr>
              <a:xfrm>
                <a:off x="0" y="2481115"/>
                <a:ext cx="6063587" cy="385683"/>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49" name="Dikdörtgen 1248">
                <a:extLst>
                  <a:ext uri="{FF2B5EF4-FFF2-40B4-BE49-F238E27FC236}">
                    <a16:creationId xmlns:a16="http://schemas.microsoft.com/office/drawing/2014/main" id="{55BBC382-0CCE-AE50-73D1-5A695127F460}"/>
                  </a:ext>
                </a:extLst>
              </p:cNvPr>
              <p:cNvSpPr/>
              <p:nvPr/>
            </p:nvSpPr>
            <p:spPr>
              <a:xfrm>
                <a:off x="5274906" y="3052728"/>
                <a:ext cx="3520707" cy="438133"/>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r>
                        <a:rPr lang="en-US" sz="1000" b="1" i="1" smtClean="0">
                          <a:solidFill>
                            <a:srgbClr val="7030A0"/>
                          </a:solidFill>
                          <a:latin typeface="Cambria Math" panose="02040503050406030204" pitchFamily="18" charset="0"/>
                        </a:rPr>
                        <m:t>𝑬𝒏𝒕𝒓𝒐𝒑𝒚</m:t>
                      </m:r>
                      <m:r>
                        <a:rPr lang="en-US" sz="1000" b="1" i="0">
                          <a:solidFill>
                            <a:srgbClr val="7030A0"/>
                          </a:solidFill>
                          <a:latin typeface="Cambria Math" panose="02040503050406030204" pitchFamily="18" charset="0"/>
                        </a:rPr>
                        <m:t>(</m:t>
                      </m:r>
                      <m:sSub>
                        <m:sSubPr>
                          <m:ctrlPr>
                            <a:rPr lang="en-US" sz="1000" b="1" i="1">
                              <a:solidFill>
                                <a:srgbClr val="7030A0"/>
                              </a:solidFill>
                              <a:latin typeface="Cambria Math" panose="02040503050406030204" pitchFamily="18" charset="0"/>
                            </a:rPr>
                          </m:ctrlPr>
                        </m:sSubPr>
                        <m:e>
                          <m:r>
                            <a:rPr lang="en-US" sz="1000" b="1" i="1">
                              <a:solidFill>
                                <a:srgbClr val="7030A0"/>
                              </a:solidFill>
                              <a:latin typeface="Cambria Math" panose="02040503050406030204" pitchFamily="18" charset="0"/>
                            </a:rPr>
                            <m:t>𝑯𝒖𝒎𝒊𝒅𝒊𝒕𝒚</m:t>
                          </m:r>
                        </m:e>
                        <m:sub>
                          <m:r>
                            <a:rPr lang="en-US" sz="1000" b="1" i="1">
                              <a:solidFill>
                                <a:srgbClr val="7030A0"/>
                              </a:solidFill>
                              <a:latin typeface="Cambria Math" panose="02040503050406030204" pitchFamily="18" charset="0"/>
                            </a:rPr>
                            <m:t>𝑯𝒊𝒈𝒉</m:t>
                          </m:r>
                        </m:sub>
                      </m:sSub>
                      <m:r>
                        <a:rPr lang="en-US" sz="1000" b="1" i="0">
                          <a:solidFill>
                            <a:srgbClr val="7030A0"/>
                          </a:solidFill>
                          <a:latin typeface="Cambria Math" panose="02040503050406030204" pitchFamily="18" charset="0"/>
                        </a:rPr>
                        <m:t>)=</m:t>
                      </m:r>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0</m:t>
                          </m:r>
                        </m:num>
                        <m:den>
                          <m:r>
                            <a:rPr lang="en-US" sz="1000" i="0">
                              <a:latin typeface="Cambria Math" panose="02040503050406030204" pitchFamily="18" charset="0"/>
                            </a:rPr>
                            <m:t>3</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0</m:t>
                              </m:r>
                            </m:num>
                            <m:den>
                              <m:r>
                                <a:rPr lang="en-US" sz="1000" i="0">
                                  <a:latin typeface="Cambria Math" panose="02040503050406030204" pitchFamily="18" charset="0"/>
                                </a:rPr>
                                <m:t>3</m:t>
                              </m:r>
                            </m:den>
                          </m:f>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3</m:t>
                          </m:r>
                        </m:num>
                        <m:den>
                          <m:r>
                            <a:rPr lang="en-US" sz="1000" i="0">
                              <a:latin typeface="Cambria Math" panose="02040503050406030204" pitchFamily="18" charset="0"/>
                            </a:rPr>
                            <m:t>3</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3</m:t>
                              </m:r>
                            </m:num>
                            <m:den>
                              <m:r>
                                <a:rPr lang="en-US" sz="1000" i="0">
                                  <a:latin typeface="Cambria Math" panose="02040503050406030204" pitchFamily="18" charset="0"/>
                                </a:rPr>
                                <m:t>3</m:t>
                              </m:r>
                            </m:den>
                          </m:f>
                        </m:e>
                      </m:d>
                      <m:r>
                        <a:rPr lang="en-US" sz="1000" i="0">
                          <a:latin typeface="Cambria Math" panose="02040503050406030204" pitchFamily="18" charset="0"/>
                        </a:rPr>
                        <m:t>=0</m:t>
                      </m:r>
                    </m:oMath>
                  </m:oMathPara>
                </a14:m>
                <a:endParaRPr lang="en-US" sz="1050" dirty="0"/>
              </a:p>
            </p:txBody>
          </p:sp>
        </mc:Choice>
        <mc:Fallback xmlns="">
          <p:sp>
            <p:nvSpPr>
              <p:cNvPr id="1249" name="Dikdörtgen 1248">
                <a:extLst>
                  <a:ext uri="{FF2B5EF4-FFF2-40B4-BE49-F238E27FC236}">
                    <a16:creationId xmlns:a16="http://schemas.microsoft.com/office/drawing/2014/main" id="{55BBC382-0CCE-AE50-73D1-5A695127F460}"/>
                  </a:ext>
                </a:extLst>
              </p:cNvPr>
              <p:cNvSpPr>
                <a:spLocks noRot="1" noChangeAspect="1" noMove="1" noResize="1" noEditPoints="1" noAdjustHandles="1" noChangeArrowheads="1" noChangeShapeType="1" noTextEdit="1"/>
              </p:cNvSpPr>
              <p:nvPr/>
            </p:nvSpPr>
            <p:spPr>
              <a:xfrm>
                <a:off x="5274906" y="3052728"/>
                <a:ext cx="3520707" cy="438133"/>
              </a:xfrm>
              <a:prstGeom prst="rect">
                <a:avLst/>
              </a:prstGeom>
              <a:blipFill>
                <a:blip r:embed="rId11"/>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50" name="Dikdörtgen 1249">
                <a:extLst>
                  <a:ext uri="{FF2B5EF4-FFF2-40B4-BE49-F238E27FC236}">
                    <a16:creationId xmlns:a16="http://schemas.microsoft.com/office/drawing/2014/main" id="{443EDFA6-E7B1-DF01-42A4-3B3FFE492D5F}"/>
                  </a:ext>
                </a:extLst>
              </p:cNvPr>
              <p:cNvSpPr/>
              <p:nvPr/>
            </p:nvSpPr>
            <p:spPr>
              <a:xfrm>
                <a:off x="5275752" y="3521239"/>
                <a:ext cx="4290645" cy="438133"/>
              </a:xfrm>
              <a:prstGeom prst="rect">
                <a:avLst/>
              </a:prstGeom>
            </p:spPr>
            <p:txBody>
              <a:bodyPr wrap="square" anchor="ctr">
                <a:spAutoFit/>
              </a:bodyPr>
              <a:lstStyle/>
              <a:p>
                <a:pPr/>
                <a14:m>
                  <m:oMathPara xmlns:m="http://schemas.openxmlformats.org/officeDocument/2006/math">
                    <m:oMathParaPr>
                      <m:jc m:val="left"/>
                    </m:oMathParaPr>
                    <m:oMath xmlns:m="http://schemas.openxmlformats.org/officeDocument/2006/math">
                      <m:r>
                        <a:rPr lang="en-US" sz="1000" b="1" i="1" smtClean="0">
                          <a:solidFill>
                            <a:srgbClr val="00B050"/>
                          </a:solidFill>
                          <a:latin typeface="Cambria Math" panose="02040503050406030204" pitchFamily="18" charset="0"/>
                        </a:rPr>
                        <m:t>𝑬𝒏𝒕𝒓𝒐𝒑𝒚</m:t>
                      </m:r>
                      <m:r>
                        <a:rPr lang="en-US" sz="1000" b="1" i="0">
                          <a:solidFill>
                            <a:srgbClr val="00B050"/>
                          </a:solidFill>
                          <a:latin typeface="Cambria Math" panose="02040503050406030204" pitchFamily="18" charset="0"/>
                        </a:rPr>
                        <m:t>(</m:t>
                      </m:r>
                      <m:sSub>
                        <m:sSubPr>
                          <m:ctrlPr>
                            <a:rPr lang="en-US" sz="1000" b="1" i="1">
                              <a:solidFill>
                                <a:srgbClr val="00B050"/>
                              </a:solidFill>
                              <a:latin typeface="Cambria Math" panose="02040503050406030204" pitchFamily="18" charset="0"/>
                            </a:rPr>
                          </m:ctrlPr>
                        </m:sSubPr>
                        <m:e>
                          <m:r>
                            <a:rPr lang="en-US" sz="1000" b="1" i="1">
                              <a:solidFill>
                                <a:srgbClr val="00B050"/>
                              </a:solidFill>
                              <a:latin typeface="Cambria Math" panose="02040503050406030204" pitchFamily="18" charset="0"/>
                            </a:rPr>
                            <m:t>𝑯𝒖𝒎𝒊𝒅𝒊𝒕𝒚</m:t>
                          </m:r>
                        </m:e>
                        <m:sub>
                          <m:r>
                            <a:rPr lang="en-US" sz="1000" b="1" i="1">
                              <a:solidFill>
                                <a:srgbClr val="00B050"/>
                              </a:solidFill>
                              <a:latin typeface="Cambria Math" panose="02040503050406030204" pitchFamily="18" charset="0"/>
                            </a:rPr>
                            <m:t>𝑵𝒐𝒓𝒎𝒂𝒍</m:t>
                          </m:r>
                        </m:sub>
                      </m:sSub>
                      <m:r>
                        <a:rPr lang="en-US" sz="1000" b="1" i="0">
                          <a:solidFill>
                            <a:srgbClr val="00B050"/>
                          </a:solidFill>
                          <a:latin typeface="Cambria Math" panose="02040503050406030204" pitchFamily="18" charset="0"/>
                        </a:rPr>
                        <m:t>)</m:t>
                      </m:r>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2</m:t>
                          </m:r>
                        </m:num>
                        <m:den>
                          <m:r>
                            <a:rPr lang="en-US" sz="1000" i="0">
                              <a:latin typeface="Cambria Math" panose="02040503050406030204" pitchFamily="18" charset="0"/>
                            </a:rPr>
                            <m:t>2</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2</m:t>
                              </m:r>
                            </m:num>
                            <m:den>
                              <m:r>
                                <a:rPr lang="en-US" sz="1000" i="0">
                                  <a:latin typeface="Cambria Math" panose="02040503050406030204" pitchFamily="18" charset="0"/>
                                </a:rPr>
                                <m:t>2</m:t>
                              </m:r>
                            </m:den>
                          </m:f>
                        </m:e>
                      </m:d>
                      <m:r>
                        <a:rPr lang="en-US" sz="1000" i="0">
                          <a:latin typeface="Cambria Math" panose="02040503050406030204" pitchFamily="18" charset="0"/>
                        </a:rPr>
                        <m:t>−</m:t>
                      </m:r>
                      <m:f>
                        <m:fPr>
                          <m:ctrlPr>
                            <a:rPr lang="en-US" sz="1000" i="1">
                              <a:latin typeface="Cambria Math" panose="02040503050406030204" pitchFamily="18" charset="0"/>
                            </a:rPr>
                          </m:ctrlPr>
                        </m:fPr>
                        <m:num>
                          <m:r>
                            <a:rPr lang="en-US" sz="1000" i="0">
                              <a:latin typeface="Cambria Math" panose="02040503050406030204" pitchFamily="18" charset="0"/>
                            </a:rPr>
                            <m:t>0</m:t>
                          </m:r>
                        </m:num>
                        <m:den>
                          <m:r>
                            <a:rPr lang="en-US" sz="1000" i="0">
                              <a:latin typeface="Cambria Math" panose="02040503050406030204" pitchFamily="18" charset="0"/>
                            </a:rPr>
                            <m:t>2</m:t>
                          </m:r>
                        </m:den>
                      </m:f>
                      <m:sSub>
                        <m:sSubPr>
                          <m:ctrlPr>
                            <a:rPr lang="en-US" sz="1000" i="1">
                              <a:latin typeface="Cambria Math" panose="02040503050406030204" pitchFamily="18" charset="0"/>
                            </a:rPr>
                          </m:ctrlPr>
                        </m:sSubPr>
                        <m:e>
                          <m:r>
                            <a:rPr lang="en-US" sz="1000" i="1">
                              <a:latin typeface="Cambria Math" panose="02040503050406030204" pitchFamily="18" charset="0"/>
                            </a:rPr>
                            <m:t>𝑙𝑜𝑔</m:t>
                          </m:r>
                        </m:e>
                        <m:sub>
                          <m:r>
                            <a:rPr lang="en-US" sz="1000" i="0">
                              <a:latin typeface="Cambria Math" panose="02040503050406030204" pitchFamily="18" charset="0"/>
                            </a:rPr>
                            <m:t>2</m:t>
                          </m:r>
                        </m:sub>
                      </m:sSub>
                      <m:d>
                        <m:dPr>
                          <m:ctrlPr>
                            <a:rPr lang="en-US" sz="1000" i="1">
                              <a:latin typeface="Cambria Math" panose="02040503050406030204" pitchFamily="18" charset="0"/>
                            </a:rPr>
                          </m:ctrlPr>
                        </m:dPr>
                        <m:e>
                          <m:f>
                            <m:fPr>
                              <m:ctrlPr>
                                <a:rPr lang="en-US" sz="1000" i="1">
                                  <a:latin typeface="Cambria Math" panose="02040503050406030204" pitchFamily="18" charset="0"/>
                                </a:rPr>
                              </m:ctrlPr>
                            </m:fPr>
                            <m:num>
                              <m:r>
                                <a:rPr lang="en-US" sz="1000" i="0">
                                  <a:latin typeface="Cambria Math" panose="02040503050406030204" pitchFamily="18" charset="0"/>
                                </a:rPr>
                                <m:t>0</m:t>
                              </m:r>
                            </m:num>
                            <m:den>
                              <m:r>
                                <a:rPr lang="en-US" sz="1000" i="0">
                                  <a:latin typeface="Cambria Math" panose="02040503050406030204" pitchFamily="18" charset="0"/>
                                </a:rPr>
                                <m:t>2</m:t>
                              </m:r>
                            </m:den>
                          </m:f>
                        </m:e>
                      </m:d>
                      <m:r>
                        <a:rPr lang="en-US" sz="1000" i="0">
                          <a:latin typeface="Cambria Math" panose="02040503050406030204" pitchFamily="18" charset="0"/>
                        </a:rPr>
                        <m:t>=0</m:t>
                      </m:r>
                    </m:oMath>
                  </m:oMathPara>
                </a14:m>
                <a:endParaRPr lang="en-US" sz="1000" dirty="0"/>
              </a:p>
            </p:txBody>
          </p:sp>
        </mc:Choice>
        <mc:Fallback xmlns="">
          <p:sp>
            <p:nvSpPr>
              <p:cNvPr id="1250" name="Dikdörtgen 1249">
                <a:extLst>
                  <a:ext uri="{FF2B5EF4-FFF2-40B4-BE49-F238E27FC236}">
                    <a16:creationId xmlns:a16="http://schemas.microsoft.com/office/drawing/2014/main" id="{443EDFA6-E7B1-DF01-42A4-3B3FFE492D5F}"/>
                  </a:ext>
                </a:extLst>
              </p:cNvPr>
              <p:cNvSpPr>
                <a:spLocks noRot="1" noChangeAspect="1" noMove="1" noResize="1" noEditPoints="1" noAdjustHandles="1" noChangeArrowheads="1" noChangeShapeType="1" noTextEdit="1"/>
              </p:cNvSpPr>
              <p:nvPr/>
            </p:nvSpPr>
            <p:spPr>
              <a:xfrm>
                <a:off x="5275752" y="3521239"/>
                <a:ext cx="4290645" cy="438133"/>
              </a:xfrm>
              <a:prstGeom prst="rect">
                <a:avLst/>
              </a:prstGeom>
              <a:blipFill>
                <a:blip r:embed="rId1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51" name="Dikdörtgen 1250">
                <a:extLst>
                  <a:ext uri="{FF2B5EF4-FFF2-40B4-BE49-F238E27FC236}">
                    <a16:creationId xmlns:a16="http://schemas.microsoft.com/office/drawing/2014/main" id="{EC10057F-326B-44D5-93D9-DDE6D30C9BC6}"/>
                  </a:ext>
                </a:extLst>
              </p:cNvPr>
              <p:cNvSpPr/>
              <p:nvPr/>
            </p:nvSpPr>
            <p:spPr>
              <a:xfrm>
                <a:off x="-16040" y="3230013"/>
                <a:ext cx="2774990" cy="340158"/>
              </a:xfrm>
              <a:prstGeom prst="rect">
                <a:avLst/>
              </a:prstGeom>
            </p:spPr>
            <p:txBody>
              <a:bodyPr wrap="none" anchor="ctr">
                <a:spAutoFit/>
              </a:bodyPr>
              <a:lstStyle/>
              <a:p>
                <a:pPr/>
                <a14:m>
                  <m:oMathPara xmlns:m="http://schemas.openxmlformats.org/officeDocument/2006/math">
                    <m:oMathParaPr>
                      <m:jc m:val="centerGroup"/>
                    </m:oMathParaPr>
                    <m:oMath xmlns:m="http://schemas.openxmlformats.org/officeDocument/2006/math">
                      <m:r>
                        <a:rPr lang="en-US" sz="1400" i="1">
                          <a:latin typeface="Cambria Math" panose="02040503050406030204" pitchFamily="18" charset="0"/>
                        </a:rPr>
                        <m:t>𝐺𝑎𝑖𝑛</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𝑆</m:t>
                              </m:r>
                            </m:e>
                            <m:sub>
                              <m:r>
                                <a:rPr lang="en-US" sz="1400" i="1">
                                  <a:latin typeface="Cambria Math" panose="02040503050406030204" pitchFamily="18" charset="0"/>
                                </a:rPr>
                                <m:t>𝑆𝑢𝑛𝑛𝑦</m:t>
                              </m:r>
                            </m:sub>
                          </m:sSub>
                          <m:r>
                            <a:rPr lang="en-US" sz="1400" i="0">
                              <a:latin typeface="Cambria Math" panose="02040503050406030204" pitchFamily="18" charset="0"/>
                            </a:rPr>
                            <m:t>, </m:t>
                          </m:r>
                          <m:r>
                            <a:rPr lang="en-US" sz="1400" i="1">
                              <a:latin typeface="Cambria Math" panose="02040503050406030204" pitchFamily="18" charset="0"/>
                            </a:rPr>
                            <m:t>𝐻𝑢𝑚𝑖𝑑𝑖𝑡𝑦</m:t>
                          </m:r>
                        </m:e>
                      </m:d>
                      <m:r>
                        <a:rPr lang="en-US" sz="1400" i="0">
                          <a:latin typeface="Cambria Math" panose="02040503050406030204" pitchFamily="18" charset="0"/>
                        </a:rPr>
                        <m:t>=0.940</m:t>
                      </m:r>
                    </m:oMath>
                  </m:oMathPara>
                </a14:m>
                <a:endParaRPr lang="en-US" sz="1400" dirty="0"/>
              </a:p>
            </p:txBody>
          </p:sp>
        </mc:Choice>
        <mc:Fallback xmlns="">
          <p:sp>
            <p:nvSpPr>
              <p:cNvPr id="1251" name="Dikdörtgen 1250">
                <a:extLst>
                  <a:ext uri="{FF2B5EF4-FFF2-40B4-BE49-F238E27FC236}">
                    <a16:creationId xmlns:a16="http://schemas.microsoft.com/office/drawing/2014/main" id="{EC10057F-326B-44D5-93D9-DDE6D30C9BC6}"/>
                  </a:ext>
                </a:extLst>
              </p:cNvPr>
              <p:cNvSpPr>
                <a:spLocks noRot="1" noChangeAspect="1" noMove="1" noResize="1" noEditPoints="1" noAdjustHandles="1" noChangeArrowheads="1" noChangeShapeType="1" noTextEdit="1"/>
              </p:cNvSpPr>
              <p:nvPr/>
            </p:nvSpPr>
            <p:spPr>
              <a:xfrm>
                <a:off x="-16040" y="3230013"/>
                <a:ext cx="2774990" cy="340158"/>
              </a:xfrm>
              <a:prstGeom prst="rect">
                <a:avLst/>
              </a:prstGeom>
              <a:blipFill>
                <a:blip r:embed="rId13"/>
                <a:stretch>
                  <a:fillRect b="-1786"/>
                </a:stretch>
              </a:blipFill>
            </p:spPr>
            <p:txBody>
              <a:bodyPr/>
              <a:lstStyle/>
              <a:p>
                <a:r>
                  <a:rPr lang="tr-TR">
                    <a:noFill/>
                  </a:rPr>
                  <a:t> </a:t>
                </a:r>
              </a:p>
            </p:txBody>
          </p:sp>
        </mc:Fallback>
      </mc:AlternateContent>
    </p:spTree>
    <p:extLst>
      <p:ext uri="{BB962C8B-B14F-4D97-AF65-F5344CB8AC3E}">
        <p14:creationId xmlns:p14="http://schemas.microsoft.com/office/powerpoint/2010/main" val="1964738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barn(inVertical)">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fade">
                                      <p:cBhvr>
                                        <p:cTn id="38" dur="1000"/>
                                        <p:tgtEl>
                                          <p:spTgt spid="26"/>
                                        </p:tgtEl>
                                      </p:cBhvr>
                                    </p:animEffect>
                                    <p:anim calcmode="lin" valueType="num">
                                      <p:cBhvr>
                                        <p:cTn id="39" dur="1000" fill="hold"/>
                                        <p:tgtEl>
                                          <p:spTgt spid="26"/>
                                        </p:tgtEl>
                                        <p:attrNameLst>
                                          <p:attrName>ppt_x</p:attrName>
                                        </p:attrNameLst>
                                      </p:cBhvr>
                                      <p:tavLst>
                                        <p:tav tm="0">
                                          <p:val>
                                            <p:strVal val="#ppt_x"/>
                                          </p:val>
                                        </p:tav>
                                        <p:tav tm="100000">
                                          <p:val>
                                            <p:strVal val="#ppt_x"/>
                                          </p:val>
                                        </p:tav>
                                      </p:tavLst>
                                    </p:anim>
                                    <p:anim calcmode="lin" valueType="num">
                                      <p:cBhvr>
                                        <p:cTn id="40"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1000"/>
                                        <p:tgtEl>
                                          <p:spTgt spid="18"/>
                                        </p:tgtEl>
                                      </p:cBhvr>
                                    </p:animEffect>
                                    <p:anim calcmode="lin" valueType="num">
                                      <p:cBhvr>
                                        <p:cTn id="46" dur="1000" fill="hold"/>
                                        <p:tgtEl>
                                          <p:spTgt spid="18"/>
                                        </p:tgtEl>
                                        <p:attrNameLst>
                                          <p:attrName>ppt_x</p:attrName>
                                        </p:attrNameLst>
                                      </p:cBhvr>
                                      <p:tavLst>
                                        <p:tav tm="0">
                                          <p:val>
                                            <p:strVal val="#ppt_x"/>
                                          </p:val>
                                        </p:tav>
                                        <p:tav tm="100000">
                                          <p:val>
                                            <p:strVal val="#ppt_x"/>
                                          </p:val>
                                        </p:tav>
                                      </p:tavLst>
                                    </p:anim>
                                    <p:anim calcmode="lin" valueType="num">
                                      <p:cBhvr>
                                        <p:cTn id="4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1000"/>
                                        <p:tgtEl>
                                          <p:spTgt spid="27"/>
                                        </p:tgtEl>
                                      </p:cBhvr>
                                    </p:animEffect>
                                    <p:anim calcmode="lin" valueType="num">
                                      <p:cBhvr>
                                        <p:cTn id="53" dur="1000" fill="hold"/>
                                        <p:tgtEl>
                                          <p:spTgt spid="27"/>
                                        </p:tgtEl>
                                        <p:attrNameLst>
                                          <p:attrName>ppt_x</p:attrName>
                                        </p:attrNameLst>
                                      </p:cBhvr>
                                      <p:tavLst>
                                        <p:tav tm="0">
                                          <p:val>
                                            <p:strVal val="#ppt_x"/>
                                          </p:val>
                                        </p:tav>
                                        <p:tav tm="100000">
                                          <p:val>
                                            <p:strVal val="#ppt_x"/>
                                          </p:val>
                                        </p:tav>
                                      </p:tavLst>
                                    </p:anim>
                                    <p:anim calcmode="lin" valueType="num">
                                      <p:cBhvr>
                                        <p:cTn id="54"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249"/>
                                        </p:tgtEl>
                                        <p:attrNameLst>
                                          <p:attrName>style.visibility</p:attrName>
                                        </p:attrNameLst>
                                      </p:cBhvr>
                                      <p:to>
                                        <p:strVal val="visible"/>
                                      </p:to>
                                    </p:set>
                                    <p:animEffect transition="in" filter="fade">
                                      <p:cBhvr>
                                        <p:cTn id="66" dur="1000"/>
                                        <p:tgtEl>
                                          <p:spTgt spid="1249"/>
                                        </p:tgtEl>
                                      </p:cBhvr>
                                    </p:animEffect>
                                    <p:anim calcmode="lin" valueType="num">
                                      <p:cBhvr>
                                        <p:cTn id="67" dur="1000" fill="hold"/>
                                        <p:tgtEl>
                                          <p:spTgt spid="1249"/>
                                        </p:tgtEl>
                                        <p:attrNameLst>
                                          <p:attrName>ppt_x</p:attrName>
                                        </p:attrNameLst>
                                      </p:cBhvr>
                                      <p:tavLst>
                                        <p:tav tm="0">
                                          <p:val>
                                            <p:strVal val="#ppt_x"/>
                                          </p:val>
                                        </p:tav>
                                        <p:tav tm="100000">
                                          <p:val>
                                            <p:strVal val="#ppt_x"/>
                                          </p:val>
                                        </p:tav>
                                      </p:tavLst>
                                    </p:anim>
                                    <p:anim calcmode="lin" valueType="num">
                                      <p:cBhvr>
                                        <p:cTn id="68" dur="1000" fill="hold"/>
                                        <p:tgtEl>
                                          <p:spTgt spid="1249"/>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grpId="0" nodeType="clickEffect">
                                  <p:stCondLst>
                                    <p:cond delay="0"/>
                                  </p:stCondLst>
                                  <p:childTnLst>
                                    <p:set>
                                      <p:cBhvr>
                                        <p:cTn id="72" dur="1" fill="hold">
                                          <p:stCondLst>
                                            <p:cond delay="0"/>
                                          </p:stCondLst>
                                        </p:cTn>
                                        <p:tgtEl>
                                          <p:spTgt spid="1250"/>
                                        </p:tgtEl>
                                        <p:attrNameLst>
                                          <p:attrName>style.visibility</p:attrName>
                                        </p:attrNameLst>
                                      </p:cBhvr>
                                      <p:to>
                                        <p:strVal val="visible"/>
                                      </p:to>
                                    </p:set>
                                    <p:animEffect transition="in" filter="fade">
                                      <p:cBhvr>
                                        <p:cTn id="73" dur="1000"/>
                                        <p:tgtEl>
                                          <p:spTgt spid="1250"/>
                                        </p:tgtEl>
                                      </p:cBhvr>
                                    </p:animEffect>
                                    <p:anim calcmode="lin" valueType="num">
                                      <p:cBhvr>
                                        <p:cTn id="74" dur="1000" fill="hold"/>
                                        <p:tgtEl>
                                          <p:spTgt spid="1250"/>
                                        </p:tgtEl>
                                        <p:attrNameLst>
                                          <p:attrName>ppt_x</p:attrName>
                                        </p:attrNameLst>
                                      </p:cBhvr>
                                      <p:tavLst>
                                        <p:tav tm="0">
                                          <p:val>
                                            <p:strVal val="#ppt_x"/>
                                          </p:val>
                                        </p:tav>
                                        <p:tav tm="100000">
                                          <p:val>
                                            <p:strVal val="#ppt_x"/>
                                          </p:val>
                                        </p:tav>
                                      </p:tavLst>
                                    </p:anim>
                                    <p:anim calcmode="lin" valueType="num">
                                      <p:cBhvr>
                                        <p:cTn id="75" dur="1000" fill="hold"/>
                                        <p:tgtEl>
                                          <p:spTgt spid="1250"/>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1251"/>
                                        </p:tgtEl>
                                        <p:attrNameLst>
                                          <p:attrName>style.visibility</p:attrName>
                                        </p:attrNameLst>
                                      </p:cBhvr>
                                      <p:to>
                                        <p:strVal val="visible"/>
                                      </p:to>
                                    </p:set>
                                    <p:animEffect transition="in" filter="barn(inVertical)">
                                      <p:cBhvr>
                                        <p:cTn id="80" dur="500"/>
                                        <p:tgtEl>
                                          <p:spTgt spid="1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1" grpId="0"/>
      <p:bldP spid="13" grpId="0"/>
      <p:bldP spid="18" grpId="0"/>
      <p:bldP spid="26" grpId="0"/>
      <p:bldP spid="27" grpId="0"/>
      <p:bldP spid="29" grpId="0"/>
      <p:bldP spid="1249" grpId="0"/>
      <p:bldP spid="1250" grpId="0"/>
      <p:bldP spid="125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p:sp>
        <p:nvSpPr>
          <p:cNvPr id="8" name="Oval 7">
            <a:extLst>
              <a:ext uri="{FF2B5EF4-FFF2-40B4-BE49-F238E27FC236}">
                <a16:creationId xmlns:a16="http://schemas.microsoft.com/office/drawing/2014/main" id="{03AF4287-C246-4F87-87A1-FD0FDDB534E1}"/>
              </a:ext>
            </a:extLst>
          </p:cNvPr>
          <p:cNvSpPr/>
          <p:nvPr/>
        </p:nvSpPr>
        <p:spPr>
          <a:xfrm>
            <a:off x="4343722" y="1140955"/>
            <a:ext cx="842344" cy="7587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600" b="1" dirty="0"/>
              <a:t>OUTLOOK</a:t>
            </a:r>
          </a:p>
        </p:txBody>
      </p:sp>
      <mc:AlternateContent xmlns:mc="http://schemas.openxmlformats.org/markup-compatibility/2006" xmlns:a14="http://schemas.microsoft.com/office/drawing/2010/main">
        <mc:Choice Requires="a14">
          <p:sp>
            <p:nvSpPr>
              <p:cNvPr id="9" name="Dikdörtgen 8">
                <a:extLst>
                  <a:ext uri="{FF2B5EF4-FFF2-40B4-BE49-F238E27FC236}">
                    <a16:creationId xmlns:a16="http://schemas.microsoft.com/office/drawing/2014/main" id="{9E818B97-E4EC-D90D-DC4F-55E4F31B5EF2}"/>
                  </a:ext>
                </a:extLst>
              </p:cNvPr>
              <p:cNvSpPr/>
              <p:nvPr/>
            </p:nvSpPr>
            <p:spPr>
              <a:xfrm>
                <a:off x="4223142" y="756501"/>
                <a:ext cx="974946"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800" i="1">
                              <a:latin typeface="Cambria Math" panose="02040503050406030204" pitchFamily="18" charset="0"/>
                            </a:rPr>
                          </m:ctrlPr>
                        </m:dPr>
                        <m:e>
                          <m:d>
                            <m:dPr>
                              <m:begChr m:val=""/>
                              <m:endChr m:val="}"/>
                              <m:ctrlPr>
                                <a:rPr lang="en-US" sz="800" i="1">
                                  <a:latin typeface="Cambria Math" panose="02040503050406030204" pitchFamily="18" charset="0"/>
                                </a:rPr>
                              </m:ctrlPr>
                            </m:dPr>
                            <m:e>
                              <m:r>
                                <a:rPr lang="en-US" sz="800" i="1">
                                  <a:latin typeface="Cambria Math" panose="02040503050406030204" pitchFamily="18" charset="0"/>
                                </a:rPr>
                                <m:t>𝐷</m:t>
                              </m:r>
                              <m:r>
                                <a:rPr lang="en-US" sz="800" i="0">
                                  <a:latin typeface="Cambria Math" panose="02040503050406030204" pitchFamily="18" charset="0"/>
                                </a:rPr>
                                <m:t>1, </m:t>
                              </m:r>
                              <m:r>
                                <a:rPr lang="en-US" sz="800" i="1">
                                  <a:latin typeface="Cambria Math" panose="02040503050406030204" pitchFamily="18" charset="0"/>
                                </a:rPr>
                                <m:t>𝐷</m:t>
                              </m:r>
                              <m:r>
                                <a:rPr lang="en-US" sz="800" i="0">
                                  <a:latin typeface="Cambria Math" panose="02040503050406030204" pitchFamily="18" charset="0"/>
                                </a:rPr>
                                <m:t>2,….,</m:t>
                              </m:r>
                              <m:r>
                                <a:rPr lang="en-US" sz="800" i="1">
                                  <a:latin typeface="Cambria Math" panose="02040503050406030204" pitchFamily="18" charset="0"/>
                                </a:rPr>
                                <m:t>𝐷</m:t>
                              </m:r>
                              <m:r>
                                <a:rPr lang="en-US" sz="800" i="0">
                                  <a:latin typeface="Cambria Math" panose="02040503050406030204" pitchFamily="18" charset="0"/>
                                </a:rPr>
                                <m:t>14</m:t>
                              </m:r>
                            </m:e>
                          </m:d>
                        </m:e>
                      </m:d>
                    </m:oMath>
                  </m:oMathPara>
                </a14:m>
                <a:endParaRPr lang="en-US" sz="800" dirty="0"/>
              </a:p>
            </p:txBody>
          </p:sp>
        </mc:Choice>
        <mc:Fallback xmlns="">
          <p:sp>
            <p:nvSpPr>
              <p:cNvPr id="9" name="Dikdörtgen 8">
                <a:extLst>
                  <a:ext uri="{FF2B5EF4-FFF2-40B4-BE49-F238E27FC236}">
                    <a16:creationId xmlns:a16="http://schemas.microsoft.com/office/drawing/2014/main" id="{9E818B97-E4EC-D90D-DC4F-55E4F31B5EF2}"/>
                  </a:ext>
                </a:extLst>
              </p:cNvPr>
              <p:cNvSpPr>
                <a:spLocks noRot="1" noChangeAspect="1" noMove="1" noResize="1" noEditPoints="1" noAdjustHandles="1" noChangeArrowheads="1" noChangeShapeType="1" noTextEdit="1"/>
              </p:cNvSpPr>
              <p:nvPr/>
            </p:nvSpPr>
            <p:spPr>
              <a:xfrm>
                <a:off x="4223142" y="756501"/>
                <a:ext cx="974946" cy="215444"/>
              </a:xfrm>
              <a:prstGeom prst="rect">
                <a:avLst/>
              </a:prstGeom>
              <a:blipFill>
                <a:blip r:embed="rId4"/>
                <a:stretch>
                  <a:fillRect l="-9375" t="-85714" r="-20000" b="-137143"/>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Dikdörtgen 9">
                <a:extLst>
                  <a:ext uri="{FF2B5EF4-FFF2-40B4-BE49-F238E27FC236}">
                    <a16:creationId xmlns:a16="http://schemas.microsoft.com/office/drawing/2014/main" id="{9CFB7E16-3E59-8C27-BF69-9D3669B91CEC}"/>
                  </a:ext>
                </a:extLst>
              </p:cNvPr>
              <p:cNvSpPr/>
              <p:nvPr/>
            </p:nvSpPr>
            <p:spPr>
              <a:xfrm>
                <a:off x="4401272" y="922847"/>
                <a:ext cx="612219" cy="2154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800" i="1">
                              <a:latin typeface="Cambria Math" panose="02040503050406030204" pitchFamily="18" charset="0"/>
                            </a:rPr>
                          </m:ctrlPr>
                        </m:dPr>
                        <m:e>
                          <m:r>
                            <a:rPr lang="en-US" sz="800">
                              <a:latin typeface="Cambria Math" panose="02040503050406030204" pitchFamily="18" charset="0"/>
                            </a:rPr>
                            <m:t>9</m:t>
                          </m:r>
                          <m:r>
                            <a:rPr lang="en-US" sz="800" i="0">
                              <a:latin typeface="Cambria Math" panose="02040503050406030204" pitchFamily="18" charset="0"/>
                            </a:rPr>
                            <m:t>+,5−</m:t>
                          </m:r>
                        </m:e>
                      </m:d>
                    </m:oMath>
                  </m:oMathPara>
                </a14:m>
                <a:endParaRPr lang="en-US" sz="800" dirty="0"/>
              </a:p>
            </p:txBody>
          </p:sp>
        </mc:Choice>
        <mc:Fallback xmlns="">
          <p:sp>
            <p:nvSpPr>
              <p:cNvPr id="10" name="Dikdörtgen 9">
                <a:extLst>
                  <a:ext uri="{FF2B5EF4-FFF2-40B4-BE49-F238E27FC236}">
                    <a16:creationId xmlns:a16="http://schemas.microsoft.com/office/drawing/2014/main" id="{9CFB7E16-3E59-8C27-BF69-9D3669B91CEC}"/>
                  </a:ext>
                </a:extLst>
              </p:cNvPr>
              <p:cNvSpPr>
                <a:spLocks noRot="1" noChangeAspect="1" noMove="1" noResize="1" noEditPoints="1" noAdjustHandles="1" noChangeArrowheads="1" noChangeShapeType="1" noTextEdit="1"/>
              </p:cNvSpPr>
              <p:nvPr/>
            </p:nvSpPr>
            <p:spPr>
              <a:xfrm>
                <a:off x="4401272" y="922847"/>
                <a:ext cx="612219" cy="215444"/>
              </a:xfrm>
              <a:prstGeom prst="rect">
                <a:avLst/>
              </a:prstGeom>
              <a:blipFill>
                <a:blip r:embed="rId5"/>
                <a:stretch>
                  <a:fillRect/>
                </a:stretch>
              </a:blipFill>
            </p:spPr>
            <p:txBody>
              <a:bodyPr/>
              <a:lstStyle/>
              <a:p>
                <a:r>
                  <a:rPr lang="tr-TR">
                    <a:noFill/>
                  </a:rPr>
                  <a:t> </a:t>
                </a:r>
              </a:p>
            </p:txBody>
          </p:sp>
        </mc:Fallback>
      </mc:AlternateContent>
      <p:cxnSp>
        <p:nvCxnSpPr>
          <p:cNvPr id="12" name="Düz Bağlayıcı 11">
            <a:extLst>
              <a:ext uri="{FF2B5EF4-FFF2-40B4-BE49-F238E27FC236}">
                <a16:creationId xmlns:a16="http://schemas.microsoft.com/office/drawing/2014/main" id="{AAD9D9C8-F755-3A21-F200-3B53D3A8971C}"/>
              </a:ext>
            </a:extLst>
          </p:cNvPr>
          <p:cNvCxnSpPr>
            <a:cxnSpLocks/>
            <a:stCxn id="8" idx="4"/>
          </p:cNvCxnSpPr>
          <p:nvPr/>
        </p:nvCxnSpPr>
        <p:spPr>
          <a:xfrm flipH="1">
            <a:off x="2206171" y="1899724"/>
            <a:ext cx="2558723" cy="7844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Düz Bağlayıcı 13">
            <a:extLst>
              <a:ext uri="{FF2B5EF4-FFF2-40B4-BE49-F238E27FC236}">
                <a16:creationId xmlns:a16="http://schemas.microsoft.com/office/drawing/2014/main" id="{0EA4A06C-2A0B-8009-1301-4979996B4BF1}"/>
              </a:ext>
            </a:extLst>
          </p:cNvPr>
          <p:cNvCxnSpPr>
            <a:cxnSpLocks/>
            <a:stCxn id="8" idx="4"/>
          </p:cNvCxnSpPr>
          <p:nvPr/>
        </p:nvCxnSpPr>
        <p:spPr>
          <a:xfrm>
            <a:off x="4764894" y="1899724"/>
            <a:ext cx="0" cy="86944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Düz Bağlayıcı 15">
            <a:extLst>
              <a:ext uri="{FF2B5EF4-FFF2-40B4-BE49-F238E27FC236}">
                <a16:creationId xmlns:a16="http://schemas.microsoft.com/office/drawing/2014/main" id="{BBB18665-B13B-1E3B-3973-5BE172066573}"/>
              </a:ext>
            </a:extLst>
          </p:cNvPr>
          <p:cNvCxnSpPr>
            <a:cxnSpLocks/>
            <a:stCxn id="8" idx="4"/>
          </p:cNvCxnSpPr>
          <p:nvPr/>
        </p:nvCxnSpPr>
        <p:spPr>
          <a:xfrm>
            <a:off x="4764894" y="1899724"/>
            <a:ext cx="2492249" cy="725251"/>
          </a:xfrm>
          <a:prstGeom prst="line">
            <a:avLst/>
          </a:prstGeom>
        </p:spPr>
        <p:style>
          <a:lnRef idx="1">
            <a:schemeClr val="accent1"/>
          </a:lnRef>
          <a:fillRef idx="0">
            <a:schemeClr val="accent1"/>
          </a:fillRef>
          <a:effectRef idx="0">
            <a:schemeClr val="accent1"/>
          </a:effectRef>
          <a:fontRef idx="minor">
            <a:schemeClr val="tx1"/>
          </a:fontRef>
        </p:style>
      </p:cxnSp>
      <p:sp>
        <p:nvSpPr>
          <p:cNvPr id="19" name="Metin kutusu 18">
            <a:extLst>
              <a:ext uri="{FF2B5EF4-FFF2-40B4-BE49-F238E27FC236}">
                <a16:creationId xmlns:a16="http://schemas.microsoft.com/office/drawing/2014/main" id="{C908232F-053B-C901-FFC5-864F8C803DE9}"/>
              </a:ext>
            </a:extLst>
          </p:cNvPr>
          <p:cNvSpPr txBox="1"/>
          <p:nvPr/>
        </p:nvSpPr>
        <p:spPr>
          <a:xfrm>
            <a:off x="2754243" y="2239928"/>
            <a:ext cx="731290" cy="307777"/>
          </a:xfrm>
          <a:prstGeom prst="rect">
            <a:avLst/>
          </a:prstGeom>
          <a:noFill/>
        </p:spPr>
        <p:txBody>
          <a:bodyPr wrap="none" rtlCol="0">
            <a:spAutoFit/>
          </a:bodyPr>
          <a:lstStyle/>
          <a:p>
            <a:r>
              <a:rPr lang="tr-TR" b="1" dirty="0" err="1"/>
              <a:t>Sunny</a:t>
            </a:r>
            <a:endParaRPr lang="tr-TR" b="1" dirty="0"/>
          </a:p>
        </p:txBody>
      </p:sp>
      <p:sp>
        <p:nvSpPr>
          <p:cNvPr id="20" name="Metin kutusu 19">
            <a:extLst>
              <a:ext uri="{FF2B5EF4-FFF2-40B4-BE49-F238E27FC236}">
                <a16:creationId xmlns:a16="http://schemas.microsoft.com/office/drawing/2014/main" id="{15C0B77F-9DCD-D2F9-9C50-9D6A041F0F50}"/>
              </a:ext>
            </a:extLst>
          </p:cNvPr>
          <p:cNvSpPr txBox="1"/>
          <p:nvPr/>
        </p:nvSpPr>
        <p:spPr>
          <a:xfrm>
            <a:off x="4253249" y="2235408"/>
            <a:ext cx="950901" cy="307777"/>
          </a:xfrm>
          <a:prstGeom prst="rect">
            <a:avLst/>
          </a:prstGeom>
          <a:noFill/>
        </p:spPr>
        <p:txBody>
          <a:bodyPr wrap="none" rtlCol="0">
            <a:spAutoFit/>
          </a:bodyPr>
          <a:lstStyle/>
          <a:p>
            <a:r>
              <a:rPr lang="tr-TR" b="1" dirty="0" err="1"/>
              <a:t>Overcast</a:t>
            </a:r>
            <a:endParaRPr lang="tr-TR" b="1" dirty="0"/>
          </a:p>
        </p:txBody>
      </p:sp>
      <p:sp>
        <p:nvSpPr>
          <p:cNvPr id="21" name="Metin kutusu 20">
            <a:extLst>
              <a:ext uri="{FF2B5EF4-FFF2-40B4-BE49-F238E27FC236}">
                <a16:creationId xmlns:a16="http://schemas.microsoft.com/office/drawing/2014/main" id="{4663DC2F-5444-8860-BAD8-31719D062814}"/>
              </a:ext>
            </a:extLst>
          </p:cNvPr>
          <p:cNvSpPr txBox="1"/>
          <p:nvPr/>
        </p:nvSpPr>
        <p:spPr>
          <a:xfrm>
            <a:off x="6163977" y="2225296"/>
            <a:ext cx="572593" cy="307777"/>
          </a:xfrm>
          <a:prstGeom prst="rect">
            <a:avLst/>
          </a:prstGeom>
          <a:noFill/>
        </p:spPr>
        <p:txBody>
          <a:bodyPr wrap="none" rtlCol="0">
            <a:spAutoFit/>
          </a:bodyPr>
          <a:lstStyle/>
          <a:p>
            <a:r>
              <a:rPr lang="tr-TR" b="1" dirty="0" err="1"/>
              <a:t>Rain</a:t>
            </a:r>
            <a:endParaRPr lang="tr-TR" b="1" dirty="0"/>
          </a:p>
        </p:txBody>
      </p:sp>
      <mc:AlternateContent xmlns:mc="http://schemas.openxmlformats.org/markup-compatibility/2006" xmlns:a14="http://schemas.microsoft.com/office/drawing/2010/main">
        <mc:Choice Requires="a14">
          <p:sp>
            <p:nvSpPr>
              <p:cNvPr id="28" name="Dikdörtgen 27">
                <a:extLst>
                  <a:ext uri="{FF2B5EF4-FFF2-40B4-BE49-F238E27FC236}">
                    <a16:creationId xmlns:a16="http://schemas.microsoft.com/office/drawing/2014/main" id="{DD6ECA8E-A5E3-EA90-BA9D-2F9A82628FA7}"/>
                  </a:ext>
                </a:extLst>
              </p:cNvPr>
              <p:cNvSpPr/>
              <p:nvPr/>
            </p:nvSpPr>
            <p:spPr>
              <a:xfrm>
                <a:off x="1338711" y="2664954"/>
                <a:ext cx="1646337" cy="461665"/>
              </a:xfrm>
              <a:prstGeom prst="rect">
                <a:avLst/>
              </a:prstGeom>
            </p:spPr>
            <p:txBody>
              <a:bodyPr wrap="square">
                <a:spAutoFit/>
              </a:bodyPr>
              <a:lstStyle/>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1, </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2,</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8, </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9,</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11</m:t>
                              </m:r>
                            </m:e>
                          </m:d>
                        </m:e>
                      </m:d>
                    </m:oMath>
                  </m:oMathPara>
                </a14:m>
                <a:endParaRPr lang="tr-TR" sz="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800" i="1">
                              <a:latin typeface="Cambria Math" panose="02040503050406030204" pitchFamily="18" charset="0"/>
                              <a:ea typeface="Times New Roman" panose="02020603050405020304" pitchFamily="18" charset="0"/>
                              <a:cs typeface="Times New Roman" panose="02020603050405020304" pitchFamily="18" charset="0"/>
                            </a:rPr>
                            <m:t>2+,3−</m:t>
                          </m:r>
                        </m:e>
                      </m:d>
                    </m:oMath>
                  </m:oMathPara>
                </a14:m>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Dikdörtgen 27">
                <a:extLst>
                  <a:ext uri="{FF2B5EF4-FFF2-40B4-BE49-F238E27FC236}">
                    <a16:creationId xmlns:a16="http://schemas.microsoft.com/office/drawing/2014/main" id="{DD6ECA8E-A5E3-EA90-BA9D-2F9A82628FA7}"/>
                  </a:ext>
                </a:extLst>
              </p:cNvPr>
              <p:cNvSpPr>
                <a:spLocks noRot="1" noChangeAspect="1" noMove="1" noResize="1" noEditPoints="1" noAdjustHandles="1" noChangeArrowheads="1" noChangeShapeType="1" noTextEdit="1"/>
              </p:cNvSpPr>
              <p:nvPr/>
            </p:nvSpPr>
            <p:spPr>
              <a:xfrm>
                <a:off x="1338711" y="2664954"/>
                <a:ext cx="1646337" cy="461665"/>
              </a:xfrm>
              <a:prstGeom prst="rect">
                <a:avLst/>
              </a:prstGeom>
              <a:blipFill>
                <a:blip r:embed="rId6"/>
                <a:stretch>
                  <a:fillRect t="-30263" b="-1842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0" name="Dikdörtgen 29">
                <a:extLst>
                  <a:ext uri="{FF2B5EF4-FFF2-40B4-BE49-F238E27FC236}">
                    <a16:creationId xmlns:a16="http://schemas.microsoft.com/office/drawing/2014/main" id="{6D1B5556-25BC-1A70-2A00-D6D3E48A1D04}"/>
                  </a:ext>
                </a:extLst>
              </p:cNvPr>
              <p:cNvSpPr/>
              <p:nvPr/>
            </p:nvSpPr>
            <p:spPr>
              <a:xfrm>
                <a:off x="3902468" y="3540880"/>
                <a:ext cx="1745091" cy="461665"/>
              </a:xfrm>
              <a:prstGeom prst="rect">
                <a:avLst/>
              </a:prstGeom>
            </p:spPr>
            <p:txBody>
              <a:bodyPr wrap="square">
                <a:spAutoFit/>
              </a:bodyPr>
              <a:lstStyle/>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3, </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7,</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12, </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13</m:t>
                              </m:r>
                            </m:e>
                          </m:d>
                        </m:e>
                      </m:d>
                    </m:oMath>
                  </m:oMathPara>
                </a14:m>
                <a:endParaRPr lang="tr-TR" sz="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800" i="1">
                              <a:latin typeface="Cambria Math" panose="02040503050406030204" pitchFamily="18" charset="0"/>
                              <a:ea typeface="Times New Roman" panose="02020603050405020304" pitchFamily="18" charset="0"/>
                              <a:cs typeface="Times New Roman" panose="02020603050405020304" pitchFamily="18" charset="0"/>
                            </a:rPr>
                            <m:t>4+,0−</m:t>
                          </m:r>
                        </m:e>
                      </m:d>
                    </m:oMath>
                  </m:oMathPara>
                </a14:m>
                <a:endParaRPr lang="tr-TR" sz="9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0" name="Dikdörtgen 29">
                <a:extLst>
                  <a:ext uri="{FF2B5EF4-FFF2-40B4-BE49-F238E27FC236}">
                    <a16:creationId xmlns:a16="http://schemas.microsoft.com/office/drawing/2014/main" id="{6D1B5556-25BC-1A70-2A00-D6D3E48A1D04}"/>
                  </a:ext>
                </a:extLst>
              </p:cNvPr>
              <p:cNvSpPr>
                <a:spLocks noRot="1" noChangeAspect="1" noMove="1" noResize="1" noEditPoints="1" noAdjustHandles="1" noChangeArrowheads="1" noChangeShapeType="1" noTextEdit="1"/>
              </p:cNvSpPr>
              <p:nvPr/>
            </p:nvSpPr>
            <p:spPr>
              <a:xfrm>
                <a:off x="3902468" y="3540880"/>
                <a:ext cx="1745091" cy="461665"/>
              </a:xfrm>
              <a:prstGeom prst="rect">
                <a:avLst/>
              </a:prstGeom>
              <a:blipFill>
                <a:blip r:embed="rId7"/>
                <a:stretch>
                  <a:fillRect t="-30263" b="-1842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1" name="Dikdörtgen 30">
                <a:extLst>
                  <a:ext uri="{FF2B5EF4-FFF2-40B4-BE49-F238E27FC236}">
                    <a16:creationId xmlns:a16="http://schemas.microsoft.com/office/drawing/2014/main" id="{D33C2B56-F4D6-9192-8A91-905470B667FE}"/>
                  </a:ext>
                </a:extLst>
              </p:cNvPr>
              <p:cNvSpPr/>
              <p:nvPr/>
            </p:nvSpPr>
            <p:spPr>
              <a:xfrm>
                <a:off x="6544741" y="2543185"/>
                <a:ext cx="1476897" cy="461665"/>
              </a:xfrm>
              <a:prstGeom prst="rect">
                <a:avLst/>
              </a:prstGeom>
            </p:spPr>
            <p:txBody>
              <a:bodyPr wrap="square">
                <a:spAutoFit/>
              </a:bodyPr>
              <a:lstStyle/>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4, </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5,</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6, </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10,</m:t>
                              </m:r>
                              <m:r>
                                <a:rPr lang="en-US" sz="800" i="1">
                                  <a:latin typeface="Cambria Math" panose="02040503050406030204" pitchFamily="18" charset="0"/>
                                  <a:ea typeface="Times New Roman" panose="02020603050405020304" pitchFamily="18" charset="0"/>
                                  <a:cs typeface="Times New Roman" panose="02020603050405020304" pitchFamily="18" charset="0"/>
                                </a:rPr>
                                <m:t>𝐷</m:t>
                              </m:r>
                              <m:r>
                                <a:rPr lang="en-US" sz="800" i="1">
                                  <a:latin typeface="Cambria Math" panose="02040503050406030204" pitchFamily="18" charset="0"/>
                                  <a:ea typeface="Times New Roman" panose="02020603050405020304" pitchFamily="18" charset="0"/>
                                  <a:cs typeface="Times New Roman" panose="02020603050405020304" pitchFamily="18" charset="0"/>
                                </a:rPr>
                                <m:t>14</m:t>
                              </m:r>
                            </m:e>
                          </m:d>
                        </m:e>
                      </m:d>
                    </m:oMath>
                  </m:oMathPara>
                </a14:m>
                <a:endParaRPr lang="tr-TR" sz="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tr-TR" sz="8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800" i="1">
                              <a:latin typeface="Cambria Math" panose="02040503050406030204" pitchFamily="18" charset="0"/>
                              <a:ea typeface="Times New Roman" panose="02020603050405020304" pitchFamily="18" charset="0"/>
                              <a:cs typeface="Times New Roman" panose="02020603050405020304" pitchFamily="18" charset="0"/>
                            </a:rPr>
                            <m:t>3+,2−</m:t>
                          </m:r>
                        </m:e>
                      </m:d>
                    </m:oMath>
                  </m:oMathPara>
                </a14:m>
                <a:endParaRPr lang="tr-TR" sz="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31" name="Dikdörtgen 30">
                <a:extLst>
                  <a:ext uri="{FF2B5EF4-FFF2-40B4-BE49-F238E27FC236}">
                    <a16:creationId xmlns:a16="http://schemas.microsoft.com/office/drawing/2014/main" id="{D33C2B56-F4D6-9192-8A91-905470B667FE}"/>
                  </a:ext>
                </a:extLst>
              </p:cNvPr>
              <p:cNvSpPr>
                <a:spLocks noRot="1" noChangeAspect="1" noMove="1" noResize="1" noEditPoints="1" noAdjustHandles="1" noChangeArrowheads="1" noChangeShapeType="1" noTextEdit="1"/>
              </p:cNvSpPr>
              <p:nvPr/>
            </p:nvSpPr>
            <p:spPr>
              <a:xfrm>
                <a:off x="6544741" y="2543185"/>
                <a:ext cx="1476897" cy="461665"/>
              </a:xfrm>
              <a:prstGeom prst="rect">
                <a:avLst/>
              </a:prstGeom>
              <a:blipFill>
                <a:blip r:embed="rId8"/>
                <a:stretch>
                  <a:fillRect t="-30263" r="-3306" b="-18421"/>
                </a:stretch>
              </a:blipFill>
            </p:spPr>
            <p:txBody>
              <a:bodyPr/>
              <a:lstStyle/>
              <a:p>
                <a:r>
                  <a:rPr lang="tr-TR">
                    <a:noFill/>
                  </a:rPr>
                  <a:t> </a:t>
                </a:r>
              </a:p>
            </p:txBody>
          </p:sp>
        </mc:Fallback>
      </mc:AlternateContent>
      <p:sp>
        <p:nvSpPr>
          <p:cNvPr id="1248" name="Oval 1247">
            <a:extLst>
              <a:ext uri="{FF2B5EF4-FFF2-40B4-BE49-F238E27FC236}">
                <a16:creationId xmlns:a16="http://schemas.microsoft.com/office/drawing/2014/main" id="{E31300ED-D7F9-EFD9-CCE6-0520C4770ABC}"/>
              </a:ext>
            </a:extLst>
          </p:cNvPr>
          <p:cNvSpPr/>
          <p:nvPr/>
        </p:nvSpPr>
        <p:spPr>
          <a:xfrm>
            <a:off x="4401272" y="2748947"/>
            <a:ext cx="747485" cy="733046"/>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solidFill>
                  <a:schemeClr val="tx1"/>
                </a:solidFill>
              </a:rPr>
              <a:t>YES</a:t>
            </a:r>
          </a:p>
        </p:txBody>
      </p:sp>
      <mc:AlternateContent xmlns:mc="http://schemas.openxmlformats.org/markup-compatibility/2006" xmlns:a14="http://schemas.microsoft.com/office/drawing/2010/main">
        <mc:Choice Requires="a14">
          <p:sp>
            <p:nvSpPr>
              <p:cNvPr id="4" name="Dikdörtgen 3">
                <a:extLst>
                  <a:ext uri="{FF2B5EF4-FFF2-40B4-BE49-F238E27FC236}">
                    <a16:creationId xmlns:a16="http://schemas.microsoft.com/office/drawing/2014/main" id="{D17F3B40-5952-0727-E9F9-71F6D7466720}"/>
                  </a:ext>
                </a:extLst>
              </p:cNvPr>
              <p:cNvSpPr/>
              <p:nvPr/>
            </p:nvSpPr>
            <p:spPr>
              <a:xfrm>
                <a:off x="155414" y="983393"/>
                <a:ext cx="2174499" cy="271293"/>
              </a:xfrm>
              <a:prstGeom prst="rect">
                <a:avLst/>
              </a:prstGeom>
            </p:spPr>
            <p:txBody>
              <a:bodyPr wrap="square" anchor="ctr">
                <a:spAutoFit/>
              </a:bodyPr>
              <a:lstStyle/>
              <a:p>
                <a:pPr/>
                <a14:m>
                  <m:oMathPara xmlns:m="http://schemas.openxmlformats.org/officeDocument/2006/math">
                    <m:oMathParaPr>
                      <m:jc m:val="left"/>
                    </m:oMathParaPr>
                    <m:oMath xmlns:m="http://schemas.openxmlformats.org/officeDocument/2006/math">
                      <m:r>
                        <a:rPr lang="en-US" sz="1000" b="1" i="1">
                          <a:latin typeface="Cambria Math" panose="02040503050406030204" pitchFamily="18" charset="0"/>
                        </a:rPr>
                        <m:t>𝑮𝒂𝒊𝒏</m:t>
                      </m:r>
                      <m:d>
                        <m:dPr>
                          <m:ctrlPr>
                            <a:rPr lang="en-US" sz="1000" b="1" i="1">
                              <a:latin typeface="Cambria Math" panose="02040503050406030204" pitchFamily="18" charset="0"/>
                            </a:rPr>
                          </m:ctrlPr>
                        </m:dPr>
                        <m:e>
                          <m:sSub>
                            <m:sSubPr>
                              <m:ctrlPr>
                                <a:rPr lang="en-US" sz="1000" b="1" i="1">
                                  <a:latin typeface="Cambria Math" panose="02040503050406030204" pitchFamily="18" charset="0"/>
                                </a:rPr>
                              </m:ctrlPr>
                            </m:sSubPr>
                            <m:e>
                              <m:r>
                                <a:rPr lang="en-US" sz="1000" b="1" i="1">
                                  <a:latin typeface="Cambria Math" panose="02040503050406030204" pitchFamily="18" charset="0"/>
                                </a:rPr>
                                <m:t>𝑺</m:t>
                              </m:r>
                            </m:e>
                            <m:sub>
                              <m:r>
                                <a:rPr lang="en-US" sz="1000" b="1" i="1">
                                  <a:latin typeface="Cambria Math" panose="02040503050406030204" pitchFamily="18" charset="0"/>
                                </a:rPr>
                                <m:t>𝑺𝒖𝒏𝒏𝒚</m:t>
                              </m:r>
                            </m:sub>
                          </m:sSub>
                          <m:r>
                            <a:rPr lang="en-US" sz="1000" b="1" i="0">
                              <a:latin typeface="Cambria Math" panose="02040503050406030204" pitchFamily="18" charset="0"/>
                            </a:rPr>
                            <m:t>, </m:t>
                          </m:r>
                          <m:r>
                            <a:rPr lang="en-US" sz="1000" b="1" i="1">
                              <a:latin typeface="Cambria Math" panose="02040503050406030204" pitchFamily="18" charset="0"/>
                            </a:rPr>
                            <m:t>𝑯𝒖𝒎𝒊𝒅𝒊𝒕𝒚</m:t>
                          </m:r>
                        </m:e>
                      </m:d>
                      <m:r>
                        <a:rPr lang="en-US" sz="1000" b="1" i="0">
                          <a:latin typeface="Cambria Math" panose="02040503050406030204" pitchFamily="18" charset="0"/>
                        </a:rPr>
                        <m:t>=</m:t>
                      </m:r>
                      <m:r>
                        <a:rPr lang="en-US" sz="1000" b="1" i="0">
                          <a:latin typeface="Cambria Math" panose="02040503050406030204" pitchFamily="18" charset="0"/>
                        </a:rPr>
                        <m:t>𝟎</m:t>
                      </m:r>
                      <m:r>
                        <a:rPr lang="en-US" sz="1000" b="1" i="0">
                          <a:latin typeface="Cambria Math" panose="02040503050406030204" pitchFamily="18" charset="0"/>
                        </a:rPr>
                        <m:t>.</m:t>
                      </m:r>
                      <m:r>
                        <a:rPr lang="en-US" sz="1000" b="1" i="0">
                          <a:latin typeface="Cambria Math" panose="02040503050406030204" pitchFamily="18" charset="0"/>
                        </a:rPr>
                        <m:t>𝟗𝟒𝟎</m:t>
                      </m:r>
                    </m:oMath>
                  </m:oMathPara>
                </a14:m>
                <a:endParaRPr lang="en-US" sz="1000" b="1" dirty="0"/>
              </a:p>
            </p:txBody>
          </p:sp>
        </mc:Choice>
        <mc:Fallback xmlns="">
          <p:sp>
            <p:nvSpPr>
              <p:cNvPr id="4" name="Dikdörtgen 3">
                <a:extLst>
                  <a:ext uri="{FF2B5EF4-FFF2-40B4-BE49-F238E27FC236}">
                    <a16:creationId xmlns:a16="http://schemas.microsoft.com/office/drawing/2014/main" id="{D17F3B40-5952-0727-E9F9-71F6D7466720}"/>
                  </a:ext>
                </a:extLst>
              </p:cNvPr>
              <p:cNvSpPr>
                <a:spLocks noRot="1" noChangeAspect="1" noMove="1" noResize="1" noEditPoints="1" noAdjustHandles="1" noChangeArrowheads="1" noChangeShapeType="1" noTextEdit="1"/>
              </p:cNvSpPr>
              <p:nvPr/>
            </p:nvSpPr>
            <p:spPr>
              <a:xfrm>
                <a:off x="155414" y="983393"/>
                <a:ext cx="2174499" cy="271293"/>
              </a:xfrm>
              <a:prstGeom prst="rect">
                <a:avLst/>
              </a:prstGeom>
              <a:blipFill>
                <a:blip r:embed="rId9"/>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Dikdörtgen 5">
                <a:extLst>
                  <a:ext uri="{FF2B5EF4-FFF2-40B4-BE49-F238E27FC236}">
                    <a16:creationId xmlns:a16="http://schemas.microsoft.com/office/drawing/2014/main" id="{01324587-25AE-C910-3AF0-4C749FFFB0BD}"/>
                  </a:ext>
                </a:extLst>
              </p:cNvPr>
              <p:cNvSpPr/>
              <p:nvPr/>
            </p:nvSpPr>
            <p:spPr>
              <a:xfrm>
                <a:off x="155414" y="1267339"/>
                <a:ext cx="2255296" cy="269369"/>
              </a:xfrm>
              <a:prstGeom prst="rect">
                <a:avLst/>
              </a:prstGeom>
            </p:spPr>
            <p:txBody>
              <a:bodyPr wrap="none" anchor="ctr">
                <a:spAutoFit/>
              </a:bodyPr>
              <a:lstStyle/>
              <a:p>
                <a:pPr/>
                <a14:m>
                  <m:oMathPara xmlns:m="http://schemas.openxmlformats.org/officeDocument/2006/math">
                    <m:oMathParaPr>
                      <m:jc m:val="left"/>
                    </m:oMathParaPr>
                    <m:oMath xmlns:m="http://schemas.openxmlformats.org/officeDocument/2006/math">
                      <m:r>
                        <a:rPr lang="en-US" sz="1000" i="1">
                          <a:latin typeface="Cambria Math" panose="02040503050406030204" pitchFamily="18" charset="0"/>
                        </a:rPr>
                        <m:t>𝐺𝑎𝑖𝑛</m:t>
                      </m:r>
                      <m:d>
                        <m:dPr>
                          <m:ctrlPr>
                            <a:rPr lang="en-US" sz="1000" i="1">
                              <a:latin typeface="Cambria Math" panose="02040503050406030204" pitchFamily="18" charset="0"/>
                            </a:rPr>
                          </m:ctrlPr>
                        </m:dPr>
                        <m:e>
                          <m:sSub>
                            <m:sSubPr>
                              <m:ctrlPr>
                                <a:rPr lang="en-US" sz="1000" i="1">
                                  <a:latin typeface="Cambria Math" panose="02040503050406030204" pitchFamily="18" charset="0"/>
                                </a:rPr>
                              </m:ctrlPr>
                            </m:sSubPr>
                            <m:e>
                              <m:r>
                                <a:rPr lang="en-US" sz="1000" i="1">
                                  <a:latin typeface="Cambria Math" panose="02040503050406030204" pitchFamily="18" charset="0"/>
                                </a:rPr>
                                <m:t>𝑆</m:t>
                              </m:r>
                            </m:e>
                            <m:sub>
                              <m:r>
                                <a:rPr lang="en-US" sz="1000" i="1">
                                  <a:latin typeface="Cambria Math" panose="02040503050406030204" pitchFamily="18" charset="0"/>
                                </a:rPr>
                                <m:t>𝑆𝑢𝑛𝑛𝑦</m:t>
                              </m:r>
                            </m:sub>
                          </m:sSub>
                          <m:r>
                            <a:rPr lang="en-US" sz="1000" i="0">
                              <a:latin typeface="Cambria Math" panose="02040503050406030204" pitchFamily="18" charset="0"/>
                            </a:rPr>
                            <m:t>, </m:t>
                          </m:r>
                          <m:r>
                            <a:rPr lang="en-US" sz="1000" i="1">
                              <a:latin typeface="Cambria Math" panose="02040503050406030204" pitchFamily="18" charset="0"/>
                            </a:rPr>
                            <m:t>𝑇𝑒𝑚𝑝𝑒𝑟𝑎𝑡𝑢𝑟𝑒</m:t>
                          </m:r>
                        </m:e>
                      </m:d>
                      <m:r>
                        <a:rPr lang="en-US" sz="1000" i="0">
                          <a:latin typeface="Cambria Math" panose="02040503050406030204" pitchFamily="18" charset="0"/>
                        </a:rPr>
                        <m:t>=0.570</m:t>
                      </m:r>
                    </m:oMath>
                  </m:oMathPara>
                </a14:m>
                <a:endParaRPr lang="en-US" sz="1000" dirty="0"/>
              </a:p>
            </p:txBody>
          </p:sp>
        </mc:Choice>
        <mc:Fallback xmlns="">
          <p:sp>
            <p:nvSpPr>
              <p:cNvPr id="6" name="Dikdörtgen 5">
                <a:extLst>
                  <a:ext uri="{FF2B5EF4-FFF2-40B4-BE49-F238E27FC236}">
                    <a16:creationId xmlns:a16="http://schemas.microsoft.com/office/drawing/2014/main" id="{01324587-25AE-C910-3AF0-4C749FFFB0BD}"/>
                  </a:ext>
                </a:extLst>
              </p:cNvPr>
              <p:cNvSpPr>
                <a:spLocks noRot="1" noChangeAspect="1" noMove="1" noResize="1" noEditPoints="1" noAdjustHandles="1" noChangeArrowheads="1" noChangeShapeType="1" noTextEdit="1"/>
              </p:cNvSpPr>
              <p:nvPr/>
            </p:nvSpPr>
            <p:spPr>
              <a:xfrm>
                <a:off x="155414" y="1267339"/>
                <a:ext cx="2255296" cy="269369"/>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 name="Dikdörtgen 10">
                <a:extLst>
                  <a:ext uri="{FF2B5EF4-FFF2-40B4-BE49-F238E27FC236}">
                    <a16:creationId xmlns:a16="http://schemas.microsoft.com/office/drawing/2014/main" id="{650FEBA5-2D1D-6291-5DE3-4CC13507AC85}"/>
                  </a:ext>
                </a:extLst>
              </p:cNvPr>
              <p:cNvSpPr/>
              <p:nvPr/>
            </p:nvSpPr>
            <p:spPr>
              <a:xfrm>
                <a:off x="155414" y="1510370"/>
                <a:ext cx="1798056" cy="269369"/>
              </a:xfrm>
              <a:prstGeom prst="rect">
                <a:avLst/>
              </a:prstGeom>
            </p:spPr>
            <p:txBody>
              <a:bodyPr wrap="none" anchor="ctr">
                <a:spAutoFit/>
              </a:bodyPr>
              <a:lstStyle/>
              <a:p>
                <a:pPr/>
                <a14:m>
                  <m:oMathPara xmlns:m="http://schemas.openxmlformats.org/officeDocument/2006/math">
                    <m:oMathParaPr>
                      <m:jc m:val="left"/>
                    </m:oMathParaPr>
                    <m:oMath xmlns:m="http://schemas.openxmlformats.org/officeDocument/2006/math">
                      <m:r>
                        <a:rPr lang="en-US" sz="1000" i="1">
                          <a:latin typeface="Cambria Math" panose="02040503050406030204" pitchFamily="18" charset="0"/>
                        </a:rPr>
                        <m:t>𝐺𝑎𝑖𝑛</m:t>
                      </m:r>
                      <m:d>
                        <m:dPr>
                          <m:ctrlPr>
                            <a:rPr lang="en-US" sz="1000" i="1">
                              <a:latin typeface="Cambria Math" panose="02040503050406030204" pitchFamily="18" charset="0"/>
                            </a:rPr>
                          </m:ctrlPr>
                        </m:dPr>
                        <m:e>
                          <m:sSub>
                            <m:sSubPr>
                              <m:ctrlPr>
                                <a:rPr lang="en-US" sz="1000" i="1">
                                  <a:latin typeface="Cambria Math" panose="02040503050406030204" pitchFamily="18" charset="0"/>
                                </a:rPr>
                              </m:ctrlPr>
                            </m:sSubPr>
                            <m:e>
                              <m:r>
                                <a:rPr lang="en-US" sz="1000" i="1">
                                  <a:latin typeface="Cambria Math" panose="02040503050406030204" pitchFamily="18" charset="0"/>
                                </a:rPr>
                                <m:t>𝑆</m:t>
                              </m:r>
                            </m:e>
                            <m:sub>
                              <m:r>
                                <a:rPr lang="en-US" sz="1000" i="1">
                                  <a:latin typeface="Cambria Math" panose="02040503050406030204" pitchFamily="18" charset="0"/>
                                </a:rPr>
                                <m:t>𝑆𝑢𝑛𝑛𝑦</m:t>
                              </m:r>
                            </m:sub>
                          </m:sSub>
                          <m:r>
                            <a:rPr lang="en-US" sz="1000" i="0">
                              <a:latin typeface="Cambria Math" panose="02040503050406030204" pitchFamily="18" charset="0"/>
                            </a:rPr>
                            <m:t>, </m:t>
                          </m:r>
                          <m:r>
                            <a:rPr lang="en-US" sz="1000" i="1">
                              <a:latin typeface="Cambria Math" panose="02040503050406030204" pitchFamily="18" charset="0"/>
                            </a:rPr>
                            <m:t>𝑊𝑖𝑛𝑑</m:t>
                          </m:r>
                        </m:e>
                      </m:d>
                      <m:r>
                        <a:rPr lang="en-US" sz="1000" i="0">
                          <a:latin typeface="Cambria Math" panose="02040503050406030204" pitchFamily="18" charset="0"/>
                        </a:rPr>
                        <m:t>=0.019</m:t>
                      </m:r>
                    </m:oMath>
                  </m:oMathPara>
                </a14:m>
                <a:endParaRPr lang="en-US" sz="1000" dirty="0"/>
              </a:p>
            </p:txBody>
          </p:sp>
        </mc:Choice>
        <mc:Fallback xmlns="">
          <p:sp>
            <p:nvSpPr>
              <p:cNvPr id="11" name="Dikdörtgen 10">
                <a:extLst>
                  <a:ext uri="{FF2B5EF4-FFF2-40B4-BE49-F238E27FC236}">
                    <a16:creationId xmlns:a16="http://schemas.microsoft.com/office/drawing/2014/main" id="{650FEBA5-2D1D-6291-5DE3-4CC13507AC85}"/>
                  </a:ext>
                </a:extLst>
              </p:cNvPr>
              <p:cNvSpPr>
                <a:spLocks noRot="1" noChangeAspect="1" noMove="1" noResize="1" noEditPoints="1" noAdjustHandles="1" noChangeArrowheads="1" noChangeShapeType="1" noTextEdit="1"/>
              </p:cNvSpPr>
              <p:nvPr/>
            </p:nvSpPr>
            <p:spPr>
              <a:xfrm>
                <a:off x="155414" y="1510370"/>
                <a:ext cx="1798056" cy="269369"/>
              </a:xfrm>
              <a:prstGeom prst="rect">
                <a:avLst/>
              </a:prstGeom>
              <a:blipFill>
                <a:blip r:embed="rId11"/>
                <a:stretch>
                  <a:fillRect/>
                </a:stretch>
              </a:blipFill>
            </p:spPr>
            <p:txBody>
              <a:bodyPr/>
              <a:lstStyle/>
              <a:p>
                <a:r>
                  <a:rPr lang="tr-TR">
                    <a:noFill/>
                  </a:rPr>
                  <a:t> </a:t>
                </a:r>
              </a:p>
            </p:txBody>
          </p:sp>
        </mc:Fallback>
      </mc:AlternateContent>
      <p:sp>
        <p:nvSpPr>
          <p:cNvPr id="29" name="Oval 28">
            <a:extLst>
              <a:ext uri="{FF2B5EF4-FFF2-40B4-BE49-F238E27FC236}">
                <a16:creationId xmlns:a16="http://schemas.microsoft.com/office/drawing/2014/main" id="{5A8F8752-F31E-B055-91D2-5F887A8110FD}"/>
              </a:ext>
            </a:extLst>
          </p:cNvPr>
          <p:cNvSpPr/>
          <p:nvPr/>
        </p:nvSpPr>
        <p:spPr>
          <a:xfrm>
            <a:off x="1740707" y="3087588"/>
            <a:ext cx="842344" cy="758769"/>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600" b="1" dirty="0"/>
              <a:t>HUMIDITY</a:t>
            </a:r>
          </a:p>
        </p:txBody>
      </p:sp>
    </p:spTree>
    <p:extLst>
      <p:ext uri="{BB962C8B-B14F-4D97-AF65-F5344CB8AC3E}">
        <p14:creationId xmlns:p14="http://schemas.microsoft.com/office/powerpoint/2010/main" val="375645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horizontal)">
                                      <p:cBhvr>
                                        <p:cTn id="7" dur="500"/>
                                        <p:tgtEl>
                                          <p:spTgt spid="9"/>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randombar(horizontal)">
                                      <p:cBhvr>
                                        <p:cTn id="10" dur="500"/>
                                        <p:tgtEl>
                                          <p:spTgt spid="10"/>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randombar(horizontal)">
                                      <p:cBhvr>
                                        <p:cTn id="13" dur="500"/>
                                        <p:tgtEl>
                                          <p:spTgt spid="8"/>
                                        </p:tgtEl>
                                      </p:cBhvr>
                                    </p:animEffect>
                                  </p:childTnLst>
                                </p:cTn>
                              </p:par>
                              <p:par>
                                <p:cTn id="14" presetID="14" presetClass="entr" presetSubtype="1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randombar(horizontal)">
                                      <p:cBhvr>
                                        <p:cTn id="16" dur="500"/>
                                        <p:tgtEl>
                                          <p:spTgt spid="12"/>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randombar(horizontal)">
                                      <p:cBhvr>
                                        <p:cTn id="19" dur="500"/>
                                        <p:tgtEl>
                                          <p:spTgt spid="19"/>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randombar(horizontal)">
                                      <p:cBhvr>
                                        <p:cTn id="22" dur="500"/>
                                        <p:tgtEl>
                                          <p:spTgt spid="28"/>
                                        </p:tgtEl>
                                      </p:cBhvr>
                                    </p:animEffect>
                                  </p:childTnLst>
                                </p:cTn>
                              </p:par>
                              <p:par>
                                <p:cTn id="23" presetID="14" presetClass="entr" presetSubtype="1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randombar(horizontal)">
                                      <p:cBhvr>
                                        <p:cTn id="25" dur="500"/>
                                        <p:tgtEl>
                                          <p:spTgt spid="14"/>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randombar(horizontal)">
                                      <p:cBhvr>
                                        <p:cTn id="28" dur="500"/>
                                        <p:tgtEl>
                                          <p:spTgt spid="20"/>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248"/>
                                        </p:tgtEl>
                                        <p:attrNameLst>
                                          <p:attrName>style.visibility</p:attrName>
                                        </p:attrNameLst>
                                      </p:cBhvr>
                                      <p:to>
                                        <p:strVal val="visible"/>
                                      </p:to>
                                    </p:set>
                                    <p:animEffect transition="in" filter="randombar(horizontal)">
                                      <p:cBhvr>
                                        <p:cTn id="31" dur="500"/>
                                        <p:tgtEl>
                                          <p:spTgt spid="1248"/>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randombar(horizontal)">
                                      <p:cBhvr>
                                        <p:cTn id="34" dur="500"/>
                                        <p:tgtEl>
                                          <p:spTgt spid="30"/>
                                        </p:tgtEl>
                                      </p:cBhvr>
                                    </p:animEffect>
                                  </p:childTnLst>
                                </p:cTn>
                              </p:par>
                              <p:par>
                                <p:cTn id="35" presetID="14" presetClass="entr" presetSubtype="1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randombar(horizontal)">
                                      <p:cBhvr>
                                        <p:cTn id="37" dur="500"/>
                                        <p:tgtEl>
                                          <p:spTgt spid="16"/>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randombar(horizontal)">
                                      <p:cBhvr>
                                        <p:cTn id="40" dur="500"/>
                                        <p:tgtEl>
                                          <p:spTgt spid="21"/>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randombar(horizontal)">
                                      <p:cBhvr>
                                        <p:cTn id="43" dur="500"/>
                                        <p:tgtEl>
                                          <p:spTgt spid="31"/>
                                        </p:tgtEl>
                                      </p:cBhvr>
                                    </p:animEffect>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grpId="0" nodeType="click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randombar(horizontal)">
                                      <p:cBhvr>
                                        <p:cTn id="4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p:bldP spid="19" grpId="0"/>
      <p:bldP spid="20" grpId="0"/>
      <p:bldP spid="21" grpId="0"/>
      <p:bldP spid="28" grpId="0"/>
      <p:bldP spid="30" grpId="0"/>
      <p:bldP spid="31" grpId="0"/>
      <p:bldP spid="1248" grpId="0" animBg="1"/>
      <p:bldP spid="2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85E4C7E-723A-719C-EAD0-213B0B43F36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65F21A29-BF05-4010-A311-C9661F96D1E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5" name="Google Shape;1272;p42">
            <a:extLst>
              <a:ext uri="{FF2B5EF4-FFF2-40B4-BE49-F238E27FC236}">
                <a16:creationId xmlns:a16="http://schemas.microsoft.com/office/drawing/2014/main" id="{773E7888-30AA-4FD7-AE43-C9D5E31FE7C2}"/>
              </a:ext>
            </a:extLst>
          </p:cNvPr>
          <p:cNvSpPr txBox="1">
            <a:spLocks noGrp="1"/>
          </p:cNvSpPr>
          <p:nvPr>
            <p:ph type="title"/>
          </p:nvPr>
        </p:nvSpPr>
        <p:spPr>
          <a:xfrm>
            <a:off x="2126" y="31840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2400" b="1" dirty="0" err="1">
                <a:latin typeface="Maven Pro" panose="020B0604020202020204" charset="-94"/>
              </a:rPr>
              <a:t>Decision</a:t>
            </a:r>
            <a:r>
              <a:rPr lang="tr-TR" sz="2400" b="1" dirty="0">
                <a:latin typeface="Maven Pro" panose="020B0604020202020204" charset="-94"/>
              </a:rPr>
              <a:t> </a:t>
            </a:r>
            <a:r>
              <a:rPr lang="tr-TR" sz="2400" b="1" dirty="0" err="1">
                <a:latin typeface="Maven Pro" panose="020B0604020202020204" charset="-94"/>
              </a:rPr>
              <a:t>Tree</a:t>
            </a:r>
            <a:r>
              <a:rPr lang="tr-TR" sz="2400" b="1" dirty="0">
                <a:latin typeface="Maven Pro" panose="020B0604020202020204" charset="-94"/>
              </a:rPr>
              <a:t> (Örnek Uygulama)</a:t>
            </a:r>
            <a:endParaRPr sz="2400" b="1" dirty="0">
              <a:latin typeface="Maven Pro" panose="020B0604020202020204" charset="-94"/>
            </a:endParaRPr>
          </a:p>
        </p:txBody>
      </p:sp>
      <p:sp>
        <p:nvSpPr>
          <p:cNvPr id="8" name="Oval 7">
            <a:extLst>
              <a:ext uri="{FF2B5EF4-FFF2-40B4-BE49-F238E27FC236}">
                <a16:creationId xmlns:a16="http://schemas.microsoft.com/office/drawing/2014/main" id="{03AF4287-C246-4F87-87A1-FD0FDDB534E1}"/>
              </a:ext>
            </a:extLst>
          </p:cNvPr>
          <p:cNvSpPr/>
          <p:nvPr/>
        </p:nvSpPr>
        <p:spPr>
          <a:xfrm>
            <a:off x="4306413" y="816919"/>
            <a:ext cx="842344" cy="75876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600" b="1" dirty="0"/>
              <a:t>OUTLOOK</a:t>
            </a:r>
          </a:p>
        </p:txBody>
      </p:sp>
      <p:cxnSp>
        <p:nvCxnSpPr>
          <p:cNvPr id="12" name="Düz Bağlayıcı 11">
            <a:extLst>
              <a:ext uri="{FF2B5EF4-FFF2-40B4-BE49-F238E27FC236}">
                <a16:creationId xmlns:a16="http://schemas.microsoft.com/office/drawing/2014/main" id="{AAD9D9C8-F755-3A21-F200-3B53D3A8971C}"/>
              </a:ext>
            </a:extLst>
          </p:cNvPr>
          <p:cNvCxnSpPr>
            <a:cxnSpLocks/>
            <a:stCxn id="8" idx="4"/>
            <a:endCxn id="29" idx="0"/>
          </p:cNvCxnSpPr>
          <p:nvPr/>
        </p:nvCxnSpPr>
        <p:spPr>
          <a:xfrm flipH="1">
            <a:off x="2455537" y="1575688"/>
            <a:ext cx="2272048" cy="616677"/>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Düz Bağlayıcı 13">
            <a:extLst>
              <a:ext uri="{FF2B5EF4-FFF2-40B4-BE49-F238E27FC236}">
                <a16:creationId xmlns:a16="http://schemas.microsoft.com/office/drawing/2014/main" id="{0EA4A06C-2A0B-8009-1301-4979996B4BF1}"/>
              </a:ext>
            </a:extLst>
          </p:cNvPr>
          <p:cNvCxnSpPr>
            <a:cxnSpLocks/>
            <a:stCxn id="8" idx="4"/>
            <a:endCxn id="1248" idx="0"/>
          </p:cNvCxnSpPr>
          <p:nvPr/>
        </p:nvCxnSpPr>
        <p:spPr>
          <a:xfrm flipH="1">
            <a:off x="4709184" y="1575688"/>
            <a:ext cx="18401" cy="5318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Düz Bağlayıcı 15">
            <a:extLst>
              <a:ext uri="{FF2B5EF4-FFF2-40B4-BE49-F238E27FC236}">
                <a16:creationId xmlns:a16="http://schemas.microsoft.com/office/drawing/2014/main" id="{BBB18665-B13B-1E3B-3973-5BE172066573}"/>
              </a:ext>
            </a:extLst>
          </p:cNvPr>
          <p:cNvCxnSpPr>
            <a:cxnSpLocks/>
            <a:stCxn id="8" idx="4"/>
            <a:endCxn id="18" idx="0"/>
          </p:cNvCxnSpPr>
          <p:nvPr/>
        </p:nvCxnSpPr>
        <p:spPr>
          <a:xfrm>
            <a:off x="4727585" y="1575688"/>
            <a:ext cx="1806864" cy="425930"/>
          </a:xfrm>
          <a:prstGeom prst="line">
            <a:avLst/>
          </a:prstGeom>
        </p:spPr>
        <p:style>
          <a:lnRef idx="1">
            <a:schemeClr val="accent1"/>
          </a:lnRef>
          <a:fillRef idx="0">
            <a:schemeClr val="accent1"/>
          </a:fillRef>
          <a:effectRef idx="0">
            <a:schemeClr val="accent1"/>
          </a:effectRef>
          <a:fontRef idx="minor">
            <a:schemeClr val="tx1"/>
          </a:fontRef>
        </p:style>
      </p:cxnSp>
      <p:sp>
        <p:nvSpPr>
          <p:cNvPr id="19" name="Metin kutusu 18">
            <a:extLst>
              <a:ext uri="{FF2B5EF4-FFF2-40B4-BE49-F238E27FC236}">
                <a16:creationId xmlns:a16="http://schemas.microsoft.com/office/drawing/2014/main" id="{C908232F-053B-C901-FFC5-864F8C803DE9}"/>
              </a:ext>
            </a:extLst>
          </p:cNvPr>
          <p:cNvSpPr txBox="1"/>
          <p:nvPr/>
        </p:nvSpPr>
        <p:spPr>
          <a:xfrm>
            <a:off x="3699809" y="1665312"/>
            <a:ext cx="575799" cy="246221"/>
          </a:xfrm>
          <a:prstGeom prst="rect">
            <a:avLst/>
          </a:prstGeom>
          <a:noFill/>
        </p:spPr>
        <p:txBody>
          <a:bodyPr wrap="none" rtlCol="0">
            <a:spAutoFit/>
          </a:bodyPr>
          <a:lstStyle/>
          <a:p>
            <a:r>
              <a:rPr lang="tr-TR" sz="1000" b="1" dirty="0" err="1"/>
              <a:t>Sunny</a:t>
            </a:r>
            <a:endParaRPr lang="tr-TR" sz="1000" b="1" dirty="0"/>
          </a:p>
        </p:txBody>
      </p:sp>
      <p:sp>
        <p:nvSpPr>
          <p:cNvPr id="20" name="Metin kutusu 19">
            <a:extLst>
              <a:ext uri="{FF2B5EF4-FFF2-40B4-BE49-F238E27FC236}">
                <a16:creationId xmlns:a16="http://schemas.microsoft.com/office/drawing/2014/main" id="{15C0B77F-9DCD-D2F9-9C50-9D6A041F0F50}"/>
              </a:ext>
            </a:extLst>
          </p:cNvPr>
          <p:cNvSpPr txBox="1"/>
          <p:nvPr/>
        </p:nvSpPr>
        <p:spPr>
          <a:xfrm>
            <a:off x="4335441" y="1810614"/>
            <a:ext cx="729687" cy="246221"/>
          </a:xfrm>
          <a:prstGeom prst="rect">
            <a:avLst/>
          </a:prstGeom>
          <a:noFill/>
        </p:spPr>
        <p:txBody>
          <a:bodyPr wrap="none" rtlCol="0">
            <a:spAutoFit/>
          </a:bodyPr>
          <a:lstStyle/>
          <a:p>
            <a:r>
              <a:rPr lang="tr-TR" sz="1000" b="1" dirty="0" err="1"/>
              <a:t>Overcast</a:t>
            </a:r>
            <a:endParaRPr lang="tr-TR" sz="1000" b="1" dirty="0"/>
          </a:p>
        </p:txBody>
      </p:sp>
      <p:sp>
        <p:nvSpPr>
          <p:cNvPr id="21" name="Metin kutusu 20">
            <a:extLst>
              <a:ext uri="{FF2B5EF4-FFF2-40B4-BE49-F238E27FC236}">
                <a16:creationId xmlns:a16="http://schemas.microsoft.com/office/drawing/2014/main" id="{4663DC2F-5444-8860-BAD8-31719D062814}"/>
              </a:ext>
            </a:extLst>
          </p:cNvPr>
          <p:cNvSpPr txBox="1"/>
          <p:nvPr/>
        </p:nvSpPr>
        <p:spPr>
          <a:xfrm>
            <a:off x="5369723" y="1704502"/>
            <a:ext cx="461986" cy="246221"/>
          </a:xfrm>
          <a:prstGeom prst="rect">
            <a:avLst/>
          </a:prstGeom>
          <a:noFill/>
        </p:spPr>
        <p:txBody>
          <a:bodyPr wrap="none" rtlCol="0">
            <a:spAutoFit/>
          </a:bodyPr>
          <a:lstStyle/>
          <a:p>
            <a:r>
              <a:rPr lang="tr-TR" sz="1000" b="1" dirty="0" err="1"/>
              <a:t>Rain</a:t>
            </a:r>
            <a:endParaRPr lang="tr-TR" sz="1000" b="1" dirty="0"/>
          </a:p>
        </p:txBody>
      </p:sp>
      <p:sp>
        <p:nvSpPr>
          <p:cNvPr id="1248" name="Oval 1247">
            <a:extLst>
              <a:ext uri="{FF2B5EF4-FFF2-40B4-BE49-F238E27FC236}">
                <a16:creationId xmlns:a16="http://schemas.microsoft.com/office/drawing/2014/main" id="{E31300ED-D7F9-EFD9-CCE6-0520C4770ABC}"/>
              </a:ext>
            </a:extLst>
          </p:cNvPr>
          <p:cNvSpPr/>
          <p:nvPr/>
        </p:nvSpPr>
        <p:spPr>
          <a:xfrm>
            <a:off x="4335441" y="2107548"/>
            <a:ext cx="747485" cy="733046"/>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solidFill>
                  <a:schemeClr val="tx1"/>
                </a:solidFill>
              </a:rPr>
              <a:t>YES</a:t>
            </a:r>
          </a:p>
        </p:txBody>
      </p:sp>
      <p:sp>
        <p:nvSpPr>
          <p:cNvPr id="29" name="Oval 28">
            <a:extLst>
              <a:ext uri="{FF2B5EF4-FFF2-40B4-BE49-F238E27FC236}">
                <a16:creationId xmlns:a16="http://schemas.microsoft.com/office/drawing/2014/main" id="{5A8F8752-F31E-B055-91D2-5F887A8110FD}"/>
              </a:ext>
            </a:extLst>
          </p:cNvPr>
          <p:cNvSpPr/>
          <p:nvPr/>
        </p:nvSpPr>
        <p:spPr>
          <a:xfrm>
            <a:off x="2034365" y="2192365"/>
            <a:ext cx="842344" cy="758769"/>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600" b="1" dirty="0"/>
              <a:t>HUMIDITY</a:t>
            </a:r>
          </a:p>
        </p:txBody>
      </p:sp>
      <p:sp>
        <p:nvSpPr>
          <p:cNvPr id="18" name="Oval 17">
            <a:extLst>
              <a:ext uri="{FF2B5EF4-FFF2-40B4-BE49-F238E27FC236}">
                <a16:creationId xmlns:a16="http://schemas.microsoft.com/office/drawing/2014/main" id="{5F390A31-B93D-AF6A-85BD-2D2ADD9BDC50}"/>
              </a:ext>
            </a:extLst>
          </p:cNvPr>
          <p:cNvSpPr/>
          <p:nvPr/>
        </p:nvSpPr>
        <p:spPr>
          <a:xfrm>
            <a:off x="6113277" y="2001618"/>
            <a:ext cx="842344" cy="758769"/>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600" b="1" dirty="0"/>
              <a:t>WIND</a:t>
            </a:r>
          </a:p>
        </p:txBody>
      </p:sp>
      <p:cxnSp>
        <p:nvCxnSpPr>
          <p:cNvPr id="1251" name="Düz Bağlayıcı 1250">
            <a:extLst>
              <a:ext uri="{FF2B5EF4-FFF2-40B4-BE49-F238E27FC236}">
                <a16:creationId xmlns:a16="http://schemas.microsoft.com/office/drawing/2014/main" id="{D14634BB-9074-86C6-5D11-D99A0DC4C067}"/>
              </a:ext>
            </a:extLst>
          </p:cNvPr>
          <p:cNvCxnSpPr>
            <a:cxnSpLocks/>
            <a:stCxn id="29" idx="4"/>
            <a:endCxn id="1257" idx="0"/>
          </p:cNvCxnSpPr>
          <p:nvPr/>
        </p:nvCxnSpPr>
        <p:spPr>
          <a:xfrm flipH="1">
            <a:off x="1225461" y="2951134"/>
            <a:ext cx="1230076" cy="3779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53" name="Düz Bağlayıcı 1252">
            <a:extLst>
              <a:ext uri="{FF2B5EF4-FFF2-40B4-BE49-F238E27FC236}">
                <a16:creationId xmlns:a16="http://schemas.microsoft.com/office/drawing/2014/main" id="{F16D4F48-8212-262E-25AE-92093CAFE9D7}"/>
              </a:ext>
            </a:extLst>
          </p:cNvPr>
          <p:cNvCxnSpPr>
            <a:cxnSpLocks/>
            <a:stCxn id="29" idx="4"/>
            <a:endCxn id="1254" idx="0"/>
          </p:cNvCxnSpPr>
          <p:nvPr/>
        </p:nvCxnSpPr>
        <p:spPr>
          <a:xfrm>
            <a:off x="2455537" y="2951134"/>
            <a:ext cx="1105100" cy="344120"/>
          </a:xfrm>
          <a:prstGeom prst="line">
            <a:avLst/>
          </a:prstGeom>
        </p:spPr>
        <p:style>
          <a:lnRef idx="1">
            <a:schemeClr val="accent1"/>
          </a:lnRef>
          <a:fillRef idx="0">
            <a:schemeClr val="accent1"/>
          </a:fillRef>
          <a:effectRef idx="0">
            <a:schemeClr val="accent1"/>
          </a:effectRef>
          <a:fontRef idx="minor">
            <a:schemeClr val="tx1"/>
          </a:fontRef>
        </p:style>
      </p:cxnSp>
      <p:sp>
        <p:nvSpPr>
          <p:cNvPr id="1254" name="Oval 1253">
            <a:extLst>
              <a:ext uri="{FF2B5EF4-FFF2-40B4-BE49-F238E27FC236}">
                <a16:creationId xmlns:a16="http://schemas.microsoft.com/office/drawing/2014/main" id="{38E33D84-CC31-FBA6-4831-9DB3F7EE0CF6}"/>
              </a:ext>
            </a:extLst>
          </p:cNvPr>
          <p:cNvSpPr/>
          <p:nvPr/>
        </p:nvSpPr>
        <p:spPr>
          <a:xfrm>
            <a:off x="3186894" y="3295254"/>
            <a:ext cx="747485" cy="733046"/>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solidFill>
                  <a:schemeClr val="tx1"/>
                </a:solidFill>
              </a:rPr>
              <a:t>YES</a:t>
            </a:r>
          </a:p>
        </p:txBody>
      </p:sp>
      <p:sp>
        <p:nvSpPr>
          <p:cNvPr id="1257" name="Oval 1256">
            <a:extLst>
              <a:ext uri="{FF2B5EF4-FFF2-40B4-BE49-F238E27FC236}">
                <a16:creationId xmlns:a16="http://schemas.microsoft.com/office/drawing/2014/main" id="{5B3F46C2-D07C-FE87-5AD7-3C899F14BFDF}"/>
              </a:ext>
            </a:extLst>
          </p:cNvPr>
          <p:cNvSpPr/>
          <p:nvPr/>
        </p:nvSpPr>
        <p:spPr>
          <a:xfrm>
            <a:off x="851718" y="3329098"/>
            <a:ext cx="747485" cy="7330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solidFill>
                  <a:schemeClr val="tx1"/>
                </a:solidFill>
              </a:rPr>
              <a:t>NO</a:t>
            </a:r>
          </a:p>
        </p:txBody>
      </p:sp>
      <p:cxnSp>
        <p:nvCxnSpPr>
          <p:cNvPr id="1265" name="Düz Bağlayıcı 1264">
            <a:extLst>
              <a:ext uri="{FF2B5EF4-FFF2-40B4-BE49-F238E27FC236}">
                <a16:creationId xmlns:a16="http://schemas.microsoft.com/office/drawing/2014/main" id="{529F39B9-A165-58A6-D05B-2C13BFA6B2C1}"/>
              </a:ext>
            </a:extLst>
          </p:cNvPr>
          <p:cNvCxnSpPr>
            <a:cxnSpLocks/>
            <a:stCxn id="18" idx="4"/>
            <a:endCxn id="1268" idx="0"/>
          </p:cNvCxnSpPr>
          <p:nvPr/>
        </p:nvCxnSpPr>
        <p:spPr>
          <a:xfrm flipH="1">
            <a:off x="5739535" y="2760387"/>
            <a:ext cx="794914" cy="5894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66" name="Düz Bağlayıcı 1265">
            <a:extLst>
              <a:ext uri="{FF2B5EF4-FFF2-40B4-BE49-F238E27FC236}">
                <a16:creationId xmlns:a16="http://schemas.microsoft.com/office/drawing/2014/main" id="{550CC324-D614-E765-E1D8-72CB6C4B28EE}"/>
              </a:ext>
            </a:extLst>
          </p:cNvPr>
          <p:cNvCxnSpPr>
            <a:cxnSpLocks/>
            <a:stCxn id="18" idx="4"/>
            <a:endCxn id="1267" idx="0"/>
          </p:cNvCxnSpPr>
          <p:nvPr/>
        </p:nvCxnSpPr>
        <p:spPr>
          <a:xfrm>
            <a:off x="6534449" y="2760387"/>
            <a:ext cx="863185" cy="498833"/>
          </a:xfrm>
          <a:prstGeom prst="line">
            <a:avLst/>
          </a:prstGeom>
        </p:spPr>
        <p:style>
          <a:lnRef idx="1">
            <a:schemeClr val="accent1"/>
          </a:lnRef>
          <a:fillRef idx="0">
            <a:schemeClr val="accent1"/>
          </a:fillRef>
          <a:effectRef idx="0">
            <a:schemeClr val="accent1"/>
          </a:effectRef>
          <a:fontRef idx="minor">
            <a:schemeClr val="tx1"/>
          </a:fontRef>
        </p:style>
      </p:cxnSp>
      <p:sp>
        <p:nvSpPr>
          <p:cNvPr id="1267" name="Oval 1266">
            <a:extLst>
              <a:ext uri="{FF2B5EF4-FFF2-40B4-BE49-F238E27FC236}">
                <a16:creationId xmlns:a16="http://schemas.microsoft.com/office/drawing/2014/main" id="{4E2798D9-5E14-3DE0-01FE-4210098010F2}"/>
              </a:ext>
            </a:extLst>
          </p:cNvPr>
          <p:cNvSpPr/>
          <p:nvPr/>
        </p:nvSpPr>
        <p:spPr>
          <a:xfrm>
            <a:off x="7023891" y="3259220"/>
            <a:ext cx="747485" cy="733046"/>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solidFill>
                  <a:schemeClr val="tx1"/>
                </a:solidFill>
              </a:rPr>
              <a:t>YES</a:t>
            </a:r>
          </a:p>
        </p:txBody>
      </p:sp>
      <p:sp>
        <p:nvSpPr>
          <p:cNvPr id="1268" name="Oval 1267">
            <a:extLst>
              <a:ext uri="{FF2B5EF4-FFF2-40B4-BE49-F238E27FC236}">
                <a16:creationId xmlns:a16="http://schemas.microsoft.com/office/drawing/2014/main" id="{BAC08BF4-2B72-5ACA-7FCB-38827B291579}"/>
              </a:ext>
            </a:extLst>
          </p:cNvPr>
          <p:cNvSpPr/>
          <p:nvPr/>
        </p:nvSpPr>
        <p:spPr>
          <a:xfrm>
            <a:off x="5365792" y="3349805"/>
            <a:ext cx="747485" cy="733046"/>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tr-TR" sz="1000" b="1" dirty="0">
                <a:solidFill>
                  <a:schemeClr val="tx1"/>
                </a:solidFill>
              </a:rPr>
              <a:t>NO</a:t>
            </a:r>
          </a:p>
        </p:txBody>
      </p:sp>
      <p:sp>
        <p:nvSpPr>
          <p:cNvPr id="1272" name="Metin kutusu 1271">
            <a:extLst>
              <a:ext uri="{FF2B5EF4-FFF2-40B4-BE49-F238E27FC236}">
                <a16:creationId xmlns:a16="http://schemas.microsoft.com/office/drawing/2014/main" id="{12F7DC91-9178-E7A1-E970-60C0B2C5F624}"/>
              </a:ext>
            </a:extLst>
          </p:cNvPr>
          <p:cNvSpPr txBox="1"/>
          <p:nvPr/>
        </p:nvSpPr>
        <p:spPr>
          <a:xfrm>
            <a:off x="1552600" y="3009803"/>
            <a:ext cx="470000" cy="246221"/>
          </a:xfrm>
          <a:prstGeom prst="rect">
            <a:avLst/>
          </a:prstGeom>
          <a:noFill/>
        </p:spPr>
        <p:txBody>
          <a:bodyPr wrap="none" rtlCol="0">
            <a:spAutoFit/>
          </a:bodyPr>
          <a:lstStyle/>
          <a:p>
            <a:r>
              <a:rPr lang="tr-TR" sz="1000" b="1" dirty="0"/>
              <a:t>High</a:t>
            </a:r>
          </a:p>
        </p:txBody>
      </p:sp>
      <p:sp>
        <p:nvSpPr>
          <p:cNvPr id="1273" name="Metin kutusu 1272">
            <a:extLst>
              <a:ext uri="{FF2B5EF4-FFF2-40B4-BE49-F238E27FC236}">
                <a16:creationId xmlns:a16="http://schemas.microsoft.com/office/drawing/2014/main" id="{9E64068E-0B4C-7947-FCF3-422A31E57C4B}"/>
              </a:ext>
            </a:extLst>
          </p:cNvPr>
          <p:cNvSpPr txBox="1"/>
          <p:nvPr/>
        </p:nvSpPr>
        <p:spPr>
          <a:xfrm>
            <a:off x="2616790" y="2943764"/>
            <a:ext cx="625492" cy="246221"/>
          </a:xfrm>
          <a:prstGeom prst="rect">
            <a:avLst/>
          </a:prstGeom>
          <a:noFill/>
        </p:spPr>
        <p:txBody>
          <a:bodyPr wrap="none" rtlCol="0">
            <a:spAutoFit/>
          </a:bodyPr>
          <a:lstStyle/>
          <a:p>
            <a:r>
              <a:rPr lang="tr-TR" sz="1000" b="1" dirty="0"/>
              <a:t>Normal</a:t>
            </a:r>
          </a:p>
        </p:txBody>
      </p:sp>
      <p:sp>
        <p:nvSpPr>
          <p:cNvPr id="1287" name="Metin kutusu 1286">
            <a:extLst>
              <a:ext uri="{FF2B5EF4-FFF2-40B4-BE49-F238E27FC236}">
                <a16:creationId xmlns:a16="http://schemas.microsoft.com/office/drawing/2014/main" id="{284BC91A-51A9-C097-A3BB-C767934BF5AF}"/>
              </a:ext>
            </a:extLst>
          </p:cNvPr>
          <p:cNvSpPr txBox="1"/>
          <p:nvPr/>
        </p:nvSpPr>
        <p:spPr>
          <a:xfrm>
            <a:off x="5853518" y="2893895"/>
            <a:ext cx="598241" cy="246221"/>
          </a:xfrm>
          <a:prstGeom prst="rect">
            <a:avLst/>
          </a:prstGeom>
          <a:noFill/>
        </p:spPr>
        <p:txBody>
          <a:bodyPr wrap="none" rtlCol="0">
            <a:spAutoFit/>
          </a:bodyPr>
          <a:lstStyle/>
          <a:p>
            <a:r>
              <a:rPr lang="tr-TR" sz="1000" b="1" dirty="0" err="1"/>
              <a:t>Strong</a:t>
            </a:r>
            <a:endParaRPr lang="tr-TR" sz="1000" b="1" dirty="0"/>
          </a:p>
        </p:txBody>
      </p:sp>
      <p:sp>
        <p:nvSpPr>
          <p:cNvPr id="1288" name="Metin kutusu 1287">
            <a:extLst>
              <a:ext uri="{FF2B5EF4-FFF2-40B4-BE49-F238E27FC236}">
                <a16:creationId xmlns:a16="http://schemas.microsoft.com/office/drawing/2014/main" id="{93DE262D-03BB-8D00-B1C5-075572A3B877}"/>
              </a:ext>
            </a:extLst>
          </p:cNvPr>
          <p:cNvSpPr txBox="1"/>
          <p:nvPr/>
        </p:nvSpPr>
        <p:spPr>
          <a:xfrm>
            <a:off x="6753564" y="2930649"/>
            <a:ext cx="518091" cy="246221"/>
          </a:xfrm>
          <a:prstGeom prst="rect">
            <a:avLst/>
          </a:prstGeom>
          <a:noFill/>
        </p:spPr>
        <p:txBody>
          <a:bodyPr wrap="none" rtlCol="0">
            <a:spAutoFit/>
          </a:bodyPr>
          <a:lstStyle/>
          <a:p>
            <a:r>
              <a:rPr lang="tr-TR" sz="1000" b="1" dirty="0" err="1"/>
              <a:t>Weak</a:t>
            </a:r>
            <a:endParaRPr lang="tr-TR" sz="1000" b="1" dirty="0"/>
          </a:p>
        </p:txBody>
      </p:sp>
    </p:spTree>
    <p:extLst>
      <p:ext uri="{BB962C8B-B14F-4D97-AF65-F5344CB8AC3E}">
        <p14:creationId xmlns:p14="http://schemas.microsoft.com/office/powerpoint/2010/main" val="3576591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randombar(horizontal)">
                                      <p:cBhvr>
                                        <p:cTn id="7" dur="500"/>
                                        <p:tgtEl>
                                          <p:spTgt spid="12"/>
                                        </p:tgtEl>
                                      </p:cBhvr>
                                    </p:animEffect>
                                  </p:childTnLst>
                                </p:cTn>
                              </p:par>
                              <p:par>
                                <p:cTn id="8" presetID="14" presetClass="entr" presetSubtype="1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randombar(horizontal)">
                                      <p:cBhvr>
                                        <p:cTn id="10" dur="500"/>
                                        <p:tgtEl>
                                          <p:spTgt spid="14"/>
                                        </p:tgtEl>
                                      </p:cBhvr>
                                    </p:animEffect>
                                  </p:childTnLst>
                                </p:cTn>
                              </p:par>
                              <p:par>
                                <p:cTn id="11" presetID="14" presetClass="entr" presetSubtype="1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randombar(horizontal)">
                                      <p:cBhvr>
                                        <p:cTn id="13" dur="500"/>
                                        <p:tgtEl>
                                          <p:spTgt spid="16"/>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randombar(horizontal)">
                                      <p:cBhvr>
                                        <p:cTn id="16" dur="500"/>
                                        <p:tgtEl>
                                          <p:spTgt spid="19"/>
                                        </p:tgtEl>
                                      </p:cBhvr>
                                    </p:animEffect>
                                  </p:childTnLst>
                                </p:cTn>
                              </p:par>
                              <p:par>
                                <p:cTn id="17" presetID="14" presetClass="entr" presetSubtype="1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randombar(horizontal)">
                                      <p:cBhvr>
                                        <p:cTn id="19" dur="500"/>
                                        <p:tgtEl>
                                          <p:spTgt spid="20"/>
                                        </p:tgtEl>
                                      </p:cBhvr>
                                    </p:animEffect>
                                  </p:childTnLst>
                                </p:cTn>
                              </p:par>
                              <p:par>
                                <p:cTn id="20" presetID="14" presetClass="entr" presetSubtype="1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randombar(horizontal)">
                                      <p:cBhvr>
                                        <p:cTn id="22" dur="500"/>
                                        <p:tgtEl>
                                          <p:spTgt spid="21"/>
                                        </p:tgtEl>
                                      </p:cBhvr>
                                    </p:animEffect>
                                  </p:childTnLst>
                                </p:cTn>
                              </p:par>
                              <p:par>
                                <p:cTn id="23" presetID="14" presetClass="entr" presetSubtype="10" fill="hold" grpId="0" nodeType="withEffect">
                                  <p:stCondLst>
                                    <p:cond delay="0"/>
                                  </p:stCondLst>
                                  <p:childTnLst>
                                    <p:set>
                                      <p:cBhvr>
                                        <p:cTn id="24" dur="1" fill="hold">
                                          <p:stCondLst>
                                            <p:cond delay="0"/>
                                          </p:stCondLst>
                                        </p:cTn>
                                        <p:tgtEl>
                                          <p:spTgt spid="1248"/>
                                        </p:tgtEl>
                                        <p:attrNameLst>
                                          <p:attrName>style.visibility</p:attrName>
                                        </p:attrNameLst>
                                      </p:cBhvr>
                                      <p:to>
                                        <p:strVal val="visible"/>
                                      </p:to>
                                    </p:set>
                                    <p:animEffect transition="in" filter="randombar(horizontal)">
                                      <p:cBhvr>
                                        <p:cTn id="25" dur="500"/>
                                        <p:tgtEl>
                                          <p:spTgt spid="1248"/>
                                        </p:tgtEl>
                                      </p:cBhvr>
                                    </p:animEffect>
                                  </p:childTnLst>
                                </p:cTn>
                              </p:par>
                              <p:par>
                                <p:cTn id="26" presetID="14" presetClass="entr" presetSubtype="1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randombar(horizontal)">
                                      <p:cBhvr>
                                        <p:cTn id="28" dur="500"/>
                                        <p:tgtEl>
                                          <p:spTgt spid="29"/>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randombar(horizontal)">
                                      <p:cBhvr>
                                        <p:cTn id="31" dur="500"/>
                                        <p:tgtEl>
                                          <p:spTgt spid="18"/>
                                        </p:tgtEl>
                                      </p:cBhvr>
                                    </p:animEffect>
                                  </p:childTnLst>
                                </p:cTn>
                              </p:par>
                              <p:par>
                                <p:cTn id="32" presetID="14" presetClass="entr" presetSubtype="10" fill="hold" nodeType="withEffect">
                                  <p:stCondLst>
                                    <p:cond delay="0"/>
                                  </p:stCondLst>
                                  <p:childTnLst>
                                    <p:set>
                                      <p:cBhvr>
                                        <p:cTn id="33" dur="1" fill="hold">
                                          <p:stCondLst>
                                            <p:cond delay="0"/>
                                          </p:stCondLst>
                                        </p:cTn>
                                        <p:tgtEl>
                                          <p:spTgt spid="1251"/>
                                        </p:tgtEl>
                                        <p:attrNameLst>
                                          <p:attrName>style.visibility</p:attrName>
                                        </p:attrNameLst>
                                      </p:cBhvr>
                                      <p:to>
                                        <p:strVal val="visible"/>
                                      </p:to>
                                    </p:set>
                                    <p:animEffect transition="in" filter="randombar(horizontal)">
                                      <p:cBhvr>
                                        <p:cTn id="34" dur="500"/>
                                        <p:tgtEl>
                                          <p:spTgt spid="1251"/>
                                        </p:tgtEl>
                                      </p:cBhvr>
                                    </p:animEffect>
                                  </p:childTnLst>
                                </p:cTn>
                              </p:par>
                              <p:par>
                                <p:cTn id="35" presetID="14" presetClass="entr" presetSubtype="10" fill="hold" nodeType="withEffect">
                                  <p:stCondLst>
                                    <p:cond delay="0"/>
                                  </p:stCondLst>
                                  <p:childTnLst>
                                    <p:set>
                                      <p:cBhvr>
                                        <p:cTn id="36" dur="1" fill="hold">
                                          <p:stCondLst>
                                            <p:cond delay="0"/>
                                          </p:stCondLst>
                                        </p:cTn>
                                        <p:tgtEl>
                                          <p:spTgt spid="1253"/>
                                        </p:tgtEl>
                                        <p:attrNameLst>
                                          <p:attrName>style.visibility</p:attrName>
                                        </p:attrNameLst>
                                      </p:cBhvr>
                                      <p:to>
                                        <p:strVal val="visible"/>
                                      </p:to>
                                    </p:set>
                                    <p:animEffect transition="in" filter="randombar(horizontal)">
                                      <p:cBhvr>
                                        <p:cTn id="37" dur="500"/>
                                        <p:tgtEl>
                                          <p:spTgt spid="1253"/>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1254"/>
                                        </p:tgtEl>
                                        <p:attrNameLst>
                                          <p:attrName>style.visibility</p:attrName>
                                        </p:attrNameLst>
                                      </p:cBhvr>
                                      <p:to>
                                        <p:strVal val="visible"/>
                                      </p:to>
                                    </p:set>
                                    <p:animEffect transition="in" filter="randombar(horizontal)">
                                      <p:cBhvr>
                                        <p:cTn id="40" dur="500"/>
                                        <p:tgtEl>
                                          <p:spTgt spid="1254"/>
                                        </p:tgtEl>
                                      </p:cBhvr>
                                    </p:animEffect>
                                  </p:childTnLst>
                                </p:cTn>
                              </p:par>
                              <p:par>
                                <p:cTn id="41" presetID="14" presetClass="entr" presetSubtype="10" fill="hold" grpId="0" nodeType="withEffect">
                                  <p:stCondLst>
                                    <p:cond delay="0"/>
                                  </p:stCondLst>
                                  <p:childTnLst>
                                    <p:set>
                                      <p:cBhvr>
                                        <p:cTn id="42" dur="1" fill="hold">
                                          <p:stCondLst>
                                            <p:cond delay="0"/>
                                          </p:stCondLst>
                                        </p:cTn>
                                        <p:tgtEl>
                                          <p:spTgt spid="1257"/>
                                        </p:tgtEl>
                                        <p:attrNameLst>
                                          <p:attrName>style.visibility</p:attrName>
                                        </p:attrNameLst>
                                      </p:cBhvr>
                                      <p:to>
                                        <p:strVal val="visible"/>
                                      </p:to>
                                    </p:set>
                                    <p:animEffect transition="in" filter="randombar(horizontal)">
                                      <p:cBhvr>
                                        <p:cTn id="43" dur="500"/>
                                        <p:tgtEl>
                                          <p:spTgt spid="1257"/>
                                        </p:tgtEl>
                                      </p:cBhvr>
                                    </p:animEffect>
                                  </p:childTnLst>
                                </p:cTn>
                              </p:par>
                              <p:par>
                                <p:cTn id="44" presetID="14" presetClass="entr" presetSubtype="10" fill="hold" nodeType="withEffect">
                                  <p:stCondLst>
                                    <p:cond delay="0"/>
                                  </p:stCondLst>
                                  <p:childTnLst>
                                    <p:set>
                                      <p:cBhvr>
                                        <p:cTn id="45" dur="1" fill="hold">
                                          <p:stCondLst>
                                            <p:cond delay="0"/>
                                          </p:stCondLst>
                                        </p:cTn>
                                        <p:tgtEl>
                                          <p:spTgt spid="1265"/>
                                        </p:tgtEl>
                                        <p:attrNameLst>
                                          <p:attrName>style.visibility</p:attrName>
                                        </p:attrNameLst>
                                      </p:cBhvr>
                                      <p:to>
                                        <p:strVal val="visible"/>
                                      </p:to>
                                    </p:set>
                                    <p:animEffect transition="in" filter="randombar(horizontal)">
                                      <p:cBhvr>
                                        <p:cTn id="46" dur="500"/>
                                        <p:tgtEl>
                                          <p:spTgt spid="1265"/>
                                        </p:tgtEl>
                                      </p:cBhvr>
                                    </p:animEffect>
                                  </p:childTnLst>
                                </p:cTn>
                              </p:par>
                              <p:par>
                                <p:cTn id="47" presetID="14" presetClass="entr" presetSubtype="10" fill="hold" nodeType="withEffect">
                                  <p:stCondLst>
                                    <p:cond delay="0"/>
                                  </p:stCondLst>
                                  <p:childTnLst>
                                    <p:set>
                                      <p:cBhvr>
                                        <p:cTn id="48" dur="1" fill="hold">
                                          <p:stCondLst>
                                            <p:cond delay="0"/>
                                          </p:stCondLst>
                                        </p:cTn>
                                        <p:tgtEl>
                                          <p:spTgt spid="1266"/>
                                        </p:tgtEl>
                                        <p:attrNameLst>
                                          <p:attrName>style.visibility</p:attrName>
                                        </p:attrNameLst>
                                      </p:cBhvr>
                                      <p:to>
                                        <p:strVal val="visible"/>
                                      </p:to>
                                    </p:set>
                                    <p:animEffect transition="in" filter="randombar(horizontal)">
                                      <p:cBhvr>
                                        <p:cTn id="49" dur="500"/>
                                        <p:tgtEl>
                                          <p:spTgt spid="1266"/>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1267"/>
                                        </p:tgtEl>
                                        <p:attrNameLst>
                                          <p:attrName>style.visibility</p:attrName>
                                        </p:attrNameLst>
                                      </p:cBhvr>
                                      <p:to>
                                        <p:strVal val="visible"/>
                                      </p:to>
                                    </p:set>
                                    <p:animEffect transition="in" filter="randombar(horizontal)">
                                      <p:cBhvr>
                                        <p:cTn id="52" dur="500"/>
                                        <p:tgtEl>
                                          <p:spTgt spid="1267"/>
                                        </p:tgtEl>
                                      </p:cBhvr>
                                    </p:animEffect>
                                  </p:childTnLst>
                                </p:cTn>
                              </p:par>
                              <p:par>
                                <p:cTn id="53" presetID="14" presetClass="entr" presetSubtype="10" fill="hold" grpId="0" nodeType="withEffect">
                                  <p:stCondLst>
                                    <p:cond delay="0"/>
                                  </p:stCondLst>
                                  <p:childTnLst>
                                    <p:set>
                                      <p:cBhvr>
                                        <p:cTn id="54" dur="1" fill="hold">
                                          <p:stCondLst>
                                            <p:cond delay="0"/>
                                          </p:stCondLst>
                                        </p:cTn>
                                        <p:tgtEl>
                                          <p:spTgt spid="1268"/>
                                        </p:tgtEl>
                                        <p:attrNameLst>
                                          <p:attrName>style.visibility</p:attrName>
                                        </p:attrNameLst>
                                      </p:cBhvr>
                                      <p:to>
                                        <p:strVal val="visible"/>
                                      </p:to>
                                    </p:set>
                                    <p:animEffect transition="in" filter="randombar(horizontal)">
                                      <p:cBhvr>
                                        <p:cTn id="55" dur="500"/>
                                        <p:tgtEl>
                                          <p:spTgt spid="1268"/>
                                        </p:tgtEl>
                                      </p:cBhvr>
                                    </p:animEffect>
                                  </p:childTnLst>
                                </p:cTn>
                              </p:par>
                              <p:par>
                                <p:cTn id="56" presetID="14" presetClass="entr" presetSubtype="10" fill="hold" grpId="0" nodeType="withEffect">
                                  <p:stCondLst>
                                    <p:cond delay="0"/>
                                  </p:stCondLst>
                                  <p:childTnLst>
                                    <p:set>
                                      <p:cBhvr>
                                        <p:cTn id="57" dur="1" fill="hold">
                                          <p:stCondLst>
                                            <p:cond delay="0"/>
                                          </p:stCondLst>
                                        </p:cTn>
                                        <p:tgtEl>
                                          <p:spTgt spid="1272"/>
                                        </p:tgtEl>
                                        <p:attrNameLst>
                                          <p:attrName>style.visibility</p:attrName>
                                        </p:attrNameLst>
                                      </p:cBhvr>
                                      <p:to>
                                        <p:strVal val="visible"/>
                                      </p:to>
                                    </p:set>
                                    <p:animEffect transition="in" filter="randombar(horizontal)">
                                      <p:cBhvr>
                                        <p:cTn id="58" dur="500"/>
                                        <p:tgtEl>
                                          <p:spTgt spid="1272"/>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1273"/>
                                        </p:tgtEl>
                                        <p:attrNameLst>
                                          <p:attrName>style.visibility</p:attrName>
                                        </p:attrNameLst>
                                      </p:cBhvr>
                                      <p:to>
                                        <p:strVal val="visible"/>
                                      </p:to>
                                    </p:set>
                                    <p:animEffect transition="in" filter="randombar(horizontal)">
                                      <p:cBhvr>
                                        <p:cTn id="61" dur="500"/>
                                        <p:tgtEl>
                                          <p:spTgt spid="1273"/>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1287"/>
                                        </p:tgtEl>
                                        <p:attrNameLst>
                                          <p:attrName>style.visibility</p:attrName>
                                        </p:attrNameLst>
                                      </p:cBhvr>
                                      <p:to>
                                        <p:strVal val="visible"/>
                                      </p:to>
                                    </p:set>
                                    <p:animEffect transition="in" filter="randombar(horizontal)">
                                      <p:cBhvr>
                                        <p:cTn id="64" dur="500"/>
                                        <p:tgtEl>
                                          <p:spTgt spid="1287"/>
                                        </p:tgtEl>
                                      </p:cBhvr>
                                    </p:animEffect>
                                  </p:childTnLst>
                                </p:cTn>
                              </p:par>
                              <p:par>
                                <p:cTn id="65" presetID="14" presetClass="entr" presetSubtype="10" fill="hold" grpId="0" nodeType="withEffect">
                                  <p:stCondLst>
                                    <p:cond delay="0"/>
                                  </p:stCondLst>
                                  <p:childTnLst>
                                    <p:set>
                                      <p:cBhvr>
                                        <p:cTn id="66" dur="1" fill="hold">
                                          <p:stCondLst>
                                            <p:cond delay="0"/>
                                          </p:stCondLst>
                                        </p:cTn>
                                        <p:tgtEl>
                                          <p:spTgt spid="1288"/>
                                        </p:tgtEl>
                                        <p:attrNameLst>
                                          <p:attrName>style.visibility</p:attrName>
                                        </p:attrNameLst>
                                      </p:cBhvr>
                                      <p:to>
                                        <p:strVal val="visible"/>
                                      </p:to>
                                    </p:set>
                                    <p:animEffect transition="in" filter="randombar(horizontal)">
                                      <p:cBhvr>
                                        <p:cTn id="67" dur="500"/>
                                        <p:tgtEl>
                                          <p:spTgt spid="1288"/>
                                        </p:tgtEl>
                                      </p:cBhvr>
                                    </p:animEffect>
                                  </p:childTnLst>
                                </p:cTn>
                              </p:par>
                              <p:par>
                                <p:cTn id="68" presetID="14" presetClass="entr" presetSubtype="10" fill="hold" grpId="0" nodeType="with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randombar(horizontal)">
                                      <p:cBhvr>
                                        <p:cTn id="7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9" grpId="0"/>
      <p:bldP spid="20" grpId="0"/>
      <p:bldP spid="21" grpId="0"/>
      <p:bldP spid="1248" grpId="0" animBg="1"/>
      <p:bldP spid="29" grpId="0" animBg="1"/>
      <p:bldP spid="18" grpId="0" animBg="1"/>
      <p:bldP spid="1254" grpId="0" animBg="1"/>
      <p:bldP spid="1257" grpId="0" animBg="1"/>
      <p:bldP spid="1267" grpId="0" animBg="1"/>
      <p:bldP spid="1268" grpId="0" animBg="1"/>
      <p:bldP spid="1272" grpId="0"/>
      <p:bldP spid="1273" grpId="0"/>
      <p:bldP spid="1287" grpId="0"/>
      <p:bldP spid="128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253" name="Google Shape;1253;p41"/>
          <p:cNvSpPr txBox="1">
            <a:spLocks noGrp="1"/>
          </p:cNvSpPr>
          <p:nvPr>
            <p:ph type="title"/>
          </p:nvPr>
        </p:nvSpPr>
        <p:spPr>
          <a:xfrm>
            <a:off x="4249375" y="2717600"/>
            <a:ext cx="41814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b="1" dirty="0" err="1">
                <a:latin typeface="Maven Pro" panose="020B0604020202020204" charset="-94"/>
              </a:rPr>
              <a:t>Random</a:t>
            </a:r>
            <a:r>
              <a:rPr lang="tr-TR" b="1" dirty="0">
                <a:latin typeface="Maven Pro" panose="020B0604020202020204" charset="-94"/>
              </a:rPr>
              <a:t> </a:t>
            </a:r>
            <a:r>
              <a:rPr lang="tr-TR" b="1" dirty="0" err="1">
                <a:latin typeface="Maven Pro" panose="020B0604020202020204" charset="-94"/>
              </a:rPr>
              <a:t>Forest</a:t>
            </a:r>
            <a:endParaRPr b="1" dirty="0">
              <a:latin typeface="Maven Pro" panose="020B0604020202020204" charset="-94"/>
            </a:endParaRPr>
          </a:p>
        </p:txBody>
      </p:sp>
      <p:sp>
        <p:nvSpPr>
          <p:cNvPr id="1254" name="Google Shape;1254;p41"/>
          <p:cNvSpPr txBox="1">
            <a:spLocks noGrp="1"/>
          </p:cNvSpPr>
          <p:nvPr>
            <p:ph type="title" idx="2"/>
          </p:nvPr>
        </p:nvSpPr>
        <p:spPr>
          <a:xfrm>
            <a:off x="5514025" y="17200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3</a:t>
            </a:r>
            <a:endParaRPr dirty="0"/>
          </a:p>
        </p:txBody>
      </p:sp>
      <p:grpSp>
        <p:nvGrpSpPr>
          <p:cNvPr id="1256" name="Google Shape;1256;p41"/>
          <p:cNvGrpSpPr/>
          <p:nvPr/>
        </p:nvGrpSpPr>
        <p:grpSpPr>
          <a:xfrm>
            <a:off x="7421075" y="539500"/>
            <a:ext cx="1009703" cy="130500"/>
            <a:chOff x="5461400" y="616025"/>
            <a:chExt cx="1009703" cy="130500"/>
          </a:xfrm>
        </p:grpSpPr>
        <p:sp>
          <p:nvSpPr>
            <p:cNvPr id="1257" name="Google Shape;1257;p4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41"/>
          <p:cNvGrpSpPr/>
          <p:nvPr/>
        </p:nvGrpSpPr>
        <p:grpSpPr>
          <a:xfrm>
            <a:off x="836225" y="4473500"/>
            <a:ext cx="1009703" cy="130500"/>
            <a:chOff x="5461400" y="616025"/>
            <a:chExt cx="1009703" cy="130500"/>
          </a:xfrm>
        </p:grpSpPr>
        <p:sp>
          <p:nvSpPr>
            <p:cNvPr id="1263" name="Google Shape;1263;p4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84" name="Resim 1483" descr="logo, amblem, simge, sembol, ticari marka içeren bir resim&#10;&#10;Açıklama otomatik olarak oluşturuldu">
            <a:extLst>
              <a:ext uri="{FF2B5EF4-FFF2-40B4-BE49-F238E27FC236}">
                <a16:creationId xmlns:a16="http://schemas.microsoft.com/office/drawing/2014/main" id="{767AF365-4C1E-FC39-A36A-E3E386CB8B1C}"/>
              </a:ext>
            </a:extLst>
          </p:cNvPr>
          <p:cNvPicPr>
            <a:picLocks noChangeAspect="1"/>
          </p:cNvPicPr>
          <p:nvPr/>
        </p:nvPicPr>
        <p:blipFill>
          <a:blip r:embed="rId3"/>
          <a:stretch>
            <a:fillRect/>
          </a:stretch>
        </p:blipFill>
        <p:spPr>
          <a:xfrm>
            <a:off x="8133994" y="-28411"/>
            <a:ext cx="1031509" cy="729231"/>
          </a:xfrm>
          <a:prstGeom prst="rect">
            <a:avLst/>
          </a:prstGeom>
        </p:spPr>
      </p:pic>
      <p:sp>
        <p:nvSpPr>
          <p:cNvPr id="1485" name="Google Shape;670;p39">
            <a:extLst>
              <a:ext uri="{FF2B5EF4-FFF2-40B4-BE49-F238E27FC236}">
                <a16:creationId xmlns:a16="http://schemas.microsoft.com/office/drawing/2014/main" id="{B152AA8E-93E9-E8A0-F052-B74ABBB804D9}"/>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4" name="Resim 3" descr="taslak, çizim, diyagram, tasarım içeren bir resim&#10;&#10;Açıklama otomatik olarak oluşturuldu">
            <a:extLst>
              <a:ext uri="{FF2B5EF4-FFF2-40B4-BE49-F238E27FC236}">
                <a16:creationId xmlns:a16="http://schemas.microsoft.com/office/drawing/2014/main" id="{6BA4F8E8-6BFB-0D07-C124-D059B301E7AF}"/>
              </a:ext>
            </a:extLst>
          </p:cNvPr>
          <p:cNvPicPr>
            <a:picLocks noChangeAspect="1"/>
          </p:cNvPicPr>
          <p:nvPr/>
        </p:nvPicPr>
        <p:blipFill>
          <a:blip r:embed="rId4"/>
          <a:stretch>
            <a:fillRect/>
          </a:stretch>
        </p:blipFill>
        <p:spPr>
          <a:xfrm>
            <a:off x="58057" y="1009196"/>
            <a:ext cx="4863700" cy="3125107"/>
          </a:xfrm>
          <a:prstGeom prst="rect">
            <a:avLst/>
          </a:prstGeom>
        </p:spPr>
      </p:pic>
    </p:spTree>
    <p:extLst>
      <p:ext uri="{BB962C8B-B14F-4D97-AF65-F5344CB8AC3E}">
        <p14:creationId xmlns:p14="http://schemas.microsoft.com/office/powerpoint/2010/main" val="1007089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b="1" dirty="0" err="1">
                <a:latin typeface="Maven Pro" panose="020B0604020202020204" charset="-94"/>
              </a:rPr>
              <a:t>Random</a:t>
            </a:r>
            <a:r>
              <a:rPr lang="tr-TR" b="1" dirty="0">
                <a:latin typeface="Maven Pro" panose="020B0604020202020204" charset="-94"/>
              </a:rPr>
              <a:t> </a:t>
            </a:r>
            <a:r>
              <a:rPr lang="tr-TR" b="1" dirty="0" err="1">
                <a:latin typeface="Maven Pro" panose="020B0604020202020204" charset="-94"/>
              </a:rPr>
              <a:t>Forest</a:t>
            </a:r>
            <a:r>
              <a:rPr lang="tr-TR" b="1" dirty="0">
                <a:latin typeface="Maven Pro" panose="020B0604020202020204" charset="-94"/>
              </a:rPr>
              <a:t> (</a:t>
            </a:r>
            <a:r>
              <a:rPr lang="tr-TR" b="1" dirty="0" err="1">
                <a:latin typeface="Maven Pro" panose="020B0604020202020204" charset="-94"/>
              </a:rPr>
              <a:t>Rassal</a:t>
            </a:r>
            <a:r>
              <a:rPr lang="tr-TR" b="1" dirty="0">
                <a:latin typeface="Maven Pro" panose="020B0604020202020204" charset="-94"/>
              </a:rPr>
              <a:t> Orman)</a:t>
            </a:r>
            <a:endParaRPr b="1" dirty="0">
              <a:latin typeface="Maven Pro" panose="020B0604020202020204" charset="-94"/>
            </a:endParaRPr>
          </a:p>
        </p:txBody>
      </p:sp>
      <p:sp>
        <p:nvSpPr>
          <p:cNvPr id="1274" name="Google Shape;1274;p42"/>
          <p:cNvSpPr txBox="1">
            <a:spLocks noGrp="1"/>
          </p:cNvSpPr>
          <p:nvPr>
            <p:ph type="subTitle" idx="2"/>
          </p:nvPr>
        </p:nvSpPr>
        <p:spPr>
          <a:xfrm>
            <a:off x="785250" y="1337171"/>
            <a:ext cx="6701075" cy="2908257"/>
          </a:xfrm>
          <a:prstGeom prst="rect">
            <a:avLst/>
          </a:prstGeom>
        </p:spPr>
        <p:txBody>
          <a:bodyPr spcFirstLastPara="1" wrap="square" lIns="91425" tIns="91425" rIns="91425" bIns="91425" anchor="t" anchorCtr="0">
            <a:noAutofit/>
          </a:bodyPr>
          <a:lstStyle/>
          <a:p>
            <a:pPr marL="285750" indent="-285750" algn="just">
              <a:buFont typeface="Arial" panose="020B0604020202020204" pitchFamily="34" charset="0"/>
              <a:buChar char="•"/>
            </a:pPr>
            <a:r>
              <a:rPr lang="tr-TR" dirty="0">
                <a:latin typeface="Maven Pro" panose="020B0604020202020204" charset="-94"/>
              </a:rPr>
              <a:t>2021 yılında Leo </a:t>
            </a:r>
            <a:r>
              <a:rPr lang="tr-TR" dirty="0" err="1">
                <a:latin typeface="Maven Pro" panose="020B0604020202020204" charset="-94"/>
              </a:rPr>
              <a:t>Breimann</a:t>
            </a:r>
            <a:r>
              <a:rPr lang="tr-TR" dirty="0">
                <a:latin typeface="Maven Pro" panose="020B0604020202020204" charset="-94"/>
              </a:rPr>
              <a:t> tarafından geliştirilmiştir. </a:t>
            </a:r>
          </a:p>
          <a:p>
            <a:pPr marL="285750" indent="-285750" algn="just">
              <a:buFont typeface="Arial" panose="020B0604020202020204" pitchFamily="34" charset="0"/>
              <a:buChar char="•"/>
            </a:pPr>
            <a:endParaRPr lang="tr-TR" dirty="0">
              <a:latin typeface="Maven Pro" panose="020B0604020202020204" charset="-94"/>
            </a:endParaRPr>
          </a:p>
          <a:p>
            <a:pPr marL="285750" indent="-285750" algn="just">
              <a:buFont typeface="Arial" panose="020B0604020202020204" pitchFamily="34" charset="0"/>
              <a:buChar char="•"/>
            </a:pPr>
            <a:r>
              <a:rPr lang="tr-TR" dirty="0">
                <a:latin typeface="Maven Pro" panose="020B0604020202020204" charset="-94"/>
              </a:rPr>
              <a:t>Karar ağaçlarının birleşiminden oluşan bir modeldir. </a:t>
            </a:r>
          </a:p>
          <a:p>
            <a:pPr marL="285750" indent="-285750" algn="just">
              <a:buFont typeface="Arial" panose="020B0604020202020204" pitchFamily="34" charset="0"/>
              <a:buChar char="•"/>
            </a:pPr>
            <a:endParaRPr lang="tr-TR" dirty="0">
              <a:latin typeface="Maven Pro" panose="020B0604020202020204" charset="-94"/>
            </a:endParaRPr>
          </a:p>
          <a:p>
            <a:pPr marL="285750" indent="-285750" algn="just">
              <a:buFont typeface="Arial" panose="020B0604020202020204" pitchFamily="34" charset="0"/>
              <a:buChar char="•"/>
            </a:pPr>
            <a:r>
              <a:rPr lang="tr-TR" dirty="0" err="1"/>
              <a:t>Random</a:t>
            </a:r>
            <a:r>
              <a:rPr lang="tr-TR" dirty="0"/>
              <a:t> </a:t>
            </a:r>
            <a:r>
              <a:rPr lang="tr-TR" dirty="0" err="1"/>
              <a:t>Forest</a:t>
            </a:r>
            <a:r>
              <a:rPr lang="tr-TR" dirty="0"/>
              <a:t>, </a:t>
            </a:r>
            <a:r>
              <a:rPr lang="tr-TR" b="1" dirty="0"/>
              <a:t>birçok karar ağacından</a:t>
            </a:r>
            <a:r>
              <a:rPr lang="tr-TR" dirty="0"/>
              <a:t> oluşur ve her bir ağaç ayrı ayrı eğitim alır. Sonuç olarak, her ağacın çıktısının oylanması veya ortalaması alınarak nihai tahmin yapılır. Bu, modelin </a:t>
            </a:r>
            <a:r>
              <a:rPr lang="tr-TR" b="1" dirty="0"/>
              <a:t>genel hatalara</a:t>
            </a:r>
            <a:r>
              <a:rPr lang="tr-TR" dirty="0"/>
              <a:t> karşı daha dayanıklı olmasını sağlar.</a:t>
            </a:r>
          </a:p>
          <a:p>
            <a:pPr marL="285750" indent="-285750" algn="just">
              <a:buFont typeface="Arial" panose="020B0604020202020204" pitchFamily="34" charset="0"/>
              <a:buChar char="•"/>
            </a:pPr>
            <a:endParaRPr lang="tr-TR" dirty="0">
              <a:latin typeface="Maven Pro" panose="020B0604020202020204" charset="-94"/>
            </a:endParaRPr>
          </a:p>
          <a:p>
            <a:pPr marL="0" indent="0" algn="just"/>
            <a:endParaRPr lang="tr-TR"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9A281E9-1B4C-6899-7451-31476F2EE912}"/>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26080992-63FC-5BCA-D6AF-7B9D400A5A66}"/>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1762208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wheel(1)">
                                      <p:cBhvr>
                                        <p:cTn id="7" dur="2000"/>
                                        <p:tgtEl>
                                          <p:spTgt spid="1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1274">
                                            <p:txEl>
                                              <p:pRg st="2" end="2"/>
                                            </p:txEl>
                                          </p:spTgt>
                                        </p:tgtEl>
                                        <p:attrNameLst>
                                          <p:attrName>style.visibility</p:attrName>
                                        </p:attrNameLst>
                                      </p:cBhvr>
                                      <p:to>
                                        <p:strVal val="visible"/>
                                      </p:to>
                                    </p:set>
                                    <p:animEffect transition="in" filter="wheel(1)">
                                      <p:cBhvr>
                                        <p:cTn id="12" dur="2000"/>
                                        <p:tgtEl>
                                          <p:spTgt spid="127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1274">
                                            <p:txEl>
                                              <p:pRg st="4" end="4"/>
                                            </p:txEl>
                                          </p:spTgt>
                                        </p:tgtEl>
                                        <p:attrNameLst>
                                          <p:attrName>style.visibility</p:attrName>
                                        </p:attrNameLst>
                                      </p:cBhvr>
                                      <p:to>
                                        <p:strVal val="visible"/>
                                      </p:to>
                                    </p:set>
                                    <p:animEffect transition="in" filter="wheel(1)">
                                      <p:cBhvr>
                                        <p:cTn id="17" dur="2000"/>
                                        <p:tgtEl>
                                          <p:spTgt spid="127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b="1" dirty="0" err="1">
                <a:latin typeface="Maven Pro" panose="020B0604020202020204" charset="-94"/>
              </a:rPr>
              <a:t>Random</a:t>
            </a:r>
            <a:r>
              <a:rPr lang="tr-TR" b="1" dirty="0">
                <a:latin typeface="Maven Pro" panose="020B0604020202020204" charset="-94"/>
              </a:rPr>
              <a:t> </a:t>
            </a:r>
            <a:r>
              <a:rPr lang="tr-TR" b="1" dirty="0" err="1">
                <a:latin typeface="Maven Pro" panose="020B0604020202020204" charset="-94"/>
              </a:rPr>
              <a:t>Forest</a:t>
            </a:r>
            <a:r>
              <a:rPr lang="tr-TR" b="1" dirty="0">
                <a:latin typeface="Maven Pro" panose="020B0604020202020204" charset="-94"/>
              </a:rPr>
              <a:t> (</a:t>
            </a:r>
            <a:r>
              <a:rPr lang="tr-TR" b="1" dirty="0" err="1">
                <a:latin typeface="Maven Pro" panose="020B0604020202020204" charset="-94"/>
              </a:rPr>
              <a:t>Rassal</a:t>
            </a:r>
            <a:r>
              <a:rPr lang="tr-TR" b="1" dirty="0">
                <a:latin typeface="Maven Pro" panose="020B0604020202020204" charset="-94"/>
              </a:rPr>
              <a:t> Orman)</a:t>
            </a:r>
            <a:endParaRPr b="1" dirty="0">
              <a:latin typeface="Maven Pro" panose="020B0604020202020204" charset="-94"/>
            </a:endParaRPr>
          </a:p>
        </p:txBody>
      </p:sp>
      <p:sp>
        <p:nvSpPr>
          <p:cNvPr id="1274" name="Google Shape;1274;p42"/>
          <p:cNvSpPr txBox="1">
            <a:spLocks noGrp="1"/>
          </p:cNvSpPr>
          <p:nvPr>
            <p:ph type="subTitle" idx="2"/>
          </p:nvPr>
        </p:nvSpPr>
        <p:spPr>
          <a:xfrm>
            <a:off x="785250" y="1337171"/>
            <a:ext cx="6701075" cy="2908257"/>
          </a:xfrm>
          <a:prstGeom prst="rect">
            <a:avLst/>
          </a:prstGeom>
        </p:spPr>
        <p:txBody>
          <a:bodyPr spcFirstLastPara="1" wrap="square" lIns="91425" tIns="91425" rIns="91425" bIns="91425" anchor="t" anchorCtr="0">
            <a:noAutofit/>
          </a:bodyPr>
          <a:lstStyle/>
          <a:p>
            <a:pPr marL="0" indent="0" algn="just"/>
            <a:r>
              <a:rPr lang="tr-TR" b="1" dirty="0">
                <a:latin typeface="Maven Pro" panose="020B0604020202020204" charset="-94"/>
              </a:rPr>
              <a:t>Çalışma Mantığı:</a:t>
            </a:r>
          </a:p>
          <a:p>
            <a:pPr marL="0" indent="0" algn="just"/>
            <a:endParaRPr lang="tr-TR" dirty="0">
              <a:latin typeface="Maven Pro" panose="020B0604020202020204" charset="-94"/>
            </a:endParaRPr>
          </a:p>
          <a:p>
            <a:pPr marL="285750" indent="-285750" algn="just">
              <a:buFont typeface="Arial" panose="020B0604020202020204" pitchFamily="34" charset="0"/>
              <a:buChar char="•"/>
            </a:pPr>
            <a:r>
              <a:rPr lang="tr-TR" dirty="0" err="1">
                <a:latin typeface="Maven Pro" panose="020B0604020202020204" charset="-94"/>
              </a:rPr>
              <a:t>Bootstraping</a:t>
            </a:r>
            <a:r>
              <a:rPr lang="tr-TR" dirty="0">
                <a:latin typeface="Maven Pro" panose="020B0604020202020204" charset="-94"/>
              </a:rPr>
              <a:t> (Ön yükleme)</a:t>
            </a:r>
          </a:p>
          <a:p>
            <a:pPr marL="285750" indent="-285750" algn="just">
              <a:buFont typeface="Arial" panose="020B0604020202020204" pitchFamily="34" charset="0"/>
              <a:buChar char="•"/>
            </a:pPr>
            <a:r>
              <a:rPr lang="tr-TR" dirty="0" err="1">
                <a:latin typeface="Maven Pro" panose="020B0604020202020204" charset="-94"/>
              </a:rPr>
              <a:t>Random</a:t>
            </a:r>
            <a:r>
              <a:rPr lang="tr-TR" dirty="0">
                <a:latin typeface="Maven Pro" panose="020B0604020202020204" charset="-94"/>
              </a:rPr>
              <a:t> </a:t>
            </a:r>
            <a:r>
              <a:rPr lang="tr-TR" dirty="0" err="1">
                <a:latin typeface="Maven Pro" panose="020B0604020202020204" charset="-94"/>
              </a:rPr>
              <a:t>subspace</a:t>
            </a:r>
            <a:r>
              <a:rPr lang="tr-TR" dirty="0">
                <a:latin typeface="Maven Pro" panose="020B0604020202020204" charset="-94"/>
              </a:rPr>
              <a:t> </a:t>
            </a:r>
            <a:r>
              <a:rPr lang="tr-TR" dirty="0" err="1">
                <a:latin typeface="Maven Pro" panose="020B0604020202020204" charset="-94"/>
              </a:rPr>
              <a:t>method</a:t>
            </a:r>
            <a:r>
              <a:rPr lang="tr-TR" dirty="0">
                <a:latin typeface="Maven Pro" panose="020B0604020202020204" charset="-94"/>
              </a:rPr>
              <a:t> (rastgele özellik seçimi)</a:t>
            </a:r>
          </a:p>
          <a:p>
            <a:pPr marL="285750" indent="-285750" algn="just">
              <a:buFont typeface="Arial" panose="020B0604020202020204" pitchFamily="34" charset="0"/>
              <a:buChar char="•"/>
            </a:pPr>
            <a:r>
              <a:rPr lang="tr-TR" dirty="0">
                <a:latin typeface="Maven Pro" panose="020B0604020202020204" charset="-94"/>
              </a:rPr>
              <a:t>Karar ağaçlarının birleştirilmesi (</a:t>
            </a:r>
            <a:r>
              <a:rPr lang="tr-TR" dirty="0" err="1">
                <a:latin typeface="Maven Pro" panose="020B0604020202020204" charset="-94"/>
              </a:rPr>
              <a:t>Majority</a:t>
            </a:r>
            <a:r>
              <a:rPr lang="tr-TR" dirty="0">
                <a:latin typeface="Maven Pro" panose="020B0604020202020204" charset="-94"/>
              </a:rPr>
              <a:t> </a:t>
            </a:r>
            <a:r>
              <a:rPr lang="tr-TR" dirty="0" err="1">
                <a:latin typeface="Maven Pro" panose="020B0604020202020204" charset="-94"/>
              </a:rPr>
              <a:t>Voting</a:t>
            </a:r>
            <a:r>
              <a:rPr lang="tr-TR" dirty="0">
                <a:latin typeface="Maven Pro" panose="020B0604020202020204" charset="-94"/>
              </a:rPr>
              <a:t>)</a:t>
            </a: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9A281E9-1B4C-6899-7451-31476F2EE912}"/>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26080992-63FC-5BCA-D6AF-7B9D400A5A66}"/>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219717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fade">
                                      <p:cBhvr>
                                        <p:cTn id="7" dur="1000"/>
                                        <p:tgtEl>
                                          <p:spTgt spid="1274">
                                            <p:txEl>
                                              <p:pRg st="0" end="0"/>
                                            </p:txEl>
                                          </p:spTgt>
                                        </p:tgtEl>
                                      </p:cBhvr>
                                    </p:animEffect>
                                    <p:anim calcmode="lin" valueType="num">
                                      <p:cBhvr>
                                        <p:cTn id="8" dur="1000" fill="hold"/>
                                        <p:tgtEl>
                                          <p:spTgt spid="127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74">
                                            <p:txEl>
                                              <p:pRg st="2" end="2"/>
                                            </p:txEl>
                                          </p:spTgt>
                                        </p:tgtEl>
                                        <p:attrNameLst>
                                          <p:attrName>style.visibility</p:attrName>
                                        </p:attrNameLst>
                                      </p:cBhvr>
                                      <p:to>
                                        <p:strVal val="visible"/>
                                      </p:to>
                                    </p:set>
                                    <p:animEffect transition="in" filter="fade">
                                      <p:cBhvr>
                                        <p:cTn id="14" dur="1000"/>
                                        <p:tgtEl>
                                          <p:spTgt spid="1274">
                                            <p:txEl>
                                              <p:pRg st="2" end="2"/>
                                            </p:txEl>
                                          </p:spTgt>
                                        </p:tgtEl>
                                      </p:cBhvr>
                                    </p:animEffect>
                                    <p:anim calcmode="lin" valueType="num">
                                      <p:cBhvr>
                                        <p:cTn id="15" dur="1000" fill="hold"/>
                                        <p:tgtEl>
                                          <p:spTgt spid="127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27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74">
                                            <p:txEl>
                                              <p:pRg st="3" end="3"/>
                                            </p:txEl>
                                          </p:spTgt>
                                        </p:tgtEl>
                                        <p:attrNameLst>
                                          <p:attrName>style.visibility</p:attrName>
                                        </p:attrNameLst>
                                      </p:cBhvr>
                                      <p:to>
                                        <p:strVal val="visible"/>
                                      </p:to>
                                    </p:set>
                                    <p:animEffect transition="in" filter="fade">
                                      <p:cBhvr>
                                        <p:cTn id="21" dur="1000"/>
                                        <p:tgtEl>
                                          <p:spTgt spid="1274">
                                            <p:txEl>
                                              <p:pRg st="3" end="3"/>
                                            </p:txEl>
                                          </p:spTgt>
                                        </p:tgtEl>
                                      </p:cBhvr>
                                    </p:animEffect>
                                    <p:anim calcmode="lin" valueType="num">
                                      <p:cBhvr>
                                        <p:cTn id="22" dur="1000" fill="hold"/>
                                        <p:tgtEl>
                                          <p:spTgt spid="127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27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74">
                                            <p:txEl>
                                              <p:pRg st="4" end="4"/>
                                            </p:txEl>
                                          </p:spTgt>
                                        </p:tgtEl>
                                        <p:attrNameLst>
                                          <p:attrName>style.visibility</p:attrName>
                                        </p:attrNameLst>
                                      </p:cBhvr>
                                      <p:to>
                                        <p:strVal val="visible"/>
                                      </p:to>
                                    </p:set>
                                    <p:animEffect transition="in" filter="fade">
                                      <p:cBhvr>
                                        <p:cTn id="28" dur="1000"/>
                                        <p:tgtEl>
                                          <p:spTgt spid="1274">
                                            <p:txEl>
                                              <p:pRg st="4" end="4"/>
                                            </p:txEl>
                                          </p:spTgt>
                                        </p:tgtEl>
                                      </p:cBhvr>
                                    </p:animEffect>
                                    <p:anim calcmode="lin" valueType="num">
                                      <p:cBhvr>
                                        <p:cTn id="29" dur="1000" fill="hold"/>
                                        <p:tgtEl>
                                          <p:spTgt spid="127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27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b="1" dirty="0" err="1">
                <a:latin typeface="Maven Pro" panose="020B0604020202020204" charset="-94"/>
              </a:rPr>
              <a:t>Random</a:t>
            </a:r>
            <a:r>
              <a:rPr lang="tr-TR" b="1" dirty="0">
                <a:latin typeface="Maven Pro" panose="020B0604020202020204" charset="-94"/>
              </a:rPr>
              <a:t> </a:t>
            </a:r>
            <a:r>
              <a:rPr lang="tr-TR" b="1" dirty="0" err="1">
                <a:latin typeface="Maven Pro" panose="020B0604020202020204" charset="-94"/>
              </a:rPr>
              <a:t>Forest</a:t>
            </a:r>
            <a:r>
              <a:rPr lang="tr-TR" b="1" dirty="0">
                <a:latin typeface="Maven Pro" panose="020B0604020202020204" charset="-94"/>
              </a:rPr>
              <a:t> (</a:t>
            </a:r>
            <a:r>
              <a:rPr lang="tr-TR" b="1" dirty="0" err="1">
                <a:latin typeface="Maven Pro" panose="020B0604020202020204" charset="-94"/>
              </a:rPr>
              <a:t>Rassal</a:t>
            </a:r>
            <a:r>
              <a:rPr lang="tr-TR" b="1" dirty="0">
                <a:latin typeface="Maven Pro" panose="020B0604020202020204" charset="-94"/>
              </a:rPr>
              <a:t> Orman)</a:t>
            </a:r>
            <a:endParaRPr b="1" dirty="0">
              <a:latin typeface="Maven Pro" panose="020B0604020202020204" charset="-94"/>
            </a:endParaRPr>
          </a:p>
        </p:txBody>
      </p:sp>
      <p:sp>
        <p:nvSpPr>
          <p:cNvPr id="1274" name="Google Shape;1274;p42"/>
          <p:cNvSpPr txBox="1">
            <a:spLocks noGrp="1"/>
          </p:cNvSpPr>
          <p:nvPr>
            <p:ph type="subTitle" idx="2"/>
          </p:nvPr>
        </p:nvSpPr>
        <p:spPr>
          <a:xfrm>
            <a:off x="785250" y="1337172"/>
            <a:ext cx="6701075" cy="1079458"/>
          </a:xfrm>
          <a:prstGeom prst="rect">
            <a:avLst/>
          </a:prstGeom>
        </p:spPr>
        <p:txBody>
          <a:bodyPr spcFirstLastPara="1" wrap="square" lIns="91425" tIns="91425" rIns="91425" bIns="91425" anchor="t" anchorCtr="0">
            <a:noAutofit/>
          </a:bodyPr>
          <a:lstStyle/>
          <a:p>
            <a:pPr marL="0" indent="0" algn="just"/>
            <a:r>
              <a:rPr lang="tr-TR" b="1" dirty="0">
                <a:latin typeface="Maven Pro" panose="020B0604020202020204" charset="-94"/>
              </a:rPr>
              <a:t>Avantajları: </a:t>
            </a:r>
          </a:p>
          <a:p>
            <a:pPr marL="742950" lvl="1" indent="-285750" algn="just">
              <a:buFont typeface="Arial" panose="020B0604020202020204" pitchFamily="34" charset="0"/>
              <a:buChar char="•"/>
            </a:pPr>
            <a:r>
              <a:rPr lang="tr-TR" dirty="0">
                <a:latin typeface="Maven Pro" panose="020B0604020202020204" charset="-94"/>
              </a:rPr>
              <a:t>Yüksek doğruluk.</a:t>
            </a:r>
          </a:p>
          <a:p>
            <a:pPr marL="742950" lvl="1" indent="-285750" algn="just">
              <a:buFont typeface="Arial" panose="020B0604020202020204" pitchFamily="34" charset="0"/>
              <a:buChar char="•"/>
            </a:pPr>
            <a:r>
              <a:rPr lang="tr-TR" dirty="0">
                <a:latin typeface="Maven Pro" panose="020B0604020202020204" charset="-94"/>
              </a:rPr>
              <a:t>Genelleme yeteneği.</a:t>
            </a:r>
          </a:p>
          <a:p>
            <a:pPr marL="742950" lvl="1" indent="-285750" algn="just">
              <a:buFont typeface="Arial" panose="020B0604020202020204" pitchFamily="34" charset="0"/>
              <a:buChar char="•"/>
            </a:pPr>
            <a:r>
              <a:rPr lang="tr-TR" dirty="0">
                <a:latin typeface="Maven Pro" panose="020B0604020202020204" charset="-94"/>
              </a:rPr>
              <a:t>Aşırı uyumu engelleme.</a:t>
            </a:r>
          </a:p>
          <a:p>
            <a:pPr marL="742950" lvl="1" indent="-285750" algn="just">
              <a:buFont typeface="Arial" panose="020B0604020202020204" pitchFamily="34" charset="0"/>
              <a:buChar char="•"/>
            </a:pPr>
            <a:r>
              <a:rPr lang="tr-TR" dirty="0">
                <a:latin typeface="Maven Pro" panose="020B0604020202020204" charset="-94"/>
              </a:rPr>
              <a:t>Dengeli</a:t>
            </a: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9A281E9-1B4C-6899-7451-31476F2EE912}"/>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26080992-63FC-5BCA-D6AF-7B9D400A5A66}"/>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4" name="Google Shape;1274;p42">
            <a:extLst>
              <a:ext uri="{FF2B5EF4-FFF2-40B4-BE49-F238E27FC236}">
                <a16:creationId xmlns:a16="http://schemas.microsoft.com/office/drawing/2014/main" id="{2A4283A8-DB8D-7391-71A9-7D7F8820F869}"/>
              </a:ext>
            </a:extLst>
          </p:cNvPr>
          <p:cNvSpPr txBox="1">
            <a:spLocks/>
          </p:cNvSpPr>
          <p:nvPr/>
        </p:nvSpPr>
        <p:spPr>
          <a:xfrm>
            <a:off x="785249" y="2607537"/>
            <a:ext cx="6701075" cy="107945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indent="0" algn="just"/>
            <a:r>
              <a:rPr lang="tr-TR" b="1" dirty="0">
                <a:latin typeface="Maven Pro" panose="020B0604020202020204" charset="-94"/>
              </a:rPr>
              <a:t>Dezavantajları: </a:t>
            </a:r>
          </a:p>
          <a:p>
            <a:pPr marL="742950" lvl="1" indent="-285750" algn="just">
              <a:buFont typeface="Arial" panose="020B0604020202020204" pitchFamily="34" charset="0"/>
              <a:buChar char="•"/>
            </a:pPr>
            <a:r>
              <a:rPr lang="tr-TR" dirty="0">
                <a:latin typeface="Maven Pro" panose="020B0604020202020204" charset="-94"/>
              </a:rPr>
              <a:t>Yavaşlık.</a:t>
            </a:r>
          </a:p>
          <a:p>
            <a:pPr marL="742950" lvl="1" indent="-285750" algn="just">
              <a:buFont typeface="Arial" panose="020B0604020202020204" pitchFamily="34" charset="0"/>
              <a:buChar char="•"/>
            </a:pPr>
            <a:r>
              <a:rPr lang="tr-TR" dirty="0">
                <a:latin typeface="Maven Pro" panose="020B0604020202020204" charset="-94"/>
              </a:rPr>
              <a:t>Yorumlama zorluğu.</a:t>
            </a:r>
          </a:p>
          <a:p>
            <a:pPr marL="742950" lvl="1" indent="-285750" algn="just">
              <a:buFont typeface="Arial" panose="020B0604020202020204" pitchFamily="34" charset="0"/>
              <a:buChar char="•"/>
            </a:pPr>
            <a:r>
              <a:rPr lang="tr-TR" dirty="0">
                <a:latin typeface="Maven Pro" panose="020B0604020202020204" charset="-94"/>
              </a:rPr>
              <a:t>Bellek kullanımı. </a:t>
            </a:r>
          </a:p>
        </p:txBody>
      </p:sp>
    </p:spTree>
    <p:extLst>
      <p:ext uri="{BB962C8B-B14F-4D97-AF65-F5344CB8AC3E}">
        <p14:creationId xmlns:p14="http://schemas.microsoft.com/office/powerpoint/2010/main" val="1285205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fade">
                                      <p:cBhvr>
                                        <p:cTn id="7" dur="1000"/>
                                        <p:tgtEl>
                                          <p:spTgt spid="1274">
                                            <p:txEl>
                                              <p:pRg st="0" end="0"/>
                                            </p:txEl>
                                          </p:spTgt>
                                        </p:tgtEl>
                                      </p:cBhvr>
                                    </p:animEffect>
                                    <p:anim calcmode="lin" valueType="num">
                                      <p:cBhvr>
                                        <p:cTn id="8" dur="1000" fill="hold"/>
                                        <p:tgtEl>
                                          <p:spTgt spid="127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27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74">
                                            <p:txEl>
                                              <p:pRg st="1" end="1"/>
                                            </p:txEl>
                                          </p:spTgt>
                                        </p:tgtEl>
                                        <p:attrNameLst>
                                          <p:attrName>style.visibility</p:attrName>
                                        </p:attrNameLst>
                                      </p:cBhvr>
                                      <p:to>
                                        <p:strVal val="visible"/>
                                      </p:to>
                                    </p:set>
                                    <p:animEffect transition="in" filter="fade">
                                      <p:cBhvr>
                                        <p:cTn id="14" dur="1000"/>
                                        <p:tgtEl>
                                          <p:spTgt spid="1274">
                                            <p:txEl>
                                              <p:pRg st="1" end="1"/>
                                            </p:txEl>
                                          </p:spTgt>
                                        </p:tgtEl>
                                      </p:cBhvr>
                                    </p:animEffect>
                                    <p:anim calcmode="lin" valueType="num">
                                      <p:cBhvr>
                                        <p:cTn id="15" dur="1000" fill="hold"/>
                                        <p:tgtEl>
                                          <p:spTgt spid="127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27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74">
                                            <p:txEl>
                                              <p:pRg st="2" end="2"/>
                                            </p:txEl>
                                          </p:spTgt>
                                        </p:tgtEl>
                                        <p:attrNameLst>
                                          <p:attrName>style.visibility</p:attrName>
                                        </p:attrNameLst>
                                      </p:cBhvr>
                                      <p:to>
                                        <p:strVal val="visible"/>
                                      </p:to>
                                    </p:set>
                                    <p:animEffect transition="in" filter="fade">
                                      <p:cBhvr>
                                        <p:cTn id="21" dur="1000"/>
                                        <p:tgtEl>
                                          <p:spTgt spid="1274">
                                            <p:txEl>
                                              <p:pRg st="2" end="2"/>
                                            </p:txEl>
                                          </p:spTgt>
                                        </p:tgtEl>
                                      </p:cBhvr>
                                    </p:animEffect>
                                    <p:anim calcmode="lin" valueType="num">
                                      <p:cBhvr>
                                        <p:cTn id="22" dur="1000" fill="hold"/>
                                        <p:tgtEl>
                                          <p:spTgt spid="127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27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274">
                                            <p:txEl>
                                              <p:pRg st="3" end="3"/>
                                            </p:txEl>
                                          </p:spTgt>
                                        </p:tgtEl>
                                        <p:attrNameLst>
                                          <p:attrName>style.visibility</p:attrName>
                                        </p:attrNameLst>
                                      </p:cBhvr>
                                      <p:to>
                                        <p:strVal val="visible"/>
                                      </p:to>
                                    </p:set>
                                    <p:animEffect transition="in" filter="fade">
                                      <p:cBhvr>
                                        <p:cTn id="28" dur="1000"/>
                                        <p:tgtEl>
                                          <p:spTgt spid="1274">
                                            <p:txEl>
                                              <p:pRg st="3" end="3"/>
                                            </p:txEl>
                                          </p:spTgt>
                                        </p:tgtEl>
                                      </p:cBhvr>
                                    </p:animEffect>
                                    <p:anim calcmode="lin" valueType="num">
                                      <p:cBhvr>
                                        <p:cTn id="29" dur="1000" fill="hold"/>
                                        <p:tgtEl>
                                          <p:spTgt spid="127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27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74">
                                            <p:txEl>
                                              <p:pRg st="4" end="4"/>
                                            </p:txEl>
                                          </p:spTgt>
                                        </p:tgtEl>
                                        <p:attrNameLst>
                                          <p:attrName>style.visibility</p:attrName>
                                        </p:attrNameLst>
                                      </p:cBhvr>
                                      <p:to>
                                        <p:strVal val="visible"/>
                                      </p:to>
                                    </p:set>
                                    <p:animEffect transition="in" filter="fade">
                                      <p:cBhvr>
                                        <p:cTn id="35" dur="1000"/>
                                        <p:tgtEl>
                                          <p:spTgt spid="1274">
                                            <p:txEl>
                                              <p:pRg st="4" end="4"/>
                                            </p:txEl>
                                          </p:spTgt>
                                        </p:tgtEl>
                                      </p:cBhvr>
                                    </p:animEffect>
                                    <p:anim calcmode="lin" valueType="num">
                                      <p:cBhvr>
                                        <p:cTn id="36" dur="1000" fill="hold"/>
                                        <p:tgtEl>
                                          <p:spTgt spid="127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27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fade">
                                      <p:cBhvr>
                                        <p:cTn id="42" dur="1000"/>
                                        <p:tgtEl>
                                          <p:spTgt spid="4">
                                            <p:txEl>
                                              <p:pRg st="0" end="0"/>
                                            </p:txEl>
                                          </p:spTgt>
                                        </p:tgtEl>
                                      </p:cBhvr>
                                    </p:animEffect>
                                    <p:anim calcmode="lin" valueType="num">
                                      <p:cBhvr>
                                        <p:cTn id="4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1" end="1"/>
                                            </p:txEl>
                                          </p:spTgt>
                                        </p:tgtEl>
                                        <p:attrNameLst>
                                          <p:attrName>style.visibility</p:attrName>
                                        </p:attrNameLst>
                                      </p:cBhvr>
                                      <p:to>
                                        <p:strVal val="visible"/>
                                      </p:to>
                                    </p:set>
                                    <p:animEffect transition="in" filter="fade">
                                      <p:cBhvr>
                                        <p:cTn id="49" dur="1000"/>
                                        <p:tgtEl>
                                          <p:spTgt spid="4">
                                            <p:txEl>
                                              <p:pRg st="1" end="1"/>
                                            </p:txEl>
                                          </p:spTgt>
                                        </p:tgtEl>
                                      </p:cBhvr>
                                    </p:animEffect>
                                    <p:anim calcmode="lin" valueType="num">
                                      <p:cBhvr>
                                        <p:cTn id="5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
                                            <p:txEl>
                                              <p:pRg st="2" end="2"/>
                                            </p:txEl>
                                          </p:spTgt>
                                        </p:tgtEl>
                                        <p:attrNameLst>
                                          <p:attrName>style.visibility</p:attrName>
                                        </p:attrNameLst>
                                      </p:cBhvr>
                                      <p:to>
                                        <p:strVal val="visible"/>
                                      </p:to>
                                    </p:set>
                                    <p:animEffect transition="in" filter="fade">
                                      <p:cBhvr>
                                        <p:cTn id="56" dur="1000"/>
                                        <p:tgtEl>
                                          <p:spTgt spid="4">
                                            <p:txEl>
                                              <p:pRg st="2" end="2"/>
                                            </p:txEl>
                                          </p:spTgt>
                                        </p:tgtEl>
                                      </p:cBhvr>
                                    </p:animEffect>
                                    <p:anim calcmode="lin" valueType="num">
                                      <p:cBhvr>
                                        <p:cTn id="5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4">
                                            <p:txEl>
                                              <p:pRg st="3" end="3"/>
                                            </p:txEl>
                                          </p:spTgt>
                                        </p:tgtEl>
                                        <p:attrNameLst>
                                          <p:attrName>style.visibility</p:attrName>
                                        </p:attrNameLst>
                                      </p:cBhvr>
                                      <p:to>
                                        <p:strVal val="visible"/>
                                      </p:to>
                                    </p:set>
                                    <p:animEffect transition="in" filter="fade">
                                      <p:cBhvr>
                                        <p:cTn id="63" dur="1000"/>
                                        <p:tgtEl>
                                          <p:spTgt spid="4">
                                            <p:txEl>
                                              <p:pRg st="3" end="3"/>
                                            </p:txEl>
                                          </p:spTgt>
                                        </p:tgtEl>
                                      </p:cBhvr>
                                    </p:animEffect>
                                    <p:anim calcmode="lin" valueType="num">
                                      <p:cBhvr>
                                        <p:cTn id="6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b="1" dirty="0" err="1">
                <a:latin typeface="Maven Pro" panose="020B0604020202020204" charset="-94"/>
              </a:rPr>
              <a:t>Random</a:t>
            </a:r>
            <a:r>
              <a:rPr lang="tr-TR" b="1" dirty="0">
                <a:latin typeface="Maven Pro" panose="020B0604020202020204" charset="-94"/>
              </a:rPr>
              <a:t> </a:t>
            </a:r>
            <a:r>
              <a:rPr lang="tr-TR" b="1" dirty="0" err="1">
                <a:latin typeface="Maven Pro" panose="020B0604020202020204" charset="-94"/>
              </a:rPr>
              <a:t>Forest</a:t>
            </a:r>
            <a:r>
              <a:rPr lang="tr-TR" b="1" dirty="0">
                <a:latin typeface="Maven Pro" panose="020B0604020202020204" charset="-94"/>
              </a:rPr>
              <a:t> (</a:t>
            </a:r>
            <a:r>
              <a:rPr lang="tr-TR" b="1" dirty="0" err="1">
                <a:latin typeface="Maven Pro" panose="020B0604020202020204" charset="-94"/>
              </a:rPr>
              <a:t>Rassal</a:t>
            </a:r>
            <a:r>
              <a:rPr lang="tr-TR" b="1" dirty="0">
                <a:latin typeface="Maven Pro" panose="020B0604020202020204" charset="-94"/>
              </a:rPr>
              <a:t> Orman)</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D9A281E9-1B4C-6899-7451-31476F2EE912}"/>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26080992-63FC-5BCA-D6AF-7B9D400A5A66}"/>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7" name="Resim 6">
            <a:extLst>
              <a:ext uri="{FF2B5EF4-FFF2-40B4-BE49-F238E27FC236}">
                <a16:creationId xmlns:a16="http://schemas.microsoft.com/office/drawing/2014/main" id="{4B1D1861-F227-3CFA-455E-32A6C4EFEC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1720" y="1017725"/>
            <a:ext cx="4960557" cy="3172362"/>
          </a:xfrm>
          <a:prstGeom prst="rect">
            <a:avLst/>
          </a:prstGeom>
        </p:spPr>
      </p:pic>
    </p:spTree>
    <p:extLst>
      <p:ext uri="{BB962C8B-B14F-4D97-AF65-F5344CB8AC3E}">
        <p14:creationId xmlns:p14="http://schemas.microsoft.com/office/powerpoint/2010/main" val="379078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253" name="Google Shape;1253;p41"/>
          <p:cNvSpPr txBox="1">
            <a:spLocks noGrp="1"/>
          </p:cNvSpPr>
          <p:nvPr>
            <p:ph type="title"/>
          </p:nvPr>
        </p:nvSpPr>
        <p:spPr>
          <a:xfrm>
            <a:off x="4249375" y="2717600"/>
            <a:ext cx="41814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sz="4000" b="1" dirty="0" err="1">
                <a:latin typeface="Maven Pro" panose="020B0604020202020204" charset="-94"/>
              </a:rPr>
              <a:t>Support</a:t>
            </a:r>
            <a:r>
              <a:rPr lang="tr-TR" sz="4000" b="1" dirty="0">
                <a:latin typeface="Maven Pro" panose="020B0604020202020204" charset="-94"/>
              </a:rPr>
              <a:t> </a:t>
            </a:r>
            <a:r>
              <a:rPr lang="tr-TR" sz="4000" b="1" dirty="0" err="1">
                <a:latin typeface="Maven Pro" panose="020B0604020202020204" charset="-94"/>
              </a:rPr>
              <a:t>Vector</a:t>
            </a:r>
            <a:r>
              <a:rPr lang="tr-TR" sz="4000" b="1" dirty="0">
                <a:latin typeface="Maven Pro" panose="020B0604020202020204" charset="-94"/>
              </a:rPr>
              <a:t> Machine</a:t>
            </a:r>
            <a:endParaRPr sz="4000" b="1" dirty="0">
              <a:latin typeface="Maven Pro" panose="020B0604020202020204" charset="-94"/>
            </a:endParaRPr>
          </a:p>
        </p:txBody>
      </p:sp>
      <p:sp>
        <p:nvSpPr>
          <p:cNvPr id="1254" name="Google Shape;1254;p41"/>
          <p:cNvSpPr txBox="1">
            <a:spLocks noGrp="1"/>
          </p:cNvSpPr>
          <p:nvPr>
            <p:ph type="title" idx="2"/>
          </p:nvPr>
        </p:nvSpPr>
        <p:spPr>
          <a:xfrm>
            <a:off x="5514025" y="17200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4</a:t>
            </a:r>
            <a:endParaRPr dirty="0"/>
          </a:p>
        </p:txBody>
      </p:sp>
      <p:grpSp>
        <p:nvGrpSpPr>
          <p:cNvPr id="1256" name="Google Shape;1256;p41"/>
          <p:cNvGrpSpPr/>
          <p:nvPr/>
        </p:nvGrpSpPr>
        <p:grpSpPr>
          <a:xfrm>
            <a:off x="7421075" y="539500"/>
            <a:ext cx="1009703" cy="130500"/>
            <a:chOff x="5461400" y="616025"/>
            <a:chExt cx="1009703" cy="130500"/>
          </a:xfrm>
        </p:grpSpPr>
        <p:sp>
          <p:nvSpPr>
            <p:cNvPr id="1257" name="Google Shape;1257;p4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41"/>
          <p:cNvGrpSpPr/>
          <p:nvPr/>
        </p:nvGrpSpPr>
        <p:grpSpPr>
          <a:xfrm>
            <a:off x="836225" y="4473500"/>
            <a:ext cx="1009703" cy="130500"/>
            <a:chOff x="5461400" y="616025"/>
            <a:chExt cx="1009703" cy="130500"/>
          </a:xfrm>
        </p:grpSpPr>
        <p:sp>
          <p:nvSpPr>
            <p:cNvPr id="1263" name="Google Shape;1263;p4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484" name="Resim 1483" descr="logo, amblem, simge, sembol, ticari marka içeren bir resim&#10;&#10;Açıklama otomatik olarak oluşturuldu">
            <a:extLst>
              <a:ext uri="{FF2B5EF4-FFF2-40B4-BE49-F238E27FC236}">
                <a16:creationId xmlns:a16="http://schemas.microsoft.com/office/drawing/2014/main" id="{767AF365-4C1E-FC39-A36A-E3E386CB8B1C}"/>
              </a:ext>
            </a:extLst>
          </p:cNvPr>
          <p:cNvPicPr>
            <a:picLocks noChangeAspect="1"/>
          </p:cNvPicPr>
          <p:nvPr/>
        </p:nvPicPr>
        <p:blipFill>
          <a:blip r:embed="rId3"/>
          <a:stretch>
            <a:fillRect/>
          </a:stretch>
        </p:blipFill>
        <p:spPr>
          <a:xfrm>
            <a:off x="8133994" y="-28411"/>
            <a:ext cx="1031509" cy="729231"/>
          </a:xfrm>
          <a:prstGeom prst="rect">
            <a:avLst/>
          </a:prstGeom>
        </p:spPr>
      </p:pic>
      <p:sp>
        <p:nvSpPr>
          <p:cNvPr id="1485" name="Google Shape;670;p39">
            <a:extLst>
              <a:ext uri="{FF2B5EF4-FFF2-40B4-BE49-F238E27FC236}">
                <a16:creationId xmlns:a16="http://schemas.microsoft.com/office/drawing/2014/main" id="{B152AA8E-93E9-E8A0-F052-B74ABBB804D9}"/>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3" name="Resim 2" descr="simge, sembol, yazı tipi, çizgi, tasarım içeren bir resim&#10;&#10;Açıklama otomatik olarak oluşturuldu">
            <a:extLst>
              <a:ext uri="{FF2B5EF4-FFF2-40B4-BE49-F238E27FC236}">
                <a16:creationId xmlns:a16="http://schemas.microsoft.com/office/drawing/2014/main" id="{58B6CA5D-0F3B-19DE-1ADD-0E451F2B9BF2}"/>
              </a:ext>
            </a:extLst>
          </p:cNvPr>
          <p:cNvPicPr>
            <a:picLocks noChangeAspect="1"/>
          </p:cNvPicPr>
          <p:nvPr/>
        </p:nvPicPr>
        <p:blipFill>
          <a:blip r:embed="rId4"/>
          <a:stretch>
            <a:fillRect/>
          </a:stretch>
        </p:blipFill>
        <p:spPr>
          <a:xfrm>
            <a:off x="713225" y="1155605"/>
            <a:ext cx="2832290" cy="2832290"/>
          </a:xfrm>
          <a:prstGeom prst="rect">
            <a:avLst/>
          </a:prstGeom>
        </p:spPr>
      </p:pic>
    </p:spTree>
    <p:extLst>
      <p:ext uri="{BB962C8B-B14F-4D97-AF65-F5344CB8AC3E}">
        <p14:creationId xmlns:p14="http://schemas.microsoft.com/office/powerpoint/2010/main" val="215411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Support</a:t>
            </a:r>
            <a:r>
              <a:rPr lang="tr-TR" b="1" dirty="0">
                <a:latin typeface="Maven Pro" panose="020B0604020202020204" charset="-94"/>
              </a:rPr>
              <a:t> </a:t>
            </a:r>
            <a:r>
              <a:rPr lang="tr-TR" b="1" dirty="0" err="1">
                <a:latin typeface="Maven Pro" panose="020B0604020202020204" charset="-94"/>
              </a:rPr>
              <a:t>Vector</a:t>
            </a:r>
            <a:r>
              <a:rPr lang="tr-TR" b="1" dirty="0">
                <a:latin typeface="Maven Pro" panose="020B0604020202020204" charset="-94"/>
              </a:rPr>
              <a:t> Machine</a:t>
            </a:r>
            <a:endParaRPr b="1" dirty="0">
              <a:latin typeface="Maven Pro" panose="020B0604020202020204" charset="-94"/>
            </a:endParaRPr>
          </a:p>
        </p:txBody>
      </p:sp>
      <p:sp>
        <p:nvSpPr>
          <p:cNvPr id="1274" name="Google Shape;1274;p42"/>
          <p:cNvSpPr txBox="1">
            <a:spLocks noGrp="1"/>
          </p:cNvSpPr>
          <p:nvPr>
            <p:ph type="subTitle" idx="2"/>
          </p:nvPr>
        </p:nvSpPr>
        <p:spPr>
          <a:xfrm>
            <a:off x="785250" y="1337171"/>
            <a:ext cx="6701075" cy="2908257"/>
          </a:xfrm>
          <a:prstGeom prst="rect">
            <a:avLst/>
          </a:prstGeom>
        </p:spPr>
        <p:txBody>
          <a:bodyPr spcFirstLastPara="1" wrap="square" lIns="91425" tIns="91425" rIns="91425" bIns="91425" anchor="t" anchorCtr="0">
            <a:noAutofit/>
          </a:bodyPr>
          <a:lstStyle/>
          <a:p>
            <a:pPr marL="285750" indent="-285750" algn="just">
              <a:buFont typeface="Arial" panose="020B0604020202020204" pitchFamily="34" charset="0"/>
              <a:buChar char="•"/>
            </a:pPr>
            <a:r>
              <a:rPr lang="tr-TR" dirty="0">
                <a:latin typeface="Maven Pro" panose="020B0604020202020204" charset="-94"/>
              </a:rPr>
              <a:t>1995 yılında Vladimir </a:t>
            </a:r>
            <a:r>
              <a:rPr lang="tr-TR" dirty="0" err="1">
                <a:latin typeface="Maven Pro" panose="020B0604020202020204" charset="-94"/>
              </a:rPr>
              <a:t>Vapnik</a:t>
            </a:r>
            <a:r>
              <a:rPr lang="tr-TR" dirty="0">
                <a:latin typeface="Maven Pro" panose="020B0604020202020204" charset="-94"/>
              </a:rPr>
              <a:t> tarafından geliştirilen bir algoritmadır. </a:t>
            </a:r>
          </a:p>
          <a:p>
            <a:pPr marL="285750" indent="-285750" algn="just">
              <a:buFont typeface="Arial" panose="020B0604020202020204" pitchFamily="34" charset="0"/>
              <a:buChar char="•"/>
            </a:pPr>
            <a:endParaRPr lang="tr-TR" dirty="0"/>
          </a:p>
          <a:p>
            <a:pPr marL="285750" indent="-285750" algn="just">
              <a:buFont typeface="Arial" panose="020B0604020202020204" pitchFamily="34" charset="0"/>
              <a:buChar char="•"/>
            </a:pPr>
            <a:r>
              <a:rPr lang="tr-TR" dirty="0"/>
              <a:t>Özellikle </a:t>
            </a:r>
            <a:r>
              <a:rPr lang="tr-TR" b="1" dirty="0"/>
              <a:t>yüksek boyutlu veri setleri</a:t>
            </a:r>
            <a:r>
              <a:rPr lang="tr-TR" dirty="0"/>
              <a:t> ile çalışmada etkili olması, onu birçok alanda popüler hale getirmiştir. SVM, iki sınıfı birbirinden ayırmak için veriler arasında en iyi ayrımı sağlayan </a:t>
            </a:r>
            <a:r>
              <a:rPr lang="tr-TR" b="1" dirty="0"/>
              <a:t>hiper düzlemi</a:t>
            </a:r>
            <a:r>
              <a:rPr lang="tr-TR" dirty="0"/>
              <a:t> bulmaya çalışır.</a:t>
            </a:r>
            <a:endParaRPr lang="tr-TR"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565622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74">
                                            <p:txEl>
                                              <p:pRg st="0" end="0"/>
                                            </p:txEl>
                                          </p:spTgt>
                                        </p:tgtEl>
                                        <p:attrNameLst>
                                          <p:attrName>style.visibility</p:attrName>
                                        </p:attrNameLst>
                                      </p:cBhvr>
                                      <p:to>
                                        <p:strVal val="visible"/>
                                      </p:to>
                                    </p:set>
                                    <p:animEffect transition="in" filter="barn(inVertical)">
                                      <p:cBhvr>
                                        <p:cTn id="7" dur="500"/>
                                        <p:tgtEl>
                                          <p:spTgt spid="12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274">
                                            <p:txEl>
                                              <p:pRg st="2" end="2"/>
                                            </p:txEl>
                                          </p:spTgt>
                                        </p:tgtEl>
                                        <p:attrNameLst>
                                          <p:attrName>style.visibility</p:attrName>
                                        </p:attrNameLst>
                                      </p:cBhvr>
                                      <p:to>
                                        <p:strVal val="visible"/>
                                      </p:to>
                                    </p:set>
                                    <p:animEffect transition="in" filter="barn(inVertical)">
                                      <p:cBhvr>
                                        <p:cTn id="12" dur="500"/>
                                        <p:tgtEl>
                                          <p:spTgt spid="127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85269" y="243278"/>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Support</a:t>
            </a:r>
            <a:r>
              <a:rPr lang="tr-TR" b="1" dirty="0">
                <a:latin typeface="Maven Pro" panose="020B0604020202020204" charset="-94"/>
              </a:rPr>
              <a:t> </a:t>
            </a:r>
            <a:r>
              <a:rPr lang="tr-TR" b="1" dirty="0" err="1">
                <a:latin typeface="Maven Pro" panose="020B0604020202020204" charset="-94"/>
              </a:rPr>
              <a:t>Vector</a:t>
            </a:r>
            <a:r>
              <a:rPr lang="tr-TR" b="1" dirty="0">
                <a:latin typeface="Maven Pro" panose="020B0604020202020204" charset="-94"/>
              </a:rPr>
              <a:t> Machine</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cxnSp>
        <p:nvCxnSpPr>
          <p:cNvPr id="1301" name="Düz Ok Bağlayıcısı 1300">
            <a:extLst>
              <a:ext uri="{FF2B5EF4-FFF2-40B4-BE49-F238E27FC236}">
                <a16:creationId xmlns:a16="http://schemas.microsoft.com/office/drawing/2014/main" id="{53B552B0-CF5B-B6B1-2D73-22E582AF2CD1}"/>
              </a:ext>
            </a:extLst>
          </p:cNvPr>
          <p:cNvCxnSpPr>
            <a:cxnSpLocks/>
          </p:cNvCxnSpPr>
          <p:nvPr/>
        </p:nvCxnSpPr>
        <p:spPr>
          <a:xfrm flipV="1">
            <a:off x="2201694" y="759096"/>
            <a:ext cx="29022" cy="3428862"/>
          </a:xfrm>
          <a:prstGeom prst="straightConnector1">
            <a:avLst/>
          </a:prstGeom>
          <a:noFill/>
          <a:ln w="15875" cap="flat" cmpd="sng" algn="ctr">
            <a:solidFill>
              <a:sysClr val="windowText" lastClr="000000"/>
            </a:solidFill>
            <a:prstDash val="solid"/>
            <a:miter lim="800000"/>
            <a:tailEnd type="triangle"/>
          </a:ln>
          <a:effectLst/>
        </p:spPr>
      </p:cxnSp>
      <p:cxnSp>
        <p:nvCxnSpPr>
          <p:cNvPr id="1302" name="Düz Ok Bağlayıcısı 1301">
            <a:extLst>
              <a:ext uri="{FF2B5EF4-FFF2-40B4-BE49-F238E27FC236}">
                <a16:creationId xmlns:a16="http://schemas.microsoft.com/office/drawing/2014/main" id="{F42911D6-3DD4-D887-798F-3E1E657E4720}"/>
              </a:ext>
            </a:extLst>
          </p:cNvPr>
          <p:cNvCxnSpPr/>
          <p:nvPr/>
        </p:nvCxnSpPr>
        <p:spPr>
          <a:xfrm>
            <a:off x="2201693" y="4181992"/>
            <a:ext cx="6488349" cy="0"/>
          </a:xfrm>
          <a:prstGeom prst="straightConnector1">
            <a:avLst/>
          </a:prstGeom>
          <a:noFill/>
          <a:ln w="15875" cap="flat" cmpd="sng" algn="ctr">
            <a:solidFill>
              <a:sysClr val="windowText" lastClr="000000"/>
            </a:solidFill>
            <a:prstDash val="solid"/>
            <a:miter lim="800000"/>
            <a:tailEnd type="triangle"/>
          </a:ln>
          <a:effectLst/>
        </p:spPr>
      </p:cxnSp>
      <p:sp>
        <p:nvSpPr>
          <p:cNvPr id="1313" name="Oval 1312">
            <a:extLst>
              <a:ext uri="{FF2B5EF4-FFF2-40B4-BE49-F238E27FC236}">
                <a16:creationId xmlns:a16="http://schemas.microsoft.com/office/drawing/2014/main" id="{F0C88238-C4DD-F1FF-89D9-1CC16BB293CF}"/>
              </a:ext>
            </a:extLst>
          </p:cNvPr>
          <p:cNvSpPr/>
          <p:nvPr/>
        </p:nvSpPr>
        <p:spPr>
          <a:xfrm>
            <a:off x="2571110" y="2436050"/>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4" name="Oval 1313">
            <a:extLst>
              <a:ext uri="{FF2B5EF4-FFF2-40B4-BE49-F238E27FC236}">
                <a16:creationId xmlns:a16="http://schemas.microsoft.com/office/drawing/2014/main" id="{31946811-EE31-9B27-A8F1-390B72625A55}"/>
              </a:ext>
            </a:extLst>
          </p:cNvPr>
          <p:cNvSpPr/>
          <p:nvPr/>
        </p:nvSpPr>
        <p:spPr>
          <a:xfrm>
            <a:off x="3752352" y="1940473"/>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6" name="Oval 1315">
            <a:extLst>
              <a:ext uri="{FF2B5EF4-FFF2-40B4-BE49-F238E27FC236}">
                <a16:creationId xmlns:a16="http://schemas.microsoft.com/office/drawing/2014/main" id="{30D1CF88-00FD-ABF4-165A-69E3293C3EDF}"/>
              </a:ext>
            </a:extLst>
          </p:cNvPr>
          <p:cNvSpPr/>
          <p:nvPr/>
        </p:nvSpPr>
        <p:spPr>
          <a:xfrm>
            <a:off x="4471911" y="3614452"/>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7" name="Oval 1316">
            <a:extLst>
              <a:ext uri="{FF2B5EF4-FFF2-40B4-BE49-F238E27FC236}">
                <a16:creationId xmlns:a16="http://schemas.microsoft.com/office/drawing/2014/main" id="{982C26E4-07E4-D8DF-4F8D-2F0388F0C585}"/>
              </a:ext>
            </a:extLst>
          </p:cNvPr>
          <p:cNvSpPr/>
          <p:nvPr/>
        </p:nvSpPr>
        <p:spPr>
          <a:xfrm>
            <a:off x="3067587" y="2703709"/>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8" name="Oval 1317">
            <a:extLst>
              <a:ext uri="{FF2B5EF4-FFF2-40B4-BE49-F238E27FC236}">
                <a16:creationId xmlns:a16="http://schemas.microsoft.com/office/drawing/2014/main" id="{7603D09F-A384-F844-C285-874255CEA22C}"/>
              </a:ext>
            </a:extLst>
          </p:cNvPr>
          <p:cNvSpPr/>
          <p:nvPr/>
        </p:nvSpPr>
        <p:spPr>
          <a:xfrm>
            <a:off x="4072779" y="2830957"/>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19" name="Oval 1318">
            <a:extLst>
              <a:ext uri="{FF2B5EF4-FFF2-40B4-BE49-F238E27FC236}">
                <a16:creationId xmlns:a16="http://schemas.microsoft.com/office/drawing/2014/main" id="{F2794F54-A7D5-729F-658B-C218F26AC70F}"/>
              </a:ext>
            </a:extLst>
          </p:cNvPr>
          <p:cNvSpPr/>
          <p:nvPr/>
        </p:nvSpPr>
        <p:spPr>
          <a:xfrm>
            <a:off x="3551025" y="3703749"/>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4" name="Oval 1343">
            <a:extLst>
              <a:ext uri="{FF2B5EF4-FFF2-40B4-BE49-F238E27FC236}">
                <a16:creationId xmlns:a16="http://schemas.microsoft.com/office/drawing/2014/main" id="{1137AB22-4C69-5CCF-759A-A8BD68FB3AA8}"/>
              </a:ext>
            </a:extLst>
          </p:cNvPr>
          <p:cNvSpPr/>
          <p:nvPr/>
        </p:nvSpPr>
        <p:spPr>
          <a:xfrm>
            <a:off x="3514991" y="2970533"/>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5" name="Oval 1344">
            <a:extLst>
              <a:ext uri="{FF2B5EF4-FFF2-40B4-BE49-F238E27FC236}">
                <a16:creationId xmlns:a16="http://schemas.microsoft.com/office/drawing/2014/main" id="{01E94456-04F1-5060-1160-2BE22BBF8D9C}"/>
              </a:ext>
            </a:extLst>
          </p:cNvPr>
          <p:cNvSpPr/>
          <p:nvPr/>
        </p:nvSpPr>
        <p:spPr>
          <a:xfrm>
            <a:off x="3024999" y="2376709"/>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46" name="Oval 1345">
            <a:extLst>
              <a:ext uri="{FF2B5EF4-FFF2-40B4-BE49-F238E27FC236}">
                <a16:creationId xmlns:a16="http://schemas.microsoft.com/office/drawing/2014/main" id="{F75B07ED-6086-64D0-0DA6-AA05E1BAE3C0}"/>
              </a:ext>
            </a:extLst>
          </p:cNvPr>
          <p:cNvSpPr/>
          <p:nvPr/>
        </p:nvSpPr>
        <p:spPr>
          <a:xfrm>
            <a:off x="5046348" y="3323386"/>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54" name="Oval 1353">
            <a:extLst>
              <a:ext uri="{FF2B5EF4-FFF2-40B4-BE49-F238E27FC236}">
                <a16:creationId xmlns:a16="http://schemas.microsoft.com/office/drawing/2014/main" id="{47989046-AFB9-B37F-CF30-C200E383D5CE}"/>
              </a:ext>
            </a:extLst>
          </p:cNvPr>
          <p:cNvSpPr/>
          <p:nvPr/>
        </p:nvSpPr>
        <p:spPr>
          <a:xfrm>
            <a:off x="7164034" y="1112200"/>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5" name="Oval 1354">
            <a:extLst>
              <a:ext uri="{FF2B5EF4-FFF2-40B4-BE49-F238E27FC236}">
                <a16:creationId xmlns:a16="http://schemas.microsoft.com/office/drawing/2014/main" id="{5C1C78EA-9B89-7B1D-E172-118363D980F8}"/>
              </a:ext>
            </a:extLst>
          </p:cNvPr>
          <p:cNvSpPr/>
          <p:nvPr/>
        </p:nvSpPr>
        <p:spPr>
          <a:xfrm>
            <a:off x="5669217" y="1133277"/>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6" name="Oval 1355">
            <a:extLst>
              <a:ext uri="{FF2B5EF4-FFF2-40B4-BE49-F238E27FC236}">
                <a16:creationId xmlns:a16="http://schemas.microsoft.com/office/drawing/2014/main" id="{9FB236FF-6C8D-EAFC-997A-D3076AD2F733}"/>
              </a:ext>
            </a:extLst>
          </p:cNvPr>
          <p:cNvSpPr/>
          <p:nvPr/>
        </p:nvSpPr>
        <p:spPr>
          <a:xfrm>
            <a:off x="7075370" y="2608115"/>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7" name="Oval 1356">
            <a:extLst>
              <a:ext uri="{FF2B5EF4-FFF2-40B4-BE49-F238E27FC236}">
                <a16:creationId xmlns:a16="http://schemas.microsoft.com/office/drawing/2014/main" id="{CB2A7532-6C4C-45F0-D949-E4AAA3C15A38}"/>
              </a:ext>
            </a:extLst>
          </p:cNvPr>
          <p:cNvSpPr/>
          <p:nvPr/>
        </p:nvSpPr>
        <p:spPr>
          <a:xfrm>
            <a:off x="6727355" y="2688081"/>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8" name="Oval 1357">
            <a:extLst>
              <a:ext uri="{FF2B5EF4-FFF2-40B4-BE49-F238E27FC236}">
                <a16:creationId xmlns:a16="http://schemas.microsoft.com/office/drawing/2014/main" id="{54BA1584-6336-2481-2F34-97F6A1031187}"/>
              </a:ext>
            </a:extLst>
          </p:cNvPr>
          <p:cNvSpPr/>
          <p:nvPr/>
        </p:nvSpPr>
        <p:spPr>
          <a:xfrm>
            <a:off x="6284807" y="2078114"/>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9" name="Oval 1358">
            <a:extLst>
              <a:ext uri="{FF2B5EF4-FFF2-40B4-BE49-F238E27FC236}">
                <a16:creationId xmlns:a16="http://schemas.microsoft.com/office/drawing/2014/main" id="{6361AE10-2807-E4F4-1B65-D2BE017E968E}"/>
              </a:ext>
            </a:extLst>
          </p:cNvPr>
          <p:cNvSpPr/>
          <p:nvPr/>
        </p:nvSpPr>
        <p:spPr>
          <a:xfrm>
            <a:off x="6382728" y="1303482"/>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0" name="Oval 1359">
            <a:extLst>
              <a:ext uri="{FF2B5EF4-FFF2-40B4-BE49-F238E27FC236}">
                <a16:creationId xmlns:a16="http://schemas.microsoft.com/office/drawing/2014/main" id="{005ACFBB-C3AA-D6A7-CE2B-236839B2712C}"/>
              </a:ext>
            </a:extLst>
          </p:cNvPr>
          <p:cNvSpPr/>
          <p:nvPr/>
        </p:nvSpPr>
        <p:spPr>
          <a:xfrm>
            <a:off x="5597278" y="1514539"/>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1" name="Oval 1360">
            <a:extLst>
              <a:ext uri="{FF2B5EF4-FFF2-40B4-BE49-F238E27FC236}">
                <a16:creationId xmlns:a16="http://schemas.microsoft.com/office/drawing/2014/main" id="{FC94445A-87F9-871F-544F-8C5F5FDD2CF7}"/>
              </a:ext>
            </a:extLst>
          </p:cNvPr>
          <p:cNvSpPr/>
          <p:nvPr/>
        </p:nvSpPr>
        <p:spPr>
          <a:xfrm>
            <a:off x="7028305" y="1637493"/>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2" name="Oval 1361">
            <a:extLst>
              <a:ext uri="{FF2B5EF4-FFF2-40B4-BE49-F238E27FC236}">
                <a16:creationId xmlns:a16="http://schemas.microsoft.com/office/drawing/2014/main" id="{41C9643E-E8AF-0B42-946B-C895CB673710}"/>
              </a:ext>
            </a:extLst>
          </p:cNvPr>
          <p:cNvSpPr/>
          <p:nvPr/>
        </p:nvSpPr>
        <p:spPr>
          <a:xfrm>
            <a:off x="7773634" y="1721800"/>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3" name="Oval 1362">
            <a:extLst>
              <a:ext uri="{FF2B5EF4-FFF2-40B4-BE49-F238E27FC236}">
                <a16:creationId xmlns:a16="http://schemas.microsoft.com/office/drawing/2014/main" id="{997152B7-8069-3927-A78F-CDC8EBA8EB71}"/>
              </a:ext>
            </a:extLst>
          </p:cNvPr>
          <p:cNvSpPr/>
          <p:nvPr/>
        </p:nvSpPr>
        <p:spPr>
          <a:xfrm>
            <a:off x="6382728" y="1688779"/>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64" name="Düz Bağlayıcı 1363">
            <a:extLst>
              <a:ext uri="{FF2B5EF4-FFF2-40B4-BE49-F238E27FC236}">
                <a16:creationId xmlns:a16="http://schemas.microsoft.com/office/drawing/2014/main" id="{DB86D4BE-7BA7-7FFB-63E1-99AA2596B098}"/>
              </a:ext>
            </a:extLst>
          </p:cNvPr>
          <p:cNvCxnSpPr>
            <a:cxnSpLocks/>
          </p:cNvCxnSpPr>
          <p:nvPr/>
        </p:nvCxnSpPr>
        <p:spPr>
          <a:xfrm>
            <a:off x="3588454" y="907143"/>
            <a:ext cx="3494517" cy="3026228"/>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67" name="Düz Bağlayıcı 1366">
            <a:extLst>
              <a:ext uri="{FF2B5EF4-FFF2-40B4-BE49-F238E27FC236}">
                <a16:creationId xmlns:a16="http://schemas.microsoft.com/office/drawing/2014/main" id="{AB824255-EBAD-C4E0-288E-BF2071354EEE}"/>
              </a:ext>
            </a:extLst>
          </p:cNvPr>
          <p:cNvCxnSpPr>
            <a:cxnSpLocks/>
          </p:cNvCxnSpPr>
          <p:nvPr/>
        </p:nvCxnSpPr>
        <p:spPr>
          <a:xfrm>
            <a:off x="4422447" y="761165"/>
            <a:ext cx="3513314" cy="3031881"/>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p:cxnSp>
        <p:nvCxnSpPr>
          <p:cNvPr id="1368" name="Düz Bağlayıcı 1367">
            <a:extLst>
              <a:ext uri="{FF2B5EF4-FFF2-40B4-BE49-F238E27FC236}">
                <a16:creationId xmlns:a16="http://schemas.microsoft.com/office/drawing/2014/main" id="{FD9A0C68-36F7-09E7-3542-09E92374419A}"/>
              </a:ext>
            </a:extLst>
          </p:cNvPr>
          <p:cNvCxnSpPr>
            <a:cxnSpLocks/>
          </p:cNvCxnSpPr>
          <p:nvPr/>
        </p:nvCxnSpPr>
        <p:spPr>
          <a:xfrm>
            <a:off x="2831510" y="1112200"/>
            <a:ext cx="3438681" cy="3047305"/>
          </a:xfrm>
          <a:prstGeom prst="line">
            <a:avLst/>
          </a:prstGeom>
          <a:ln w="25400">
            <a:solidFill>
              <a:srgbClr val="FF0000"/>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73" name="Dikdörtgen 1372">
                <a:extLst>
                  <a:ext uri="{FF2B5EF4-FFF2-40B4-BE49-F238E27FC236}">
                    <a16:creationId xmlns:a16="http://schemas.microsoft.com/office/drawing/2014/main" id="{F95762B9-29FC-6B6E-0DDD-2FDF40FC869F}"/>
                  </a:ext>
                </a:extLst>
              </p:cNvPr>
              <p:cNvSpPr/>
              <p:nvPr/>
            </p:nvSpPr>
            <p:spPr>
              <a:xfrm>
                <a:off x="819578" y="1107304"/>
                <a:ext cx="976806"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panose="02040503050406030204" pitchFamily="18" charset="0"/>
                        </a:rPr>
                        <m:t>𝑆𝚤𝑛𝚤𝑓</m:t>
                      </m:r>
                      <m:r>
                        <a:rPr lang="tr-TR" sz="1200" b="0" i="1" smtClean="0">
                          <a:latin typeface="Cambria Math" panose="02040503050406030204" pitchFamily="18" charset="0"/>
                        </a:rPr>
                        <m:t>=+1</m:t>
                      </m:r>
                    </m:oMath>
                  </m:oMathPara>
                </a14:m>
                <a:endParaRPr lang="en-US" sz="1200" dirty="0"/>
              </a:p>
            </p:txBody>
          </p:sp>
        </mc:Choice>
        <mc:Fallback xmlns="">
          <p:sp>
            <p:nvSpPr>
              <p:cNvPr id="1373" name="Dikdörtgen 1372">
                <a:extLst>
                  <a:ext uri="{FF2B5EF4-FFF2-40B4-BE49-F238E27FC236}">
                    <a16:creationId xmlns:a16="http://schemas.microsoft.com/office/drawing/2014/main" id="{F95762B9-29FC-6B6E-0DDD-2FDF40FC869F}"/>
                  </a:ext>
                </a:extLst>
              </p:cNvPr>
              <p:cNvSpPr>
                <a:spLocks noRot="1" noChangeAspect="1" noMove="1" noResize="1" noEditPoints="1" noAdjustHandles="1" noChangeArrowheads="1" noChangeShapeType="1" noTextEdit="1"/>
              </p:cNvSpPr>
              <p:nvPr/>
            </p:nvSpPr>
            <p:spPr>
              <a:xfrm>
                <a:off x="819578" y="1107304"/>
                <a:ext cx="976806" cy="276999"/>
              </a:xfrm>
              <a:prstGeom prst="rect">
                <a:avLst/>
              </a:prstGeom>
              <a:blipFill>
                <a:blip r:embed="rId4"/>
                <a:stretch>
                  <a:fillRect b="-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74" name="Dikdörtgen 1373">
                <a:extLst>
                  <a:ext uri="{FF2B5EF4-FFF2-40B4-BE49-F238E27FC236}">
                    <a16:creationId xmlns:a16="http://schemas.microsoft.com/office/drawing/2014/main" id="{59F59ABF-F1AE-33FB-3F97-25D3E78A6E56}"/>
                  </a:ext>
                </a:extLst>
              </p:cNvPr>
              <p:cNvSpPr/>
              <p:nvPr/>
            </p:nvSpPr>
            <p:spPr>
              <a:xfrm>
                <a:off x="819578" y="1503065"/>
                <a:ext cx="976806" cy="2769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panose="02040503050406030204" pitchFamily="18" charset="0"/>
                        </a:rPr>
                        <m:t>𝑆𝚤𝑛𝚤𝑓</m:t>
                      </m:r>
                      <m:r>
                        <a:rPr lang="tr-TR" sz="1200" b="0" i="1" smtClean="0">
                          <a:latin typeface="Cambria Math" panose="02040503050406030204" pitchFamily="18" charset="0"/>
                        </a:rPr>
                        <m:t>=−1</m:t>
                      </m:r>
                    </m:oMath>
                  </m:oMathPara>
                </a14:m>
                <a:endParaRPr lang="en-US" sz="1200" dirty="0"/>
              </a:p>
            </p:txBody>
          </p:sp>
        </mc:Choice>
        <mc:Fallback xmlns="">
          <p:sp>
            <p:nvSpPr>
              <p:cNvPr id="1374" name="Dikdörtgen 1373">
                <a:extLst>
                  <a:ext uri="{FF2B5EF4-FFF2-40B4-BE49-F238E27FC236}">
                    <a16:creationId xmlns:a16="http://schemas.microsoft.com/office/drawing/2014/main" id="{59F59ABF-F1AE-33FB-3F97-25D3E78A6E56}"/>
                  </a:ext>
                </a:extLst>
              </p:cNvPr>
              <p:cNvSpPr>
                <a:spLocks noRot="1" noChangeAspect="1" noMove="1" noResize="1" noEditPoints="1" noAdjustHandles="1" noChangeArrowheads="1" noChangeShapeType="1" noTextEdit="1"/>
              </p:cNvSpPr>
              <p:nvPr/>
            </p:nvSpPr>
            <p:spPr>
              <a:xfrm>
                <a:off x="819578" y="1503065"/>
                <a:ext cx="976806" cy="276999"/>
              </a:xfrm>
              <a:prstGeom prst="rect">
                <a:avLst/>
              </a:prstGeom>
              <a:blipFill>
                <a:blip r:embed="rId5"/>
                <a:stretch>
                  <a:fillRect b="-6667"/>
                </a:stretch>
              </a:blipFill>
            </p:spPr>
            <p:txBody>
              <a:bodyPr/>
              <a:lstStyle/>
              <a:p>
                <a:r>
                  <a:rPr lang="tr-TR">
                    <a:noFill/>
                  </a:rPr>
                  <a:t> </a:t>
                </a:r>
              </a:p>
            </p:txBody>
          </p:sp>
        </mc:Fallback>
      </mc:AlternateContent>
      <p:sp>
        <p:nvSpPr>
          <p:cNvPr id="1375" name="Oval 1374">
            <a:extLst>
              <a:ext uri="{FF2B5EF4-FFF2-40B4-BE49-F238E27FC236}">
                <a16:creationId xmlns:a16="http://schemas.microsoft.com/office/drawing/2014/main" id="{83752437-C7AC-33CC-2CBE-EAF47CF81C5A}"/>
              </a:ext>
            </a:extLst>
          </p:cNvPr>
          <p:cNvSpPr/>
          <p:nvPr/>
        </p:nvSpPr>
        <p:spPr>
          <a:xfrm>
            <a:off x="557673" y="1156505"/>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76" name="Oval 1375">
            <a:extLst>
              <a:ext uri="{FF2B5EF4-FFF2-40B4-BE49-F238E27FC236}">
                <a16:creationId xmlns:a16="http://schemas.microsoft.com/office/drawing/2014/main" id="{B28855E3-648E-445F-F2DF-3218C4CE19D2}"/>
              </a:ext>
            </a:extLst>
          </p:cNvPr>
          <p:cNvSpPr/>
          <p:nvPr/>
        </p:nvSpPr>
        <p:spPr>
          <a:xfrm>
            <a:off x="560833" y="1548195"/>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77" name="Dikdörtgen 1376">
                <a:extLst>
                  <a:ext uri="{FF2B5EF4-FFF2-40B4-BE49-F238E27FC236}">
                    <a16:creationId xmlns:a16="http://schemas.microsoft.com/office/drawing/2014/main" id="{20F0FAC5-119B-AAEF-EF08-BA16B5C4A6BB}"/>
                  </a:ext>
                </a:extLst>
              </p:cNvPr>
              <p:cNvSpPr/>
              <p:nvPr/>
            </p:nvSpPr>
            <p:spPr>
              <a:xfrm>
                <a:off x="3398176" y="1272990"/>
                <a:ext cx="1645066" cy="2803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200" b="1" i="1" smtClean="0">
                          <a:latin typeface="Cambria Math" panose="02040503050406030204" pitchFamily="18" charset="0"/>
                        </a:rPr>
                        <m:t>𝒇</m:t>
                      </m:r>
                      <m:d>
                        <m:dPr>
                          <m:ctrlPr>
                            <a:rPr lang="en-US" sz="1200" b="1" i="1">
                              <a:latin typeface="Cambria Math" panose="02040503050406030204" pitchFamily="18" charset="0"/>
                            </a:rPr>
                          </m:ctrlPr>
                        </m:dPr>
                        <m:e>
                          <m:r>
                            <a:rPr lang="en-US" sz="1200" b="1" i="1">
                              <a:latin typeface="Cambria Math" panose="02040503050406030204" pitchFamily="18" charset="0"/>
                            </a:rPr>
                            <m:t>𝒙</m:t>
                          </m:r>
                        </m:e>
                      </m:d>
                      <m:r>
                        <a:rPr lang="en-US" sz="1200" b="1" i="0">
                          <a:latin typeface="Cambria Math" panose="02040503050406030204" pitchFamily="18" charset="0"/>
                        </a:rPr>
                        <m:t>=</m:t>
                      </m:r>
                      <m:sSup>
                        <m:sSupPr>
                          <m:ctrlPr>
                            <a:rPr lang="en-US" sz="1200" b="1" i="1">
                              <a:latin typeface="Cambria Math" panose="02040503050406030204" pitchFamily="18" charset="0"/>
                            </a:rPr>
                          </m:ctrlPr>
                        </m:sSupPr>
                        <m:e>
                          <m:r>
                            <a:rPr lang="en-US" sz="1200" b="1" i="1">
                              <a:latin typeface="Cambria Math" panose="02040503050406030204" pitchFamily="18" charset="0"/>
                            </a:rPr>
                            <m:t>𝒘</m:t>
                          </m:r>
                        </m:e>
                        <m:sup>
                          <m:r>
                            <a:rPr lang="en-US" sz="1200" b="1" i="1">
                              <a:latin typeface="Cambria Math" panose="02040503050406030204" pitchFamily="18" charset="0"/>
                            </a:rPr>
                            <m:t>𝑻</m:t>
                          </m:r>
                        </m:sup>
                      </m:sSup>
                      <m:r>
                        <a:rPr lang="en-US" sz="1200" b="1" i="0">
                          <a:latin typeface="Cambria Math" panose="02040503050406030204" pitchFamily="18" charset="0"/>
                        </a:rPr>
                        <m:t>.</m:t>
                      </m:r>
                      <m:r>
                        <a:rPr lang="en-US" sz="1200" b="1" i="1">
                          <a:latin typeface="Cambria Math" panose="02040503050406030204" pitchFamily="18" charset="0"/>
                        </a:rPr>
                        <m:t>𝒙</m:t>
                      </m:r>
                      <m:r>
                        <a:rPr lang="en-US" sz="1200" b="1" i="0">
                          <a:latin typeface="Cambria Math" panose="02040503050406030204" pitchFamily="18" charset="0"/>
                        </a:rPr>
                        <m:t>+</m:t>
                      </m:r>
                      <m:r>
                        <a:rPr lang="en-US" sz="1200" b="1" i="1">
                          <a:latin typeface="Cambria Math" panose="02040503050406030204" pitchFamily="18" charset="0"/>
                        </a:rPr>
                        <m:t>𝒃</m:t>
                      </m:r>
                      <m:r>
                        <a:rPr lang="en-US" sz="1200" b="1" i="0">
                          <a:latin typeface="Cambria Math" panose="02040503050406030204" pitchFamily="18" charset="0"/>
                        </a:rPr>
                        <m:t>=</m:t>
                      </m:r>
                      <m:r>
                        <a:rPr lang="en-US" sz="1200" b="1" i="0">
                          <a:latin typeface="Cambria Math" panose="02040503050406030204" pitchFamily="18" charset="0"/>
                        </a:rPr>
                        <m:t>𝟎</m:t>
                      </m:r>
                    </m:oMath>
                  </m:oMathPara>
                </a14:m>
                <a:endParaRPr lang="en-US" sz="1200" b="1" dirty="0"/>
              </a:p>
            </p:txBody>
          </p:sp>
        </mc:Choice>
        <mc:Fallback xmlns="">
          <p:sp>
            <p:nvSpPr>
              <p:cNvPr id="1377" name="Dikdörtgen 1376">
                <a:extLst>
                  <a:ext uri="{FF2B5EF4-FFF2-40B4-BE49-F238E27FC236}">
                    <a16:creationId xmlns:a16="http://schemas.microsoft.com/office/drawing/2014/main" id="{20F0FAC5-119B-AAEF-EF08-BA16B5C4A6BB}"/>
                  </a:ext>
                </a:extLst>
              </p:cNvPr>
              <p:cNvSpPr>
                <a:spLocks noRot="1" noChangeAspect="1" noMove="1" noResize="1" noEditPoints="1" noAdjustHandles="1" noChangeArrowheads="1" noChangeShapeType="1" noTextEdit="1"/>
              </p:cNvSpPr>
              <p:nvPr/>
            </p:nvSpPr>
            <p:spPr>
              <a:xfrm>
                <a:off x="3398176" y="1272990"/>
                <a:ext cx="1645066" cy="280333"/>
              </a:xfrm>
              <a:prstGeom prst="rect">
                <a:avLst/>
              </a:prstGeom>
              <a:blipFill>
                <a:blip r:embed="rId6"/>
                <a:stretch>
                  <a:fillRect b="-65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78" name="Dikdörtgen 1377">
                <a:extLst>
                  <a:ext uri="{FF2B5EF4-FFF2-40B4-BE49-F238E27FC236}">
                    <a16:creationId xmlns:a16="http://schemas.microsoft.com/office/drawing/2014/main" id="{0A357D9D-8AB5-2D2E-5B81-462FF519C1B8}"/>
                  </a:ext>
                </a:extLst>
              </p:cNvPr>
              <p:cNvSpPr/>
              <p:nvPr/>
            </p:nvSpPr>
            <p:spPr>
              <a:xfrm>
                <a:off x="2299691" y="1029882"/>
                <a:ext cx="1322798" cy="2803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b="1" i="1">
                              <a:latin typeface="Cambria Math" panose="02040503050406030204" pitchFamily="18" charset="0"/>
                            </a:rPr>
                          </m:ctrlPr>
                        </m:sSupPr>
                        <m:e>
                          <m:r>
                            <a:rPr lang="en-US" sz="1200" b="1" i="1">
                              <a:latin typeface="Cambria Math" panose="02040503050406030204" pitchFamily="18" charset="0"/>
                            </a:rPr>
                            <m:t>𝒘</m:t>
                          </m:r>
                        </m:e>
                        <m:sup>
                          <m:r>
                            <a:rPr lang="en-US" sz="1200" b="1" i="1">
                              <a:latin typeface="Cambria Math" panose="02040503050406030204" pitchFamily="18" charset="0"/>
                            </a:rPr>
                            <m:t>𝑻</m:t>
                          </m:r>
                        </m:sup>
                      </m:sSup>
                      <m:r>
                        <a:rPr lang="en-US" sz="1200" b="1" i="0">
                          <a:latin typeface="Cambria Math" panose="02040503050406030204" pitchFamily="18" charset="0"/>
                        </a:rPr>
                        <m:t>.</m:t>
                      </m:r>
                      <m:sSub>
                        <m:sSubPr>
                          <m:ctrlPr>
                            <a:rPr lang="en-US" sz="1200" b="1" i="1">
                              <a:latin typeface="Cambria Math" panose="02040503050406030204" pitchFamily="18" charset="0"/>
                            </a:rPr>
                          </m:ctrlPr>
                        </m:sSubPr>
                        <m:e>
                          <m:r>
                            <a:rPr lang="en-US" sz="1200" b="1" i="1">
                              <a:latin typeface="Cambria Math" panose="02040503050406030204" pitchFamily="18" charset="0"/>
                            </a:rPr>
                            <m:t>𝑿</m:t>
                          </m:r>
                        </m:e>
                        <m:sub>
                          <m:r>
                            <a:rPr lang="en-US" sz="1200" b="1" i="1">
                              <a:latin typeface="Cambria Math" panose="02040503050406030204" pitchFamily="18" charset="0"/>
                            </a:rPr>
                            <m:t>𝒊</m:t>
                          </m:r>
                        </m:sub>
                      </m:sSub>
                      <m:r>
                        <a:rPr lang="en-US" sz="1200" b="1" i="0">
                          <a:latin typeface="Cambria Math" panose="02040503050406030204" pitchFamily="18" charset="0"/>
                        </a:rPr>
                        <m:t>+</m:t>
                      </m:r>
                      <m:r>
                        <a:rPr lang="en-US" sz="1200" b="1" i="1">
                          <a:latin typeface="Cambria Math" panose="02040503050406030204" pitchFamily="18" charset="0"/>
                        </a:rPr>
                        <m:t>𝒃</m:t>
                      </m:r>
                      <m:r>
                        <a:rPr lang="en-US" sz="1200" b="1" i="0">
                          <a:latin typeface="Cambria Math" panose="02040503050406030204" pitchFamily="18" charset="0"/>
                        </a:rPr>
                        <m:t>≥+</m:t>
                      </m:r>
                      <m:r>
                        <a:rPr lang="en-US" sz="1200" b="1" i="0">
                          <a:latin typeface="Cambria Math" panose="02040503050406030204" pitchFamily="18" charset="0"/>
                        </a:rPr>
                        <m:t>𝟏</m:t>
                      </m:r>
                    </m:oMath>
                  </m:oMathPara>
                </a14:m>
                <a:endParaRPr lang="en-US" sz="1200" b="1" dirty="0"/>
              </a:p>
            </p:txBody>
          </p:sp>
        </mc:Choice>
        <mc:Fallback xmlns="">
          <p:sp>
            <p:nvSpPr>
              <p:cNvPr id="1378" name="Dikdörtgen 1377">
                <a:extLst>
                  <a:ext uri="{FF2B5EF4-FFF2-40B4-BE49-F238E27FC236}">
                    <a16:creationId xmlns:a16="http://schemas.microsoft.com/office/drawing/2014/main" id="{0A357D9D-8AB5-2D2E-5B81-462FF519C1B8}"/>
                  </a:ext>
                </a:extLst>
              </p:cNvPr>
              <p:cNvSpPr>
                <a:spLocks noRot="1" noChangeAspect="1" noMove="1" noResize="1" noEditPoints="1" noAdjustHandles="1" noChangeArrowheads="1" noChangeShapeType="1" noTextEdit="1"/>
              </p:cNvSpPr>
              <p:nvPr/>
            </p:nvSpPr>
            <p:spPr>
              <a:xfrm>
                <a:off x="2299691" y="1029882"/>
                <a:ext cx="1322798" cy="280333"/>
              </a:xfrm>
              <a:prstGeom prst="rect">
                <a:avLst/>
              </a:prstGeom>
              <a:blipFill>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79" name="Dikdörtgen 1378">
                <a:extLst>
                  <a:ext uri="{FF2B5EF4-FFF2-40B4-BE49-F238E27FC236}">
                    <a16:creationId xmlns:a16="http://schemas.microsoft.com/office/drawing/2014/main" id="{17189DE9-5347-F125-3092-9BBB6303DE65}"/>
                  </a:ext>
                </a:extLst>
              </p:cNvPr>
              <p:cNvSpPr/>
              <p:nvPr/>
            </p:nvSpPr>
            <p:spPr>
              <a:xfrm>
                <a:off x="4018214" y="787600"/>
                <a:ext cx="1322798" cy="2803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200" b="1" i="1">
                              <a:latin typeface="Cambria Math" panose="02040503050406030204" pitchFamily="18" charset="0"/>
                            </a:rPr>
                          </m:ctrlPr>
                        </m:sSupPr>
                        <m:e>
                          <m:r>
                            <a:rPr lang="en-US" sz="1200" b="1" i="1">
                              <a:latin typeface="Cambria Math" panose="02040503050406030204" pitchFamily="18" charset="0"/>
                            </a:rPr>
                            <m:t>𝒘</m:t>
                          </m:r>
                        </m:e>
                        <m:sup>
                          <m:r>
                            <a:rPr lang="en-US" sz="1200" b="1" i="1">
                              <a:latin typeface="Cambria Math" panose="02040503050406030204" pitchFamily="18" charset="0"/>
                            </a:rPr>
                            <m:t>𝑻</m:t>
                          </m:r>
                        </m:sup>
                      </m:sSup>
                      <m:r>
                        <a:rPr lang="en-US" sz="1200" b="1" i="0">
                          <a:latin typeface="Cambria Math" panose="02040503050406030204" pitchFamily="18" charset="0"/>
                        </a:rPr>
                        <m:t>.</m:t>
                      </m:r>
                      <m:sSub>
                        <m:sSubPr>
                          <m:ctrlPr>
                            <a:rPr lang="en-US" sz="1200" b="1" i="1">
                              <a:latin typeface="Cambria Math" panose="02040503050406030204" pitchFamily="18" charset="0"/>
                            </a:rPr>
                          </m:ctrlPr>
                        </m:sSubPr>
                        <m:e>
                          <m:r>
                            <a:rPr lang="en-US" sz="1200" b="1" i="1">
                              <a:latin typeface="Cambria Math" panose="02040503050406030204" pitchFamily="18" charset="0"/>
                            </a:rPr>
                            <m:t>𝑿</m:t>
                          </m:r>
                        </m:e>
                        <m:sub>
                          <m:r>
                            <a:rPr lang="en-US" sz="1200" b="1" i="1">
                              <a:latin typeface="Cambria Math" panose="02040503050406030204" pitchFamily="18" charset="0"/>
                            </a:rPr>
                            <m:t>𝒊</m:t>
                          </m:r>
                        </m:sub>
                      </m:sSub>
                      <m:r>
                        <a:rPr lang="en-US" sz="1200" b="1" i="0">
                          <a:latin typeface="Cambria Math" panose="02040503050406030204" pitchFamily="18" charset="0"/>
                        </a:rPr>
                        <m:t>+</m:t>
                      </m:r>
                      <m:r>
                        <a:rPr lang="en-US" sz="1200" b="1" i="1">
                          <a:latin typeface="Cambria Math" panose="02040503050406030204" pitchFamily="18" charset="0"/>
                        </a:rPr>
                        <m:t>𝒃</m:t>
                      </m:r>
                      <m:r>
                        <a:rPr lang="en-US" sz="1200" b="1" i="0">
                          <a:latin typeface="Cambria Math" panose="02040503050406030204" pitchFamily="18" charset="0"/>
                        </a:rPr>
                        <m:t>≤−</m:t>
                      </m:r>
                      <m:r>
                        <a:rPr lang="en-US" sz="1200" b="1" i="0">
                          <a:latin typeface="Cambria Math" panose="02040503050406030204" pitchFamily="18" charset="0"/>
                        </a:rPr>
                        <m:t>𝟏</m:t>
                      </m:r>
                    </m:oMath>
                  </m:oMathPara>
                </a14:m>
                <a:endParaRPr lang="en-US" sz="1200" b="1" dirty="0"/>
              </a:p>
            </p:txBody>
          </p:sp>
        </mc:Choice>
        <mc:Fallback xmlns="">
          <p:sp>
            <p:nvSpPr>
              <p:cNvPr id="1379" name="Dikdörtgen 1378">
                <a:extLst>
                  <a:ext uri="{FF2B5EF4-FFF2-40B4-BE49-F238E27FC236}">
                    <a16:creationId xmlns:a16="http://schemas.microsoft.com/office/drawing/2014/main" id="{17189DE9-5347-F125-3092-9BBB6303DE65}"/>
                  </a:ext>
                </a:extLst>
              </p:cNvPr>
              <p:cNvSpPr>
                <a:spLocks noRot="1" noChangeAspect="1" noMove="1" noResize="1" noEditPoints="1" noAdjustHandles="1" noChangeArrowheads="1" noChangeShapeType="1" noTextEdit="1"/>
              </p:cNvSpPr>
              <p:nvPr/>
            </p:nvSpPr>
            <p:spPr>
              <a:xfrm>
                <a:off x="4018214" y="787600"/>
                <a:ext cx="1322798" cy="280333"/>
              </a:xfrm>
              <a:prstGeom prst="rect">
                <a:avLst/>
              </a:prstGeom>
              <a:blipFill>
                <a:blip r:embed="rId8"/>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80" name="Dikdörtgen 1379">
                <a:extLst>
                  <a:ext uri="{FF2B5EF4-FFF2-40B4-BE49-F238E27FC236}">
                    <a16:creationId xmlns:a16="http://schemas.microsoft.com/office/drawing/2014/main" id="{C6CE2903-2FA3-6FF7-68A0-5702069E470C}"/>
                  </a:ext>
                </a:extLst>
              </p:cNvPr>
              <p:cNvSpPr/>
              <p:nvPr/>
            </p:nvSpPr>
            <p:spPr>
              <a:xfrm>
                <a:off x="7989987" y="2071782"/>
                <a:ext cx="1043876"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000" b="1" i="1" smtClean="0">
                          <a:latin typeface="Cambria Math" panose="02040503050406030204" pitchFamily="18" charset="0"/>
                        </a:rPr>
                        <m:t>𝑯𝒊𝒑𝒆𝒓𝒅</m:t>
                      </m:r>
                      <m:r>
                        <a:rPr lang="tr-TR" sz="1000" b="1" i="1" smtClean="0">
                          <a:latin typeface="Cambria Math" panose="02040503050406030204" pitchFamily="18" charset="0"/>
                        </a:rPr>
                        <m:t>ü</m:t>
                      </m:r>
                      <m:r>
                        <a:rPr lang="tr-TR" sz="1000" b="1" i="1" smtClean="0">
                          <a:latin typeface="Cambria Math" panose="02040503050406030204" pitchFamily="18" charset="0"/>
                        </a:rPr>
                        <m:t>𝒛𝒍𝒆𝒎</m:t>
                      </m:r>
                    </m:oMath>
                  </m:oMathPara>
                </a14:m>
                <a:endParaRPr lang="en-US" sz="1000" b="1" dirty="0"/>
              </a:p>
            </p:txBody>
          </p:sp>
        </mc:Choice>
        <mc:Fallback xmlns="">
          <p:sp>
            <p:nvSpPr>
              <p:cNvPr id="1380" name="Dikdörtgen 1379">
                <a:extLst>
                  <a:ext uri="{FF2B5EF4-FFF2-40B4-BE49-F238E27FC236}">
                    <a16:creationId xmlns:a16="http://schemas.microsoft.com/office/drawing/2014/main" id="{C6CE2903-2FA3-6FF7-68A0-5702069E470C}"/>
                  </a:ext>
                </a:extLst>
              </p:cNvPr>
              <p:cNvSpPr>
                <a:spLocks noRot="1" noChangeAspect="1" noMove="1" noResize="1" noEditPoints="1" noAdjustHandles="1" noChangeArrowheads="1" noChangeShapeType="1" noTextEdit="1"/>
              </p:cNvSpPr>
              <p:nvPr/>
            </p:nvSpPr>
            <p:spPr>
              <a:xfrm>
                <a:off x="7989987" y="2071782"/>
                <a:ext cx="1043876" cy="246221"/>
              </a:xfrm>
              <a:prstGeom prst="rect">
                <a:avLst/>
              </a:prstGeom>
              <a:blipFill>
                <a:blip r:embed="rId9"/>
                <a:stretch>
                  <a:fillRect b="-5000"/>
                </a:stretch>
              </a:blipFill>
            </p:spPr>
            <p:txBody>
              <a:bodyPr/>
              <a:lstStyle/>
              <a:p>
                <a:r>
                  <a:rPr lang="tr-TR">
                    <a:noFill/>
                  </a:rPr>
                  <a:t> </a:t>
                </a:r>
              </a:p>
            </p:txBody>
          </p:sp>
        </mc:Fallback>
      </mc:AlternateContent>
      <p:cxnSp>
        <p:nvCxnSpPr>
          <p:cNvPr id="1381" name="Düz Ok Bağlayıcısı 1380">
            <a:extLst>
              <a:ext uri="{FF2B5EF4-FFF2-40B4-BE49-F238E27FC236}">
                <a16:creationId xmlns:a16="http://schemas.microsoft.com/office/drawing/2014/main" id="{023E9C38-38B8-9559-E436-69123F8ABD77}"/>
              </a:ext>
            </a:extLst>
          </p:cNvPr>
          <p:cNvCxnSpPr>
            <a:cxnSpLocks/>
            <a:endCxn id="1380" idx="1"/>
          </p:cNvCxnSpPr>
          <p:nvPr/>
        </p:nvCxnSpPr>
        <p:spPr>
          <a:xfrm flipV="1">
            <a:off x="5208475" y="2194893"/>
            <a:ext cx="2781512" cy="152981"/>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83" name="Dikdörtgen 1382">
                <a:extLst>
                  <a:ext uri="{FF2B5EF4-FFF2-40B4-BE49-F238E27FC236}">
                    <a16:creationId xmlns:a16="http://schemas.microsoft.com/office/drawing/2014/main" id="{D89B5E04-A8F4-0418-F8EC-26BD9EF0A0DE}"/>
                  </a:ext>
                </a:extLst>
              </p:cNvPr>
              <p:cNvSpPr/>
              <p:nvPr/>
            </p:nvSpPr>
            <p:spPr>
              <a:xfrm>
                <a:off x="7789269" y="2375501"/>
                <a:ext cx="1277273" cy="24622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tr-TR" sz="1000" b="1" i="1" smtClean="0">
                          <a:latin typeface="Cambria Math" panose="02040503050406030204" pitchFamily="18" charset="0"/>
                        </a:rPr>
                        <m:t>𝑲𝒂𝒓𝒂𝒓</m:t>
                      </m:r>
                      <m:r>
                        <a:rPr lang="tr-TR" sz="1000" b="1" i="1" smtClean="0">
                          <a:latin typeface="Cambria Math" panose="02040503050406030204" pitchFamily="18" charset="0"/>
                        </a:rPr>
                        <m:t> </m:t>
                      </m:r>
                      <m:r>
                        <a:rPr lang="tr-TR" sz="1000" b="1" i="1" smtClean="0">
                          <a:latin typeface="Cambria Math" panose="02040503050406030204" pitchFamily="18" charset="0"/>
                        </a:rPr>
                        <m:t>𝑺</m:t>
                      </m:r>
                      <m:r>
                        <a:rPr lang="tr-TR" sz="1000" b="1" i="1" smtClean="0">
                          <a:latin typeface="Cambria Math" panose="02040503050406030204" pitchFamily="18" charset="0"/>
                        </a:rPr>
                        <m:t>𝚤</m:t>
                      </m:r>
                      <m:r>
                        <a:rPr lang="tr-TR" sz="1000" b="1" i="1" smtClean="0">
                          <a:latin typeface="Cambria Math" panose="02040503050406030204" pitchFamily="18" charset="0"/>
                        </a:rPr>
                        <m:t>𝒏</m:t>
                      </m:r>
                      <m:r>
                        <a:rPr lang="tr-TR" sz="1000" b="1" i="1" smtClean="0">
                          <a:latin typeface="Cambria Math" panose="02040503050406030204" pitchFamily="18" charset="0"/>
                        </a:rPr>
                        <m:t>𝚤</m:t>
                      </m:r>
                      <m:r>
                        <a:rPr lang="tr-TR" sz="1000" b="1" i="1" smtClean="0">
                          <a:latin typeface="Cambria Math" panose="02040503050406030204" pitchFamily="18" charset="0"/>
                        </a:rPr>
                        <m:t>𝒓𝒍𝒂𝒓</m:t>
                      </m:r>
                      <m:r>
                        <a:rPr lang="tr-TR" sz="1000" b="1" i="1" smtClean="0">
                          <a:latin typeface="Cambria Math" panose="02040503050406030204" pitchFamily="18" charset="0"/>
                        </a:rPr>
                        <m:t>𝚤</m:t>
                      </m:r>
                    </m:oMath>
                  </m:oMathPara>
                </a14:m>
                <a:endParaRPr lang="en-US" sz="1000" b="1" dirty="0"/>
              </a:p>
            </p:txBody>
          </p:sp>
        </mc:Choice>
        <mc:Fallback xmlns="">
          <p:sp>
            <p:nvSpPr>
              <p:cNvPr id="1383" name="Dikdörtgen 1382">
                <a:extLst>
                  <a:ext uri="{FF2B5EF4-FFF2-40B4-BE49-F238E27FC236}">
                    <a16:creationId xmlns:a16="http://schemas.microsoft.com/office/drawing/2014/main" id="{D89B5E04-A8F4-0418-F8EC-26BD9EF0A0DE}"/>
                  </a:ext>
                </a:extLst>
              </p:cNvPr>
              <p:cNvSpPr>
                <a:spLocks noRot="1" noChangeAspect="1" noMove="1" noResize="1" noEditPoints="1" noAdjustHandles="1" noChangeArrowheads="1" noChangeShapeType="1" noTextEdit="1"/>
              </p:cNvSpPr>
              <p:nvPr/>
            </p:nvSpPr>
            <p:spPr>
              <a:xfrm>
                <a:off x="7789269" y="2375501"/>
                <a:ext cx="1277273" cy="246221"/>
              </a:xfrm>
              <a:prstGeom prst="rect">
                <a:avLst/>
              </a:prstGeom>
              <a:blipFill>
                <a:blip r:embed="rId10"/>
                <a:stretch>
                  <a:fillRect/>
                </a:stretch>
              </a:blipFill>
            </p:spPr>
            <p:txBody>
              <a:bodyPr/>
              <a:lstStyle/>
              <a:p>
                <a:r>
                  <a:rPr lang="tr-TR">
                    <a:noFill/>
                  </a:rPr>
                  <a:t> </a:t>
                </a:r>
              </a:p>
            </p:txBody>
          </p:sp>
        </mc:Fallback>
      </mc:AlternateContent>
      <p:cxnSp>
        <p:nvCxnSpPr>
          <p:cNvPr id="1384" name="Düz Ok Bağlayıcısı 1383">
            <a:extLst>
              <a:ext uri="{FF2B5EF4-FFF2-40B4-BE49-F238E27FC236}">
                <a16:creationId xmlns:a16="http://schemas.microsoft.com/office/drawing/2014/main" id="{9E6E87E3-2BDC-390B-D86F-BA39D3C5469A}"/>
              </a:ext>
            </a:extLst>
          </p:cNvPr>
          <p:cNvCxnSpPr>
            <a:cxnSpLocks/>
            <a:endCxn id="1383" idx="1"/>
          </p:cNvCxnSpPr>
          <p:nvPr/>
        </p:nvCxnSpPr>
        <p:spPr>
          <a:xfrm flipV="1">
            <a:off x="7070149" y="2498612"/>
            <a:ext cx="719120" cy="484476"/>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85" name="Düz Ok Bağlayıcısı 1384">
            <a:extLst>
              <a:ext uri="{FF2B5EF4-FFF2-40B4-BE49-F238E27FC236}">
                <a16:creationId xmlns:a16="http://schemas.microsoft.com/office/drawing/2014/main" id="{4C48AD74-BEAC-1772-B103-1527FF67448B}"/>
              </a:ext>
            </a:extLst>
          </p:cNvPr>
          <p:cNvCxnSpPr>
            <a:cxnSpLocks/>
            <a:endCxn id="1383" idx="1"/>
          </p:cNvCxnSpPr>
          <p:nvPr/>
        </p:nvCxnSpPr>
        <p:spPr>
          <a:xfrm>
            <a:off x="4197477" y="2274825"/>
            <a:ext cx="3591792" cy="223787"/>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90" name="Düz Ok Bağlayıcısı 1389">
            <a:extLst>
              <a:ext uri="{FF2B5EF4-FFF2-40B4-BE49-F238E27FC236}">
                <a16:creationId xmlns:a16="http://schemas.microsoft.com/office/drawing/2014/main" id="{60320BD3-E393-7753-E0D0-D28A187B2A1D}"/>
              </a:ext>
            </a:extLst>
          </p:cNvPr>
          <p:cNvCxnSpPr>
            <a:cxnSpLocks/>
          </p:cNvCxnSpPr>
          <p:nvPr/>
        </p:nvCxnSpPr>
        <p:spPr>
          <a:xfrm flipV="1">
            <a:off x="6211643" y="3191863"/>
            <a:ext cx="1025854" cy="892246"/>
          </a:xfrm>
          <a:prstGeom prst="straightConnector1">
            <a:avLst/>
          </a:prstGeom>
          <a:ln>
            <a:prstDash val="sysDot"/>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91" name="Dikdörtgen 1390">
                <a:extLst>
                  <a:ext uri="{FF2B5EF4-FFF2-40B4-BE49-F238E27FC236}">
                    <a16:creationId xmlns:a16="http://schemas.microsoft.com/office/drawing/2014/main" id="{F25C00EE-9862-633D-C9B1-AAEAA679F196}"/>
                  </a:ext>
                </a:extLst>
              </p:cNvPr>
              <p:cNvSpPr/>
              <p:nvPr/>
            </p:nvSpPr>
            <p:spPr>
              <a:xfrm>
                <a:off x="7744471" y="2823799"/>
                <a:ext cx="1289392" cy="40216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1000" b="1" i="1">
                          <a:latin typeface="Cambria Math" panose="02040503050406030204" pitchFamily="18" charset="0"/>
                        </a:rPr>
                        <m:t>𝑴𝒂𝒓𝒋𝒊𝒏</m:t>
                      </m:r>
                      <m:d>
                        <m:dPr>
                          <m:ctrlPr>
                            <a:rPr lang="en-US" sz="1000" b="1" i="1">
                              <a:latin typeface="Cambria Math" panose="02040503050406030204" pitchFamily="18" charset="0"/>
                            </a:rPr>
                          </m:ctrlPr>
                        </m:dPr>
                        <m:e>
                          <m:r>
                            <a:rPr lang="en-US" sz="1000" b="1" i="1">
                              <a:latin typeface="Cambria Math" panose="02040503050406030204" pitchFamily="18" charset="0"/>
                            </a:rPr>
                            <m:t>𝑴</m:t>
                          </m:r>
                        </m:e>
                      </m:d>
                      <m:r>
                        <a:rPr lang="en-US" sz="1000" b="1" i="0">
                          <a:latin typeface="Cambria Math" panose="02040503050406030204" pitchFamily="18" charset="0"/>
                        </a:rPr>
                        <m:t>=</m:t>
                      </m:r>
                      <m:f>
                        <m:fPr>
                          <m:ctrlPr>
                            <a:rPr lang="en-US" sz="1000" b="1" i="1">
                              <a:latin typeface="Cambria Math" panose="02040503050406030204" pitchFamily="18" charset="0"/>
                            </a:rPr>
                          </m:ctrlPr>
                        </m:fPr>
                        <m:num>
                          <m:r>
                            <a:rPr lang="en-US" sz="1000" b="1" i="0">
                              <a:latin typeface="Cambria Math" panose="02040503050406030204" pitchFamily="18" charset="0"/>
                            </a:rPr>
                            <m:t>𝟐</m:t>
                          </m:r>
                        </m:num>
                        <m:den>
                          <m:d>
                            <m:dPr>
                              <m:begChr m:val="‖"/>
                              <m:endChr m:val="‖"/>
                              <m:ctrlPr>
                                <a:rPr lang="en-US" sz="1000" b="1" i="1">
                                  <a:latin typeface="Cambria Math" panose="02040503050406030204" pitchFamily="18" charset="0"/>
                                </a:rPr>
                              </m:ctrlPr>
                            </m:dPr>
                            <m:e>
                              <m:r>
                                <a:rPr lang="en-US" sz="1000" b="1" i="1">
                                  <a:latin typeface="Cambria Math" panose="02040503050406030204" pitchFamily="18" charset="0"/>
                                </a:rPr>
                                <m:t>𝒘</m:t>
                              </m:r>
                            </m:e>
                          </m:d>
                        </m:den>
                      </m:f>
                    </m:oMath>
                  </m:oMathPara>
                </a14:m>
                <a:endParaRPr lang="en-US" sz="1000" b="1" dirty="0"/>
              </a:p>
            </p:txBody>
          </p:sp>
        </mc:Choice>
        <mc:Fallback xmlns="">
          <p:sp>
            <p:nvSpPr>
              <p:cNvPr id="1391" name="Dikdörtgen 1390">
                <a:extLst>
                  <a:ext uri="{FF2B5EF4-FFF2-40B4-BE49-F238E27FC236}">
                    <a16:creationId xmlns:a16="http://schemas.microsoft.com/office/drawing/2014/main" id="{F25C00EE-9862-633D-C9B1-AAEAA679F196}"/>
                  </a:ext>
                </a:extLst>
              </p:cNvPr>
              <p:cNvSpPr>
                <a:spLocks noRot="1" noChangeAspect="1" noMove="1" noResize="1" noEditPoints="1" noAdjustHandles="1" noChangeArrowheads="1" noChangeShapeType="1" noTextEdit="1"/>
              </p:cNvSpPr>
              <p:nvPr/>
            </p:nvSpPr>
            <p:spPr>
              <a:xfrm>
                <a:off x="7744471" y="2823799"/>
                <a:ext cx="1289392" cy="402161"/>
              </a:xfrm>
              <a:prstGeom prst="rect">
                <a:avLst/>
              </a:prstGeom>
              <a:blipFill>
                <a:blip r:embed="rId11"/>
                <a:stretch>
                  <a:fillRect/>
                </a:stretch>
              </a:blipFill>
            </p:spPr>
            <p:txBody>
              <a:bodyPr/>
              <a:lstStyle/>
              <a:p>
                <a:r>
                  <a:rPr lang="tr-TR">
                    <a:noFill/>
                  </a:rPr>
                  <a:t> </a:t>
                </a:r>
              </a:p>
            </p:txBody>
          </p:sp>
        </mc:Fallback>
      </mc:AlternateContent>
      <p:cxnSp>
        <p:nvCxnSpPr>
          <p:cNvPr id="1392" name="Eğri Bağlayıcı 67">
            <a:extLst>
              <a:ext uri="{FF2B5EF4-FFF2-40B4-BE49-F238E27FC236}">
                <a16:creationId xmlns:a16="http://schemas.microsoft.com/office/drawing/2014/main" id="{0DEE2F38-17FE-A884-364E-2AAC1AA3A016}"/>
              </a:ext>
            </a:extLst>
          </p:cNvPr>
          <p:cNvCxnSpPr>
            <a:cxnSpLocks/>
            <a:endCxn id="1391" idx="1"/>
          </p:cNvCxnSpPr>
          <p:nvPr/>
        </p:nvCxnSpPr>
        <p:spPr>
          <a:xfrm flipV="1">
            <a:off x="6870985" y="3024880"/>
            <a:ext cx="873486" cy="499846"/>
          </a:xfrm>
          <a:prstGeom prst="curvedConnector3">
            <a:avLst/>
          </a:prstGeom>
          <a:ln>
            <a:prstDash val="sysDot"/>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01" name="Dikdörtgen 1400">
                <a:extLst>
                  <a:ext uri="{FF2B5EF4-FFF2-40B4-BE49-F238E27FC236}">
                    <a16:creationId xmlns:a16="http://schemas.microsoft.com/office/drawing/2014/main" id="{D7D72665-CF9F-F685-AEEC-4CCB3B42E2BA}"/>
                  </a:ext>
                </a:extLst>
              </p:cNvPr>
              <p:cNvSpPr/>
              <p:nvPr/>
            </p:nvSpPr>
            <p:spPr>
              <a:xfrm>
                <a:off x="7606142" y="949894"/>
                <a:ext cx="1342034" cy="24622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00" b="1" i="1">
                          <a:latin typeface="Cambria Math" panose="02040503050406030204" pitchFamily="18" charset="0"/>
                        </a:rPr>
                        <m:t>𝑫𝒆𝒔𝒕𝒆𝒌</m:t>
                      </m:r>
                      <m:r>
                        <a:rPr lang="en-US" sz="1000" b="1" i="0">
                          <a:latin typeface="Cambria Math" panose="02040503050406030204" pitchFamily="18" charset="0"/>
                        </a:rPr>
                        <m:t> </m:t>
                      </m:r>
                      <m:r>
                        <a:rPr lang="en-US" sz="1000" b="1" i="1">
                          <a:latin typeface="Cambria Math" panose="02040503050406030204" pitchFamily="18" charset="0"/>
                        </a:rPr>
                        <m:t>𝑽𝒆𝒌𝒕</m:t>
                      </m:r>
                      <m:r>
                        <a:rPr lang="en-US" sz="1000" b="1" i="0">
                          <a:latin typeface="Cambria Math" panose="02040503050406030204" pitchFamily="18" charset="0"/>
                        </a:rPr>
                        <m:t>ö</m:t>
                      </m:r>
                      <m:r>
                        <a:rPr lang="en-US" sz="1000" b="1" i="1">
                          <a:latin typeface="Cambria Math" panose="02040503050406030204" pitchFamily="18" charset="0"/>
                        </a:rPr>
                        <m:t>𝒓𝒍𝒆𝒓𝒊</m:t>
                      </m:r>
                    </m:oMath>
                  </m:oMathPara>
                </a14:m>
                <a:endParaRPr lang="en-US" sz="1000" b="1" dirty="0"/>
              </a:p>
            </p:txBody>
          </p:sp>
        </mc:Choice>
        <mc:Fallback xmlns="">
          <p:sp>
            <p:nvSpPr>
              <p:cNvPr id="1401" name="Dikdörtgen 1400">
                <a:extLst>
                  <a:ext uri="{FF2B5EF4-FFF2-40B4-BE49-F238E27FC236}">
                    <a16:creationId xmlns:a16="http://schemas.microsoft.com/office/drawing/2014/main" id="{D7D72665-CF9F-F685-AEEC-4CCB3B42E2BA}"/>
                  </a:ext>
                </a:extLst>
              </p:cNvPr>
              <p:cNvSpPr>
                <a:spLocks noRot="1" noChangeAspect="1" noMove="1" noResize="1" noEditPoints="1" noAdjustHandles="1" noChangeArrowheads="1" noChangeShapeType="1" noTextEdit="1"/>
              </p:cNvSpPr>
              <p:nvPr/>
            </p:nvSpPr>
            <p:spPr>
              <a:xfrm>
                <a:off x="7606142" y="949894"/>
                <a:ext cx="1342034" cy="246221"/>
              </a:xfrm>
              <a:prstGeom prst="rect">
                <a:avLst/>
              </a:prstGeom>
              <a:blipFill>
                <a:blip r:embed="rId12"/>
                <a:stretch>
                  <a:fillRect/>
                </a:stretch>
              </a:blipFill>
            </p:spPr>
            <p:txBody>
              <a:bodyPr/>
              <a:lstStyle/>
              <a:p>
                <a:r>
                  <a:rPr lang="tr-TR">
                    <a:noFill/>
                  </a:rPr>
                  <a:t> </a:t>
                </a:r>
              </a:p>
            </p:txBody>
          </p:sp>
        </mc:Fallback>
      </mc:AlternateContent>
      <p:cxnSp>
        <p:nvCxnSpPr>
          <p:cNvPr id="1402" name="Düz Ok Bağlayıcısı 1401">
            <a:extLst>
              <a:ext uri="{FF2B5EF4-FFF2-40B4-BE49-F238E27FC236}">
                <a16:creationId xmlns:a16="http://schemas.microsoft.com/office/drawing/2014/main" id="{38A72DB7-93A9-EB24-7FBC-427AA325BF79}"/>
              </a:ext>
            </a:extLst>
          </p:cNvPr>
          <p:cNvCxnSpPr>
            <a:cxnSpLocks/>
            <a:stCxn id="1314" idx="7"/>
            <a:endCxn id="1401" idx="1"/>
          </p:cNvCxnSpPr>
          <p:nvPr/>
        </p:nvCxnSpPr>
        <p:spPr>
          <a:xfrm flipV="1">
            <a:off x="3890736" y="1073005"/>
            <a:ext cx="3715406" cy="893623"/>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05" name="Düz Ok Bağlayıcısı 1404">
            <a:extLst>
              <a:ext uri="{FF2B5EF4-FFF2-40B4-BE49-F238E27FC236}">
                <a16:creationId xmlns:a16="http://schemas.microsoft.com/office/drawing/2014/main" id="{A224A75F-D28E-FA06-7548-326F46C8E7F1}"/>
              </a:ext>
            </a:extLst>
          </p:cNvPr>
          <p:cNvCxnSpPr>
            <a:cxnSpLocks/>
            <a:stCxn id="1357" idx="7"/>
            <a:endCxn id="1401" idx="1"/>
          </p:cNvCxnSpPr>
          <p:nvPr/>
        </p:nvCxnSpPr>
        <p:spPr>
          <a:xfrm flipV="1">
            <a:off x="6865739" y="1073005"/>
            <a:ext cx="740403" cy="1641231"/>
          </a:xfrm>
          <a:prstGeom prst="straightConnector1">
            <a:avLst/>
          </a:prstGeom>
          <a:ln>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08" name="Düz Bağlayıcı 1407">
            <a:extLst>
              <a:ext uri="{FF2B5EF4-FFF2-40B4-BE49-F238E27FC236}">
                <a16:creationId xmlns:a16="http://schemas.microsoft.com/office/drawing/2014/main" id="{3C27860E-BAE1-284C-98CF-E2089F90AAEE}"/>
              </a:ext>
            </a:extLst>
          </p:cNvPr>
          <p:cNvCxnSpPr>
            <a:cxnSpLocks/>
          </p:cNvCxnSpPr>
          <p:nvPr/>
        </p:nvCxnSpPr>
        <p:spPr>
          <a:xfrm flipV="1">
            <a:off x="2216205" y="1893620"/>
            <a:ext cx="2506799" cy="2265885"/>
          </a:xfrm>
          <a:prstGeom prst="line">
            <a:avLst/>
          </a:prstGeom>
          <a:ln w="15875">
            <a:solidFill>
              <a:srgbClr val="00B0F0"/>
            </a:solidFill>
          </a:ln>
        </p:spPr>
        <p:style>
          <a:lnRef idx="1">
            <a:schemeClr val="accent1"/>
          </a:lnRef>
          <a:fillRef idx="0">
            <a:schemeClr val="accent1"/>
          </a:fillRef>
          <a:effectRef idx="0">
            <a:schemeClr val="accent1"/>
          </a:effectRef>
          <a:fontRef idx="minor">
            <a:schemeClr val="tx1"/>
          </a:fontRef>
        </p:style>
      </p:cxnSp>
      <p:sp>
        <p:nvSpPr>
          <p:cNvPr id="1411" name="Dikdörtgen 1410">
            <a:extLst>
              <a:ext uri="{FF2B5EF4-FFF2-40B4-BE49-F238E27FC236}">
                <a16:creationId xmlns:a16="http://schemas.microsoft.com/office/drawing/2014/main" id="{DC052005-2645-9998-79C0-708FF70C3AA9}"/>
              </a:ext>
            </a:extLst>
          </p:cNvPr>
          <p:cNvSpPr/>
          <p:nvPr/>
        </p:nvSpPr>
        <p:spPr>
          <a:xfrm rot="2576254">
            <a:off x="4619915" y="1944706"/>
            <a:ext cx="164547" cy="172803"/>
          </a:xfrm>
          <a:prstGeom prst="rect">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412" name="Dikdörtgen 1411">
                <a:extLst>
                  <a:ext uri="{FF2B5EF4-FFF2-40B4-BE49-F238E27FC236}">
                    <a16:creationId xmlns:a16="http://schemas.microsoft.com/office/drawing/2014/main" id="{9E51EE64-7C8F-A5AA-613B-5A8B3B1D6B64}"/>
                  </a:ext>
                </a:extLst>
              </p:cNvPr>
              <p:cNvSpPr/>
              <p:nvPr/>
            </p:nvSpPr>
            <p:spPr>
              <a:xfrm>
                <a:off x="333656" y="2757030"/>
                <a:ext cx="1607235" cy="42639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00" b="1" i="1">
                          <a:latin typeface="Cambria Math" panose="02040503050406030204" pitchFamily="18" charset="0"/>
                        </a:rPr>
                        <m:t>𝑶𝒓𝒊𝒋𝒊𝒏</m:t>
                      </m:r>
                      <m:r>
                        <a:rPr lang="en-US" sz="1000" b="1" i="0">
                          <a:latin typeface="Cambria Math" panose="02040503050406030204" pitchFamily="18" charset="0"/>
                        </a:rPr>
                        <m:t> </m:t>
                      </m:r>
                      <m:r>
                        <a:rPr lang="en-US" sz="1000" b="1" i="1">
                          <a:latin typeface="Cambria Math" panose="02040503050406030204" pitchFamily="18" charset="0"/>
                        </a:rPr>
                        <m:t>𝑼𝒛𝒂𝒌𝒍</m:t>
                      </m:r>
                      <m:r>
                        <a:rPr lang="en-US" sz="1000" b="1" i="0">
                          <a:latin typeface="Cambria Math" panose="02040503050406030204" pitchFamily="18" charset="0"/>
                        </a:rPr>
                        <m:t>ığı=</m:t>
                      </m:r>
                      <m:f>
                        <m:fPr>
                          <m:ctrlPr>
                            <a:rPr lang="en-US" sz="1000" b="1" i="1">
                              <a:latin typeface="Cambria Math" panose="02040503050406030204" pitchFamily="18" charset="0"/>
                            </a:rPr>
                          </m:ctrlPr>
                        </m:fPr>
                        <m:num>
                          <m:d>
                            <m:dPr>
                              <m:begChr m:val="|"/>
                              <m:endChr m:val="|"/>
                              <m:ctrlPr>
                                <a:rPr lang="en-US" sz="1000" b="1" i="1">
                                  <a:latin typeface="Cambria Math" panose="02040503050406030204" pitchFamily="18" charset="0"/>
                                </a:rPr>
                              </m:ctrlPr>
                            </m:dPr>
                            <m:e>
                              <m:r>
                                <a:rPr lang="en-US" sz="1000" b="1" i="1">
                                  <a:latin typeface="Cambria Math" panose="02040503050406030204" pitchFamily="18" charset="0"/>
                                </a:rPr>
                                <m:t>𝒃</m:t>
                              </m:r>
                            </m:e>
                          </m:d>
                        </m:num>
                        <m:den>
                          <m:d>
                            <m:dPr>
                              <m:begChr m:val="‖"/>
                              <m:endChr m:val="‖"/>
                              <m:ctrlPr>
                                <a:rPr lang="en-US" sz="1000" b="1" i="1">
                                  <a:latin typeface="Cambria Math" panose="02040503050406030204" pitchFamily="18" charset="0"/>
                                </a:rPr>
                              </m:ctrlPr>
                            </m:dPr>
                            <m:e>
                              <m:r>
                                <a:rPr lang="en-US" sz="1000" b="1" i="1">
                                  <a:latin typeface="Cambria Math" panose="02040503050406030204" pitchFamily="18" charset="0"/>
                                </a:rPr>
                                <m:t>𝒘</m:t>
                              </m:r>
                            </m:e>
                          </m:d>
                        </m:den>
                      </m:f>
                    </m:oMath>
                  </m:oMathPara>
                </a14:m>
                <a:endParaRPr lang="en-US" sz="1000" b="1" dirty="0"/>
              </a:p>
            </p:txBody>
          </p:sp>
        </mc:Choice>
        <mc:Fallback xmlns="">
          <p:sp>
            <p:nvSpPr>
              <p:cNvPr id="1412" name="Dikdörtgen 1411">
                <a:extLst>
                  <a:ext uri="{FF2B5EF4-FFF2-40B4-BE49-F238E27FC236}">
                    <a16:creationId xmlns:a16="http://schemas.microsoft.com/office/drawing/2014/main" id="{9E51EE64-7C8F-A5AA-613B-5A8B3B1D6B64}"/>
                  </a:ext>
                </a:extLst>
              </p:cNvPr>
              <p:cNvSpPr>
                <a:spLocks noRot="1" noChangeAspect="1" noMove="1" noResize="1" noEditPoints="1" noAdjustHandles="1" noChangeArrowheads="1" noChangeShapeType="1" noTextEdit="1"/>
              </p:cNvSpPr>
              <p:nvPr/>
            </p:nvSpPr>
            <p:spPr>
              <a:xfrm>
                <a:off x="333656" y="2757030"/>
                <a:ext cx="1607235" cy="426399"/>
              </a:xfrm>
              <a:prstGeom prst="rect">
                <a:avLst/>
              </a:prstGeom>
              <a:blipFill>
                <a:blip r:embed="rId13"/>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51694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313"/>
                                        </p:tgtEl>
                                        <p:attrNameLst>
                                          <p:attrName>style.visibility</p:attrName>
                                        </p:attrNameLst>
                                      </p:cBhvr>
                                      <p:to>
                                        <p:strVal val="visible"/>
                                      </p:to>
                                    </p:set>
                                    <p:animEffect transition="in" filter="circle(in)">
                                      <p:cBhvr>
                                        <p:cTn id="7" dur="2000"/>
                                        <p:tgtEl>
                                          <p:spTgt spid="1313"/>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345"/>
                                        </p:tgtEl>
                                        <p:attrNameLst>
                                          <p:attrName>style.visibility</p:attrName>
                                        </p:attrNameLst>
                                      </p:cBhvr>
                                      <p:to>
                                        <p:strVal val="visible"/>
                                      </p:to>
                                    </p:set>
                                    <p:animEffect transition="in" filter="circle(in)">
                                      <p:cBhvr>
                                        <p:cTn id="10" dur="2000"/>
                                        <p:tgtEl>
                                          <p:spTgt spid="134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314"/>
                                        </p:tgtEl>
                                        <p:attrNameLst>
                                          <p:attrName>style.visibility</p:attrName>
                                        </p:attrNameLst>
                                      </p:cBhvr>
                                      <p:to>
                                        <p:strVal val="visible"/>
                                      </p:to>
                                    </p:set>
                                    <p:animEffect transition="in" filter="circle(in)">
                                      <p:cBhvr>
                                        <p:cTn id="13" dur="2000"/>
                                        <p:tgtEl>
                                          <p:spTgt spid="1314"/>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1317"/>
                                        </p:tgtEl>
                                        <p:attrNameLst>
                                          <p:attrName>style.visibility</p:attrName>
                                        </p:attrNameLst>
                                      </p:cBhvr>
                                      <p:to>
                                        <p:strVal val="visible"/>
                                      </p:to>
                                    </p:set>
                                    <p:animEffect transition="in" filter="circle(in)">
                                      <p:cBhvr>
                                        <p:cTn id="16" dur="2000"/>
                                        <p:tgtEl>
                                          <p:spTgt spid="1317"/>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1344"/>
                                        </p:tgtEl>
                                        <p:attrNameLst>
                                          <p:attrName>style.visibility</p:attrName>
                                        </p:attrNameLst>
                                      </p:cBhvr>
                                      <p:to>
                                        <p:strVal val="visible"/>
                                      </p:to>
                                    </p:set>
                                    <p:animEffect transition="in" filter="circle(in)">
                                      <p:cBhvr>
                                        <p:cTn id="19" dur="2000"/>
                                        <p:tgtEl>
                                          <p:spTgt spid="1344"/>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1318"/>
                                        </p:tgtEl>
                                        <p:attrNameLst>
                                          <p:attrName>style.visibility</p:attrName>
                                        </p:attrNameLst>
                                      </p:cBhvr>
                                      <p:to>
                                        <p:strVal val="visible"/>
                                      </p:to>
                                    </p:set>
                                    <p:animEffect transition="in" filter="circle(in)">
                                      <p:cBhvr>
                                        <p:cTn id="22" dur="2000"/>
                                        <p:tgtEl>
                                          <p:spTgt spid="1318"/>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346"/>
                                        </p:tgtEl>
                                        <p:attrNameLst>
                                          <p:attrName>style.visibility</p:attrName>
                                        </p:attrNameLst>
                                      </p:cBhvr>
                                      <p:to>
                                        <p:strVal val="visible"/>
                                      </p:to>
                                    </p:set>
                                    <p:animEffect transition="in" filter="circle(in)">
                                      <p:cBhvr>
                                        <p:cTn id="25" dur="2000"/>
                                        <p:tgtEl>
                                          <p:spTgt spid="1346"/>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1316"/>
                                        </p:tgtEl>
                                        <p:attrNameLst>
                                          <p:attrName>style.visibility</p:attrName>
                                        </p:attrNameLst>
                                      </p:cBhvr>
                                      <p:to>
                                        <p:strVal val="visible"/>
                                      </p:to>
                                    </p:set>
                                    <p:animEffect transition="in" filter="circle(in)">
                                      <p:cBhvr>
                                        <p:cTn id="28" dur="2000"/>
                                        <p:tgtEl>
                                          <p:spTgt spid="1316"/>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1319"/>
                                        </p:tgtEl>
                                        <p:attrNameLst>
                                          <p:attrName>style.visibility</p:attrName>
                                        </p:attrNameLst>
                                      </p:cBhvr>
                                      <p:to>
                                        <p:strVal val="visible"/>
                                      </p:to>
                                    </p:set>
                                    <p:animEffect transition="in" filter="circle(in)">
                                      <p:cBhvr>
                                        <p:cTn id="31" dur="2000"/>
                                        <p:tgtEl>
                                          <p:spTgt spid="1319"/>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nodeType="clickEffect">
                                  <p:stCondLst>
                                    <p:cond delay="0"/>
                                  </p:stCondLst>
                                  <p:childTnLst>
                                    <p:set>
                                      <p:cBhvr>
                                        <p:cTn id="35" dur="1" fill="hold">
                                          <p:stCondLst>
                                            <p:cond delay="0"/>
                                          </p:stCondLst>
                                        </p:cTn>
                                        <p:tgtEl>
                                          <p:spTgt spid="1301"/>
                                        </p:tgtEl>
                                        <p:attrNameLst>
                                          <p:attrName>style.visibility</p:attrName>
                                        </p:attrNameLst>
                                      </p:cBhvr>
                                      <p:to>
                                        <p:strVal val="visible"/>
                                      </p:to>
                                    </p:set>
                                    <p:animEffect transition="in" filter="barn(inVertical)">
                                      <p:cBhvr>
                                        <p:cTn id="36" dur="500"/>
                                        <p:tgtEl>
                                          <p:spTgt spid="1301"/>
                                        </p:tgtEl>
                                      </p:cBhvr>
                                    </p:animEffect>
                                  </p:childTnLst>
                                </p:cTn>
                              </p:par>
                              <p:par>
                                <p:cTn id="37" presetID="16" presetClass="entr" presetSubtype="21" fill="hold" nodeType="withEffect">
                                  <p:stCondLst>
                                    <p:cond delay="0"/>
                                  </p:stCondLst>
                                  <p:childTnLst>
                                    <p:set>
                                      <p:cBhvr>
                                        <p:cTn id="38" dur="1" fill="hold">
                                          <p:stCondLst>
                                            <p:cond delay="0"/>
                                          </p:stCondLst>
                                        </p:cTn>
                                        <p:tgtEl>
                                          <p:spTgt spid="1302"/>
                                        </p:tgtEl>
                                        <p:attrNameLst>
                                          <p:attrName>style.visibility</p:attrName>
                                        </p:attrNameLst>
                                      </p:cBhvr>
                                      <p:to>
                                        <p:strVal val="visible"/>
                                      </p:to>
                                    </p:set>
                                    <p:animEffect transition="in" filter="barn(inVertical)">
                                      <p:cBhvr>
                                        <p:cTn id="39" dur="500"/>
                                        <p:tgtEl>
                                          <p:spTgt spid="1302"/>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1354"/>
                                        </p:tgtEl>
                                        <p:attrNameLst>
                                          <p:attrName>style.visibility</p:attrName>
                                        </p:attrNameLst>
                                      </p:cBhvr>
                                      <p:to>
                                        <p:strVal val="visible"/>
                                      </p:to>
                                    </p:set>
                                    <p:animEffect transition="in" filter="circle(in)">
                                      <p:cBhvr>
                                        <p:cTn id="44" dur="2000"/>
                                        <p:tgtEl>
                                          <p:spTgt spid="1354"/>
                                        </p:tgtEl>
                                      </p:cBhvr>
                                    </p:animEffect>
                                  </p:childTnLst>
                                </p:cTn>
                              </p:par>
                              <p:par>
                                <p:cTn id="45" presetID="6" presetClass="entr" presetSubtype="16" fill="hold" grpId="0" nodeType="withEffect">
                                  <p:stCondLst>
                                    <p:cond delay="0"/>
                                  </p:stCondLst>
                                  <p:childTnLst>
                                    <p:set>
                                      <p:cBhvr>
                                        <p:cTn id="46" dur="1" fill="hold">
                                          <p:stCondLst>
                                            <p:cond delay="0"/>
                                          </p:stCondLst>
                                        </p:cTn>
                                        <p:tgtEl>
                                          <p:spTgt spid="1355"/>
                                        </p:tgtEl>
                                        <p:attrNameLst>
                                          <p:attrName>style.visibility</p:attrName>
                                        </p:attrNameLst>
                                      </p:cBhvr>
                                      <p:to>
                                        <p:strVal val="visible"/>
                                      </p:to>
                                    </p:set>
                                    <p:animEffect transition="in" filter="circle(in)">
                                      <p:cBhvr>
                                        <p:cTn id="47" dur="2000"/>
                                        <p:tgtEl>
                                          <p:spTgt spid="1355"/>
                                        </p:tgtEl>
                                      </p:cBhvr>
                                    </p:animEffect>
                                  </p:childTnLst>
                                </p:cTn>
                              </p:par>
                              <p:par>
                                <p:cTn id="48" presetID="6" presetClass="entr" presetSubtype="16" fill="hold" grpId="0" nodeType="withEffect">
                                  <p:stCondLst>
                                    <p:cond delay="0"/>
                                  </p:stCondLst>
                                  <p:childTnLst>
                                    <p:set>
                                      <p:cBhvr>
                                        <p:cTn id="49" dur="1" fill="hold">
                                          <p:stCondLst>
                                            <p:cond delay="0"/>
                                          </p:stCondLst>
                                        </p:cTn>
                                        <p:tgtEl>
                                          <p:spTgt spid="1359"/>
                                        </p:tgtEl>
                                        <p:attrNameLst>
                                          <p:attrName>style.visibility</p:attrName>
                                        </p:attrNameLst>
                                      </p:cBhvr>
                                      <p:to>
                                        <p:strVal val="visible"/>
                                      </p:to>
                                    </p:set>
                                    <p:animEffect transition="in" filter="circle(in)">
                                      <p:cBhvr>
                                        <p:cTn id="50" dur="2000"/>
                                        <p:tgtEl>
                                          <p:spTgt spid="1359"/>
                                        </p:tgtEl>
                                      </p:cBhvr>
                                    </p:animEffect>
                                  </p:childTnLst>
                                </p:cTn>
                              </p:par>
                              <p:par>
                                <p:cTn id="51" presetID="6" presetClass="entr" presetSubtype="16" fill="hold" grpId="0" nodeType="withEffect">
                                  <p:stCondLst>
                                    <p:cond delay="0"/>
                                  </p:stCondLst>
                                  <p:childTnLst>
                                    <p:set>
                                      <p:cBhvr>
                                        <p:cTn id="52" dur="1" fill="hold">
                                          <p:stCondLst>
                                            <p:cond delay="0"/>
                                          </p:stCondLst>
                                        </p:cTn>
                                        <p:tgtEl>
                                          <p:spTgt spid="1360"/>
                                        </p:tgtEl>
                                        <p:attrNameLst>
                                          <p:attrName>style.visibility</p:attrName>
                                        </p:attrNameLst>
                                      </p:cBhvr>
                                      <p:to>
                                        <p:strVal val="visible"/>
                                      </p:to>
                                    </p:set>
                                    <p:animEffect transition="in" filter="circle(in)">
                                      <p:cBhvr>
                                        <p:cTn id="53" dur="2000"/>
                                        <p:tgtEl>
                                          <p:spTgt spid="1360"/>
                                        </p:tgtEl>
                                      </p:cBhvr>
                                    </p:animEffect>
                                  </p:childTnLst>
                                </p:cTn>
                              </p:par>
                              <p:par>
                                <p:cTn id="54" presetID="6" presetClass="entr" presetSubtype="16" fill="hold" grpId="0" nodeType="withEffect">
                                  <p:stCondLst>
                                    <p:cond delay="0"/>
                                  </p:stCondLst>
                                  <p:childTnLst>
                                    <p:set>
                                      <p:cBhvr>
                                        <p:cTn id="55" dur="1" fill="hold">
                                          <p:stCondLst>
                                            <p:cond delay="0"/>
                                          </p:stCondLst>
                                        </p:cTn>
                                        <p:tgtEl>
                                          <p:spTgt spid="1361"/>
                                        </p:tgtEl>
                                        <p:attrNameLst>
                                          <p:attrName>style.visibility</p:attrName>
                                        </p:attrNameLst>
                                      </p:cBhvr>
                                      <p:to>
                                        <p:strVal val="visible"/>
                                      </p:to>
                                    </p:set>
                                    <p:animEffect transition="in" filter="circle(in)">
                                      <p:cBhvr>
                                        <p:cTn id="56" dur="2000"/>
                                        <p:tgtEl>
                                          <p:spTgt spid="1361"/>
                                        </p:tgtEl>
                                      </p:cBhvr>
                                    </p:animEffect>
                                  </p:childTnLst>
                                </p:cTn>
                              </p:par>
                              <p:par>
                                <p:cTn id="57" presetID="6" presetClass="entr" presetSubtype="16" fill="hold" grpId="0" nodeType="withEffect">
                                  <p:stCondLst>
                                    <p:cond delay="0"/>
                                  </p:stCondLst>
                                  <p:childTnLst>
                                    <p:set>
                                      <p:cBhvr>
                                        <p:cTn id="58" dur="1" fill="hold">
                                          <p:stCondLst>
                                            <p:cond delay="0"/>
                                          </p:stCondLst>
                                        </p:cTn>
                                        <p:tgtEl>
                                          <p:spTgt spid="1362"/>
                                        </p:tgtEl>
                                        <p:attrNameLst>
                                          <p:attrName>style.visibility</p:attrName>
                                        </p:attrNameLst>
                                      </p:cBhvr>
                                      <p:to>
                                        <p:strVal val="visible"/>
                                      </p:to>
                                    </p:set>
                                    <p:animEffect transition="in" filter="circle(in)">
                                      <p:cBhvr>
                                        <p:cTn id="59" dur="2000"/>
                                        <p:tgtEl>
                                          <p:spTgt spid="1362"/>
                                        </p:tgtEl>
                                      </p:cBhvr>
                                    </p:animEffect>
                                  </p:childTnLst>
                                </p:cTn>
                              </p:par>
                              <p:par>
                                <p:cTn id="60" presetID="6" presetClass="entr" presetSubtype="16" fill="hold" grpId="0" nodeType="withEffect">
                                  <p:stCondLst>
                                    <p:cond delay="0"/>
                                  </p:stCondLst>
                                  <p:childTnLst>
                                    <p:set>
                                      <p:cBhvr>
                                        <p:cTn id="61" dur="1" fill="hold">
                                          <p:stCondLst>
                                            <p:cond delay="0"/>
                                          </p:stCondLst>
                                        </p:cTn>
                                        <p:tgtEl>
                                          <p:spTgt spid="1358"/>
                                        </p:tgtEl>
                                        <p:attrNameLst>
                                          <p:attrName>style.visibility</p:attrName>
                                        </p:attrNameLst>
                                      </p:cBhvr>
                                      <p:to>
                                        <p:strVal val="visible"/>
                                      </p:to>
                                    </p:set>
                                    <p:animEffect transition="in" filter="circle(in)">
                                      <p:cBhvr>
                                        <p:cTn id="62" dur="2000"/>
                                        <p:tgtEl>
                                          <p:spTgt spid="1358"/>
                                        </p:tgtEl>
                                      </p:cBhvr>
                                    </p:animEffect>
                                  </p:childTnLst>
                                </p:cTn>
                              </p:par>
                              <p:par>
                                <p:cTn id="63" presetID="6" presetClass="entr" presetSubtype="16" fill="hold" grpId="0" nodeType="withEffect">
                                  <p:stCondLst>
                                    <p:cond delay="0"/>
                                  </p:stCondLst>
                                  <p:childTnLst>
                                    <p:set>
                                      <p:cBhvr>
                                        <p:cTn id="64" dur="1" fill="hold">
                                          <p:stCondLst>
                                            <p:cond delay="0"/>
                                          </p:stCondLst>
                                        </p:cTn>
                                        <p:tgtEl>
                                          <p:spTgt spid="1356"/>
                                        </p:tgtEl>
                                        <p:attrNameLst>
                                          <p:attrName>style.visibility</p:attrName>
                                        </p:attrNameLst>
                                      </p:cBhvr>
                                      <p:to>
                                        <p:strVal val="visible"/>
                                      </p:to>
                                    </p:set>
                                    <p:animEffect transition="in" filter="circle(in)">
                                      <p:cBhvr>
                                        <p:cTn id="65" dur="2000"/>
                                        <p:tgtEl>
                                          <p:spTgt spid="1356"/>
                                        </p:tgtEl>
                                      </p:cBhvr>
                                    </p:animEffect>
                                  </p:childTnLst>
                                </p:cTn>
                              </p:par>
                              <p:par>
                                <p:cTn id="66" presetID="6" presetClass="entr" presetSubtype="16" fill="hold" grpId="0" nodeType="withEffect">
                                  <p:stCondLst>
                                    <p:cond delay="0"/>
                                  </p:stCondLst>
                                  <p:childTnLst>
                                    <p:set>
                                      <p:cBhvr>
                                        <p:cTn id="67" dur="1" fill="hold">
                                          <p:stCondLst>
                                            <p:cond delay="0"/>
                                          </p:stCondLst>
                                        </p:cTn>
                                        <p:tgtEl>
                                          <p:spTgt spid="1357"/>
                                        </p:tgtEl>
                                        <p:attrNameLst>
                                          <p:attrName>style.visibility</p:attrName>
                                        </p:attrNameLst>
                                      </p:cBhvr>
                                      <p:to>
                                        <p:strVal val="visible"/>
                                      </p:to>
                                    </p:set>
                                    <p:animEffect transition="in" filter="circle(in)">
                                      <p:cBhvr>
                                        <p:cTn id="68" dur="2000"/>
                                        <p:tgtEl>
                                          <p:spTgt spid="1357"/>
                                        </p:tgtEl>
                                      </p:cBhvr>
                                    </p:animEffect>
                                  </p:childTnLst>
                                </p:cTn>
                              </p:par>
                              <p:par>
                                <p:cTn id="69" presetID="6" presetClass="entr" presetSubtype="16" fill="hold" grpId="0" nodeType="withEffect">
                                  <p:stCondLst>
                                    <p:cond delay="0"/>
                                  </p:stCondLst>
                                  <p:childTnLst>
                                    <p:set>
                                      <p:cBhvr>
                                        <p:cTn id="70" dur="1" fill="hold">
                                          <p:stCondLst>
                                            <p:cond delay="0"/>
                                          </p:stCondLst>
                                        </p:cTn>
                                        <p:tgtEl>
                                          <p:spTgt spid="1363"/>
                                        </p:tgtEl>
                                        <p:attrNameLst>
                                          <p:attrName>style.visibility</p:attrName>
                                        </p:attrNameLst>
                                      </p:cBhvr>
                                      <p:to>
                                        <p:strVal val="visible"/>
                                      </p:to>
                                    </p:set>
                                    <p:animEffect transition="in" filter="circle(in)">
                                      <p:cBhvr>
                                        <p:cTn id="71" dur="2000"/>
                                        <p:tgtEl>
                                          <p:spTgt spid="1363"/>
                                        </p:tgtEl>
                                      </p:cBhvr>
                                    </p:animEffect>
                                  </p:childTnLst>
                                </p:cTn>
                              </p:par>
                            </p:childTnLst>
                          </p:cTn>
                        </p:par>
                      </p:childTnLst>
                    </p:cTn>
                  </p:par>
                  <p:par>
                    <p:cTn id="72" fill="hold">
                      <p:stCondLst>
                        <p:cond delay="indefinite"/>
                      </p:stCondLst>
                      <p:childTnLst>
                        <p:par>
                          <p:cTn id="73" fill="hold">
                            <p:stCondLst>
                              <p:cond delay="0"/>
                            </p:stCondLst>
                            <p:childTnLst>
                              <p:par>
                                <p:cTn id="74" presetID="16" presetClass="entr" presetSubtype="21" fill="hold" nodeType="clickEffect">
                                  <p:stCondLst>
                                    <p:cond delay="0"/>
                                  </p:stCondLst>
                                  <p:childTnLst>
                                    <p:set>
                                      <p:cBhvr>
                                        <p:cTn id="75" dur="1" fill="hold">
                                          <p:stCondLst>
                                            <p:cond delay="0"/>
                                          </p:stCondLst>
                                        </p:cTn>
                                        <p:tgtEl>
                                          <p:spTgt spid="1364"/>
                                        </p:tgtEl>
                                        <p:attrNameLst>
                                          <p:attrName>style.visibility</p:attrName>
                                        </p:attrNameLst>
                                      </p:cBhvr>
                                      <p:to>
                                        <p:strVal val="visible"/>
                                      </p:to>
                                    </p:set>
                                    <p:animEffect transition="in" filter="barn(inVertical)">
                                      <p:cBhvr>
                                        <p:cTn id="76" dur="500"/>
                                        <p:tgtEl>
                                          <p:spTgt spid="1364"/>
                                        </p:tgtEl>
                                      </p:cBhvr>
                                    </p:animEffect>
                                  </p:childTnLst>
                                </p:cTn>
                              </p:par>
                            </p:childTnLst>
                          </p:cTn>
                        </p:par>
                      </p:childTnLst>
                    </p:cTn>
                  </p:par>
                  <p:par>
                    <p:cTn id="77" fill="hold">
                      <p:stCondLst>
                        <p:cond delay="indefinite"/>
                      </p:stCondLst>
                      <p:childTnLst>
                        <p:par>
                          <p:cTn id="78" fill="hold">
                            <p:stCondLst>
                              <p:cond delay="0"/>
                            </p:stCondLst>
                            <p:childTnLst>
                              <p:par>
                                <p:cTn id="79" presetID="16" presetClass="entr" presetSubtype="21" fill="hold" nodeType="clickEffect">
                                  <p:stCondLst>
                                    <p:cond delay="0"/>
                                  </p:stCondLst>
                                  <p:childTnLst>
                                    <p:set>
                                      <p:cBhvr>
                                        <p:cTn id="80" dur="1" fill="hold">
                                          <p:stCondLst>
                                            <p:cond delay="0"/>
                                          </p:stCondLst>
                                        </p:cTn>
                                        <p:tgtEl>
                                          <p:spTgt spid="1367"/>
                                        </p:tgtEl>
                                        <p:attrNameLst>
                                          <p:attrName>style.visibility</p:attrName>
                                        </p:attrNameLst>
                                      </p:cBhvr>
                                      <p:to>
                                        <p:strVal val="visible"/>
                                      </p:to>
                                    </p:set>
                                    <p:animEffect transition="in" filter="barn(inVertical)">
                                      <p:cBhvr>
                                        <p:cTn id="81" dur="500"/>
                                        <p:tgtEl>
                                          <p:spTgt spid="1367"/>
                                        </p:tgtEl>
                                      </p:cBhvr>
                                    </p:animEffect>
                                  </p:childTnLst>
                                </p:cTn>
                              </p:par>
                              <p:par>
                                <p:cTn id="82" presetID="16" presetClass="entr" presetSubtype="21" fill="hold" nodeType="withEffect">
                                  <p:stCondLst>
                                    <p:cond delay="0"/>
                                  </p:stCondLst>
                                  <p:childTnLst>
                                    <p:set>
                                      <p:cBhvr>
                                        <p:cTn id="83" dur="1" fill="hold">
                                          <p:stCondLst>
                                            <p:cond delay="0"/>
                                          </p:stCondLst>
                                        </p:cTn>
                                        <p:tgtEl>
                                          <p:spTgt spid="1368"/>
                                        </p:tgtEl>
                                        <p:attrNameLst>
                                          <p:attrName>style.visibility</p:attrName>
                                        </p:attrNameLst>
                                      </p:cBhvr>
                                      <p:to>
                                        <p:strVal val="visible"/>
                                      </p:to>
                                    </p:set>
                                    <p:animEffect transition="in" filter="barn(inVertical)">
                                      <p:cBhvr>
                                        <p:cTn id="84" dur="500"/>
                                        <p:tgtEl>
                                          <p:spTgt spid="1368"/>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373"/>
                                        </p:tgtEl>
                                        <p:attrNameLst>
                                          <p:attrName>style.visibility</p:attrName>
                                        </p:attrNameLst>
                                      </p:cBhvr>
                                      <p:to>
                                        <p:strVal val="visible"/>
                                      </p:to>
                                    </p:set>
                                    <p:animEffect transition="in" filter="fade">
                                      <p:cBhvr>
                                        <p:cTn id="89" dur="1000"/>
                                        <p:tgtEl>
                                          <p:spTgt spid="1373"/>
                                        </p:tgtEl>
                                      </p:cBhvr>
                                    </p:animEffect>
                                    <p:anim calcmode="lin" valueType="num">
                                      <p:cBhvr>
                                        <p:cTn id="90" dur="1000" fill="hold"/>
                                        <p:tgtEl>
                                          <p:spTgt spid="1373"/>
                                        </p:tgtEl>
                                        <p:attrNameLst>
                                          <p:attrName>ppt_x</p:attrName>
                                        </p:attrNameLst>
                                      </p:cBhvr>
                                      <p:tavLst>
                                        <p:tav tm="0">
                                          <p:val>
                                            <p:strVal val="#ppt_x"/>
                                          </p:val>
                                        </p:tav>
                                        <p:tav tm="100000">
                                          <p:val>
                                            <p:strVal val="#ppt_x"/>
                                          </p:val>
                                        </p:tav>
                                      </p:tavLst>
                                    </p:anim>
                                    <p:anim calcmode="lin" valueType="num">
                                      <p:cBhvr>
                                        <p:cTn id="91" dur="1000" fill="hold"/>
                                        <p:tgtEl>
                                          <p:spTgt spid="1373"/>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1374"/>
                                        </p:tgtEl>
                                        <p:attrNameLst>
                                          <p:attrName>style.visibility</p:attrName>
                                        </p:attrNameLst>
                                      </p:cBhvr>
                                      <p:to>
                                        <p:strVal val="visible"/>
                                      </p:to>
                                    </p:set>
                                    <p:animEffect transition="in" filter="fade">
                                      <p:cBhvr>
                                        <p:cTn id="96" dur="1000"/>
                                        <p:tgtEl>
                                          <p:spTgt spid="1374"/>
                                        </p:tgtEl>
                                      </p:cBhvr>
                                    </p:animEffect>
                                    <p:anim calcmode="lin" valueType="num">
                                      <p:cBhvr>
                                        <p:cTn id="97" dur="1000" fill="hold"/>
                                        <p:tgtEl>
                                          <p:spTgt spid="1374"/>
                                        </p:tgtEl>
                                        <p:attrNameLst>
                                          <p:attrName>ppt_x</p:attrName>
                                        </p:attrNameLst>
                                      </p:cBhvr>
                                      <p:tavLst>
                                        <p:tav tm="0">
                                          <p:val>
                                            <p:strVal val="#ppt_x"/>
                                          </p:val>
                                        </p:tav>
                                        <p:tav tm="100000">
                                          <p:val>
                                            <p:strVal val="#ppt_x"/>
                                          </p:val>
                                        </p:tav>
                                      </p:tavLst>
                                    </p:anim>
                                    <p:anim calcmode="lin" valueType="num">
                                      <p:cBhvr>
                                        <p:cTn id="98" dur="1000" fill="hold"/>
                                        <p:tgtEl>
                                          <p:spTgt spid="1374"/>
                                        </p:tgtEl>
                                        <p:attrNameLst>
                                          <p:attrName>ppt_y</p:attrName>
                                        </p:attrNameLst>
                                      </p:cBhvr>
                                      <p:tavLst>
                                        <p:tav tm="0">
                                          <p:val>
                                            <p:strVal val="#ppt_y+.1"/>
                                          </p:val>
                                        </p:tav>
                                        <p:tav tm="100000">
                                          <p:val>
                                            <p:strVal val="#ppt_y"/>
                                          </p:val>
                                        </p:tav>
                                      </p:tavLst>
                                    </p:anim>
                                  </p:childTnLst>
                                </p:cTn>
                              </p:par>
                              <p:par>
                                <p:cTn id="99" presetID="6" presetClass="entr" presetSubtype="16" fill="hold" grpId="0" nodeType="withEffect">
                                  <p:stCondLst>
                                    <p:cond delay="0"/>
                                  </p:stCondLst>
                                  <p:childTnLst>
                                    <p:set>
                                      <p:cBhvr>
                                        <p:cTn id="100" dur="1" fill="hold">
                                          <p:stCondLst>
                                            <p:cond delay="0"/>
                                          </p:stCondLst>
                                        </p:cTn>
                                        <p:tgtEl>
                                          <p:spTgt spid="1375"/>
                                        </p:tgtEl>
                                        <p:attrNameLst>
                                          <p:attrName>style.visibility</p:attrName>
                                        </p:attrNameLst>
                                      </p:cBhvr>
                                      <p:to>
                                        <p:strVal val="visible"/>
                                      </p:to>
                                    </p:set>
                                    <p:animEffect transition="in" filter="circle(in)">
                                      <p:cBhvr>
                                        <p:cTn id="101" dur="2000"/>
                                        <p:tgtEl>
                                          <p:spTgt spid="1375"/>
                                        </p:tgtEl>
                                      </p:cBhvr>
                                    </p:animEffect>
                                  </p:childTnLst>
                                </p:cTn>
                              </p:par>
                              <p:par>
                                <p:cTn id="102" presetID="6" presetClass="entr" presetSubtype="16" fill="hold" grpId="0" nodeType="withEffect">
                                  <p:stCondLst>
                                    <p:cond delay="0"/>
                                  </p:stCondLst>
                                  <p:childTnLst>
                                    <p:set>
                                      <p:cBhvr>
                                        <p:cTn id="103" dur="1" fill="hold">
                                          <p:stCondLst>
                                            <p:cond delay="0"/>
                                          </p:stCondLst>
                                        </p:cTn>
                                        <p:tgtEl>
                                          <p:spTgt spid="1376"/>
                                        </p:tgtEl>
                                        <p:attrNameLst>
                                          <p:attrName>style.visibility</p:attrName>
                                        </p:attrNameLst>
                                      </p:cBhvr>
                                      <p:to>
                                        <p:strVal val="visible"/>
                                      </p:to>
                                    </p:set>
                                    <p:animEffect transition="in" filter="circle(in)">
                                      <p:cBhvr>
                                        <p:cTn id="104" dur="2000"/>
                                        <p:tgtEl>
                                          <p:spTgt spid="1376"/>
                                        </p:tgtEl>
                                      </p:cBhvr>
                                    </p:animEffect>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1377"/>
                                        </p:tgtEl>
                                        <p:attrNameLst>
                                          <p:attrName>style.visibility</p:attrName>
                                        </p:attrNameLst>
                                      </p:cBhvr>
                                      <p:to>
                                        <p:strVal val="visible"/>
                                      </p:to>
                                    </p:set>
                                    <p:animEffect transition="in" filter="fade">
                                      <p:cBhvr>
                                        <p:cTn id="109" dur="1000"/>
                                        <p:tgtEl>
                                          <p:spTgt spid="1377"/>
                                        </p:tgtEl>
                                      </p:cBhvr>
                                    </p:animEffect>
                                    <p:anim calcmode="lin" valueType="num">
                                      <p:cBhvr>
                                        <p:cTn id="110" dur="1000" fill="hold"/>
                                        <p:tgtEl>
                                          <p:spTgt spid="1377"/>
                                        </p:tgtEl>
                                        <p:attrNameLst>
                                          <p:attrName>ppt_x</p:attrName>
                                        </p:attrNameLst>
                                      </p:cBhvr>
                                      <p:tavLst>
                                        <p:tav tm="0">
                                          <p:val>
                                            <p:strVal val="#ppt_x"/>
                                          </p:val>
                                        </p:tav>
                                        <p:tav tm="100000">
                                          <p:val>
                                            <p:strVal val="#ppt_x"/>
                                          </p:val>
                                        </p:tav>
                                      </p:tavLst>
                                    </p:anim>
                                    <p:anim calcmode="lin" valueType="num">
                                      <p:cBhvr>
                                        <p:cTn id="111" dur="1000" fill="hold"/>
                                        <p:tgtEl>
                                          <p:spTgt spid="1377"/>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1378"/>
                                        </p:tgtEl>
                                        <p:attrNameLst>
                                          <p:attrName>style.visibility</p:attrName>
                                        </p:attrNameLst>
                                      </p:cBhvr>
                                      <p:to>
                                        <p:strVal val="visible"/>
                                      </p:to>
                                    </p:set>
                                    <p:animEffect transition="in" filter="fade">
                                      <p:cBhvr>
                                        <p:cTn id="116" dur="1000"/>
                                        <p:tgtEl>
                                          <p:spTgt spid="1378"/>
                                        </p:tgtEl>
                                      </p:cBhvr>
                                    </p:animEffect>
                                    <p:anim calcmode="lin" valueType="num">
                                      <p:cBhvr>
                                        <p:cTn id="117" dur="1000" fill="hold"/>
                                        <p:tgtEl>
                                          <p:spTgt spid="1378"/>
                                        </p:tgtEl>
                                        <p:attrNameLst>
                                          <p:attrName>ppt_x</p:attrName>
                                        </p:attrNameLst>
                                      </p:cBhvr>
                                      <p:tavLst>
                                        <p:tav tm="0">
                                          <p:val>
                                            <p:strVal val="#ppt_x"/>
                                          </p:val>
                                        </p:tav>
                                        <p:tav tm="100000">
                                          <p:val>
                                            <p:strVal val="#ppt_x"/>
                                          </p:val>
                                        </p:tav>
                                      </p:tavLst>
                                    </p:anim>
                                    <p:anim calcmode="lin" valueType="num">
                                      <p:cBhvr>
                                        <p:cTn id="118" dur="1000" fill="hold"/>
                                        <p:tgtEl>
                                          <p:spTgt spid="1378"/>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1379"/>
                                        </p:tgtEl>
                                        <p:attrNameLst>
                                          <p:attrName>style.visibility</p:attrName>
                                        </p:attrNameLst>
                                      </p:cBhvr>
                                      <p:to>
                                        <p:strVal val="visible"/>
                                      </p:to>
                                    </p:set>
                                    <p:animEffect transition="in" filter="fade">
                                      <p:cBhvr>
                                        <p:cTn id="123" dur="1000"/>
                                        <p:tgtEl>
                                          <p:spTgt spid="1379"/>
                                        </p:tgtEl>
                                      </p:cBhvr>
                                    </p:animEffect>
                                    <p:anim calcmode="lin" valueType="num">
                                      <p:cBhvr>
                                        <p:cTn id="124" dur="1000" fill="hold"/>
                                        <p:tgtEl>
                                          <p:spTgt spid="1379"/>
                                        </p:tgtEl>
                                        <p:attrNameLst>
                                          <p:attrName>ppt_x</p:attrName>
                                        </p:attrNameLst>
                                      </p:cBhvr>
                                      <p:tavLst>
                                        <p:tav tm="0">
                                          <p:val>
                                            <p:strVal val="#ppt_x"/>
                                          </p:val>
                                        </p:tav>
                                        <p:tav tm="100000">
                                          <p:val>
                                            <p:strVal val="#ppt_x"/>
                                          </p:val>
                                        </p:tav>
                                      </p:tavLst>
                                    </p:anim>
                                    <p:anim calcmode="lin" valueType="num">
                                      <p:cBhvr>
                                        <p:cTn id="125" dur="1000" fill="hold"/>
                                        <p:tgtEl>
                                          <p:spTgt spid="1379"/>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16" presetClass="entr" presetSubtype="21" fill="hold" nodeType="clickEffect">
                                  <p:stCondLst>
                                    <p:cond delay="0"/>
                                  </p:stCondLst>
                                  <p:childTnLst>
                                    <p:set>
                                      <p:cBhvr>
                                        <p:cTn id="129" dur="1" fill="hold">
                                          <p:stCondLst>
                                            <p:cond delay="0"/>
                                          </p:stCondLst>
                                        </p:cTn>
                                        <p:tgtEl>
                                          <p:spTgt spid="1381"/>
                                        </p:tgtEl>
                                        <p:attrNameLst>
                                          <p:attrName>style.visibility</p:attrName>
                                        </p:attrNameLst>
                                      </p:cBhvr>
                                      <p:to>
                                        <p:strVal val="visible"/>
                                      </p:to>
                                    </p:set>
                                    <p:animEffect transition="in" filter="barn(inVertical)">
                                      <p:cBhvr>
                                        <p:cTn id="130" dur="500"/>
                                        <p:tgtEl>
                                          <p:spTgt spid="1381"/>
                                        </p:tgtEl>
                                      </p:cBhvr>
                                    </p:animEffect>
                                  </p:childTnLst>
                                </p:cTn>
                              </p:par>
                            </p:childTnLst>
                          </p:cTn>
                        </p:par>
                      </p:childTnLst>
                    </p:cTn>
                  </p:par>
                  <p:par>
                    <p:cTn id="131" fill="hold">
                      <p:stCondLst>
                        <p:cond delay="indefinite"/>
                      </p:stCondLst>
                      <p:childTnLst>
                        <p:par>
                          <p:cTn id="132" fill="hold">
                            <p:stCondLst>
                              <p:cond delay="0"/>
                            </p:stCondLst>
                            <p:childTnLst>
                              <p:par>
                                <p:cTn id="133" presetID="16" presetClass="entr" presetSubtype="21" fill="hold" grpId="0" nodeType="clickEffect">
                                  <p:stCondLst>
                                    <p:cond delay="0"/>
                                  </p:stCondLst>
                                  <p:childTnLst>
                                    <p:set>
                                      <p:cBhvr>
                                        <p:cTn id="134" dur="1" fill="hold">
                                          <p:stCondLst>
                                            <p:cond delay="0"/>
                                          </p:stCondLst>
                                        </p:cTn>
                                        <p:tgtEl>
                                          <p:spTgt spid="1380"/>
                                        </p:tgtEl>
                                        <p:attrNameLst>
                                          <p:attrName>style.visibility</p:attrName>
                                        </p:attrNameLst>
                                      </p:cBhvr>
                                      <p:to>
                                        <p:strVal val="visible"/>
                                      </p:to>
                                    </p:set>
                                    <p:animEffect transition="in" filter="barn(inVertical)">
                                      <p:cBhvr>
                                        <p:cTn id="135" dur="500"/>
                                        <p:tgtEl>
                                          <p:spTgt spid="1380"/>
                                        </p:tgtEl>
                                      </p:cBhvr>
                                    </p:animEffect>
                                  </p:childTnLst>
                                </p:cTn>
                              </p:par>
                            </p:childTnLst>
                          </p:cTn>
                        </p:par>
                      </p:childTnLst>
                    </p:cTn>
                  </p:par>
                  <p:par>
                    <p:cTn id="136" fill="hold">
                      <p:stCondLst>
                        <p:cond delay="indefinite"/>
                      </p:stCondLst>
                      <p:childTnLst>
                        <p:par>
                          <p:cTn id="137" fill="hold">
                            <p:stCondLst>
                              <p:cond delay="0"/>
                            </p:stCondLst>
                            <p:childTnLst>
                              <p:par>
                                <p:cTn id="138" presetID="16" presetClass="entr" presetSubtype="21" fill="hold" nodeType="clickEffect">
                                  <p:stCondLst>
                                    <p:cond delay="0"/>
                                  </p:stCondLst>
                                  <p:childTnLst>
                                    <p:set>
                                      <p:cBhvr>
                                        <p:cTn id="139" dur="1" fill="hold">
                                          <p:stCondLst>
                                            <p:cond delay="0"/>
                                          </p:stCondLst>
                                        </p:cTn>
                                        <p:tgtEl>
                                          <p:spTgt spid="1385"/>
                                        </p:tgtEl>
                                        <p:attrNameLst>
                                          <p:attrName>style.visibility</p:attrName>
                                        </p:attrNameLst>
                                      </p:cBhvr>
                                      <p:to>
                                        <p:strVal val="visible"/>
                                      </p:to>
                                    </p:set>
                                    <p:animEffect transition="in" filter="barn(inVertical)">
                                      <p:cBhvr>
                                        <p:cTn id="140" dur="500"/>
                                        <p:tgtEl>
                                          <p:spTgt spid="1385"/>
                                        </p:tgtEl>
                                      </p:cBhvr>
                                    </p:animEffect>
                                  </p:childTnLst>
                                </p:cTn>
                              </p:par>
                              <p:par>
                                <p:cTn id="141" presetID="16" presetClass="entr" presetSubtype="21" fill="hold" nodeType="withEffect">
                                  <p:stCondLst>
                                    <p:cond delay="0"/>
                                  </p:stCondLst>
                                  <p:childTnLst>
                                    <p:set>
                                      <p:cBhvr>
                                        <p:cTn id="142" dur="1" fill="hold">
                                          <p:stCondLst>
                                            <p:cond delay="0"/>
                                          </p:stCondLst>
                                        </p:cTn>
                                        <p:tgtEl>
                                          <p:spTgt spid="1384"/>
                                        </p:tgtEl>
                                        <p:attrNameLst>
                                          <p:attrName>style.visibility</p:attrName>
                                        </p:attrNameLst>
                                      </p:cBhvr>
                                      <p:to>
                                        <p:strVal val="visible"/>
                                      </p:to>
                                    </p:set>
                                    <p:animEffect transition="in" filter="barn(inVertical)">
                                      <p:cBhvr>
                                        <p:cTn id="143" dur="500"/>
                                        <p:tgtEl>
                                          <p:spTgt spid="1384"/>
                                        </p:tgtEl>
                                      </p:cBhvr>
                                    </p:animEffect>
                                  </p:childTnLst>
                                </p:cTn>
                              </p:par>
                              <p:par>
                                <p:cTn id="144" presetID="16" presetClass="entr" presetSubtype="21" fill="hold" grpId="0" nodeType="withEffect">
                                  <p:stCondLst>
                                    <p:cond delay="0"/>
                                  </p:stCondLst>
                                  <p:childTnLst>
                                    <p:set>
                                      <p:cBhvr>
                                        <p:cTn id="145" dur="1" fill="hold">
                                          <p:stCondLst>
                                            <p:cond delay="0"/>
                                          </p:stCondLst>
                                        </p:cTn>
                                        <p:tgtEl>
                                          <p:spTgt spid="1383"/>
                                        </p:tgtEl>
                                        <p:attrNameLst>
                                          <p:attrName>style.visibility</p:attrName>
                                        </p:attrNameLst>
                                      </p:cBhvr>
                                      <p:to>
                                        <p:strVal val="visible"/>
                                      </p:to>
                                    </p:set>
                                    <p:animEffect transition="in" filter="barn(inVertical)">
                                      <p:cBhvr>
                                        <p:cTn id="146" dur="500"/>
                                        <p:tgtEl>
                                          <p:spTgt spid="1383"/>
                                        </p:tgtEl>
                                      </p:cBhvr>
                                    </p:animEffect>
                                  </p:childTnLst>
                                </p:cTn>
                              </p:par>
                            </p:childTnLst>
                          </p:cTn>
                        </p:par>
                      </p:childTnLst>
                    </p:cTn>
                  </p:par>
                  <p:par>
                    <p:cTn id="147" fill="hold">
                      <p:stCondLst>
                        <p:cond delay="indefinite"/>
                      </p:stCondLst>
                      <p:childTnLst>
                        <p:par>
                          <p:cTn id="148" fill="hold">
                            <p:stCondLst>
                              <p:cond delay="0"/>
                            </p:stCondLst>
                            <p:childTnLst>
                              <p:par>
                                <p:cTn id="149" presetID="16" presetClass="entr" presetSubtype="21" fill="hold" nodeType="clickEffect">
                                  <p:stCondLst>
                                    <p:cond delay="0"/>
                                  </p:stCondLst>
                                  <p:childTnLst>
                                    <p:set>
                                      <p:cBhvr>
                                        <p:cTn id="150" dur="1" fill="hold">
                                          <p:stCondLst>
                                            <p:cond delay="0"/>
                                          </p:stCondLst>
                                        </p:cTn>
                                        <p:tgtEl>
                                          <p:spTgt spid="1390"/>
                                        </p:tgtEl>
                                        <p:attrNameLst>
                                          <p:attrName>style.visibility</p:attrName>
                                        </p:attrNameLst>
                                      </p:cBhvr>
                                      <p:to>
                                        <p:strVal val="visible"/>
                                      </p:to>
                                    </p:set>
                                    <p:animEffect transition="in" filter="barn(inVertical)">
                                      <p:cBhvr>
                                        <p:cTn id="151" dur="500"/>
                                        <p:tgtEl>
                                          <p:spTgt spid="1390"/>
                                        </p:tgtEl>
                                      </p:cBhvr>
                                    </p:animEffect>
                                  </p:childTnLst>
                                </p:cTn>
                              </p:par>
                            </p:childTnLst>
                          </p:cTn>
                        </p:par>
                      </p:childTnLst>
                    </p:cTn>
                  </p:par>
                  <p:par>
                    <p:cTn id="152" fill="hold">
                      <p:stCondLst>
                        <p:cond delay="indefinite"/>
                      </p:stCondLst>
                      <p:childTnLst>
                        <p:par>
                          <p:cTn id="153" fill="hold">
                            <p:stCondLst>
                              <p:cond delay="0"/>
                            </p:stCondLst>
                            <p:childTnLst>
                              <p:par>
                                <p:cTn id="154" presetID="16" presetClass="entr" presetSubtype="21" fill="hold" nodeType="clickEffect">
                                  <p:stCondLst>
                                    <p:cond delay="0"/>
                                  </p:stCondLst>
                                  <p:childTnLst>
                                    <p:set>
                                      <p:cBhvr>
                                        <p:cTn id="155" dur="1" fill="hold">
                                          <p:stCondLst>
                                            <p:cond delay="0"/>
                                          </p:stCondLst>
                                        </p:cTn>
                                        <p:tgtEl>
                                          <p:spTgt spid="1392"/>
                                        </p:tgtEl>
                                        <p:attrNameLst>
                                          <p:attrName>style.visibility</p:attrName>
                                        </p:attrNameLst>
                                      </p:cBhvr>
                                      <p:to>
                                        <p:strVal val="visible"/>
                                      </p:to>
                                    </p:set>
                                    <p:animEffect transition="in" filter="barn(inVertical)">
                                      <p:cBhvr>
                                        <p:cTn id="156" dur="500"/>
                                        <p:tgtEl>
                                          <p:spTgt spid="1392"/>
                                        </p:tgtEl>
                                      </p:cBhvr>
                                    </p:animEffect>
                                  </p:childTnLst>
                                </p:cTn>
                              </p:par>
                              <p:par>
                                <p:cTn id="157" presetID="16" presetClass="entr" presetSubtype="21" fill="hold" grpId="0" nodeType="withEffect">
                                  <p:stCondLst>
                                    <p:cond delay="0"/>
                                  </p:stCondLst>
                                  <p:childTnLst>
                                    <p:set>
                                      <p:cBhvr>
                                        <p:cTn id="158" dur="1" fill="hold">
                                          <p:stCondLst>
                                            <p:cond delay="0"/>
                                          </p:stCondLst>
                                        </p:cTn>
                                        <p:tgtEl>
                                          <p:spTgt spid="1391"/>
                                        </p:tgtEl>
                                        <p:attrNameLst>
                                          <p:attrName>style.visibility</p:attrName>
                                        </p:attrNameLst>
                                      </p:cBhvr>
                                      <p:to>
                                        <p:strVal val="visible"/>
                                      </p:to>
                                    </p:set>
                                    <p:animEffect transition="in" filter="barn(inVertical)">
                                      <p:cBhvr>
                                        <p:cTn id="159" dur="500"/>
                                        <p:tgtEl>
                                          <p:spTgt spid="1391"/>
                                        </p:tgtEl>
                                      </p:cBhvr>
                                    </p:animEffect>
                                  </p:childTnLst>
                                </p:cTn>
                              </p:par>
                            </p:childTnLst>
                          </p:cTn>
                        </p:par>
                      </p:childTnLst>
                    </p:cTn>
                  </p:par>
                  <p:par>
                    <p:cTn id="160" fill="hold">
                      <p:stCondLst>
                        <p:cond delay="indefinite"/>
                      </p:stCondLst>
                      <p:childTnLst>
                        <p:par>
                          <p:cTn id="161" fill="hold">
                            <p:stCondLst>
                              <p:cond delay="0"/>
                            </p:stCondLst>
                            <p:childTnLst>
                              <p:par>
                                <p:cTn id="162" presetID="16" presetClass="entr" presetSubtype="21" fill="hold" grpId="0" nodeType="clickEffect">
                                  <p:stCondLst>
                                    <p:cond delay="0"/>
                                  </p:stCondLst>
                                  <p:childTnLst>
                                    <p:set>
                                      <p:cBhvr>
                                        <p:cTn id="163" dur="1" fill="hold">
                                          <p:stCondLst>
                                            <p:cond delay="0"/>
                                          </p:stCondLst>
                                        </p:cTn>
                                        <p:tgtEl>
                                          <p:spTgt spid="1401"/>
                                        </p:tgtEl>
                                        <p:attrNameLst>
                                          <p:attrName>style.visibility</p:attrName>
                                        </p:attrNameLst>
                                      </p:cBhvr>
                                      <p:to>
                                        <p:strVal val="visible"/>
                                      </p:to>
                                    </p:set>
                                    <p:animEffect transition="in" filter="barn(inVertical)">
                                      <p:cBhvr>
                                        <p:cTn id="164" dur="500"/>
                                        <p:tgtEl>
                                          <p:spTgt spid="1401"/>
                                        </p:tgtEl>
                                      </p:cBhvr>
                                    </p:animEffect>
                                  </p:childTnLst>
                                </p:cTn>
                              </p:par>
                            </p:childTnLst>
                          </p:cTn>
                        </p:par>
                      </p:childTnLst>
                    </p:cTn>
                  </p:par>
                  <p:par>
                    <p:cTn id="165" fill="hold">
                      <p:stCondLst>
                        <p:cond delay="indefinite"/>
                      </p:stCondLst>
                      <p:childTnLst>
                        <p:par>
                          <p:cTn id="166" fill="hold">
                            <p:stCondLst>
                              <p:cond delay="0"/>
                            </p:stCondLst>
                            <p:childTnLst>
                              <p:par>
                                <p:cTn id="167" presetID="16" presetClass="entr" presetSubtype="21" fill="hold" nodeType="clickEffect">
                                  <p:stCondLst>
                                    <p:cond delay="0"/>
                                  </p:stCondLst>
                                  <p:childTnLst>
                                    <p:set>
                                      <p:cBhvr>
                                        <p:cTn id="168" dur="1" fill="hold">
                                          <p:stCondLst>
                                            <p:cond delay="0"/>
                                          </p:stCondLst>
                                        </p:cTn>
                                        <p:tgtEl>
                                          <p:spTgt spid="1402"/>
                                        </p:tgtEl>
                                        <p:attrNameLst>
                                          <p:attrName>style.visibility</p:attrName>
                                        </p:attrNameLst>
                                      </p:cBhvr>
                                      <p:to>
                                        <p:strVal val="visible"/>
                                      </p:to>
                                    </p:set>
                                    <p:animEffect transition="in" filter="barn(inVertical)">
                                      <p:cBhvr>
                                        <p:cTn id="169" dur="500"/>
                                        <p:tgtEl>
                                          <p:spTgt spid="1402"/>
                                        </p:tgtEl>
                                      </p:cBhvr>
                                    </p:animEffect>
                                  </p:childTnLst>
                                </p:cTn>
                              </p:par>
                            </p:childTnLst>
                          </p:cTn>
                        </p:par>
                      </p:childTnLst>
                    </p:cTn>
                  </p:par>
                  <p:par>
                    <p:cTn id="170" fill="hold">
                      <p:stCondLst>
                        <p:cond delay="indefinite"/>
                      </p:stCondLst>
                      <p:childTnLst>
                        <p:par>
                          <p:cTn id="171" fill="hold">
                            <p:stCondLst>
                              <p:cond delay="0"/>
                            </p:stCondLst>
                            <p:childTnLst>
                              <p:par>
                                <p:cTn id="172" presetID="16" presetClass="entr" presetSubtype="21" fill="hold" nodeType="clickEffect">
                                  <p:stCondLst>
                                    <p:cond delay="0"/>
                                  </p:stCondLst>
                                  <p:childTnLst>
                                    <p:set>
                                      <p:cBhvr>
                                        <p:cTn id="173" dur="1" fill="hold">
                                          <p:stCondLst>
                                            <p:cond delay="0"/>
                                          </p:stCondLst>
                                        </p:cTn>
                                        <p:tgtEl>
                                          <p:spTgt spid="1405"/>
                                        </p:tgtEl>
                                        <p:attrNameLst>
                                          <p:attrName>style.visibility</p:attrName>
                                        </p:attrNameLst>
                                      </p:cBhvr>
                                      <p:to>
                                        <p:strVal val="visible"/>
                                      </p:to>
                                    </p:set>
                                    <p:animEffect transition="in" filter="barn(inVertical)">
                                      <p:cBhvr>
                                        <p:cTn id="174" dur="500"/>
                                        <p:tgtEl>
                                          <p:spTgt spid="1405"/>
                                        </p:tgtEl>
                                      </p:cBhvr>
                                    </p:animEffect>
                                  </p:childTnLst>
                                </p:cTn>
                              </p:par>
                            </p:childTnLst>
                          </p:cTn>
                        </p:par>
                      </p:childTnLst>
                    </p:cTn>
                  </p:par>
                  <p:par>
                    <p:cTn id="175" fill="hold">
                      <p:stCondLst>
                        <p:cond delay="indefinite"/>
                      </p:stCondLst>
                      <p:childTnLst>
                        <p:par>
                          <p:cTn id="176" fill="hold">
                            <p:stCondLst>
                              <p:cond delay="0"/>
                            </p:stCondLst>
                            <p:childTnLst>
                              <p:par>
                                <p:cTn id="177" presetID="16" presetClass="entr" presetSubtype="21" fill="hold" nodeType="clickEffect">
                                  <p:stCondLst>
                                    <p:cond delay="0"/>
                                  </p:stCondLst>
                                  <p:childTnLst>
                                    <p:set>
                                      <p:cBhvr>
                                        <p:cTn id="178" dur="1" fill="hold">
                                          <p:stCondLst>
                                            <p:cond delay="0"/>
                                          </p:stCondLst>
                                        </p:cTn>
                                        <p:tgtEl>
                                          <p:spTgt spid="1408"/>
                                        </p:tgtEl>
                                        <p:attrNameLst>
                                          <p:attrName>style.visibility</p:attrName>
                                        </p:attrNameLst>
                                      </p:cBhvr>
                                      <p:to>
                                        <p:strVal val="visible"/>
                                      </p:to>
                                    </p:set>
                                    <p:animEffect transition="in" filter="barn(inVertical)">
                                      <p:cBhvr>
                                        <p:cTn id="179" dur="500"/>
                                        <p:tgtEl>
                                          <p:spTgt spid="1408"/>
                                        </p:tgtEl>
                                      </p:cBhvr>
                                    </p:animEffect>
                                  </p:childTnLst>
                                </p:cTn>
                              </p:par>
                              <p:par>
                                <p:cTn id="180" presetID="16" presetClass="entr" presetSubtype="21" fill="hold" grpId="0" nodeType="withEffect">
                                  <p:stCondLst>
                                    <p:cond delay="0"/>
                                  </p:stCondLst>
                                  <p:childTnLst>
                                    <p:set>
                                      <p:cBhvr>
                                        <p:cTn id="181" dur="1" fill="hold">
                                          <p:stCondLst>
                                            <p:cond delay="0"/>
                                          </p:stCondLst>
                                        </p:cTn>
                                        <p:tgtEl>
                                          <p:spTgt spid="1411"/>
                                        </p:tgtEl>
                                        <p:attrNameLst>
                                          <p:attrName>style.visibility</p:attrName>
                                        </p:attrNameLst>
                                      </p:cBhvr>
                                      <p:to>
                                        <p:strVal val="visible"/>
                                      </p:to>
                                    </p:set>
                                    <p:animEffect transition="in" filter="barn(inVertical)">
                                      <p:cBhvr>
                                        <p:cTn id="182" dur="500"/>
                                        <p:tgtEl>
                                          <p:spTgt spid="1411"/>
                                        </p:tgtEl>
                                      </p:cBhvr>
                                    </p:animEffect>
                                  </p:childTnLst>
                                </p:cTn>
                              </p:par>
                            </p:childTnLst>
                          </p:cTn>
                        </p:par>
                      </p:childTnLst>
                    </p:cTn>
                  </p:par>
                  <p:par>
                    <p:cTn id="183" fill="hold">
                      <p:stCondLst>
                        <p:cond delay="indefinite"/>
                      </p:stCondLst>
                      <p:childTnLst>
                        <p:par>
                          <p:cTn id="184" fill="hold">
                            <p:stCondLst>
                              <p:cond delay="0"/>
                            </p:stCondLst>
                            <p:childTnLst>
                              <p:par>
                                <p:cTn id="185" presetID="42" presetClass="entr" presetSubtype="0" fill="hold" grpId="0" nodeType="clickEffect">
                                  <p:stCondLst>
                                    <p:cond delay="0"/>
                                  </p:stCondLst>
                                  <p:childTnLst>
                                    <p:set>
                                      <p:cBhvr>
                                        <p:cTn id="186" dur="1" fill="hold">
                                          <p:stCondLst>
                                            <p:cond delay="0"/>
                                          </p:stCondLst>
                                        </p:cTn>
                                        <p:tgtEl>
                                          <p:spTgt spid="1412"/>
                                        </p:tgtEl>
                                        <p:attrNameLst>
                                          <p:attrName>style.visibility</p:attrName>
                                        </p:attrNameLst>
                                      </p:cBhvr>
                                      <p:to>
                                        <p:strVal val="visible"/>
                                      </p:to>
                                    </p:set>
                                    <p:animEffect transition="in" filter="fade">
                                      <p:cBhvr>
                                        <p:cTn id="187" dur="1000"/>
                                        <p:tgtEl>
                                          <p:spTgt spid="1412"/>
                                        </p:tgtEl>
                                      </p:cBhvr>
                                    </p:animEffect>
                                    <p:anim calcmode="lin" valueType="num">
                                      <p:cBhvr>
                                        <p:cTn id="188" dur="1000" fill="hold"/>
                                        <p:tgtEl>
                                          <p:spTgt spid="1412"/>
                                        </p:tgtEl>
                                        <p:attrNameLst>
                                          <p:attrName>ppt_x</p:attrName>
                                        </p:attrNameLst>
                                      </p:cBhvr>
                                      <p:tavLst>
                                        <p:tav tm="0">
                                          <p:val>
                                            <p:strVal val="#ppt_x"/>
                                          </p:val>
                                        </p:tav>
                                        <p:tav tm="100000">
                                          <p:val>
                                            <p:strVal val="#ppt_x"/>
                                          </p:val>
                                        </p:tav>
                                      </p:tavLst>
                                    </p:anim>
                                    <p:anim calcmode="lin" valueType="num">
                                      <p:cBhvr>
                                        <p:cTn id="189" dur="1000" fill="hold"/>
                                        <p:tgtEl>
                                          <p:spTgt spid="14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3" grpId="0" animBg="1"/>
      <p:bldP spid="1314" grpId="0" animBg="1"/>
      <p:bldP spid="1316" grpId="0" animBg="1"/>
      <p:bldP spid="1317" grpId="0" animBg="1"/>
      <p:bldP spid="1318" grpId="0" animBg="1"/>
      <p:bldP spid="1319" grpId="0" animBg="1"/>
      <p:bldP spid="1344" grpId="0" animBg="1"/>
      <p:bldP spid="1345" grpId="0" animBg="1"/>
      <p:bldP spid="1346" grpId="0" animBg="1"/>
      <p:bldP spid="1354" grpId="0" animBg="1"/>
      <p:bldP spid="1355" grpId="0" animBg="1"/>
      <p:bldP spid="1356" grpId="0" animBg="1"/>
      <p:bldP spid="1357" grpId="0" animBg="1"/>
      <p:bldP spid="1358" grpId="0" animBg="1"/>
      <p:bldP spid="1359" grpId="0" animBg="1"/>
      <p:bldP spid="1360" grpId="0" animBg="1"/>
      <p:bldP spid="1361" grpId="0" animBg="1"/>
      <p:bldP spid="1362" grpId="0" animBg="1"/>
      <p:bldP spid="1363" grpId="0" animBg="1"/>
      <p:bldP spid="1373" grpId="0"/>
      <p:bldP spid="1374" grpId="0"/>
      <p:bldP spid="1375" grpId="0" animBg="1"/>
      <p:bldP spid="1376" grpId="0" animBg="1"/>
      <p:bldP spid="1377" grpId="0"/>
      <p:bldP spid="1378" grpId="0"/>
      <p:bldP spid="1379" grpId="0"/>
      <p:bldP spid="1380" grpId="0"/>
      <p:bldP spid="1383" grpId="0"/>
      <p:bldP spid="1391" grpId="0"/>
      <p:bldP spid="1401" grpId="0"/>
      <p:bldP spid="1411" grpId="0" animBg="1"/>
      <p:bldP spid="141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Support</a:t>
            </a:r>
            <a:r>
              <a:rPr lang="tr-TR" b="1" dirty="0">
                <a:latin typeface="Maven Pro" panose="020B0604020202020204" charset="-94"/>
              </a:rPr>
              <a:t> </a:t>
            </a:r>
            <a:r>
              <a:rPr lang="tr-TR" b="1" dirty="0" err="1">
                <a:latin typeface="Maven Pro" panose="020B0604020202020204" charset="-94"/>
              </a:rPr>
              <a:t>Vector</a:t>
            </a:r>
            <a:r>
              <a:rPr lang="tr-TR" b="1" dirty="0">
                <a:latin typeface="Maven Pro" panose="020B0604020202020204" charset="-94"/>
              </a:rPr>
              <a:t> Machine</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15" name="Google Shape;1274;p42">
            <a:extLst>
              <a:ext uri="{FF2B5EF4-FFF2-40B4-BE49-F238E27FC236}">
                <a16:creationId xmlns:a16="http://schemas.microsoft.com/office/drawing/2014/main" id="{05F14E81-C1AB-8ED9-EA45-2857CFDEFFB0}"/>
              </a:ext>
            </a:extLst>
          </p:cNvPr>
          <p:cNvSpPr txBox="1">
            <a:spLocks/>
          </p:cNvSpPr>
          <p:nvPr/>
        </p:nvSpPr>
        <p:spPr>
          <a:xfrm>
            <a:off x="785250" y="1337171"/>
            <a:ext cx="6701075" cy="1986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err="1">
                <a:latin typeface="Maven Pro" panose="020B0604020202020204" charset="-94"/>
              </a:rPr>
              <a:t>Linear</a:t>
            </a:r>
            <a:r>
              <a:rPr lang="tr-TR" b="1" dirty="0">
                <a:latin typeface="Maven Pro" panose="020B0604020202020204" charset="-94"/>
              </a:rPr>
              <a:t> Kernel</a:t>
            </a:r>
          </a:p>
          <a:p>
            <a:pPr marL="285750" indent="-285750" algn="just">
              <a:buFont typeface="Arial" panose="020B0604020202020204" pitchFamily="34" charset="0"/>
              <a:buChar char="•"/>
            </a:pPr>
            <a:endParaRPr lang="tr-TR" dirty="0">
              <a:latin typeface="Maven Pro" panose="020B0604020202020204" charset="-94"/>
            </a:endParaRPr>
          </a:p>
          <a:p>
            <a:pPr marL="285750" indent="-285750" algn="just">
              <a:buFont typeface="Arial" panose="020B0604020202020204" pitchFamily="34" charset="0"/>
              <a:buChar char="•"/>
            </a:pPr>
            <a:r>
              <a:rPr lang="tr-TR" dirty="0" err="1">
                <a:latin typeface="Maven Pro" panose="020B0604020202020204" charset="-94"/>
              </a:rPr>
              <a:t>Polynomial</a:t>
            </a:r>
            <a:r>
              <a:rPr lang="tr-TR" dirty="0">
                <a:latin typeface="Maven Pro" panose="020B0604020202020204" charset="-94"/>
              </a:rPr>
              <a:t> Kernel</a:t>
            </a:r>
          </a:p>
          <a:p>
            <a:pPr marL="285750" indent="-285750" algn="just">
              <a:buFont typeface="Arial" panose="020B0604020202020204" pitchFamily="34" charset="0"/>
              <a:buChar char="•"/>
            </a:pPr>
            <a:endParaRPr lang="tr-TR" dirty="0">
              <a:latin typeface="Maven Pro" panose="020B0604020202020204" charset="-94"/>
            </a:endParaRPr>
          </a:p>
          <a:p>
            <a:pPr marL="285750" indent="-285750" algn="just">
              <a:buFont typeface="Arial" panose="020B0604020202020204" pitchFamily="34" charset="0"/>
              <a:buChar char="•"/>
            </a:pPr>
            <a:r>
              <a:rPr lang="tr-TR" b="1" dirty="0" err="1">
                <a:latin typeface="Maven Pro" panose="020B0604020202020204" charset="-94"/>
              </a:rPr>
              <a:t>Radial</a:t>
            </a:r>
            <a:r>
              <a:rPr lang="tr-TR" b="1" dirty="0">
                <a:latin typeface="Maven Pro" panose="020B0604020202020204" charset="-94"/>
              </a:rPr>
              <a:t> </a:t>
            </a:r>
            <a:r>
              <a:rPr lang="tr-TR" b="1" dirty="0" err="1">
                <a:latin typeface="Maven Pro" panose="020B0604020202020204" charset="-94"/>
              </a:rPr>
              <a:t>Basis</a:t>
            </a:r>
            <a:r>
              <a:rPr lang="tr-TR" b="1" dirty="0">
                <a:latin typeface="Maven Pro" panose="020B0604020202020204" charset="-94"/>
              </a:rPr>
              <a:t> </a:t>
            </a:r>
            <a:r>
              <a:rPr lang="tr-TR" b="1" dirty="0" err="1">
                <a:latin typeface="Maven Pro" panose="020B0604020202020204" charset="-94"/>
              </a:rPr>
              <a:t>Function</a:t>
            </a:r>
            <a:r>
              <a:rPr lang="tr-TR" b="1" dirty="0">
                <a:latin typeface="Maven Pro" panose="020B0604020202020204" charset="-94"/>
              </a:rPr>
              <a:t> (RBF)</a:t>
            </a:r>
          </a:p>
          <a:p>
            <a:pPr marL="285750" indent="-285750" algn="just">
              <a:buFont typeface="Arial" panose="020B0604020202020204" pitchFamily="34" charset="0"/>
              <a:buChar char="•"/>
            </a:pPr>
            <a:endParaRPr lang="tr-TR" dirty="0">
              <a:latin typeface="Maven Pro" panose="020B0604020202020204" charset="-94"/>
            </a:endParaRPr>
          </a:p>
          <a:p>
            <a:pPr marL="285750" indent="-285750" algn="just">
              <a:buFont typeface="Arial" panose="020B0604020202020204" pitchFamily="34" charset="0"/>
              <a:buChar char="•"/>
            </a:pPr>
            <a:r>
              <a:rPr lang="tr-TR" dirty="0">
                <a:latin typeface="Maven Pro" panose="020B0604020202020204" charset="-94"/>
              </a:rPr>
              <a:t>Sigmoid</a:t>
            </a:r>
          </a:p>
        </p:txBody>
      </p:sp>
    </p:spTree>
    <p:extLst>
      <p:ext uri="{BB962C8B-B14F-4D97-AF65-F5344CB8AC3E}">
        <p14:creationId xmlns:p14="http://schemas.microsoft.com/office/powerpoint/2010/main" val="1534136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arn(inVertical)">
                                      <p:cBhvr>
                                        <p:cTn id="7" dur="500"/>
                                        <p:tgtEl>
                                          <p:spTgt spid="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5">
                                            <p:txEl>
                                              <p:pRg st="2" end="2"/>
                                            </p:txEl>
                                          </p:spTgt>
                                        </p:tgtEl>
                                        <p:attrNameLst>
                                          <p:attrName>style.visibility</p:attrName>
                                        </p:attrNameLst>
                                      </p:cBhvr>
                                      <p:to>
                                        <p:strVal val="visible"/>
                                      </p:to>
                                    </p:set>
                                    <p:animEffect transition="in" filter="barn(inVertical)">
                                      <p:cBhvr>
                                        <p:cTn id="12" dur="500"/>
                                        <p:tgtEl>
                                          <p:spTgt spid="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5">
                                            <p:txEl>
                                              <p:pRg st="4" end="4"/>
                                            </p:txEl>
                                          </p:spTgt>
                                        </p:tgtEl>
                                        <p:attrNameLst>
                                          <p:attrName>style.visibility</p:attrName>
                                        </p:attrNameLst>
                                      </p:cBhvr>
                                      <p:to>
                                        <p:strVal val="visible"/>
                                      </p:to>
                                    </p:set>
                                    <p:animEffect transition="in" filter="barn(inVertical)">
                                      <p:cBhvr>
                                        <p:cTn id="17" dur="500"/>
                                        <p:tgtEl>
                                          <p:spTgt spid="1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5">
                                            <p:txEl>
                                              <p:pRg st="6" end="6"/>
                                            </p:txEl>
                                          </p:spTgt>
                                        </p:tgtEl>
                                        <p:attrNameLst>
                                          <p:attrName>style.visibility</p:attrName>
                                        </p:attrNameLst>
                                      </p:cBhvr>
                                      <p:to>
                                        <p:strVal val="visible"/>
                                      </p:to>
                                    </p:set>
                                    <p:animEffect transition="in" filter="barn(inVertical)">
                                      <p:cBhvr>
                                        <p:cTn id="22" dur="500"/>
                                        <p:tgtEl>
                                          <p:spTgt spid="1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253" name="Google Shape;1253;p41"/>
          <p:cNvSpPr txBox="1">
            <a:spLocks noGrp="1"/>
          </p:cNvSpPr>
          <p:nvPr>
            <p:ph type="title"/>
          </p:nvPr>
        </p:nvSpPr>
        <p:spPr>
          <a:xfrm>
            <a:off x="4249375" y="2717600"/>
            <a:ext cx="41814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sp>
        <p:nvSpPr>
          <p:cNvPr id="1254" name="Google Shape;1254;p41"/>
          <p:cNvSpPr txBox="1">
            <a:spLocks noGrp="1"/>
          </p:cNvSpPr>
          <p:nvPr>
            <p:ph type="title" idx="2"/>
          </p:nvPr>
        </p:nvSpPr>
        <p:spPr>
          <a:xfrm>
            <a:off x="5514025" y="17200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5</a:t>
            </a:r>
            <a:endParaRPr dirty="0"/>
          </a:p>
        </p:txBody>
      </p:sp>
      <p:grpSp>
        <p:nvGrpSpPr>
          <p:cNvPr id="1256" name="Google Shape;1256;p41"/>
          <p:cNvGrpSpPr/>
          <p:nvPr/>
        </p:nvGrpSpPr>
        <p:grpSpPr>
          <a:xfrm>
            <a:off x="7421075" y="539500"/>
            <a:ext cx="1009703" cy="130500"/>
            <a:chOff x="5461400" y="616025"/>
            <a:chExt cx="1009703" cy="130500"/>
          </a:xfrm>
        </p:grpSpPr>
        <p:sp>
          <p:nvSpPr>
            <p:cNvPr id="1257" name="Google Shape;1257;p4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41"/>
          <p:cNvGrpSpPr/>
          <p:nvPr/>
        </p:nvGrpSpPr>
        <p:grpSpPr>
          <a:xfrm>
            <a:off x="836225" y="4473500"/>
            <a:ext cx="1009703" cy="130500"/>
            <a:chOff x="5461400" y="616025"/>
            <a:chExt cx="1009703" cy="130500"/>
          </a:xfrm>
        </p:grpSpPr>
        <p:sp>
          <p:nvSpPr>
            <p:cNvPr id="1263" name="Google Shape;1263;p4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684;p40">
            <a:extLst>
              <a:ext uri="{FF2B5EF4-FFF2-40B4-BE49-F238E27FC236}">
                <a16:creationId xmlns:a16="http://schemas.microsoft.com/office/drawing/2014/main" id="{2A398803-41CD-C963-3D75-EA46C9538201}"/>
              </a:ext>
            </a:extLst>
          </p:cNvPr>
          <p:cNvGrpSpPr/>
          <p:nvPr/>
        </p:nvGrpSpPr>
        <p:grpSpPr>
          <a:xfrm>
            <a:off x="491521" y="670000"/>
            <a:ext cx="3713203" cy="3268948"/>
            <a:chOff x="3948400" y="3182900"/>
            <a:chExt cx="2492250" cy="2193925"/>
          </a:xfrm>
        </p:grpSpPr>
        <p:sp>
          <p:nvSpPr>
            <p:cNvPr id="3" name="Google Shape;685;p40">
              <a:extLst>
                <a:ext uri="{FF2B5EF4-FFF2-40B4-BE49-F238E27FC236}">
                  <a16:creationId xmlns:a16="http://schemas.microsoft.com/office/drawing/2014/main" id="{7F367737-24CA-5184-200D-3ADB78C19FE9}"/>
                </a:ext>
              </a:extLst>
            </p:cNvPr>
            <p:cNvSpPr/>
            <p:nvPr/>
          </p:nvSpPr>
          <p:spPr>
            <a:xfrm>
              <a:off x="3948400" y="3182900"/>
              <a:ext cx="2492250" cy="2033475"/>
            </a:xfrm>
            <a:custGeom>
              <a:avLst/>
              <a:gdLst/>
              <a:ahLst/>
              <a:cxnLst/>
              <a:rect l="l" t="t" r="r" b="b"/>
              <a:pathLst>
                <a:path w="99690" h="81339" extrusionOk="0">
                  <a:moveTo>
                    <a:pt x="56158" y="1"/>
                  </a:moveTo>
                  <a:cubicBezTo>
                    <a:pt x="51035" y="1"/>
                    <a:pt x="46019" y="1271"/>
                    <a:pt x="41665" y="4479"/>
                  </a:cubicBezTo>
                  <a:cubicBezTo>
                    <a:pt x="35393" y="9096"/>
                    <a:pt x="31842" y="16496"/>
                    <a:pt x="26098" y="21676"/>
                  </a:cubicBezTo>
                  <a:cubicBezTo>
                    <a:pt x="23242" y="24251"/>
                    <a:pt x="20126" y="25089"/>
                    <a:pt x="16715" y="26628"/>
                  </a:cubicBezTo>
                  <a:cubicBezTo>
                    <a:pt x="8438" y="30382"/>
                    <a:pt x="1511" y="37620"/>
                    <a:pt x="934" y="47167"/>
                  </a:cubicBezTo>
                  <a:cubicBezTo>
                    <a:pt x="0" y="63140"/>
                    <a:pt x="12655" y="74173"/>
                    <a:pt x="26776" y="77796"/>
                  </a:cubicBezTo>
                  <a:cubicBezTo>
                    <a:pt x="35926" y="80142"/>
                    <a:pt x="43943" y="81338"/>
                    <a:pt x="51249" y="81338"/>
                  </a:cubicBezTo>
                  <a:cubicBezTo>
                    <a:pt x="58842" y="81338"/>
                    <a:pt x="65667" y="80047"/>
                    <a:pt x="72198" y="77413"/>
                  </a:cubicBezTo>
                  <a:cubicBezTo>
                    <a:pt x="78854" y="74727"/>
                    <a:pt x="85634" y="71332"/>
                    <a:pt x="90427" y="65773"/>
                  </a:cubicBezTo>
                  <a:cubicBezTo>
                    <a:pt x="97678" y="57366"/>
                    <a:pt x="99690" y="45425"/>
                    <a:pt x="98039" y="34637"/>
                  </a:cubicBezTo>
                  <a:cubicBezTo>
                    <a:pt x="97772" y="32876"/>
                    <a:pt x="97376" y="31137"/>
                    <a:pt x="96855" y="29432"/>
                  </a:cubicBezTo>
                  <a:cubicBezTo>
                    <a:pt x="93392" y="18113"/>
                    <a:pt x="84486" y="9052"/>
                    <a:pt x="73952" y="4269"/>
                  </a:cubicBezTo>
                  <a:cubicBezTo>
                    <a:pt x="68492" y="1797"/>
                    <a:pt x="62249" y="1"/>
                    <a:pt x="561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686;p40">
              <a:extLst>
                <a:ext uri="{FF2B5EF4-FFF2-40B4-BE49-F238E27FC236}">
                  <a16:creationId xmlns:a16="http://schemas.microsoft.com/office/drawing/2014/main" id="{1931BF1A-D521-D600-F6D8-073C4642F8E8}"/>
                </a:ext>
              </a:extLst>
            </p:cNvPr>
            <p:cNvSpPr/>
            <p:nvPr/>
          </p:nvSpPr>
          <p:spPr>
            <a:xfrm>
              <a:off x="5427200" y="3296900"/>
              <a:ext cx="204450" cy="128225"/>
            </a:xfrm>
            <a:custGeom>
              <a:avLst/>
              <a:gdLst/>
              <a:ahLst/>
              <a:cxnLst/>
              <a:rect l="l" t="t" r="r" b="b"/>
              <a:pathLst>
                <a:path w="8178" h="5129" extrusionOk="0">
                  <a:moveTo>
                    <a:pt x="148" y="26"/>
                  </a:moveTo>
                  <a:cubicBezTo>
                    <a:pt x="79" y="34"/>
                    <a:pt x="26" y="89"/>
                    <a:pt x="17" y="157"/>
                  </a:cubicBezTo>
                  <a:cubicBezTo>
                    <a:pt x="6" y="238"/>
                    <a:pt x="66" y="312"/>
                    <a:pt x="148" y="323"/>
                  </a:cubicBezTo>
                  <a:lnTo>
                    <a:pt x="749" y="323"/>
                  </a:lnTo>
                  <a:cubicBezTo>
                    <a:pt x="816" y="314"/>
                    <a:pt x="871" y="260"/>
                    <a:pt x="879" y="191"/>
                  </a:cubicBezTo>
                  <a:cubicBezTo>
                    <a:pt x="889" y="110"/>
                    <a:pt x="830" y="35"/>
                    <a:pt x="749" y="26"/>
                  </a:cubicBezTo>
                  <a:close/>
                  <a:moveTo>
                    <a:pt x="1427" y="26"/>
                  </a:moveTo>
                  <a:cubicBezTo>
                    <a:pt x="1345" y="35"/>
                    <a:pt x="1287" y="110"/>
                    <a:pt x="1296" y="191"/>
                  </a:cubicBezTo>
                  <a:cubicBezTo>
                    <a:pt x="1305" y="260"/>
                    <a:pt x="1358" y="314"/>
                    <a:pt x="1427" y="323"/>
                  </a:cubicBezTo>
                  <a:lnTo>
                    <a:pt x="3005" y="323"/>
                  </a:lnTo>
                  <a:cubicBezTo>
                    <a:pt x="3084" y="318"/>
                    <a:pt x="3145" y="253"/>
                    <a:pt x="3145" y="172"/>
                  </a:cubicBezTo>
                  <a:cubicBezTo>
                    <a:pt x="3145" y="92"/>
                    <a:pt x="3079" y="26"/>
                    <a:pt x="2998" y="26"/>
                  </a:cubicBezTo>
                  <a:close/>
                  <a:moveTo>
                    <a:pt x="3666" y="1"/>
                  </a:moveTo>
                  <a:cubicBezTo>
                    <a:pt x="3571" y="1"/>
                    <a:pt x="3493" y="78"/>
                    <a:pt x="3493" y="174"/>
                  </a:cubicBezTo>
                  <a:cubicBezTo>
                    <a:pt x="3493" y="269"/>
                    <a:pt x="3571" y="346"/>
                    <a:pt x="3666" y="346"/>
                  </a:cubicBezTo>
                  <a:lnTo>
                    <a:pt x="3668" y="346"/>
                  </a:lnTo>
                  <a:cubicBezTo>
                    <a:pt x="3761" y="346"/>
                    <a:pt x="3839" y="269"/>
                    <a:pt x="3839" y="175"/>
                  </a:cubicBezTo>
                  <a:lnTo>
                    <a:pt x="3839" y="174"/>
                  </a:lnTo>
                  <a:cubicBezTo>
                    <a:pt x="3839" y="77"/>
                    <a:pt x="3761" y="1"/>
                    <a:pt x="3666" y="1"/>
                  </a:cubicBezTo>
                  <a:close/>
                  <a:moveTo>
                    <a:pt x="4181" y="1"/>
                  </a:moveTo>
                  <a:cubicBezTo>
                    <a:pt x="4086" y="1"/>
                    <a:pt x="4009" y="78"/>
                    <a:pt x="4009" y="174"/>
                  </a:cubicBezTo>
                  <a:cubicBezTo>
                    <a:pt x="4009" y="269"/>
                    <a:pt x="4086" y="346"/>
                    <a:pt x="4181" y="346"/>
                  </a:cubicBezTo>
                  <a:cubicBezTo>
                    <a:pt x="4277" y="346"/>
                    <a:pt x="4354" y="272"/>
                    <a:pt x="4354" y="177"/>
                  </a:cubicBezTo>
                  <a:lnTo>
                    <a:pt x="4354" y="174"/>
                  </a:lnTo>
                  <a:cubicBezTo>
                    <a:pt x="4354" y="77"/>
                    <a:pt x="4277" y="1"/>
                    <a:pt x="4181" y="1"/>
                  </a:cubicBezTo>
                  <a:close/>
                  <a:moveTo>
                    <a:pt x="4696" y="1"/>
                  </a:moveTo>
                  <a:cubicBezTo>
                    <a:pt x="4600" y="1"/>
                    <a:pt x="4524" y="78"/>
                    <a:pt x="4524" y="174"/>
                  </a:cubicBezTo>
                  <a:cubicBezTo>
                    <a:pt x="4524" y="269"/>
                    <a:pt x="4601" y="346"/>
                    <a:pt x="4696" y="346"/>
                  </a:cubicBezTo>
                  <a:lnTo>
                    <a:pt x="4698" y="346"/>
                  </a:lnTo>
                  <a:cubicBezTo>
                    <a:pt x="4792" y="346"/>
                    <a:pt x="4869" y="269"/>
                    <a:pt x="4869" y="175"/>
                  </a:cubicBezTo>
                  <a:lnTo>
                    <a:pt x="4869" y="174"/>
                  </a:lnTo>
                  <a:cubicBezTo>
                    <a:pt x="4869" y="77"/>
                    <a:pt x="4792" y="1"/>
                    <a:pt x="4696" y="1"/>
                  </a:cubicBezTo>
                  <a:close/>
                  <a:moveTo>
                    <a:pt x="5212" y="1"/>
                  </a:moveTo>
                  <a:cubicBezTo>
                    <a:pt x="5116" y="1"/>
                    <a:pt x="5039" y="78"/>
                    <a:pt x="5039" y="174"/>
                  </a:cubicBezTo>
                  <a:cubicBezTo>
                    <a:pt x="5039" y="269"/>
                    <a:pt x="5116" y="346"/>
                    <a:pt x="5212" y="346"/>
                  </a:cubicBezTo>
                  <a:lnTo>
                    <a:pt x="5215" y="346"/>
                  </a:lnTo>
                  <a:cubicBezTo>
                    <a:pt x="5308" y="346"/>
                    <a:pt x="5384" y="269"/>
                    <a:pt x="5384" y="175"/>
                  </a:cubicBezTo>
                  <a:lnTo>
                    <a:pt x="5384" y="174"/>
                  </a:lnTo>
                  <a:cubicBezTo>
                    <a:pt x="5384" y="77"/>
                    <a:pt x="5307" y="1"/>
                    <a:pt x="5212" y="1"/>
                  </a:cubicBezTo>
                  <a:close/>
                  <a:moveTo>
                    <a:pt x="6242" y="1"/>
                  </a:moveTo>
                  <a:cubicBezTo>
                    <a:pt x="6147" y="1"/>
                    <a:pt x="6069" y="78"/>
                    <a:pt x="6069" y="174"/>
                  </a:cubicBezTo>
                  <a:cubicBezTo>
                    <a:pt x="6069" y="269"/>
                    <a:pt x="6147" y="346"/>
                    <a:pt x="6242" y="346"/>
                  </a:cubicBezTo>
                  <a:lnTo>
                    <a:pt x="6243" y="346"/>
                  </a:lnTo>
                  <a:cubicBezTo>
                    <a:pt x="6339" y="346"/>
                    <a:pt x="6415" y="269"/>
                    <a:pt x="6415" y="175"/>
                  </a:cubicBezTo>
                  <a:lnTo>
                    <a:pt x="6415" y="174"/>
                  </a:lnTo>
                  <a:cubicBezTo>
                    <a:pt x="6415" y="77"/>
                    <a:pt x="6337" y="1"/>
                    <a:pt x="6242" y="1"/>
                  </a:cubicBezTo>
                  <a:close/>
                  <a:moveTo>
                    <a:pt x="5728" y="1"/>
                  </a:moveTo>
                  <a:cubicBezTo>
                    <a:pt x="5633" y="1"/>
                    <a:pt x="5556" y="78"/>
                    <a:pt x="5556" y="174"/>
                  </a:cubicBezTo>
                  <a:cubicBezTo>
                    <a:pt x="5556" y="269"/>
                    <a:pt x="5633" y="346"/>
                    <a:pt x="5728" y="346"/>
                  </a:cubicBezTo>
                  <a:cubicBezTo>
                    <a:pt x="5730" y="346"/>
                    <a:pt x="5732" y="346"/>
                    <a:pt x="5734" y="346"/>
                  </a:cubicBezTo>
                  <a:cubicBezTo>
                    <a:pt x="5825" y="346"/>
                    <a:pt x="5901" y="274"/>
                    <a:pt x="5905" y="181"/>
                  </a:cubicBezTo>
                  <a:lnTo>
                    <a:pt x="5905" y="172"/>
                  </a:lnTo>
                  <a:lnTo>
                    <a:pt x="5901" y="172"/>
                  </a:lnTo>
                  <a:lnTo>
                    <a:pt x="5901" y="174"/>
                  </a:lnTo>
                  <a:cubicBezTo>
                    <a:pt x="5901" y="77"/>
                    <a:pt x="5824" y="1"/>
                    <a:pt x="5728" y="1"/>
                  </a:cubicBezTo>
                  <a:close/>
                  <a:moveTo>
                    <a:pt x="148" y="713"/>
                  </a:moveTo>
                  <a:cubicBezTo>
                    <a:pt x="67" y="735"/>
                    <a:pt x="21" y="817"/>
                    <a:pt x="42" y="896"/>
                  </a:cubicBezTo>
                  <a:cubicBezTo>
                    <a:pt x="57" y="946"/>
                    <a:pt x="96" y="987"/>
                    <a:pt x="148" y="1000"/>
                  </a:cubicBezTo>
                  <a:lnTo>
                    <a:pt x="749" y="1000"/>
                  </a:lnTo>
                  <a:cubicBezTo>
                    <a:pt x="827" y="1000"/>
                    <a:pt x="892" y="939"/>
                    <a:pt x="895" y="860"/>
                  </a:cubicBezTo>
                  <a:cubicBezTo>
                    <a:pt x="895" y="778"/>
                    <a:pt x="830" y="713"/>
                    <a:pt x="749" y="713"/>
                  </a:cubicBezTo>
                  <a:close/>
                  <a:moveTo>
                    <a:pt x="1427" y="713"/>
                  </a:moveTo>
                  <a:cubicBezTo>
                    <a:pt x="1346" y="733"/>
                    <a:pt x="1300" y="817"/>
                    <a:pt x="1323" y="896"/>
                  </a:cubicBezTo>
                  <a:cubicBezTo>
                    <a:pt x="1336" y="946"/>
                    <a:pt x="1376" y="987"/>
                    <a:pt x="1427" y="1000"/>
                  </a:cubicBezTo>
                  <a:lnTo>
                    <a:pt x="3005" y="1000"/>
                  </a:lnTo>
                  <a:cubicBezTo>
                    <a:pt x="3081" y="996"/>
                    <a:pt x="3140" y="936"/>
                    <a:pt x="3145" y="860"/>
                  </a:cubicBezTo>
                  <a:cubicBezTo>
                    <a:pt x="3145" y="778"/>
                    <a:pt x="3079" y="713"/>
                    <a:pt x="2998" y="713"/>
                  </a:cubicBezTo>
                  <a:close/>
                  <a:moveTo>
                    <a:pt x="148" y="1399"/>
                  </a:moveTo>
                  <a:cubicBezTo>
                    <a:pt x="66" y="1409"/>
                    <a:pt x="6" y="1484"/>
                    <a:pt x="17" y="1566"/>
                  </a:cubicBezTo>
                  <a:cubicBezTo>
                    <a:pt x="24" y="1634"/>
                    <a:pt x="79" y="1688"/>
                    <a:pt x="148" y="1695"/>
                  </a:cubicBezTo>
                  <a:lnTo>
                    <a:pt x="748" y="1695"/>
                  </a:lnTo>
                  <a:cubicBezTo>
                    <a:pt x="830" y="1695"/>
                    <a:pt x="895" y="1630"/>
                    <a:pt x="895" y="1549"/>
                  </a:cubicBezTo>
                  <a:cubicBezTo>
                    <a:pt x="897" y="1468"/>
                    <a:pt x="833" y="1401"/>
                    <a:pt x="751" y="1399"/>
                  </a:cubicBezTo>
                  <a:close/>
                  <a:moveTo>
                    <a:pt x="1427" y="1399"/>
                  </a:moveTo>
                  <a:cubicBezTo>
                    <a:pt x="1345" y="1409"/>
                    <a:pt x="1287" y="1482"/>
                    <a:pt x="1296" y="1564"/>
                  </a:cubicBezTo>
                  <a:cubicBezTo>
                    <a:pt x="1305" y="1633"/>
                    <a:pt x="1358" y="1688"/>
                    <a:pt x="1427" y="1695"/>
                  </a:cubicBezTo>
                  <a:lnTo>
                    <a:pt x="3005" y="1695"/>
                  </a:lnTo>
                  <a:cubicBezTo>
                    <a:pt x="3084" y="1692"/>
                    <a:pt x="3145" y="1627"/>
                    <a:pt x="3145" y="1548"/>
                  </a:cubicBezTo>
                  <a:cubicBezTo>
                    <a:pt x="3145" y="1466"/>
                    <a:pt x="3078" y="1399"/>
                    <a:pt x="2996" y="1399"/>
                  </a:cubicBezTo>
                  <a:close/>
                  <a:moveTo>
                    <a:pt x="3665" y="1374"/>
                  </a:moveTo>
                  <a:cubicBezTo>
                    <a:pt x="3571" y="1374"/>
                    <a:pt x="3495" y="1449"/>
                    <a:pt x="3493" y="1545"/>
                  </a:cubicBezTo>
                  <a:cubicBezTo>
                    <a:pt x="3492" y="1640"/>
                    <a:pt x="3568" y="1718"/>
                    <a:pt x="3663" y="1719"/>
                  </a:cubicBezTo>
                  <a:lnTo>
                    <a:pt x="3668" y="1719"/>
                  </a:lnTo>
                  <a:cubicBezTo>
                    <a:pt x="3763" y="1719"/>
                    <a:pt x="3839" y="1643"/>
                    <a:pt x="3839" y="1548"/>
                  </a:cubicBezTo>
                  <a:cubicBezTo>
                    <a:pt x="3840" y="1453"/>
                    <a:pt x="3763" y="1375"/>
                    <a:pt x="3668" y="1374"/>
                  </a:cubicBezTo>
                  <a:cubicBezTo>
                    <a:pt x="3667" y="1374"/>
                    <a:pt x="3666" y="1374"/>
                    <a:pt x="3665" y="1374"/>
                  </a:cubicBezTo>
                  <a:close/>
                  <a:moveTo>
                    <a:pt x="4181" y="1374"/>
                  </a:moveTo>
                  <a:cubicBezTo>
                    <a:pt x="4087" y="1374"/>
                    <a:pt x="4010" y="1449"/>
                    <a:pt x="4009" y="1545"/>
                  </a:cubicBezTo>
                  <a:cubicBezTo>
                    <a:pt x="4009" y="1640"/>
                    <a:pt x="4084" y="1718"/>
                    <a:pt x="4180" y="1719"/>
                  </a:cubicBezTo>
                  <a:lnTo>
                    <a:pt x="4181" y="1719"/>
                  </a:lnTo>
                  <a:cubicBezTo>
                    <a:pt x="4277" y="1719"/>
                    <a:pt x="4354" y="1643"/>
                    <a:pt x="4355" y="1548"/>
                  </a:cubicBezTo>
                  <a:lnTo>
                    <a:pt x="4354" y="1548"/>
                  </a:lnTo>
                  <a:cubicBezTo>
                    <a:pt x="4355" y="1453"/>
                    <a:pt x="4280" y="1375"/>
                    <a:pt x="4184" y="1374"/>
                  </a:cubicBezTo>
                  <a:cubicBezTo>
                    <a:pt x="4183" y="1374"/>
                    <a:pt x="4182" y="1374"/>
                    <a:pt x="4181" y="1374"/>
                  </a:cubicBezTo>
                  <a:close/>
                  <a:moveTo>
                    <a:pt x="4695" y="1374"/>
                  </a:moveTo>
                  <a:cubicBezTo>
                    <a:pt x="4601" y="1374"/>
                    <a:pt x="4524" y="1449"/>
                    <a:pt x="4524" y="1545"/>
                  </a:cubicBezTo>
                  <a:cubicBezTo>
                    <a:pt x="4522" y="1640"/>
                    <a:pt x="4598" y="1718"/>
                    <a:pt x="4693" y="1719"/>
                  </a:cubicBezTo>
                  <a:lnTo>
                    <a:pt x="4698" y="1719"/>
                  </a:lnTo>
                  <a:cubicBezTo>
                    <a:pt x="4792" y="1719"/>
                    <a:pt x="4869" y="1643"/>
                    <a:pt x="4869" y="1548"/>
                  </a:cubicBezTo>
                  <a:cubicBezTo>
                    <a:pt x="4869" y="1453"/>
                    <a:pt x="4793" y="1375"/>
                    <a:pt x="4698" y="1374"/>
                  </a:cubicBezTo>
                  <a:cubicBezTo>
                    <a:pt x="4697" y="1374"/>
                    <a:pt x="4696" y="1374"/>
                    <a:pt x="4695" y="1374"/>
                  </a:cubicBezTo>
                  <a:close/>
                  <a:moveTo>
                    <a:pt x="5212" y="1374"/>
                  </a:moveTo>
                  <a:cubicBezTo>
                    <a:pt x="5116" y="1374"/>
                    <a:pt x="5040" y="1449"/>
                    <a:pt x="5039" y="1545"/>
                  </a:cubicBezTo>
                  <a:cubicBezTo>
                    <a:pt x="5037" y="1640"/>
                    <a:pt x="5115" y="1718"/>
                    <a:pt x="5210" y="1719"/>
                  </a:cubicBezTo>
                  <a:lnTo>
                    <a:pt x="5215" y="1719"/>
                  </a:lnTo>
                  <a:cubicBezTo>
                    <a:pt x="5308" y="1719"/>
                    <a:pt x="5384" y="1643"/>
                    <a:pt x="5384" y="1548"/>
                  </a:cubicBezTo>
                  <a:cubicBezTo>
                    <a:pt x="5386" y="1453"/>
                    <a:pt x="5310" y="1375"/>
                    <a:pt x="5215" y="1374"/>
                  </a:cubicBezTo>
                  <a:cubicBezTo>
                    <a:pt x="5214" y="1374"/>
                    <a:pt x="5213" y="1374"/>
                    <a:pt x="5212" y="1374"/>
                  </a:cubicBezTo>
                  <a:close/>
                  <a:moveTo>
                    <a:pt x="6241" y="1374"/>
                  </a:moveTo>
                  <a:cubicBezTo>
                    <a:pt x="6147" y="1374"/>
                    <a:pt x="6071" y="1449"/>
                    <a:pt x="6069" y="1545"/>
                  </a:cubicBezTo>
                  <a:cubicBezTo>
                    <a:pt x="6068" y="1640"/>
                    <a:pt x="6145" y="1718"/>
                    <a:pt x="6240" y="1719"/>
                  </a:cubicBezTo>
                  <a:lnTo>
                    <a:pt x="6243" y="1719"/>
                  </a:lnTo>
                  <a:cubicBezTo>
                    <a:pt x="6339" y="1719"/>
                    <a:pt x="6415" y="1643"/>
                    <a:pt x="6415" y="1548"/>
                  </a:cubicBezTo>
                  <a:cubicBezTo>
                    <a:pt x="6416" y="1453"/>
                    <a:pt x="6339" y="1375"/>
                    <a:pt x="6243" y="1374"/>
                  </a:cubicBezTo>
                  <a:cubicBezTo>
                    <a:pt x="6243" y="1374"/>
                    <a:pt x="6242" y="1374"/>
                    <a:pt x="6241" y="1374"/>
                  </a:cubicBezTo>
                  <a:close/>
                  <a:moveTo>
                    <a:pt x="5727" y="1374"/>
                  </a:moveTo>
                  <a:cubicBezTo>
                    <a:pt x="5633" y="1374"/>
                    <a:pt x="5557" y="1449"/>
                    <a:pt x="5556" y="1545"/>
                  </a:cubicBezTo>
                  <a:cubicBezTo>
                    <a:pt x="5554" y="1640"/>
                    <a:pt x="5630" y="1718"/>
                    <a:pt x="5725" y="1719"/>
                  </a:cubicBezTo>
                  <a:lnTo>
                    <a:pt x="5728" y="1719"/>
                  </a:lnTo>
                  <a:cubicBezTo>
                    <a:pt x="5730" y="1719"/>
                    <a:pt x="5732" y="1719"/>
                    <a:pt x="5734" y="1719"/>
                  </a:cubicBezTo>
                  <a:cubicBezTo>
                    <a:pt x="5827" y="1719"/>
                    <a:pt x="5903" y="1644"/>
                    <a:pt x="5905" y="1551"/>
                  </a:cubicBezTo>
                  <a:lnTo>
                    <a:pt x="5905" y="1548"/>
                  </a:lnTo>
                  <a:lnTo>
                    <a:pt x="5901" y="1548"/>
                  </a:lnTo>
                  <a:cubicBezTo>
                    <a:pt x="5902" y="1453"/>
                    <a:pt x="5825" y="1375"/>
                    <a:pt x="5730" y="1374"/>
                  </a:cubicBezTo>
                  <a:cubicBezTo>
                    <a:pt x="5729" y="1374"/>
                    <a:pt x="5728" y="1374"/>
                    <a:pt x="5727" y="1374"/>
                  </a:cubicBezTo>
                  <a:close/>
                  <a:moveTo>
                    <a:pt x="1427" y="2085"/>
                  </a:moveTo>
                  <a:cubicBezTo>
                    <a:pt x="1345" y="2096"/>
                    <a:pt x="1287" y="2170"/>
                    <a:pt x="1296" y="2252"/>
                  </a:cubicBezTo>
                  <a:cubicBezTo>
                    <a:pt x="1305" y="2321"/>
                    <a:pt x="1358" y="2374"/>
                    <a:pt x="1427" y="2382"/>
                  </a:cubicBezTo>
                  <a:lnTo>
                    <a:pt x="3005" y="2382"/>
                  </a:lnTo>
                  <a:cubicBezTo>
                    <a:pt x="3084" y="2379"/>
                    <a:pt x="3145" y="2313"/>
                    <a:pt x="3145" y="2234"/>
                  </a:cubicBezTo>
                  <a:cubicBezTo>
                    <a:pt x="3145" y="2152"/>
                    <a:pt x="3078" y="2085"/>
                    <a:pt x="2996" y="2085"/>
                  </a:cubicBezTo>
                  <a:close/>
                  <a:moveTo>
                    <a:pt x="148" y="2085"/>
                  </a:moveTo>
                  <a:cubicBezTo>
                    <a:pt x="66" y="2096"/>
                    <a:pt x="6" y="2170"/>
                    <a:pt x="17" y="2252"/>
                  </a:cubicBezTo>
                  <a:cubicBezTo>
                    <a:pt x="24" y="2321"/>
                    <a:pt x="79" y="2374"/>
                    <a:pt x="148" y="2383"/>
                  </a:cubicBezTo>
                  <a:lnTo>
                    <a:pt x="748" y="2383"/>
                  </a:lnTo>
                  <a:cubicBezTo>
                    <a:pt x="830" y="2383"/>
                    <a:pt x="895" y="2316"/>
                    <a:pt x="895" y="2236"/>
                  </a:cubicBezTo>
                  <a:cubicBezTo>
                    <a:pt x="897" y="2154"/>
                    <a:pt x="833" y="2087"/>
                    <a:pt x="751" y="2085"/>
                  </a:cubicBezTo>
                  <a:close/>
                  <a:moveTo>
                    <a:pt x="148" y="2773"/>
                  </a:moveTo>
                  <a:cubicBezTo>
                    <a:pt x="66" y="2782"/>
                    <a:pt x="6" y="2857"/>
                    <a:pt x="17" y="2939"/>
                  </a:cubicBezTo>
                  <a:cubicBezTo>
                    <a:pt x="24" y="3007"/>
                    <a:pt x="79" y="3061"/>
                    <a:pt x="148" y="3070"/>
                  </a:cubicBezTo>
                  <a:lnTo>
                    <a:pt x="748" y="3070"/>
                  </a:lnTo>
                  <a:cubicBezTo>
                    <a:pt x="830" y="3070"/>
                    <a:pt x="895" y="3003"/>
                    <a:pt x="895" y="2922"/>
                  </a:cubicBezTo>
                  <a:cubicBezTo>
                    <a:pt x="897" y="2840"/>
                    <a:pt x="833" y="2773"/>
                    <a:pt x="751" y="2773"/>
                  </a:cubicBezTo>
                  <a:close/>
                  <a:moveTo>
                    <a:pt x="1427" y="2772"/>
                  </a:moveTo>
                  <a:cubicBezTo>
                    <a:pt x="1345" y="2782"/>
                    <a:pt x="1287" y="2857"/>
                    <a:pt x="1296" y="2939"/>
                  </a:cubicBezTo>
                  <a:cubicBezTo>
                    <a:pt x="1305" y="3007"/>
                    <a:pt x="1358" y="3061"/>
                    <a:pt x="1427" y="3070"/>
                  </a:cubicBezTo>
                  <a:lnTo>
                    <a:pt x="3005" y="3070"/>
                  </a:lnTo>
                  <a:cubicBezTo>
                    <a:pt x="3084" y="3065"/>
                    <a:pt x="3146" y="3000"/>
                    <a:pt x="3145" y="2919"/>
                  </a:cubicBezTo>
                  <a:lnTo>
                    <a:pt x="3145" y="2919"/>
                  </a:lnTo>
                  <a:lnTo>
                    <a:pt x="3145" y="2922"/>
                  </a:lnTo>
                  <a:cubicBezTo>
                    <a:pt x="3145" y="2839"/>
                    <a:pt x="3078" y="2772"/>
                    <a:pt x="2996" y="2772"/>
                  </a:cubicBezTo>
                  <a:close/>
                  <a:moveTo>
                    <a:pt x="5426" y="3348"/>
                  </a:moveTo>
                  <a:cubicBezTo>
                    <a:pt x="5332" y="3348"/>
                    <a:pt x="5256" y="3425"/>
                    <a:pt x="5255" y="3519"/>
                  </a:cubicBezTo>
                  <a:cubicBezTo>
                    <a:pt x="5253" y="3615"/>
                    <a:pt x="5329" y="3692"/>
                    <a:pt x="5425" y="3693"/>
                  </a:cubicBezTo>
                  <a:lnTo>
                    <a:pt x="5427" y="3693"/>
                  </a:lnTo>
                  <a:cubicBezTo>
                    <a:pt x="5521" y="3693"/>
                    <a:pt x="5599" y="3618"/>
                    <a:pt x="5600" y="3524"/>
                  </a:cubicBezTo>
                  <a:cubicBezTo>
                    <a:pt x="5602" y="3427"/>
                    <a:pt x="5524" y="3350"/>
                    <a:pt x="5429" y="3348"/>
                  </a:cubicBezTo>
                  <a:cubicBezTo>
                    <a:pt x="5428" y="3348"/>
                    <a:pt x="5427" y="3348"/>
                    <a:pt x="5426" y="3348"/>
                  </a:cubicBezTo>
                  <a:close/>
                  <a:moveTo>
                    <a:pt x="6457" y="3348"/>
                  </a:moveTo>
                  <a:cubicBezTo>
                    <a:pt x="6363" y="3348"/>
                    <a:pt x="6285" y="3425"/>
                    <a:pt x="6285" y="3519"/>
                  </a:cubicBezTo>
                  <a:cubicBezTo>
                    <a:pt x="6284" y="3615"/>
                    <a:pt x="6360" y="3692"/>
                    <a:pt x="6455" y="3693"/>
                  </a:cubicBezTo>
                  <a:lnTo>
                    <a:pt x="6458" y="3693"/>
                  </a:lnTo>
                  <a:cubicBezTo>
                    <a:pt x="6552" y="3693"/>
                    <a:pt x="6629" y="3618"/>
                    <a:pt x="6631" y="3524"/>
                  </a:cubicBezTo>
                  <a:cubicBezTo>
                    <a:pt x="6631" y="3427"/>
                    <a:pt x="6555" y="3350"/>
                    <a:pt x="6459" y="3348"/>
                  </a:cubicBezTo>
                  <a:cubicBezTo>
                    <a:pt x="6458" y="3348"/>
                    <a:pt x="6458" y="3348"/>
                    <a:pt x="6457" y="3348"/>
                  </a:cubicBezTo>
                  <a:close/>
                  <a:moveTo>
                    <a:pt x="6970" y="3348"/>
                  </a:moveTo>
                  <a:cubicBezTo>
                    <a:pt x="6876" y="3348"/>
                    <a:pt x="6799" y="3425"/>
                    <a:pt x="6799" y="3519"/>
                  </a:cubicBezTo>
                  <a:cubicBezTo>
                    <a:pt x="6797" y="3615"/>
                    <a:pt x="6873" y="3692"/>
                    <a:pt x="6969" y="3693"/>
                  </a:cubicBezTo>
                  <a:lnTo>
                    <a:pt x="6973" y="3693"/>
                  </a:lnTo>
                  <a:cubicBezTo>
                    <a:pt x="7067" y="3693"/>
                    <a:pt x="7144" y="3618"/>
                    <a:pt x="7144" y="3524"/>
                  </a:cubicBezTo>
                  <a:cubicBezTo>
                    <a:pt x="7144" y="3427"/>
                    <a:pt x="7068" y="3350"/>
                    <a:pt x="6973" y="3348"/>
                  </a:cubicBezTo>
                  <a:cubicBezTo>
                    <a:pt x="6972" y="3348"/>
                    <a:pt x="6971" y="3348"/>
                    <a:pt x="6970" y="3348"/>
                  </a:cubicBezTo>
                  <a:close/>
                  <a:moveTo>
                    <a:pt x="7487" y="3348"/>
                  </a:moveTo>
                  <a:cubicBezTo>
                    <a:pt x="7393" y="3348"/>
                    <a:pt x="7315" y="3425"/>
                    <a:pt x="7314" y="3519"/>
                  </a:cubicBezTo>
                  <a:cubicBezTo>
                    <a:pt x="7314" y="3615"/>
                    <a:pt x="7390" y="3692"/>
                    <a:pt x="7485" y="3693"/>
                  </a:cubicBezTo>
                  <a:lnTo>
                    <a:pt x="7487" y="3693"/>
                  </a:lnTo>
                  <a:cubicBezTo>
                    <a:pt x="7582" y="3693"/>
                    <a:pt x="7659" y="3618"/>
                    <a:pt x="7659" y="3524"/>
                  </a:cubicBezTo>
                  <a:cubicBezTo>
                    <a:pt x="7661" y="3427"/>
                    <a:pt x="7585" y="3350"/>
                    <a:pt x="7490" y="3348"/>
                  </a:cubicBezTo>
                  <a:cubicBezTo>
                    <a:pt x="7489" y="3348"/>
                    <a:pt x="7488" y="3348"/>
                    <a:pt x="7487" y="3348"/>
                  </a:cubicBezTo>
                  <a:close/>
                  <a:moveTo>
                    <a:pt x="8002" y="3348"/>
                  </a:moveTo>
                  <a:cubicBezTo>
                    <a:pt x="7908" y="3348"/>
                    <a:pt x="7832" y="3425"/>
                    <a:pt x="7831" y="3519"/>
                  </a:cubicBezTo>
                  <a:cubicBezTo>
                    <a:pt x="7829" y="3615"/>
                    <a:pt x="7905" y="3692"/>
                    <a:pt x="8002" y="3693"/>
                  </a:cubicBezTo>
                  <a:lnTo>
                    <a:pt x="8003" y="3693"/>
                  </a:lnTo>
                  <a:cubicBezTo>
                    <a:pt x="8097" y="3693"/>
                    <a:pt x="8175" y="3618"/>
                    <a:pt x="8176" y="3524"/>
                  </a:cubicBezTo>
                  <a:cubicBezTo>
                    <a:pt x="8178" y="3427"/>
                    <a:pt x="8100" y="3350"/>
                    <a:pt x="8005" y="3348"/>
                  </a:cubicBezTo>
                  <a:cubicBezTo>
                    <a:pt x="8004" y="3348"/>
                    <a:pt x="8003" y="3348"/>
                    <a:pt x="8002" y="3348"/>
                  </a:cubicBezTo>
                  <a:close/>
                  <a:moveTo>
                    <a:pt x="5940" y="3348"/>
                  </a:moveTo>
                  <a:cubicBezTo>
                    <a:pt x="5846" y="3348"/>
                    <a:pt x="5770" y="3425"/>
                    <a:pt x="5768" y="3519"/>
                  </a:cubicBezTo>
                  <a:cubicBezTo>
                    <a:pt x="5767" y="3615"/>
                    <a:pt x="5844" y="3692"/>
                    <a:pt x="5940" y="3693"/>
                  </a:cubicBezTo>
                  <a:lnTo>
                    <a:pt x="5943" y="3693"/>
                  </a:lnTo>
                  <a:cubicBezTo>
                    <a:pt x="5945" y="3694"/>
                    <a:pt x="5946" y="3694"/>
                    <a:pt x="5948" y="3694"/>
                  </a:cubicBezTo>
                  <a:cubicBezTo>
                    <a:pt x="6041" y="3694"/>
                    <a:pt x="6115" y="3620"/>
                    <a:pt x="6118" y="3527"/>
                  </a:cubicBezTo>
                  <a:lnTo>
                    <a:pt x="6118" y="3524"/>
                  </a:lnTo>
                  <a:lnTo>
                    <a:pt x="6114" y="3524"/>
                  </a:lnTo>
                  <a:cubicBezTo>
                    <a:pt x="6115" y="3427"/>
                    <a:pt x="6038" y="3350"/>
                    <a:pt x="5943" y="3348"/>
                  </a:cubicBezTo>
                  <a:cubicBezTo>
                    <a:pt x="5942" y="3348"/>
                    <a:pt x="5941" y="3348"/>
                    <a:pt x="5940" y="3348"/>
                  </a:cubicBezTo>
                  <a:close/>
                  <a:moveTo>
                    <a:pt x="148" y="3460"/>
                  </a:moveTo>
                  <a:cubicBezTo>
                    <a:pt x="66" y="3469"/>
                    <a:pt x="6" y="3543"/>
                    <a:pt x="17" y="3625"/>
                  </a:cubicBezTo>
                  <a:cubicBezTo>
                    <a:pt x="24" y="3693"/>
                    <a:pt x="79" y="3747"/>
                    <a:pt x="148" y="3756"/>
                  </a:cubicBezTo>
                  <a:lnTo>
                    <a:pt x="748" y="3756"/>
                  </a:lnTo>
                  <a:cubicBezTo>
                    <a:pt x="830" y="3756"/>
                    <a:pt x="895" y="3690"/>
                    <a:pt x="895" y="3609"/>
                  </a:cubicBezTo>
                  <a:cubicBezTo>
                    <a:pt x="897" y="3527"/>
                    <a:pt x="833" y="3460"/>
                    <a:pt x="751" y="3460"/>
                  </a:cubicBezTo>
                  <a:close/>
                  <a:moveTo>
                    <a:pt x="3307" y="3460"/>
                  </a:moveTo>
                  <a:cubicBezTo>
                    <a:pt x="3225" y="3469"/>
                    <a:pt x="3167" y="3543"/>
                    <a:pt x="3178" y="3625"/>
                  </a:cubicBezTo>
                  <a:cubicBezTo>
                    <a:pt x="3185" y="3693"/>
                    <a:pt x="3239" y="3747"/>
                    <a:pt x="3307" y="3756"/>
                  </a:cubicBezTo>
                  <a:lnTo>
                    <a:pt x="4886" y="3756"/>
                  </a:lnTo>
                  <a:cubicBezTo>
                    <a:pt x="4967" y="3756"/>
                    <a:pt x="5034" y="3690"/>
                    <a:pt x="5034" y="3609"/>
                  </a:cubicBezTo>
                  <a:cubicBezTo>
                    <a:pt x="5034" y="3525"/>
                    <a:pt x="4967" y="3460"/>
                    <a:pt x="4886" y="3460"/>
                  </a:cubicBezTo>
                  <a:close/>
                  <a:moveTo>
                    <a:pt x="148" y="4146"/>
                  </a:moveTo>
                  <a:cubicBezTo>
                    <a:pt x="66" y="4155"/>
                    <a:pt x="6" y="4229"/>
                    <a:pt x="17" y="4311"/>
                  </a:cubicBezTo>
                  <a:cubicBezTo>
                    <a:pt x="24" y="4380"/>
                    <a:pt x="79" y="4433"/>
                    <a:pt x="148" y="4442"/>
                  </a:cubicBezTo>
                  <a:lnTo>
                    <a:pt x="748" y="4442"/>
                  </a:lnTo>
                  <a:cubicBezTo>
                    <a:pt x="830" y="4442"/>
                    <a:pt x="895" y="4377"/>
                    <a:pt x="895" y="4295"/>
                  </a:cubicBezTo>
                  <a:cubicBezTo>
                    <a:pt x="897" y="4213"/>
                    <a:pt x="833" y="4148"/>
                    <a:pt x="751" y="4146"/>
                  </a:cubicBezTo>
                  <a:close/>
                  <a:moveTo>
                    <a:pt x="3307" y="4146"/>
                  </a:moveTo>
                  <a:cubicBezTo>
                    <a:pt x="3225" y="4155"/>
                    <a:pt x="3167" y="4229"/>
                    <a:pt x="3178" y="4311"/>
                  </a:cubicBezTo>
                  <a:cubicBezTo>
                    <a:pt x="3185" y="4380"/>
                    <a:pt x="3239" y="4433"/>
                    <a:pt x="3307" y="4442"/>
                  </a:cubicBezTo>
                  <a:lnTo>
                    <a:pt x="4886" y="4442"/>
                  </a:lnTo>
                  <a:cubicBezTo>
                    <a:pt x="4967" y="4442"/>
                    <a:pt x="5034" y="4377"/>
                    <a:pt x="5034" y="4295"/>
                  </a:cubicBezTo>
                  <a:cubicBezTo>
                    <a:pt x="5034" y="4213"/>
                    <a:pt x="4967" y="4146"/>
                    <a:pt x="4886" y="4146"/>
                  </a:cubicBezTo>
                  <a:close/>
                  <a:moveTo>
                    <a:pt x="5426" y="4764"/>
                  </a:moveTo>
                  <a:cubicBezTo>
                    <a:pt x="5332" y="4764"/>
                    <a:pt x="5256" y="4841"/>
                    <a:pt x="5255" y="4935"/>
                  </a:cubicBezTo>
                  <a:cubicBezTo>
                    <a:pt x="5253" y="5031"/>
                    <a:pt x="5329" y="5108"/>
                    <a:pt x="5425" y="5109"/>
                  </a:cubicBezTo>
                  <a:lnTo>
                    <a:pt x="5427" y="5109"/>
                  </a:lnTo>
                  <a:cubicBezTo>
                    <a:pt x="5521" y="5109"/>
                    <a:pt x="5599" y="5034"/>
                    <a:pt x="5600" y="4940"/>
                  </a:cubicBezTo>
                  <a:cubicBezTo>
                    <a:pt x="5602" y="4843"/>
                    <a:pt x="5524" y="4766"/>
                    <a:pt x="5429" y="4764"/>
                  </a:cubicBezTo>
                  <a:cubicBezTo>
                    <a:pt x="5428" y="4764"/>
                    <a:pt x="5427" y="4764"/>
                    <a:pt x="5426" y="4764"/>
                  </a:cubicBezTo>
                  <a:close/>
                  <a:moveTo>
                    <a:pt x="6457" y="4764"/>
                  </a:moveTo>
                  <a:cubicBezTo>
                    <a:pt x="6363" y="4764"/>
                    <a:pt x="6285" y="4841"/>
                    <a:pt x="6285" y="4935"/>
                  </a:cubicBezTo>
                  <a:cubicBezTo>
                    <a:pt x="6284" y="5031"/>
                    <a:pt x="6360" y="5108"/>
                    <a:pt x="6455" y="5109"/>
                  </a:cubicBezTo>
                  <a:lnTo>
                    <a:pt x="6458" y="5109"/>
                  </a:lnTo>
                  <a:cubicBezTo>
                    <a:pt x="6552" y="5109"/>
                    <a:pt x="6629" y="5034"/>
                    <a:pt x="6631" y="4940"/>
                  </a:cubicBezTo>
                  <a:cubicBezTo>
                    <a:pt x="6631" y="4843"/>
                    <a:pt x="6555" y="4766"/>
                    <a:pt x="6459" y="4764"/>
                  </a:cubicBezTo>
                  <a:cubicBezTo>
                    <a:pt x="6458" y="4764"/>
                    <a:pt x="6458" y="4764"/>
                    <a:pt x="6457" y="4764"/>
                  </a:cubicBezTo>
                  <a:close/>
                  <a:moveTo>
                    <a:pt x="6970" y="4764"/>
                  </a:moveTo>
                  <a:cubicBezTo>
                    <a:pt x="6876" y="4764"/>
                    <a:pt x="6799" y="4841"/>
                    <a:pt x="6799" y="4935"/>
                  </a:cubicBezTo>
                  <a:cubicBezTo>
                    <a:pt x="6797" y="5031"/>
                    <a:pt x="6873" y="5108"/>
                    <a:pt x="6969" y="5109"/>
                  </a:cubicBezTo>
                  <a:lnTo>
                    <a:pt x="6973" y="5109"/>
                  </a:lnTo>
                  <a:cubicBezTo>
                    <a:pt x="7067" y="5109"/>
                    <a:pt x="7144" y="5034"/>
                    <a:pt x="7144" y="4940"/>
                  </a:cubicBezTo>
                  <a:cubicBezTo>
                    <a:pt x="7144" y="4843"/>
                    <a:pt x="7068" y="4766"/>
                    <a:pt x="6973" y="4764"/>
                  </a:cubicBezTo>
                  <a:cubicBezTo>
                    <a:pt x="6972" y="4764"/>
                    <a:pt x="6971" y="4764"/>
                    <a:pt x="6970" y="4764"/>
                  </a:cubicBezTo>
                  <a:close/>
                  <a:moveTo>
                    <a:pt x="7487" y="4764"/>
                  </a:moveTo>
                  <a:cubicBezTo>
                    <a:pt x="7393" y="4764"/>
                    <a:pt x="7315" y="4841"/>
                    <a:pt x="7314" y="4935"/>
                  </a:cubicBezTo>
                  <a:cubicBezTo>
                    <a:pt x="7314" y="5031"/>
                    <a:pt x="7390" y="5108"/>
                    <a:pt x="7485" y="5109"/>
                  </a:cubicBezTo>
                  <a:lnTo>
                    <a:pt x="7487" y="5109"/>
                  </a:lnTo>
                  <a:cubicBezTo>
                    <a:pt x="7582" y="5109"/>
                    <a:pt x="7659" y="5034"/>
                    <a:pt x="7659" y="4940"/>
                  </a:cubicBezTo>
                  <a:cubicBezTo>
                    <a:pt x="7661" y="4843"/>
                    <a:pt x="7585" y="4766"/>
                    <a:pt x="7490" y="4764"/>
                  </a:cubicBezTo>
                  <a:cubicBezTo>
                    <a:pt x="7489" y="4764"/>
                    <a:pt x="7488" y="4764"/>
                    <a:pt x="7487" y="4764"/>
                  </a:cubicBezTo>
                  <a:close/>
                  <a:moveTo>
                    <a:pt x="8002" y="4764"/>
                  </a:moveTo>
                  <a:cubicBezTo>
                    <a:pt x="7908" y="4764"/>
                    <a:pt x="7832" y="4841"/>
                    <a:pt x="7831" y="4935"/>
                  </a:cubicBezTo>
                  <a:cubicBezTo>
                    <a:pt x="7829" y="5031"/>
                    <a:pt x="7905" y="5108"/>
                    <a:pt x="8002" y="5109"/>
                  </a:cubicBezTo>
                  <a:lnTo>
                    <a:pt x="8003" y="5109"/>
                  </a:lnTo>
                  <a:cubicBezTo>
                    <a:pt x="8097" y="5109"/>
                    <a:pt x="8175" y="5034"/>
                    <a:pt x="8176" y="4940"/>
                  </a:cubicBezTo>
                  <a:cubicBezTo>
                    <a:pt x="8178" y="4843"/>
                    <a:pt x="8100" y="4766"/>
                    <a:pt x="8005" y="4764"/>
                  </a:cubicBezTo>
                  <a:cubicBezTo>
                    <a:pt x="8004" y="4764"/>
                    <a:pt x="8003" y="4764"/>
                    <a:pt x="8002" y="4764"/>
                  </a:cubicBezTo>
                  <a:close/>
                  <a:moveTo>
                    <a:pt x="5940" y="4764"/>
                  </a:moveTo>
                  <a:cubicBezTo>
                    <a:pt x="5846" y="4764"/>
                    <a:pt x="5770" y="4841"/>
                    <a:pt x="5768" y="4935"/>
                  </a:cubicBezTo>
                  <a:cubicBezTo>
                    <a:pt x="5767" y="5031"/>
                    <a:pt x="5844" y="5108"/>
                    <a:pt x="5940" y="5109"/>
                  </a:cubicBezTo>
                  <a:lnTo>
                    <a:pt x="5943" y="5109"/>
                  </a:lnTo>
                  <a:cubicBezTo>
                    <a:pt x="5945" y="5110"/>
                    <a:pt x="5946" y="5110"/>
                    <a:pt x="5948" y="5110"/>
                  </a:cubicBezTo>
                  <a:cubicBezTo>
                    <a:pt x="6041" y="5110"/>
                    <a:pt x="6115" y="5036"/>
                    <a:pt x="6118" y="4943"/>
                  </a:cubicBezTo>
                  <a:lnTo>
                    <a:pt x="6118" y="4940"/>
                  </a:lnTo>
                  <a:lnTo>
                    <a:pt x="6114" y="4940"/>
                  </a:lnTo>
                  <a:cubicBezTo>
                    <a:pt x="6115" y="4843"/>
                    <a:pt x="6038" y="4766"/>
                    <a:pt x="5943" y="4764"/>
                  </a:cubicBezTo>
                  <a:cubicBezTo>
                    <a:pt x="5942" y="4764"/>
                    <a:pt x="5941" y="4764"/>
                    <a:pt x="5940" y="4764"/>
                  </a:cubicBezTo>
                  <a:close/>
                  <a:moveTo>
                    <a:pt x="148" y="4833"/>
                  </a:moveTo>
                  <a:cubicBezTo>
                    <a:pt x="66" y="4834"/>
                    <a:pt x="0" y="4900"/>
                    <a:pt x="0" y="4981"/>
                  </a:cubicBezTo>
                  <a:cubicBezTo>
                    <a:pt x="0" y="5063"/>
                    <a:pt x="66" y="5129"/>
                    <a:pt x="148" y="5129"/>
                  </a:cubicBezTo>
                  <a:lnTo>
                    <a:pt x="749" y="5129"/>
                  </a:lnTo>
                  <a:cubicBezTo>
                    <a:pt x="830" y="5129"/>
                    <a:pt x="895" y="5063"/>
                    <a:pt x="895" y="4981"/>
                  </a:cubicBezTo>
                  <a:cubicBezTo>
                    <a:pt x="895" y="4900"/>
                    <a:pt x="830" y="4834"/>
                    <a:pt x="749" y="4833"/>
                  </a:cubicBezTo>
                  <a:close/>
                  <a:moveTo>
                    <a:pt x="3307" y="4833"/>
                  </a:moveTo>
                  <a:cubicBezTo>
                    <a:pt x="3225" y="4834"/>
                    <a:pt x="3160" y="4901"/>
                    <a:pt x="3160" y="4981"/>
                  </a:cubicBezTo>
                  <a:cubicBezTo>
                    <a:pt x="3160" y="5063"/>
                    <a:pt x="3227" y="5129"/>
                    <a:pt x="3307" y="5129"/>
                  </a:cubicBezTo>
                  <a:lnTo>
                    <a:pt x="4886" y="5129"/>
                  </a:lnTo>
                  <a:cubicBezTo>
                    <a:pt x="4967" y="5129"/>
                    <a:pt x="5034" y="5063"/>
                    <a:pt x="5034" y="4981"/>
                  </a:cubicBezTo>
                  <a:cubicBezTo>
                    <a:pt x="5034" y="4900"/>
                    <a:pt x="4967" y="4834"/>
                    <a:pt x="4886" y="483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687;p40">
              <a:extLst>
                <a:ext uri="{FF2B5EF4-FFF2-40B4-BE49-F238E27FC236}">
                  <a16:creationId xmlns:a16="http://schemas.microsoft.com/office/drawing/2014/main" id="{F84A2001-9A6A-41A6-B8EB-C5C24FDC43B0}"/>
                </a:ext>
              </a:extLst>
            </p:cNvPr>
            <p:cNvSpPr/>
            <p:nvPr/>
          </p:nvSpPr>
          <p:spPr>
            <a:xfrm>
              <a:off x="5427200" y="3434275"/>
              <a:ext cx="204450" cy="128275"/>
            </a:xfrm>
            <a:custGeom>
              <a:avLst/>
              <a:gdLst/>
              <a:ahLst/>
              <a:cxnLst/>
              <a:rect l="l" t="t" r="r" b="b"/>
              <a:pathLst>
                <a:path w="8178" h="5131" extrusionOk="0">
                  <a:moveTo>
                    <a:pt x="148" y="27"/>
                  </a:moveTo>
                  <a:cubicBezTo>
                    <a:pt x="79" y="34"/>
                    <a:pt x="26" y="89"/>
                    <a:pt x="17" y="156"/>
                  </a:cubicBezTo>
                  <a:cubicBezTo>
                    <a:pt x="6" y="238"/>
                    <a:pt x="66" y="313"/>
                    <a:pt x="148" y="323"/>
                  </a:cubicBezTo>
                  <a:lnTo>
                    <a:pt x="749" y="323"/>
                  </a:lnTo>
                  <a:cubicBezTo>
                    <a:pt x="816" y="314"/>
                    <a:pt x="871" y="261"/>
                    <a:pt x="879" y="192"/>
                  </a:cubicBezTo>
                  <a:cubicBezTo>
                    <a:pt x="889" y="110"/>
                    <a:pt x="830" y="36"/>
                    <a:pt x="749" y="27"/>
                  </a:cubicBezTo>
                  <a:close/>
                  <a:moveTo>
                    <a:pt x="1427" y="27"/>
                  </a:moveTo>
                  <a:cubicBezTo>
                    <a:pt x="1345" y="36"/>
                    <a:pt x="1287" y="110"/>
                    <a:pt x="1296" y="192"/>
                  </a:cubicBezTo>
                  <a:cubicBezTo>
                    <a:pt x="1305" y="261"/>
                    <a:pt x="1358" y="314"/>
                    <a:pt x="1427" y="323"/>
                  </a:cubicBezTo>
                  <a:lnTo>
                    <a:pt x="3005" y="323"/>
                  </a:lnTo>
                  <a:cubicBezTo>
                    <a:pt x="3084" y="319"/>
                    <a:pt x="3145" y="255"/>
                    <a:pt x="3145" y="176"/>
                  </a:cubicBezTo>
                  <a:cubicBezTo>
                    <a:pt x="3145" y="92"/>
                    <a:pt x="3078" y="27"/>
                    <a:pt x="2996" y="27"/>
                  </a:cubicBezTo>
                  <a:close/>
                  <a:moveTo>
                    <a:pt x="3665" y="0"/>
                  </a:moveTo>
                  <a:cubicBezTo>
                    <a:pt x="3571" y="0"/>
                    <a:pt x="3495" y="77"/>
                    <a:pt x="3493" y="171"/>
                  </a:cubicBezTo>
                  <a:cubicBezTo>
                    <a:pt x="3492" y="267"/>
                    <a:pt x="3568" y="344"/>
                    <a:pt x="3663" y="346"/>
                  </a:cubicBezTo>
                  <a:lnTo>
                    <a:pt x="3668" y="346"/>
                  </a:lnTo>
                  <a:cubicBezTo>
                    <a:pt x="3763" y="346"/>
                    <a:pt x="3839" y="270"/>
                    <a:pt x="3839" y="174"/>
                  </a:cubicBezTo>
                  <a:cubicBezTo>
                    <a:pt x="3840" y="79"/>
                    <a:pt x="3763" y="2"/>
                    <a:pt x="3668" y="0"/>
                  </a:cubicBezTo>
                  <a:cubicBezTo>
                    <a:pt x="3667" y="0"/>
                    <a:pt x="3666" y="0"/>
                    <a:pt x="3665" y="0"/>
                  </a:cubicBezTo>
                  <a:close/>
                  <a:moveTo>
                    <a:pt x="4182" y="0"/>
                  </a:moveTo>
                  <a:cubicBezTo>
                    <a:pt x="4087" y="0"/>
                    <a:pt x="4010" y="77"/>
                    <a:pt x="4009" y="171"/>
                  </a:cubicBezTo>
                  <a:cubicBezTo>
                    <a:pt x="4009" y="267"/>
                    <a:pt x="4084" y="344"/>
                    <a:pt x="4180" y="346"/>
                  </a:cubicBezTo>
                  <a:lnTo>
                    <a:pt x="4181" y="346"/>
                  </a:lnTo>
                  <a:cubicBezTo>
                    <a:pt x="4277" y="346"/>
                    <a:pt x="4354" y="270"/>
                    <a:pt x="4354" y="174"/>
                  </a:cubicBezTo>
                  <a:cubicBezTo>
                    <a:pt x="4355" y="79"/>
                    <a:pt x="4280" y="2"/>
                    <a:pt x="4184" y="0"/>
                  </a:cubicBezTo>
                  <a:cubicBezTo>
                    <a:pt x="4183" y="0"/>
                    <a:pt x="4182" y="0"/>
                    <a:pt x="4182" y="0"/>
                  </a:cubicBezTo>
                  <a:close/>
                  <a:moveTo>
                    <a:pt x="4695" y="0"/>
                  </a:moveTo>
                  <a:cubicBezTo>
                    <a:pt x="4601" y="0"/>
                    <a:pt x="4524" y="77"/>
                    <a:pt x="4524" y="171"/>
                  </a:cubicBezTo>
                  <a:cubicBezTo>
                    <a:pt x="4522" y="267"/>
                    <a:pt x="4598" y="344"/>
                    <a:pt x="4693" y="346"/>
                  </a:cubicBezTo>
                  <a:lnTo>
                    <a:pt x="4698" y="346"/>
                  </a:lnTo>
                  <a:cubicBezTo>
                    <a:pt x="4792" y="346"/>
                    <a:pt x="4869" y="270"/>
                    <a:pt x="4869" y="174"/>
                  </a:cubicBezTo>
                  <a:cubicBezTo>
                    <a:pt x="4869" y="79"/>
                    <a:pt x="4793" y="2"/>
                    <a:pt x="4698" y="0"/>
                  </a:cubicBezTo>
                  <a:cubicBezTo>
                    <a:pt x="4697" y="0"/>
                    <a:pt x="4696" y="0"/>
                    <a:pt x="4695" y="0"/>
                  </a:cubicBezTo>
                  <a:close/>
                  <a:moveTo>
                    <a:pt x="5212" y="0"/>
                  </a:moveTo>
                  <a:cubicBezTo>
                    <a:pt x="5116" y="0"/>
                    <a:pt x="5040" y="77"/>
                    <a:pt x="5039" y="171"/>
                  </a:cubicBezTo>
                  <a:cubicBezTo>
                    <a:pt x="5037" y="267"/>
                    <a:pt x="5115" y="344"/>
                    <a:pt x="5210" y="346"/>
                  </a:cubicBezTo>
                  <a:lnTo>
                    <a:pt x="5215" y="346"/>
                  </a:lnTo>
                  <a:cubicBezTo>
                    <a:pt x="5308" y="346"/>
                    <a:pt x="5384" y="270"/>
                    <a:pt x="5384" y="174"/>
                  </a:cubicBezTo>
                  <a:cubicBezTo>
                    <a:pt x="5386" y="79"/>
                    <a:pt x="5310" y="2"/>
                    <a:pt x="5215" y="0"/>
                  </a:cubicBezTo>
                  <a:cubicBezTo>
                    <a:pt x="5214" y="0"/>
                    <a:pt x="5213" y="0"/>
                    <a:pt x="5212" y="0"/>
                  </a:cubicBezTo>
                  <a:close/>
                  <a:moveTo>
                    <a:pt x="6241" y="0"/>
                  </a:moveTo>
                  <a:cubicBezTo>
                    <a:pt x="6147" y="0"/>
                    <a:pt x="6071" y="77"/>
                    <a:pt x="6069" y="171"/>
                  </a:cubicBezTo>
                  <a:cubicBezTo>
                    <a:pt x="6068" y="267"/>
                    <a:pt x="6145" y="344"/>
                    <a:pt x="6240" y="346"/>
                  </a:cubicBezTo>
                  <a:lnTo>
                    <a:pt x="6243" y="346"/>
                  </a:lnTo>
                  <a:cubicBezTo>
                    <a:pt x="6339" y="346"/>
                    <a:pt x="6415" y="270"/>
                    <a:pt x="6415" y="174"/>
                  </a:cubicBezTo>
                  <a:cubicBezTo>
                    <a:pt x="6416" y="79"/>
                    <a:pt x="6339" y="2"/>
                    <a:pt x="6243" y="0"/>
                  </a:cubicBezTo>
                  <a:cubicBezTo>
                    <a:pt x="6243" y="0"/>
                    <a:pt x="6242" y="0"/>
                    <a:pt x="6241" y="0"/>
                  </a:cubicBezTo>
                  <a:close/>
                  <a:moveTo>
                    <a:pt x="5727" y="0"/>
                  </a:moveTo>
                  <a:cubicBezTo>
                    <a:pt x="5633" y="0"/>
                    <a:pt x="5557" y="77"/>
                    <a:pt x="5556" y="171"/>
                  </a:cubicBezTo>
                  <a:cubicBezTo>
                    <a:pt x="5554" y="267"/>
                    <a:pt x="5630" y="344"/>
                    <a:pt x="5725" y="346"/>
                  </a:cubicBezTo>
                  <a:lnTo>
                    <a:pt x="5728" y="346"/>
                  </a:lnTo>
                  <a:cubicBezTo>
                    <a:pt x="5730" y="346"/>
                    <a:pt x="5732" y="346"/>
                    <a:pt x="5734" y="346"/>
                  </a:cubicBezTo>
                  <a:cubicBezTo>
                    <a:pt x="5827" y="346"/>
                    <a:pt x="5903" y="271"/>
                    <a:pt x="5905" y="177"/>
                  </a:cubicBezTo>
                  <a:lnTo>
                    <a:pt x="5905" y="174"/>
                  </a:lnTo>
                  <a:lnTo>
                    <a:pt x="5901" y="174"/>
                  </a:lnTo>
                  <a:cubicBezTo>
                    <a:pt x="5902" y="79"/>
                    <a:pt x="5825" y="2"/>
                    <a:pt x="5730" y="0"/>
                  </a:cubicBezTo>
                  <a:cubicBezTo>
                    <a:pt x="5729" y="0"/>
                    <a:pt x="5728" y="0"/>
                    <a:pt x="5727" y="0"/>
                  </a:cubicBezTo>
                  <a:close/>
                  <a:moveTo>
                    <a:pt x="148" y="713"/>
                  </a:moveTo>
                  <a:cubicBezTo>
                    <a:pt x="66" y="724"/>
                    <a:pt x="6" y="798"/>
                    <a:pt x="17" y="880"/>
                  </a:cubicBezTo>
                  <a:cubicBezTo>
                    <a:pt x="24" y="947"/>
                    <a:pt x="79" y="1002"/>
                    <a:pt x="148" y="1010"/>
                  </a:cubicBezTo>
                  <a:lnTo>
                    <a:pt x="748" y="1010"/>
                  </a:lnTo>
                  <a:cubicBezTo>
                    <a:pt x="830" y="1010"/>
                    <a:pt x="895" y="944"/>
                    <a:pt x="895" y="862"/>
                  </a:cubicBezTo>
                  <a:cubicBezTo>
                    <a:pt x="897" y="782"/>
                    <a:pt x="833" y="715"/>
                    <a:pt x="751" y="713"/>
                  </a:cubicBezTo>
                  <a:close/>
                  <a:moveTo>
                    <a:pt x="1427" y="713"/>
                  </a:moveTo>
                  <a:cubicBezTo>
                    <a:pt x="1345" y="722"/>
                    <a:pt x="1287" y="797"/>
                    <a:pt x="1296" y="879"/>
                  </a:cubicBezTo>
                  <a:cubicBezTo>
                    <a:pt x="1305" y="947"/>
                    <a:pt x="1358" y="1001"/>
                    <a:pt x="1427" y="1010"/>
                  </a:cubicBezTo>
                  <a:lnTo>
                    <a:pt x="3005" y="1010"/>
                  </a:lnTo>
                  <a:cubicBezTo>
                    <a:pt x="3084" y="1007"/>
                    <a:pt x="3145" y="941"/>
                    <a:pt x="3145" y="862"/>
                  </a:cubicBezTo>
                  <a:cubicBezTo>
                    <a:pt x="3145" y="780"/>
                    <a:pt x="3078" y="713"/>
                    <a:pt x="2996" y="713"/>
                  </a:cubicBezTo>
                  <a:close/>
                  <a:moveTo>
                    <a:pt x="148" y="1400"/>
                  </a:moveTo>
                  <a:cubicBezTo>
                    <a:pt x="66" y="1410"/>
                    <a:pt x="6" y="1485"/>
                    <a:pt x="17" y="1566"/>
                  </a:cubicBezTo>
                  <a:cubicBezTo>
                    <a:pt x="24" y="1635"/>
                    <a:pt x="79" y="1689"/>
                    <a:pt x="148" y="1696"/>
                  </a:cubicBezTo>
                  <a:lnTo>
                    <a:pt x="748" y="1696"/>
                  </a:lnTo>
                  <a:cubicBezTo>
                    <a:pt x="830" y="1696"/>
                    <a:pt x="895" y="1630"/>
                    <a:pt x="895" y="1549"/>
                  </a:cubicBezTo>
                  <a:cubicBezTo>
                    <a:pt x="897" y="1468"/>
                    <a:pt x="833" y="1401"/>
                    <a:pt x="751" y="1400"/>
                  </a:cubicBezTo>
                  <a:close/>
                  <a:moveTo>
                    <a:pt x="1427" y="1400"/>
                  </a:moveTo>
                  <a:cubicBezTo>
                    <a:pt x="1345" y="1409"/>
                    <a:pt x="1287" y="1483"/>
                    <a:pt x="1296" y="1565"/>
                  </a:cubicBezTo>
                  <a:cubicBezTo>
                    <a:pt x="1305" y="1633"/>
                    <a:pt x="1358" y="1687"/>
                    <a:pt x="1427" y="1696"/>
                  </a:cubicBezTo>
                  <a:lnTo>
                    <a:pt x="3005" y="1696"/>
                  </a:lnTo>
                  <a:cubicBezTo>
                    <a:pt x="3084" y="1693"/>
                    <a:pt x="3145" y="1627"/>
                    <a:pt x="3145" y="1549"/>
                  </a:cubicBezTo>
                  <a:cubicBezTo>
                    <a:pt x="3145" y="1467"/>
                    <a:pt x="3078" y="1400"/>
                    <a:pt x="2996" y="1400"/>
                  </a:cubicBezTo>
                  <a:close/>
                  <a:moveTo>
                    <a:pt x="3668" y="1373"/>
                  </a:moveTo>
                  <a:cubicBezTo>
                    <a:pt x="3572" y="1373"/>
                    <a:pt x="3495" y="1449"/>
                    <a:pt x="3493" y="1544"/>
                  </a:cubicBezTo>
                  <a:cubicBezTo>
                    <a:pt x="3492" y="1639"/>
                    <a:pt x="3568" y="1718"/>
                    <a:pt x="3663" y="1718"/>
                  </a:cubicBezTo>
                  <a:lnTo>
                    <a:pt x="3668" y="1718"/>
                  </a:lnTo>
                  <a:cubicBezTo>
                    <a:pt x="3763" y="1718"/>
                    <a:pt x="3839" y="1642"/>
                    <a:pt x="3839" y="1549"/>
                  </a:cubicBezTo>
                  <a:cubicBezTo>
                    <a:pt x="3840" y="1453"/>
                    <a:pt x="3763" y="1374"/>
                    <a:pt x="3668" y="1373"/>
                  </a:cubicBezTo>
                  <a:close/>
                  <a:moveTo>
                    <a:pt x="4184" y="1373"/>
                  </a:moveTo>
                  <a:cubicBezTo>
                    <a:pt x="4089" y="1373"/>
                    <a:pt x="4010" y="1449"/>
                    <a:pt x="4009" y="1544"/>
                  </a:cubicBezTo>
                  <a:cubicBezTo>
                    <a:pt x="4009" y="1639"/>
                    <a:pt x="4084" y="1718"/>
                    <a:pt x="4180" y="1718"/>
                  </a:cubicBezTo>
                  <a:lnTo>
                    <a:pt x="4181" y="1718"/>
                  </a:lnTo>
                  <a:cubicBezTo>
                    <a:pt x="4277" y="1718"/>
                    <a:pt x="4354" y="1642"/>
                    <a:pt x="4355" y="1549"/>
                  </a:cubicBezTo>
                  <a:lnTo>
                    <a:pt x="4354" y="1549"/>
                  </a:lnTo>
                  <a:cubicBezTo>
                    <a:pt x="4355" y="1453"/>
                    <a:pt x="4280" y="1374"/>
                    <a:pt x="4184" y="1373"/>
                  </a:cubicBezTo>
                  <a:close/>
                  <a:moveTo>
                    <a:pt x="4698" y="1373"/>
                  </a:moveTo>
                  <a:cubicBezTo>
                    <a:pt x="4603" y="1373"/>
                    <a:pt x="4524" y="1449"/>
                    <a:pt x="4524" y="1544"/>
                  </a:cubicBezTo>
                  <a:cubicBezTo>
                    <a:pt x="4522" y="1639"/>
                    <a:pt x="4598" y="1718"/>
                    <a:pt x="4693" y="1718"/>
                  </a:cubicBezTo>
                  <a:lnTo>
                    <a:pt x="4698" y="1718"/>
                  </a:lnTo>
                  <a:cubicBezTo>
                    <a:pt x="4792" y="1718"/>
                    <a:pt x="4869" y="1642"/>
                    <a:pt x="4869" y="1549"/>
                  </a:cubicBezTo>
                  <a:cubicBezTo>
                    <a:pt x="4869" y="1453"/>
                    <a:pt x="4793" y="1374"/>
                    <a:pt x="4698" y="1373"/>
                  </a:cubicBezTo>
                  <a:close/>
                  <a:moveTo>
                    <a:pt x="5215" y="1373"/>
                  </a:moveTo>
                  <a:cubicBezTo>
                    <a:pt x="5118" y="1373"/>
                    <a:pt x="5040" y="1449"/>
                    <a:pt x="5039" y="1544"/>
                  </a:cubicBezTo>
                  <a:cubicBezTo>
                    <a:pt x="5037" y="1639"/>
                    <a:pt x="5115" y="1718"/>
                    <a:pt x="5210" y="1718"/>
                  </a:cubicBezTo>
                  <a:lnTo>
                    <a:pt x="5215" y="1718"/>
                  </a:lnTo>
                  <a:cubicBezTo>
                    <a:pt x="5308" y="1718"/>
                    <a:pt x="5384" y="1642"/>
                    <a:pt x="5384" y="1549"/>
                  </a:cubicBezTo>
                  <a:cubicBezTo>
                    <a:pt x="5386" y="1453"/>
                    <a:pt x="5310" y="1374"/>
                    <a:pt x="5215" y="1373"/>
                  </a:cubicBezTo>
                  <a:close/>
                  <a:moveTo>
                    <a:pt x="6243" y="1373"/>
                  </a:moveTo>
                  <a:cubicBezTo>
                    <a:pt x="6148" y="1373"/>
                    <a:pt x="6071" y="1449"/>
                    <a:pt x="6069" y="1544"/>
                  </a:cubicBezTo>
                  <a:cubicBezTo>
                    <a:pt x="6068" y="1639"/>
                    <a:pt x="6145" y="1718"/>
                    <a:pt x="6240" y="1718"/>
                  </a:cubicBezTo>
                  <a:lnTo>
                    <a:pt x="6243" y="1718"/>
                  </a:lnTo>
                  <a:cubicBezTo>
                    <a:pt x="6339" y="1718"/>
                    <a:pt x="6415" y="1642"/>
                    <a:pt x="6415" y="1549"/>
                  </a:cubicBezTo>
                  <a:cubicBezTo>
                    <a:pt x="6416" y="1453"/>
                    <a:pt x="6339" y="1374"/>
                    <a:pt x="6243" y="1373"/>
                  </a:cubicBezTo>
                  <a:close/>
                  <a:moveTo>
                    <a:pt x="5730" y="1373"/>
                  </a:moveTo>
                  <a:cubicBezTo>
                    <a:pt x="5634" y="1373"/>
                    <a:pt x="5557" y="1449"/>
                    <a:pt x="5556" y="1544"/>
                  </a:cubicBezTo>
                  <a:cubicBezTo>
                    <a:pt x="5554" y="1639"/>
                    <a:pt x="5630" y="1718"/>
                    <a:pt x="5725" y="1718"/>
                  </a:cubicBezTo>
                  <a:lnTo>
                    <a:pt x="5728" y="1718"/>
                  </a:lnTo>
                  <a:cubicBezTo>
                    <a:pt x="5730" y="1718"/>
                    <a:pt x="5732" y="1718"/>
                    <a:pt x="5734" y="1718"/>
                  </a:cubicBezTo>
                  <a:cubicBezTo>
                    <a:pt x="5827" y="1718"/>
                    <a:pt x="5903" y="1644"/>
                    <a:pt x="5905" y="1550"/>
                  </a:cubicBezTo>
                  <a:lnTo>
                    <a:pt x="5905" y="1549"/>
                  </a:lnTo>
                  <a:lnTo>
                    <a:pt x="5901" y="1549"/>
                  </a:lnTo>
                  <a:cubicBezTo>
                    <a:pt x="5902" y="1453"/>
                    <a:pt x="5825" y="1374"/>
                    <a:pt x="5730" y="1373"/>
                  </a:cubicBezTo>
                  <a:close/>
                  <a:moveTo>
                    <a:pt x="148" y="2086"/>
                  </a:moveTo>
                  <a:cubicBezTo>
                    <a:pt x="66" y="2088"/>
                    <a:pt x="0" y="2155"/>
                    <a:pt x="0" y="2236"/>
                  </a:cubicBezTo>
                  <a:cubicBezTo>
                    <a:pt x="0" y="2317"/>
                    <a:pt x="66" y="2382"/>
                    <a:pt x="148" y="2382"/>
                  </a:cubicBezTo>
                  <a:lnTo>
                    <a:pt x="749" y="2382"/>
                  </a:lnTo>
                  <a:cubicBezTo>
                    <a:pt x="830" y="2382"/>
                    <a:pt x="895" y="2317"/>
                    <a:pt x="895" y="2236"/>
                  </a:cubicBezTo>
                  <a:cubicBezTo>
                    <a:pt x="895" y="2155"/>
                    <a:pt x="830" y="2088"/>
                    <a:pt x="749" y="2086"/>
                  </a:cubicBezTo>
                  <a:close/>
                  <a:moveTo>
                    <a:pt x="1427" y="2086"/>
                  </a:moveTo>
                  <a:cubicBezTo>
                    <a:pt x="1345" y="2088"/>
                    <a:pt x="1279" y="2153"/>
                    <a:pt x="1279" y="2235"/>
                  </a:cubicBezTo>
                  <a:cubicBezTo>
                    <a:pt x="1279" y="2317"/>
                    <a:pt x="1345" y="2382"/>
                    <a:pt x="1427" y="2382"/>
                  </a:cubicBezTo>
                  <a:lnTo>
                    <a:pt x="3005" y="2382"/>
                  </a:lnTo>
                  <a:cubicBezTo>
                    <a:pt x="3084" y="2379"/>
                    <a:pt x="3145" y="2314"/>
                    <a:pt x="3145" y="2235"/>
                  </a:cubicBezTo>
                  <a:cubicBezTo>
                    <a:pt x="3145" y="2153"/>
                    <a:pt x="3078" y="2086"/>
                    <a:pt x="2996" y="2086"/>
                  </a:cubicBezTo>
                  <a:close/>
                  <a:moveTo>
                    <a:pt x="148" y="2775"/>
                  </a:moveTo>
                  <a:cubicBezTo>
                    <a:pt x="66" y="2775"/>
                    <a:pt x="0" y="2841"/>
                    <a:pt x="0" y="2923"/>
                  </a:cubicBezTo>
                  <a:cubicBezTo>
                    <a:pt x="0" y="3005"/>
                    <a:pt x="66" y="3070"/>
                    <a:pt x="148" y="3072"/>
                  </a:cubicBezTo>
                  <a:lnTo>
                    <a:pt x="749" y="3072"/>
                  </a:lnTo>
                  <a:cubicBezTo>
                    <a:pt x="830" y="3070"/>
                    <a:pt x="895" y="3003"/>
                    <a:pt x="895" y="2923"/>
                  </a:cubicBezTo>
                  <a:cubicBezTo>
                    <a:pt x="895" y="2841"/>
                    <a:pt x="830" y="2775"/>
                    <a:pt x="749" y="2775"/>
                  </a:cubicBezTo>
                  <a:close/>
                  <a:moveTo>
                    <a:pt x="1427" y="2774"/>
                  </a:moveTo>
                  <a:cubicBezTo>
                    <a:pt x="1345" y="2774"/>
                    <a:pt x="1279" y="2841"/>
                    <a:pt x="1279" y="2921"/>
                  </a:cubicBezTo>
                  <a:cubicBezTo>
                    <a:pt x="1279" y="3003"/>
                    <a:pt x="1345" y="3070"/>
                    <a:pt x="1427" y="3072"/>
                  </a:cubicBezTo>
                  <a:lnTo>
                    <a:pt x="3005" y="3072"/>
                  </a:lnTo>
                  <a:cubicBezTo>
                    <a:pt x="3084" y="3067"/>
                    <a:pt x="3145" y="3002"/>
                    <a:pt x="3145" y="2921"/>
                  </a:cubicBezTo>
                  <a:cubicBezTo>
                    <a:pt x="3145" y="2841"/>
                    <a:pt x="3079" y="2774"/>
                    <a:pt x="2998" y="2774"/>
                  </a:cubicBezTo>
                  <a:close/>
                  <a:moveTo>
                    <a:pt x="5426" y="3349"/>
                  </a:moveTo>
                  <a:cubicBezTo>
                    <a:pt x="5332" y="3349"/>
                    <a:pt x="5256" y="3424"/>
                    <a:pt x="5255" y="3518"/>
                  </a:cubicBezTo>
                  <a:cubicBezTo>
                    <a:pt x="5253" y="3614"/>
                    <a:pt x="5329" y="3693"/>
                    <a:pt x="5425" y="3694"/>
                  </a:cubicBezTo>
                  <a:lnTo>
                    <a:pt x="5427" y="3694"/>
                  </a:lnTo>
                  <a:cubicBezTo>
                    <a:pt x="5521" y="3694"/>
                    <a:pt x="5599" y="3618"/>
                    <a:pt x="5600" y="3523"/>
                  </a:cubicBezTo>
                  <a:cubicBezTo>
                    <a:pt x="5602" y="3428"/>
                    <a:pt x="5524" y="3349"/>
                    <a:pt x="5429" y="3349"/>
                  </a:cubicBezTo>
                  <a:cubicBezTo>
                    <a:pt x="5428" y="3349"/>
                    <a:pt x="5427" y="3349"/>
                    <a:pt x="5426" y="3349"/>
                  </a:cubicBezTo>
                  <a:close/>
                  <a:moveTo>
                    <a:pt x="6457" y="3349"/>
                  </a:moveTo>
                  <a:cubicBezTo>
                    <a:pt x="6363" y="3349"/>
                    <a:pt x="6285" y="3424"/>
                    <a:pt x="6285" y="3518"/>
                  </a:cubicBezTo>
                  <a:cubicBezTo>
                    <a:pt x="6284" y="3614"/>
                    <a:pt x="6360" y="3693"/>
                    <a:pt x="6455" y="3694"/>
                  </a:cubicBezTo>
                  <a:lnTo>
                    <a:pt x="6458" y="3694"/>
                  </a:lnTo>
                  <a:cubicBezTo>
                    <a:pt x="6552" y="3694"/>
                    <a:pt x="6629" y="3618"/>
                    <a:pt x="6631" y="3523"/>
                  </a:cubicBezTo>
                  <a:cubicBezTo>
                    <a:pt x="6631" y="3428"/>
                    <a:pt x="6555" y="3349"/>
                    <a:pt x="6459" y="3349"/>
                  </a:cubicBezTo>
                  <a:cubicBezTo>
                    <a:pt x="6458" y="3349"/>
                    <a:pt x="6457" y="3349"/>
                    <a:pt x="6457" y="3349"/>
                  </a:cubicBezTo>
                  <a:close/>
                  <a:moveTo>
                    <a:pt x="6970" y="3349"/>
                  </a:moveTo>
                  <a:cubicBezTo>
                    <a:pt x="6876" y="3349"/>
                    <a:pt x="6799" y="3424"/>
                    <a:pt x="6799" y="3518"/>
                  </a:cubicBezTo>
                  <a:cubicBezTo>
                    <a:pt x="6797" y="3614"/>
                    <a:pt x="6873" y="3693"/>
                    <a:pt x="6969" y="3694"/>
                  </a:cubicBezTo>
                  <a:lnTo>
                    <a:pt x="6973" y="3694"/>
                  </a:lnTo>
                  <a:cubicBezTo>
                    <a:pt x="7067" y="3694"/>
                    <a:pt x="7144" y="3617"/>
                    <a:pt x="7144" y="3523"/>
                  </a:cubicBezTo>
                  <a:cubicBezTo>
                    <a:pt x="7144" y="3428"/>
                    <a:pt x="7068" y="3349"/>
                    <a:pt x="6973" y="3349"/>
                  </a:cubicBezTo>
                  <a:cubicBezTo>
                    <a:pt x="6972" y="3349"/>
                    <a:pt x="6971" y="3349"/>
                    <a:pt x="6970" y="3349"/>
                  </a:cubicBezTo>
                  <a:close/>
                  <a:moveTo>
                    <a:pt x="7487" y="3349"/>
                  </a:moveTo>
                  <a:cubicBezTo>
                    <a:pt x="7393" y="3349"/>
                    <a:pt x="7315" y="3424"/>
                    <a:pt x="7314" y="3518"/>
                  </a:cubicBezTo>
                  <a:cubicBezTo>
                    <a:pt x="7314" y="3614"/>
                    <a:pt x="7390" y="3693"/>
                    <a:pt x="7485" y="3694"/>
                  </a:cubicBezTo>
                  <a:lnTo>
                    <a:pt x="7487" y="3694"/>
                  </a:lnTo>
                  <a:cubicBezTo>
                    <a:pt x="7582" y="3694"/>
                    <a:pt x="7659" y="3618"/>
                    <a:pt x="7659" y="3523"/>
                  </a:cubicBezTo>
                  <a:cubicBezTo>
                    <a:pt x="7661" y="3428"/>
                    <a:pt x="7585" y="3349"/>
                    <a:pt x="7490" y="3349"/>
                  </a:cubicBezTo>
                  <a:cubicBezTo>
                    <a:pt x="7489" y="3349"/>
                    <a:pt x="7488" y="3349"/>
                    <a:pt x="7487" y="3349"/>
                  </a:cubicBezTo>
                  <a:close/>
                  <a:moveTo>
                    <a:pt x="8002" y="3349"/>
                  </a:moveTo>
                  <a:cubicBezTo>
                    <a:pt x="7908" y="3349"/>
                    <a:pt x="7832" y="3424"/>
                    <a:pt x="7831" y="3518"/>
                  </a:cubicBezTo>
                  <a:cubicBezTo>
                    <a:pt x="7829" y="3614"/>
                    <a:pt x="7905" y="3693"/>
                    <a:pt x="8002" y="3694"/>
                  </a:cubicBezTo>
                  <a:lnTo>
                    <a:pt x="8003" y="3694"/>
                  </a:lnTo>
                  <a:cubicBezTo>
                    <a:pt x="8097" y="3694"/>
                    <a:pt x="8175" y="3618"/>
                    <a:pt x="8176" y="3523"/>
                  </a:cubicBezTo>
                  <a:cubicBezTo>
                    <a:pt x="8178" y="3428"/>
                    <a:pt x="8100" y="3349"/>
                    <a:pt x="8005" y="3349"/>
                  </a:cubicBezTo>
                  <a:cubicBezTo>
                    <a:pt x="8004" y="3349"/>
                    <a:pt x="8003" y="3349"/>
                    <a:pt x="8002" y="3349"/>
                  </a:cubicBezTo>
                  <a:close/>
                  <a:moveTo>
                    <a:pt x="5940" y="3349"/>
                  </a:moveTo>
                  <a:cubicBezTo>
                    <a:pt x="5846" y="3349"/>
                    <a:pt x="5770" y="3424"/>
                    <a:pt x="5768" y="3518"/>
                  </a:cubicBezTo>
                  <a:cubicBezTo>
                    <a:pt x="5767" y="3614"/>
                    <a:pt x="5844" y="3693"/>
                    <a:pt x="5940" y="3694"/>
                  </a:cubicBezTo>
                  <a:lnTo>
                    <a:pt x="5943" y="3694"/>
                  </a:lnTo>
                  <a:cubicBezTo>
                    <a:pt x="5944" y="3694"/>
                    <a:pt x="5945" y="3694"/>
                    <a:pt x="5945" y="3694"/>
                  </a:cubicBezTo>
                  <a:cubicBezTo>
                    <a:pt x="6039" y="3694"/>
                    <a:pt x="6115" y="3620"/>
                    <a:pt x="6118" y="3527"/>
                  </a:cubicBezTo>
                  <a:lnTo>
                    <a:pt x="6118" y="3523"/>
                  </a:lnTo>
                  <a:lnTo>
                    <a:pt x="6114" y="3523"/>
                  </a:lnTo>
                  <a:cubicBezTo>
                    <a:pt x="6115" y="3428"/>
                    <a:pt x="6038" y="3349"/>
                    <a:pt x="5943" y="3349"/>
                  </a:cubicBezTo>
                  <a:cubicBezTo>
                    <a:pt x="5942" y="3349"/>
                    <a:pt x="5941" y="3349"/>
                    <a:pt x="5940" y="3349"/>
                  </a:cubicBezTo>
                  <a:close/>
                  <a:moveTo>
                    <a:pt x="148" y="3462"/>
                  </a:moveTo>
                  <a:cubicBezTo>
                    <a:pt x="66" y="3472"/>
                    <a:pt x="6" y="3545"/>
                    <a:pt x="17" y="3627"/>
                  </a:cubicBezTo>
                  <a:cubicBezTo>
                    <a:pt x="26" y="3696"/>
                    <a:pt x="79" y="3751"/>
                    <a:pt x="148" y="3758"/>
                  </a:cubicBezTo>
                  <a:lnTo>
                    <a:pt x="749" y="3758"/>
                  </a:lnTo>
                  <a:cubicBezTo>
                    <a:pt x="830" y="3758"/>
                    <a:pt x="895" y="3693"/>
                    <a:pt x="895" y="3611"/>
                  </a:cubicBezTo>
                  <a:lnTo>
                    <a:pt x="895" y="3609"/>
                  </a:lnTo>
                  <a:cubicBezTo>
                    <a:pt x="895" y="3527"/>
                    <a:pt x="830" y="3462"/>
                    <a:pt x="749" y="3462"/>
                  </a:cubicBezTo>
                  <a:close/>
                  <a:moveTo>
                    <a:pt x="3307" y="3462"/>
                  </a:moveTo>
                  <a:cubicBezTo>
                    <a:pt x="3225" y="3471"/>
                    <a:pt x="3167" y="3545"/>
                    <a:pt x="3178" y="3627"/>
                  </a:cubicBezTo>
                  <a:cubicBezTo>
                    <a:pt x="3185" y="3696"/>
                    <a:pt x="3239" y="3749"/>
                    <a:pt x="3307" y="3758"/>
                  </a:cubicBezTo>
                  <a:lnTo>
                    <a:pt x="4886" y="3758"/>
                  </a:lnTo>
                  <a:cubicBezTo>
                    <a:pt x="4967" y="3758"/>
                    <a:pt x="5034" y="3691"/>
                    <a:pt x="5034" y="3608"/>
                  </a:cubicBezTo>
                  <a:cubicBezTo>
                    <a:pt x="5034" y="3527"/>
                    <a:pt x="4967" y="3462"/>
                    <a:pt x="4886" y="3462"/>
                  </a:cubicBezTo>
                  <a:close/>
                  <a:moveTo>
                    <a:pt x="148" y="4148"/>
                  </a:moveTo>
                  <a:cubicBezTo>
                    <a:pt x="66" y="4159"/>
                    <a:pt x="6" y="4233"/>
                    <a:pt x="17" y="4315"/>
                  </a:cubicBezTo>
                  <a:cubicBezTo>
                    <a:pt x="26" y="4382"/>
                    <a:pt x="79" y="4437"/>
                    <a:pt x="148" y="4445"/>
                  </a:cubicBezTo>
                  <a:lnTo>
                    <a:pt x="749" y="4445"/>
                  </a:lnTo>
                  <a:cubicBezTo>
                    <a:pt x="830" y="4445"/>
                    <a:pt x="895" y="4379"/>
                    <a:pt x="895" y="4297"/>
                  </a:cubicBezTo>
                  <a:lnTo>
                    <a:pt x="895" y="4296"/>
                  </a:lnTo>
                  <a:cubicBezTo>
                    <a:pt x="895" y="4214"/>
                    <a:pt x="830" y="4148"/>
                    <a:pt x="749" y="4148"/>
                  </a:cubicBezTo>
                  <a:close/>
                  <a:moveTo>
                    <a:pt x="3307" y="4148"/>
                  </a:moveTo>
                  <a:cubicBezTo>
                    <a:pt x="3225" y="4157"/>
                    <a:pt x="3167" y="4232"/>
                    <a:pt x="3178" y="4314"/>
                  </a:cubicBezTo>
                  <a:cubicBezTo>
                    <a:pt x="3185" y="4382"/>
                    <a:pt x="3239" y="4436"/>
                    <a:pt x="3307" y="4445"/>
                  </a:cubicBezTo>
                  <a:lnTo>
                    <a:pt x="4886" y="4445"/>
                  </a:lnTo>
                  <a:cubicBezTo>
                    <a:pt x="4967" y="4445"/>
                    <a:pt x="5034" y="4378"/>
                    <a:pt x="5034" y="4296"/>
                  </a:cubicBezTo>
                  <a:cubicBezTo>
                    <a:pt x="5034" y="4214"/>
                    <a:pt x="4967" y="4148"/>
                    <a:pt x="4886" y="4148"/>
                  </a:cubicBezTo>
                  <a:close/>
                  <a:moveTo>
                    <a:pt x="6972" y="4766"/>
                  </a:moveTo>
                  <a:cubicBezTo>
                    <a:pt x="6876" y="4766"/>
                    <a:pt x="6799" y="4844"/>
                    <a:pt x="6799" y="4939"/>
                  </a:cubicBezTo>
                  <a:cubicBezTo>
                    <a:pt x="6799" y="5034"/>
                    <a:pt x="6876" y="5112"/>
                    <a:pt x="6972" y="5112"/>
                  </a:cubicBezTo>
                  <a:lnTo>
                    <a:pt x="6973" y="5112"/>
                  </a:lnTo>
                  <a:cubicBezTo>
                    <a:pt x="7067" y="5112"/>
                    <a:pt x="7144" y="5036"/>
                    <a:pt x="7144" y="4940"/>
                  </a:cubicBezTo>
                  <a:lnTo>
                    <a:pt x="7144" y="4939"/>
                  </a:lnTo>
                  <a:cubicBezTo>
                    <a:pt x="7144" y="4844"/>
                    <a:pt x="7067" y="4766"/>
                    <a:pt x="6972" y="4766"/>
                  </a:cubicBezTo>
                  <a:close/>
                  <a:moveTo>
                    <a:pt x="8003" y="4766"/>
                  </a:moveTo>
                  <a:cubicBezTo>
                    <a:pt x="7908" y="4766"/>
                    <a:pt x="7831" y="4844"/>
                    <a:pt x="7831" y="4939"/>
                  </a:cubicBezTo>
                  <a:cubicBezTo>
                    <a:pt x="7831" y="5034"/>
                    <a:pt x="7908" y="5112"/>
                    <a:pt x="8003" y="5112"/>
                  </a:cubicBezTo>
                  <a:cubicBezTo>
                    <a:pt x="8099" y="5112"/>
                    <a:pt x="8176" y="5034"/>
                    <a:pt x="8176" y="4939"/>
                  </a:cubicBezTo>
                  <a:cubicBezTo>
                    <a:pt x="8176" y="4844"/>
                    <a:pt x="8099" y="4766"/>
                    <a:pt x="8003" y="4766"/>
                  </a:cubicBezTo>
                  <a:close/>
                  <a:moveTo>
                    <a:pt x="5427" y="4766"/>
                  </a:moveTo>
                  <a:cubicBezTo>
                    <a:pt x="5332" y="4766"/>
                    <a:pt x="5255" y="4844"/>
                    <a:pt x="5255" y="4939"/>
                  </a:cubicBezTo>
                  <a:cubicBezTo>
                    <a:pt x="5255" y="5034"/>
                    <a:pt x="5332" y="5112"/>
                    <a:pt x="5427" y="5112"/>
                  </a:cubicBezTo>
                  <a:cubicBezTo>
                    <a:pt x="5428" y="5112"/>
                    <a:pt x="5429" y="5112"/>
                    <a:pt x="5430" y="5112"/>
                  </a:cubicBezTo>
                  <a:cubicBezTo>
                    <a:pt x="5523" y="5112"/>
                    <a:pt x="5599" y="5036"/>
                    <a:pt x="5600" y="4943"/>
                  </a:cubicBezTo>
                  <a:lnTo>
                    <a:pt x="5600" y="4939"/>
                  </a:lnTo>
                  <a:cubicBezTo>
                    <a:pt x="5600" y="4844"/>
                    <a:pt x="5523" y="4766"/>
                    <a:pt x="5427" y="4766"/>
                  </a:cubicBezTo>
                  <a:close/>
                  <a:moveTo>
                    <a:pt x="6458" y="4766"/>
                  </a:moveTo>
                  <a:cubicBezTo>
                    <a:pt x="6361" y="4766"/>
                    <a:pt x="6285" y="4844"/>
                    <a:pt x="6285" y="4939"/>
                  </a:cubicBezTo>
                  <a:cubicBezTo>
                    <a:pt x="6285" y="5034"/>
                    <a:pt x="6363" y="5112"/>
                    <a:pt x="6458" y="5112"/>
                  </a:cubicBezTo>
                  <a:cubicBezTo>
                    <a:pt x="6459" y="5112"/>
                    <a:pt x="6460" y="5112"/>
                    <a:pt x="6461" y="5112"/>
                  </a:cubicBezTo>
                  <a:cubicBezTo>
                    <a:pt x="6553" y="5112"/>
                    <a:pt x="6629" y="5036"/>
                    <a:pt x="6631" y="4943"/>
                  </a:cubicBezTo>
                  <a:lnTo>
                    <a:pt x="6631" y="4939"/>
                  </a:lnTo>
                  <a:cubicBezTo>
                    <a:pt x="6631" y="4844"/>
                    <a:pt x="6553" y="4766"/>
                    <a:pt x="6458" y="4766"/>
                  </a:cubicBezTo>
                  <a:close/>
                  <a:moveTo>
                    <a:pt x="7487" y="4766"/>
                  </a:moveTo>
                  <a:cubicBezTo>
                    <a:pt x="7391" y="4766"/>
                    <a:pt x="7314" y="4844"/>
                    <a:pt x="7314" y="4939"/>
                  </a:cubicBezTo>
                  <a:cubicBezTo>
                    <a:pt x="7314" y="5034"/>
                    <a:pt x="7391" y="5112"/>
                    <a:pt x="7487" y="5112"/>
                  </a:cubicBezTo>
                  <a:cubicBezTo>
                    <a:pt x="7488" y="5112"/>
                    <a:pt x="7489" y="5112"/>
                    <a:pt x="7489" y="5112"/>
                  </a:cubicBezTo>
                  <a:cubicBezTo>
                    <a:pt x="7583" y="5112"/>
                    <a:pt x="7659" y="5036"/>
                    <a:pt x="7659" y="4943"/>
                  </a:cubicBezTo>
                  <a:lnTo>
                    <a:pt x="7659" y="4939"/>
                  </a:lnTo>
                  <a:cubicBezTo>
                    <a:pt x="7659" y="4844"/>
                    <a:pt x="7582" y="4766"/>
                    <a:pt x="7487" y="4766"/>
                  </a:cubicBezTo>
                  <a:close/>
                  <a:moveTo>
                    <a:pt x="5941" y="4766"/>
                  </a:moveTo>
                  <a:cubicBezTo>
                    <a:pt x="5846" y="4766"/>
                    <a:pt x="5768" y="4844"/>
                    <a:pt x="5768" y="4939"/>
                  </a:cubicBezTo>
                  <a:cubicBezTo>
                    <a:pt x="5768" y="5034"/>
                    <a:pt x="5846" y="5112"/>
                    <a:pt x="5941" y="5112"/>
                  </a:cubicBezTo>
                  <a:lnTo>
                    <a:pt x="5943" y="5112"/>
                  </a:lnTo>
                  <a:cubicBezTo>
                    <a:pt x="5945" y="5112"/>
                    <a:pt x="5946" y="5112"/>
                    <a:pt x="5948" y="5112"/>
                  </a:cubicBezTo>
                  <a:cubicBezTo>
                    <a:pt x="6041" y="5112"/>
                    <a:pt x="6115" y="5038"/>
                    <a:pt x="6118" y="4945"/>
                  </a:cubicBezTo>
                  <a:lnTo>
                    <a:pt x="6118" y="4939"/>
                  </a:lnTo>
                  <a:lnTo>
                    <a:pt x="6114" y="4939"/>
                  </a:lnTo>
                  <a:cubicBezTo>
                    <a:pt x="6114" y="4844"/>
                    <a:pt x="6036" y="4766"/>
                    <a:pt x="5941" y="4766"/>
                  </a:cubicBezTo>
                  <a:close/>
                  <a:moveTo>
                    <a:pt x="148" y="4835"/>
                  </a:moveTo>
                  <a:cubicBezTo>
                    <a:pt x="66" y="4845"/>
                    <a:pt x="6" y="4920"/>
                    <a:pt x="17" y="5001"/>
                  </a:cubicBezTo>
                  <a:cubicBezTo>
                    <a:pt x="26" y="5070"/>
                    <a:pt x="79" y="5124"/>
                    <a:pt x="148" y="5131"/>
                  </a:cubicBezTo>
                  <a:lnTo>
                    <a:pt x="749" y="5131"/>
                  </a:lnTo>
                  <a:cubicBezTo>
                    <a:pt x="830" y="5131"/>
                    <a:pt x="895" y="5065"/>
                    <a:pt x="895" y="4984"/>
                  </a:cubicBezTo>
                  <a:lnTo>
                    <a:pt x="895" y="4982"/>
                  </a:lnTo>
                  <a:cubicBezTo>
                    <a:pt x="895" y="4900"/>
                    <a:pt x="830" y="4835"/>
                    <a:pt x="749" y="4835"/>
                  </a:cubicBezTo>
                  <a:close/>
                  <a:moveTo>
                    <a:pt x="3307" y="4835"/>
                  </a:moveTo>
                  <a:cubicBezTo>
                    <a:pt x="3225" y="4844"/>
                    <a:pt x="3167" y="4918"/>
                    <a:pt x="3178" y="5000"/>
                  </a:cubicBezTo>
                  <a:cubicBezTo>
                    <a:pt x="3185" y="5068"/>
                    <a:pt x="3239" y="5122"/>
                    <a:pt x="3307" y="5131"/>
                  </a:cubicBezTo>
                  <a:lnTo>
                    <a:pt x="4886" y="5131"/>
                  </a:lnTo>
                  <a:cubicBezTo>
                    <a:pt x="4967" y="5131"/>
                    <a:pt x="5034" y="5064"/>
                    <a:pt x="5034" y="4982"/>
                  </a:cubicBezTo>
                  <a:cubicBezTo>
                    <a:pt x="5034" y="4900"/>
                    <a:pt x="4967" y="4835"/>
                    <a:pt x="4886"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88;p40">
              <a:extLst>
                <a:ext uri="{FF2B5EF4-FFF2-40B4-BE49-F238E27FC236}">
                  <a16:creationId xmlns:a16="http://schemas.microsoft.com/office/drawing/2014/main" id="{A3E864BC-F3F3-F813-6F66-93904791F42E}"/>
                </a:ext>
              </a:extLst>
            </p:cNvPr>
            <p:cNvSpPr/>
            <p:nvPr/>
          </p:nvSpPr>
          <p:spPr>
            <a:xfrm>
              <a:off x="5427200" y="3575075"/>
              <a:ext cx="204450" cy="128275"/>
            </a:xfrm>
            <a:custGeom>
              <a:avLst/>
              <a:gdLst/>
              <a:ahLst/>
              <a:cxnLst/>
              <a:rect l="l" t="t" r="r" b="b"/>
              <a:pathLst>
                <a:path w="8178" h="5131" extrusionOk="0">
                  <a:moveTo>
                    <a:pt x="1427" y="26"/>
                  </a:moveTo>
                  <a:cubicBezTo>
                    <a:pt x="1345" y="36"/>
                    <a:pt x="1287" y="111"/>
                    <a:pt x="1296" y="193"/>
                  </a:cubicBezTo>
                  <a:cubicBezTo>
                    <a:pt x="1305" y="260"/>
                    <a:pt x="1358" y="315"/>
                    <a:pt x="1427" y="322"/>
                  </a:cubicBezTo>
                  <a:lnTo>
                    <a:pt x="3005" y="322"/>
                  </a:lnTo>
                  <a:cubicBezTo>
                    <a:pt x="3084" y="318"/>
                    <a:pt x="3146" y="251"/>
                    <a:pt x="3145" y="170"/>
                  </a:cubicBezTo>
                  <a:lnTo>
                    <a:pt x="3145" y="170"/>
                  </a:lnTo>
                  <a:lnTo>
                    <a:pt x="3145" y="173"/>
                  </a:lnTo>
                  <a:cubicBezTo>
                    <a:pt x="3145" y="92"/>
                    <a:pt x="3079" y="26"/>
                    <a:pt x="2998" y="26"/>
                  </a:cubicBezTo>
                  <a:close/>
                  <a:moveTo>
                    <a:pt x="148" y="26"/>
                  </a:moveTo>
                  <a:cubicBezTo>
                    <a:pt x="79" y="35"/>
                    <a:pt x="26" y="89"/>
                    <a:pt x="17" y="157"/>
                  </a:cubicBezTo>
                  <a:cubicBezTo>
                    <a:pt x="6" y="239"/>
                    <a:pt x="66" y="313"/>
                    <a:pt x="148" y="324"/>
                  </a:cubicBezTo>
                  <a:lnTo>
                    <a:pt x="749" y="324"/>
                  </a:lnTo>
                  <a:cubicBezTo>
                    <a:pt x="816" y="315"/>
                    <a:pt x="871" y="261"/>
                    <a:pt x="879" y="193"/>
                  </a:cubicBezTo>
                  <a:cubicBezTo>
                    <a:pt x="889" y="111"/>
                    <a:pt x="830" y="36"/>
                    <a:pt x="749" y="26"/>
                  </a:cubicBezTo>
                  <a:close/>
                  <a:moveTo>
                    <a:pt x="3666" y="1"/>
                  </a:moveTo>
                  <a:cubicBezTo>
                    <a:pt x="3571" y="1"/>
                    <a:pt x="3493" y="78"/>
                    <a:pt x="3493" y="173"/>
                  </a:cubicBezTo>
                  <a:cubicBezTo>
                    <a:pt x="3493" y="269"/>
                    <a:pt x="3571" y="346"/>
                    <a:pt x="3666" y="346"/>
                  </a:cubicBezTo>
                  <a:lnTo>
                    <a:pt x="3668" y="346"/>
                  </a:lnTo>
                  <a:cubicBezTo>
                    <a:pt x="3761" y="346"/>
                    <a:pt x="3839" y="269"/>
                    <a:pt x="3839" y="175"/>
                  </a:cubicBezTo>
                  <a:lnTo>
                    <a:pt x="3839" y="173"/>
                  </a:lnTo>
                  <a:cubicBezTo>
                    <a:pt x="3839" y="77"/>
                    <a:pt x="3761" y="1"/>
                    <a:pt x="3666" y="1"/>
                  </a:cubicBezTo>
                  <a:close/>
                  <a:moveTo>
                    <a:pt x="4181" y="1"/>
                  </a:moveTo>
                  <a:cubicBezTo>
                    <a:pt x="4086" y="1"/>
                    <a:pt x="4009" y="78"/>
                    <a:pt x="4009" y="173"/>
                  </a:cubicBezTo>
                  <a:cubicBezTo>
                    <a:pt x="4009" y="269"/>
                    <a:pt x="4086" y="346"/>
                    <a:pt x="4181" y="346"/>
                  </a:cubicBezTo>
                  <a:cubicBezTo>
                    <a:pt x="4277" y="346"/>
                    <a:pt x="4354" y="272"/>
                    <a:pt x="4354" y="176"/>
                  </a:cubicBezTo>
                  <a:lnTo>
                    <a:pt x="4354" y="173"/>
                  </a:lnTo>
                  <a:cubicBezTo>
                    <a:pt x="4354" y="77"/>
                    <a:pt x="4277" y="1"/>
                    <a:pt x="4181" y="1"/>
                  </a:cubicBezTo>
                  <a:close/>
                  <a:moveTo>
                    <a:pt x="4696" y="1"/>
                  </a:moveTo>
                  <a:cubicBezTo>
                    <a:pt x="4601" y="1"/>
                    <a:pt x="4524" y="78"/>
                    <a:pt x="4524" y="173"/>
                  </a:cubicBezTo>
                  <a:cubicBezTo>
                    <a:pt x="4524" y="269"/>
                    <a:pt x="4601" y="346"/>
                    <a:pt x="4696" y="346"/>
                  </a:cubicBezTo>
                  <a:lnTo>
                    <a:pt x="4698" y="346"/>
                  </a:lnTo>
                  <a:cubicBezTo>
                    <a:pt x="4792" y="346"/>
                    <a:pt x="4869" y="269"/>
                    <a:pt x="4869" y="175"/>
                  </a:cubicBezTo>
                  <a:lnTo>
                    <a:pt x="4869" y="173"/>
                  </a:lnTo>
                  <a:cubicBezTo>
                    <a:pt x="4869" y="77"/>
                    <a:pt x="4792" y="1"/>
                    <a:pt x="4696" y="1"/>
                  </a:cubicBezTo>
                  <a:close/>
                  <a:moveTo>
                    <a:pt x="5212" y="1"/>
                  </a:moveTo>
                  <a:cubicBezTo>
                    <a:pt x="5116" y="1"/>
                    <a:pt x="5039" y="78"/>
                    <a:pt x="5039" y="173"/>
                  </a:cubicBezTo>
                  <a:cubicBezTo>
                    <a:pt x="5039" y="269"/>
                    <a:pt x="5116" y="346"/>
                    <a:pt x="5212" y="346"/>
                  </a:cubicBezTo>
                  <a:lnTo>
                    <a:pt x="5215" y="346"/>
                  </a:lnTo>
                  <a:cubicBezTo>
                    <a:pt x="5308" y="346"/>
                    <a:pt x="5384" y="269"/>
                    <a:pt x="5384" y="175"/>
                  </a:cubicBezTo>
                  <a:lnTo>
                    <a:pt x="5384" y="173"/>
                  </a:lnTo>
                  <a:cubicBezTo>
                    <a:pt x="5384" y="77"/>
                    <a:pt x="5307" y="1"/>
                    <a:pt x="5212" y="1"/>
                  </a:cubicBezTo>
                  <a:close/>
                  <a:moveTo>
                    <a:pt x="6242" y="1"/>
                  </a:moveTo>
                  <a:cubicBezTo>
                    <a:pt x="6147" y="1"/>
                    <a:pt x="6069" y="78"/>
                    <a:pt x="6069" y="173"/>
                  </a:cubicBezTo>
                  <a:cubicBezTo>
                    <a:pt x="6069" y="269"/>
                    <a:pt x="6147" y="346"/>
                    <a:pt x="6242" y="346"/>
                  </a:cubicBezTo>
                  <a:lnTo>
                    <a:pt x="6243" y="346"/>
                  </a:lnTo>
                  <a:cubicBezTo>
                    <a:pt x="6339" y="346"/>
                    <a:pt x="6415" y="269"/>
                    <a:pt x="6415" y="175"/>
                  </a:cubicBezTo>
                  <a:lnTo>
                    <a:pt x="6415" y="173"/>
                  </a:lnTo>
                  <a:cubicBezTo>
                    <a:pt x="6415" y="77"/>
                    <a:pt x="6337" y="1"/>
                    <a:pt x="6242" y="1"/>
                  </a:cubicBezTo>
                  <a:close/>
                  <a:moveTo>
                    <a:pt x="5728" y="1"/>
                  </a:moveTo>
                  <a:cubicBezTo>
                    <a:pt x="5633" y="1"/>
                    <a:pt x="5556" y="78"/>
                    <a:pt x="5556" y="173"/>
                  </a:cubicBezTo>
                  <a:cubicBezTo>
                    <a:pt x="5556" y="269"/>
                    <a:pt x="5633" y="346"/>
                    <a:pt x="5728" y="346"/>
                  </a:cubicBezTo>
                  <a:cubicBezTo>
                    <a:pt x="5730" y="346"/>
                    <a:pt x="5732" y="346"/>
                    <a:pt x="5734" y="346"/>
                  </a:cubicBezTo>
                  <a:cubicBezTo>
                    <a:pt x="5825" y="346"/>
                    <a:pt x="5901" y="274"/>
                    <a:pt x="5905" y="181"/>
                  </a:cubicBezTo>
                  <a:lnTo>
                    <a:pt x="5905" y="170"/>
                  </a:lnTo>
                  <a:lnTo>
                    <a:pt x="5901" y="173"/>
                  </a:lnTo>
                  <a:cubicBezTo>
                    <a:pt x="5901" y="77"/>
                    <a:pt x="5824" y="1"/>
                    <a:pt x="5728" y="1"/>
                  </a:cubicBezTo>
                  <a:close/>
                  <a:moveTo>
                    <a:pt x="1427" y="712"/>
                  </a:moveTo>
                  <a:cubicBezTo>
                    <a:pt x="1345" y="723"/>
                    <a:pt x="1287" y="797"/>
                    <a:pt x="1296" y="879"/>
                  </a:cubicBezTo>
                  <a:cubicBezTo>
                    <a:pt x="1305" y="948"/>
                    <a:pt x="1358" y="1001"/>
                    <a:pt x="1427" y="1009"/>
                  </a:cubicBezTo>
                  <a:lnTo>
                    <a:pt x="3005" y="1009"/>
                  </a:lnTo>
                  <a:cubicBezTo>
                    <a:pt x="3084" y="1004"/>
                    <a:pt x="3146" y="937"/>
                    <a:pt x="3145" y="858"/>
                  </a:cubicBezTo>
                  <a:lnTo>
                    <a:pt x="3145" y="858"/>
                  </a:lnTo>
                  <a:lnTo>
                    <a:pt x="3145" y="860"/>
                  </a:lnTo>
                  <a:cubicBezTo>
                    <a:pt x="3145" y="778"/>
                    <a:pt x="3079" y="712"/>
                    <a:pt x="2998" y="712"/>
                  </a:cubicBezTo>
                  <a:close/>
                  <a:moveTo>
                    <a:pt x="148" y="714"/>
                  </a:moveTo>
                  <a:cubicBezTo>
                    <a:pt x="66" y="723"/>
                    <a:pt x="6" y="797"/>
                    <a:pt x="17" y="879"/>
                  </a:cubicBezTo>
                  <a:cubicBezTo>
                    <a:pt x="26" y="948"/>
                    <a:pt x="79" y="1001"/>
                    <a:pt x="148" y="1010"/>
                  </a:cubicBezTo>
                  <a:lnTo>
                    <a:pt x="749" y="1010"/>
                  </a:lnTo>
                  <a:cubicBezTo>
                    <a:pt x="830" y="1010"/>
                    <a:pt x="895" y="943"/>
                    <a:pt x="895" y="863"/>
                  </a:cubicBezTo>
                  <a:lnTo>
                    <a:pt x="895" y="860"/>
                  </a:lnTo>
                  <a:cubicBezTo>
                    <a:pt x="895" y="779"/>
                    <a:pt x="830" y="714"/>
                    <a:pt x="749" y="714"/>
                  </a:cubicBezTo>
                  <a:close/>
                  <a:moveTo>
                    <a:pt x="1427" y="1399"/>
                  </a:moveTo>
                  <a:cubicBezTo>
                    <a:pt x="1345" y="1409"/>
                    <a:pt x="1287" y="1484"/>
                    <a:pt x="1296" y="1566"/>
                  </a:cubicBezTo>
                  <a:cubicBezTo>
                    <a:pt x="1305" y="1634"/>
                    <a:pt x="1358" y="1688"/>
                    <a:pt x="1427" y="1695"/>
                  </a:cubicBezTo>
                  <a:lnTo>
                    <a:pt x="3005" y="1695"/>
                  </a:lnTo>
                  <a:cubicBezTo>
                    <a:pt x="3084" y="1691"/>
                    <a:pt x="3146" y="1625"/>
                    <a:pt x="3145" y="1545"/>
                  </a:cubicBezTo>
                  <a:lnTo>
                    <a:pt x="3145" y="1545"/>
                  </a:lnTo>
                  <a:lnTo>
                    <a:pt x="3145" y="1546"/>
                  </a:lnTo>
                  <a:cubicBezTo>
                    <a:pt x="3145" y="1466"/>
                    <a:pt x="3079" y="1399"/>
                    <a:pt x="2998" y="1399"/>
                  </a:cubicBezTo>
                  <a:close/>
                  <a:moveTo>
                    <a:pt x="148" y="1400"/>
                  </a:moveTo>
                  <a:cubicBezTo>
                    <a:pt x="66" y="1409"/>
                    <a:pt x="6" y="1484"/>
                    <a:pt x="17" y="1566"/>
                  </a:cubicBezTo>
                  <a:cubicBezTo>
                    <a:pt x="26" y="1634"/>
                    <a:pt x="79" y="1688"/>
                    <a:pt x="148" y="1697"/>
                  </a:cubicBezTo>
                  <a:lnTo>
                    <a:pt x="749" y="1697"/>
                  </a:lnTo>
                  <a:cubicBezTo>
                    <a:pt x="830" y="1697"/>
                    <a:pt x="895" y="1631"/>
                    <a:pt x="895" y="1549"/>
                  </a:cubicBezTo>
                  <a:lnTo>
                    <a:pt x="895" y="1548"/>
                  </a:lnTo>
                  <a:cubicBezTo>
                    <a:pt x="895" y="1466"/>
                    <a:pt x="830" y="1400"/>
                    <a:pt x="749" y="1400"/>
                  </a:cubicBezTo>
                  <a:close/>
                  <a:moveTo>
                    <a:pt x="3666" y="1374"/>
                  </a:moveTo>
                  <a:cubicBezTo>
                    <a:pt x="3571" y="1374"/>
                    <a:pt x="3493" y="1451"/>
                    <a:pt x="3493" y="1546"/>
                  </a:cubicBezTo>
                  <a:cubicBezTo>
                    <a:pt x="3493" y="1642"/>
                    <a:pt x="3571" y="1719"/>
                    <a:pt x="3666" y="1719"/>
                  </a:cubicBezTo>
                  <a:lnTo>
                    <a:pt x="3668" y="1719"/>
                  </a:lnTo>
                  <a:cubicBezTo>
                    <a:pt x="3761" y="1719"/>
                    <a:pt x="3839" y="1643"/>
                    <a:pt x="3839" y="1548"/>
                  </a:cubicBezTo>
                  <a:lnTo>
                    <a:pt x="3839" y="1546"/>
                  </a:lnTo>
                  <a:cubicBezTo>
                    <a:pt x="3839" y="1451"/>
                    <a:pt x="3761" y="1374"/>
                    <a:pt x="3666" y="1374"/>
                  </a:cubicBezTo>
                  <a:close/>
                  <a:moveTo>
                    <a:pt x="4696" y="1374"/>
                  </a:moveTo>
                  <a:cubicBezTo>
                    <a:pt x="4601" y="1374"/>
                    <a:pt x="4524" y="1451"/>
                    <a:pt x="4524" y="1546"/>
                  </a:cubicBezTo>
                  <a:cubicBezTo>
                    <a:pt x="4524" y="1642"/>
                    <a:pt x="4601" y="1719"/>
                    <a:pt x="4696" y="1719"/>
                  </a:cubicBezTo>
                  <a:lnTo>
                    <a:pt x="4698" y="1719"/>
                  </a:lnTo>
                  <a:cubicBezTo>
                    <a:pt x="4792" y="1719"/>
                    <a:pt x="4869" y="1643"/>
                    <a:pt x="4869" y="1548"/>
                  </a:cubicBezTo>
                  <a:lnTo>
                    <a:pt x="4869" y="1546"/>
                  </a:lnTo>
                  <a:cubicBezTo>
                    <a:pt x="4869" y="1451"/>
                    <a:pt x="4792" y="1374"/>
                    <a:pt x="4696" y="1374"/>
                  </a:cubicBezTo>
                  <a:close/>
                  <a:moveTo>
                    <a:pt x="5212" y="1374"/>
                  </a:moveTo>
                  <a:cubicBezTo>
                    <a:pt x="5116" y="1374"/>
                    <a:pt x="5039" y="1451"/>
                    <a:pt x="5039" y="1546"/>
                  </a:cubicBezTo>
                  <a:cubicBezTo>
                    <a:pt x="5039" y="1642"/>
                    <a:pt x="5116" y="1719"/>
                    <a:pt x="5212" y="1719"/>
                  </a:cubicBezTo>
                  <a:lnTo>
                    <a:pt x="5215" y="1719"/>
                  </a:lnTo>
                  <a:cubicBezTo>
                    <a:pt x="5308" y="1719"/>
                    <a:pt x="5384" y="1643"/>
                    <a:pt x="5384" y="1548"/>
                  </a:cubicBezTo>
                  <a:lnTo>
                    <a:pt x="5384" y="1546"/>
                  </a:lnTo>
                  <a:cubicBezTo>
                    <a:pt x="5384" y="1451"/>
                    <a:pt x="5307" y="1374"/>
                    <a:pt x="5212" y="1374"/>
                  </a:cubicBezTo>
                  <a:close/>
                  <a:moveTo>
                    <a:pt x="6242" y="1374"/>
                  </a:moveTo>
                  <a:cubicBezTo>
                    <a:pt x="6147" y="1374"/>
                    <a:pt x="6069" y="1451"/>
                    <a:pt x="6069" y="1546"/>
                  </a:cubicBezTo>
                  <a:cubicBezTo>
                    <a:pt x="6069" y="1642"/>
                    <a:pt x="6147" y="1719"/>
                    <a:pt x="6242" y="1719"/>
                  </a:cubicBezTo>
                  <a:lnTo>
                    <a:pt x="6243" y="1719"/>
                  </a:lnTo>
                  <a:cubicBezTo>
                    <a:pt x="6339" y="1719"/>
                    <a:pt x="6415" y="1643"/>
                    <a:pt x="6415" y="1548"/>
                  </a:cubicBezTo>
                  <a:lnTo>
                    <a:pt x="6415" y="1546"/>
                  </a:lnTo>
                  <a:cubicBezTo>
                    <a:pt x="6415" y="1451"/>
                    <a:pt x="6337" y="1374"/>
                    <a:pt x="6242" y="1374"/>
                  </a:cubicBezTo>
                  <a:close/>
                  <a:moveTo>
                    <a:pt x="4181" y="1374"/>
                  </a:moveTo>
                  <a:cubicBezTo>
                    <a:pt x="4086" y="1374"/>
                    <a:pt x="4009" y="1451"/>
                    <a:pt x="4009" y="1546"/>
                  </a:cubicBezTo>
                  <a:cubicBezTo>
                    <a:pt x="4009" y="1642"/>
                    <a:pt x="4086" y="1719"/>
                    <a:pt x="4181" y="1719"/>
                  </a:cubicBezTo>
                  <a:cubicBezTo>
                    <a:pt x="4182" y="1719"/>
                    <a:pt x="4183" y="1719"/>
                    <a:pt x="4184" y="1719"/>
                  </a:cubicBezTo>
                  <a:cubicBezTo>
                    <a:pt x="4278" y="1719"/>
                    <a:pt x="4354" y="1644"/>
                    <a:pt x="4354" y="1551"/>
                  </a:cubicBezTo>
                  <a:lnTo>
                    <a:pt x="4354" y="1546"/>
                  </a:lnTo>
                  <a:cubicBezTo>
                    <a:pt x="4354" y="1451"/>
                    <a:pt x="4277" y="1374"/>
                    <a:pt x="4181" y="1374"/>
                  </a:cubicBezTo>
                  <a:close/>
                  <a:moveTo>
                    <a:pt x="5728" y="1374"/>
                  </a:moveTo>
                  <a:cubicBezTo>
                    <a:pt x="5633" y="1374"/>
                    <a:pt x="5556" y="1451"/>
                    <a:pt x="5556" y="1546"/>
                  </a:cubicBezTo>
                  <a:cubicBezTo>
                    <a:pt x="5556" y="1642"/>
                    <a:pt x="5633" y="1719"/>
                    <a:pt x="5728" y="1719"/>
                  </a:cubicBezTo>
                  <a:cubicBezTo>
                    <a:pt x="5730" y="1719"/>
                    <a:pt x="5732" y="1719"/>
                    <a:pt x="5734" y="1719"/>
                  </a:cubicBezTo>
                  <a:cubicBezTo>
                    <a:pt x="5825" y="1719"/>
                    <a:pt x="5901" y="1647"/>
                    <a:pt x="5905" y="1555"/>
                  </a:cubicBezTo>
                  <a:lnTo>
                    <a:pt x="5905" y="1545"/>
                  </a:lnTo>
                  <a:lnTo>
                    <a:pt x="5901" y="1546"/>
                  </a:lnTo>
                  <a:cubicBezTo>
                    <a:pt x="5901" y="1451"/>
                    <a:pt x="5824" y="1374"/>
                    <a:pt x="5728" y="1374"/>
                  </a:cubicBezTo>
                  <a:close/>
                  <a:moveTo>
                    <a:pt x="148" y="2087"/>
                  </a:moveTo>
                  <a:cubicBezTo>
                    <a:pt x="66" y="2097"/>
                    <a:pt x="6" y="2170"/>
                    <a:pt x="17" y="2252"/>
                  </a:cubicBezTo>
                  <a:cubicBezTo>
                    <a:pt x="24" y="2320"/>
                    <a:pt x="79" y="2376"/>
                    <a:pt x="148" y="2383"/>
                  </a:cubicBezTo>
                  <a:lnTo>
                    <a:pt x="748" y="2383"/>
                  </a:lnTo>
                  <a:cubicBezTo>
                    <a:pt x="827" y="2383"/>
                    <a:pt x="892" y="2320"/>
                    <a:pt x="895" y="2243"/>
                  </a:cubicBezTo>
                  <a:lnTo>
                    <a:pt x="895" y="2236"/>
                  </a:lnTo>
                  <a:cubicBezTo>
                    <a:pt x="897" y="2155"/>
                    <a:pt x="833" y="2088"/>
                    <a:pt x="751" y="2087"/>
                  </a:cubicBezTo>
                  <a:close/>
                  <a:moveTo>
                    <a:pt x="1427" y="2087"/>
                  </a:moveTo>
                  <a:cubicBezTo>
                    <a:pt x="1345" y="2096"/>
                    <a:pt x="1287" y="2170"/>
                    <a:pt x="1296" y="2252"/>
                  </a:cubicBezTo>
                  <a:cubicBezTo>
                    <a:pt x="1305" y="2320"/>
                    <a:pt x="1358" y="2374"/>
                    <a:pt x="1427" y="2383"/>
                  </a:cubicBezTo>
                  <a:lnTo>
                    <a:pt x="3005" y="2383"/>
                  </a:lnTo>
                  <a:cubicBezTo>
                    <a:pt x="3081" y="2380"/>
                    <a:pt x="3142" y="2318"/>
                    <a:pt x="3145" y="2242"/>
                  </a:cubicBezTo>
                  <a:lnTo>
                    <a:pt x="3145" y="2236"/>
                  </a:lnTo>
                  <a:cubicBezTo>
                    <a:pt x="3145" y="2152"/>
                    <a:pt x="3078" y="2087"/>
                    <a:pt x="2996" y="2087"/>
                  </a:cubicBezTo>
                  <a:close/>
                  <a:moveTo>
                    <a:pt x="148" y="2773"/>
                  </a:moveTo>
                  <a:cubicBezTo>
                    <a:pt x="66" y="2784"/>
                    <a:pt x="6" y="2858"/>
                    <a:pt x="17" y="2940"/>
                  </a:cubicBezTo>
                  <a:cubicBezTo>
                    <a:pt x="24" y="3007"/>
                    <a:pt x="79" y="3062"/>
                    <a:pt x="148" y="3069"/>
                  </a:cubicBezTo>
                  <a:lnTo>
                    <a:pt x="748" y="3069"/>
                  </a:lnTo>
                  <a:cubicBezTo>
                    <a:pt x="830" y="3069"/>
                    <a:pt x="895" y="3004"/>
                    <a:pt x="895" y="2922"/>
                  </a:cubicBezTo>
                  <a:cubicBezTo>
                    <a:pt x="897" y="2842"/>
                    <a:pt x="833" y="2775"/>
                    <a:pt x="751" y="2773"/>
                  </a:cubicBezTo>
                  <a:close/>
                  <a:moveTo>
                    <a:pt x="1427" y="2773"/>
                  </a:moveTo>
                  <a:cubicBezTo>
                    <a:pt x="1345" y="2782"/>
                    <a:pt x="1287" y="2857"/>
                    <a:pt x="1296" y="2938"/>
                  </a:cubicBezTo>
                  <a:cubicBezTo>
                    <a:pt x="1305" y="3007"/>
                    <a:pt x="1358" y="3060"/>
                    <a:pt x="1427" y="3069"/>
                  </a:cubicBezTo>
                  <a:lnTo>
                    <a:pt x="3005" y="3069"/>
                  </a:lnTo>
                  <a:cubicBezTo>
                    <a:pt x="3084" y="3065"/>
                    <a:pt x="3146" y="2999"/>
                    <a:pt x="3145" y="2921"/>
                  </a:cubicBezTo>
                  <a:lnTo>
                    <a:pt x="3145" y="2921"/>
                  </a:lnTo>
                  <a:lnTo>
                    <a:pt x="3145" y="2922"/>
                  </a:lnTo>
                  <a:cubicBezTo>
                    <a:pt x="3145" y="2840"/>
                    <a:pt x="3078" y="2773"/>
                    <a:pt x="2996" y="2773"/>
                  </a:cubicBezTo>
                  <a:close/>
                  <a:moveTo>
                    <a:pt x="6972" y="3348"/>
                  </a:moveTo>
                  <a:cubicBezTo>
                    <a:pt x="6876" y="3348"/>
                    <a:pt x="6799" y="3425"/>
                    <a:pt x="6799" y="3521"/>
                  </a:cubicBezTo>
                  <a:cubicBezTo>
                    <a:pt x="6799" y="3616"/>
                    <a:pt x="6876" y="3693"/>
                    <a:pt x="6972" y="3693"/>
                  </a:cubicBezTo>
                  <a:lnTo>
                    <a:pt x="6973" y="3693"/>
                  </a:lnTo>
                  <a:cubicBezTo>
                    <a:pt x="7067" y="3693"/>
                    <a:pt x="7144" y="3617"/>
                    <a:pt x="7144" y="3524"/>
                  </a:cubicBezTo>
                  <a:lnTo>
                    <a:pt x="7144" y="3521"/>
                  </a:lnTo>
                  <a:cubicBezTo>
                    <a:pt x="7144" y="3425"/>
                    <a:pt x="7067" y="3348"/>
                    <a:pt x="6972" y="3348"/>
                  </a:cubicBezTo>
                  <a:close/>
                  <a:moveTo>
                    <a:pt x="8003" y="3348"/>
                  </a:moveTo>
                  <a:cubicBezTo>
                    <a:pt x="7908" y="3348"/>
                    <a:pt x="7831" y="3425"/>
                    <a:pt x="7831" y="3521"/>
                  </a:cubicBezTo>
                  <a:cubicBezTo>
                    <a:pt x="7831" y="3616"/>
                    <a:pt x="7908" y="3693"/>
                    <a:pt x="8003" y="3693"/>
                  </a:cubicBezTo>
                  <a:cubicBezTo>
                    <a:pt x="8099" y="3693"/>
                    <a:pt x="8176" y="3616"/>
                    <a:pt x="8176" y="3521"/>
                  </a:cubicBezTo>
                  <a:cubicBezTo>
                    <a:pt x="8176" y="3425"/>
                    <a:pt x="8099" y="3348"/>
                    <a:pt x="8003" y="3348"/>
                  </a:cubicBezTo>
                  <a:close/>
                  <a:moveTo>
                    <a:pt x="5427" y="3348"/>
                  </a:moveTo>
                  <a:cubicBezTo>
                    <a:pt x="5332" y="3348"/>
                    <a:pt x="5255" y="3425"/>
                    <a:pt x="5255" y="3521"/>
                  </a:cubicBezTo>
                  <a:cubicBezTo>
                    <a:pt x="5255" y="3616"/>
                    <a:pt x="5332" y="3693"/>
                    <a:pt x="5427" y="3693"/>
                  </a:cubicBezTo>
                  <a:cubicBezTo>
                    <a:pt x="5428" y="3693"/>
                    <a:pt x="5429" y="3693"/>
                    <a:pt x="5430" y="3693"/>
                  </a:cubicBezTo>
                  <a:cubicBezTo>
                    <a:pt x="5523" y="3693"/>
                    <a:pt x="5599" y="3618"/>
                    <a:pt x="5600" y="3525"/>
                  </a:cubicBezTo>
                  <a:lnTo>
                    <a:pt x="5600" y="3521"/>
                  </a:lnTo>
                  <a:cubicBezTo>
                    <a:pt x="5600" y="3425"/>
                    <a:pt x="5523" y="3348"/>
                    <a:pt x="5427" y="3348"/>
                  </a:cubicBezTo>
                  <a:close/>
                  <a:moveTo>
                    <a:pt x="6458" y="3348"/>
                  </a:moveTo>
                  <a:cubicBezTo>
                    <a:pt x="6363" y="3348"/>
                    <a:pt x="6285" y="3425"/>
                    <a:pt x="6285" y="3521"/>
                  </a:cubicBezTo>
                  <a:cubicBezTo>
                    <a:pt x="6285" y="3616"/>
                    <a:pt x="6363" y="3693"/>
                    <a:pt x="6458" y="3693"/>
                  </a:cubicBezTo>
                  <a:cubicBezTo>
                    <a:pt x="6459" y="3693"/>
                    <a:pt x="6460" y="3693"/>
                    <a:pt x="6461" y="3693"/>
                  </a:cubicBezTo>
                  <a:cubicBezTo>
                    <a:pt x="6553" y="3693"/>
                    <a:pt x="6629" y="3618"/>
                    <a:pt x="6631" y="3525"/>
                  </a:cubicBezTo>
                  <a:lnTo>
                    <a:pt x="6631" y="3521"/>
                  </a:lnTo>
                  <a:cubicBezTo>
                    <a:pt x="6631" y="3425"/>
                    <a:pt x="6553" y="3348"/>
                    <a:pt x="6458" y="3348"/>
                  </a:cubicBezTo>
                  <a:close/>
                  <a:moveTo>
                    <a:pt x="7487" y="3348"/>
                  </a:moveTo>
                  <a:cubicBezTo>
                    <a:pt x="7391" y="3348"/>
                    <a:pt x="7314" y="3425"/>
                    <a:pt x="7314" y="3521"/>
                  </a:cubicBezTo>
                  <a:cubicBezTo>
                    <a:pt x="7314" y="3616"/>
                    <a:pt x="7391" y="3693"/>
                    <a:pt x="7487" y="3693"/>
                  </a:cubicBezTo>
                  <a:cubicBezTo>
                    <a:pt x="7488" y="3693"/>
                    <a:pt x="7489" y="3693"/>
                    <a:pt x="7489" y="3693"/>
                  </a:cubicBezTo>
                  <a:cubicBezTo>
                    <a:pt x="7583" y="3693"/>
                    <a:pt x="7659" y="3618"/>
                    <a:pt x="7659" y="3525"/>
                  </a:cubicBezTo>
                  <a:lnTo>
                    <a:pt x="7659" y="3521"/>
                  </a:lnTo>
                  <a:cubicBezTo>
                    <a:pt x="7659" y="3425"/>
                    <a:pt x="7582" y="3348"/>
                    <a:pt x="7487" y="3348"/>
                  </a:cubicBezTo>
                  <a:close/>
                  <a:moveTo>
                    <a:pt x="5941" y="3348"/>
                  </a:moveTo>
                  <a:cubicBezTo>
                    <a:pt x="5846" y="3348"/>
                    <a:pt x="5768" y="3425"/>
                    <a:pt x="5768" y="3521"/>
                  </a:cubicBezTo>
                  <a:cubicBezTo>
                    <a:pt x="5768" y="3616"/>
                    <a:pt x="5846" y="3693"/>
                    <a:pt x="5941" y="3693"/>
                  </a:cubicBezTo>
                  <a:lnTo>
                    <a:pt x="5943" y="3693"/>
                  </a:lnTo>
                  <a:cubicBezTo>
                    <a:pt x="5945" y="3693"/>
                    <a:pt x="5946" y="3693"/>
                    <a:pt x="5948" y="3693"/>
                  </a:cubicBezTo>
                  <a:cubicBezTo>
                    <a:pt x="6041" y="3693"/>
                    <a:pt x="6115" y="3620"/>
                    <a:pt x="6118" y="3528"/>
                  </a:cubicBezTo>
                  <a:lnTo>
                    <a:pt x="6118" y="3521"/>
                  </a:lnTo>
                  <a:lnTo>
                    <a:pt x="6114" y="3521"/>
                  </a:lnTo>
                  <a:cubicBezTo>
                    <a:pt x="6114" y="3425"/>
                    <a:pt x="6036" y="3348"/>
                    <a:pt x="5941" y="3348"/>
                  </a:cubicBezTo>
                  <a:close/>
                  <a:moveTo>
                    <a:pt x="148" y="3460"/>
                  </a:moveTo>
                  <a:cubicBezTo>
                    <a:pt x="66" y="3470"/>
                    <a:pt x="6" y="3544"/>
                    <a:pt x="17" y="3626"/>
                  </a:cubicBezTo>
                  <a:cubicBezTo>
                    <a:pt x="24" y="3695"/>
                    <a:pt x="79" y="3748"/>
                    <a:pt x="148" y="3756"/>
                  </a:cubicBezTo>
                  <a:lnTo>
                    <a:pt x="748" y="3756"/>
                  </a:lnTo>
                  <a:cubicBezTo>
                    <a:pt x="830" y="3756"/>
                    <a:pt x="895" y="3690"/>
                    <a:pt x="895" y="3608"/>
                  </a:cubicBezTo>
                  <a:cubicBezTo>
                    <a:pt x="897" y="3528"/>
                    <a:pt x="833" y="3461"/>
                    <a:pt x="751" y="3460"/>
                  </a:cubicBezTo>
                  <a:close/>
                  <a:moveTo>
                    <a:pt x="3307" y="3460"/>
                  </a:moveTo>
                  <a:cubicBezTo>
                    <a:pt x="3225" y="3468"/>
                    <a:pt x="3167" y="3543"/>
                    <a:pt x="3178" y="3625"/>
                  </a:cubicBezTo>
                  <a:cubicBezTo>
                    <a:pt x="3185" y="3693"/>
                    <a:pt x="3239" y="3747"/>
                    <a:pt x="3307" y="3756"/>
                  </a:cubicBezTo>
                  <a:lnTo>
                    <a:pt x="4886" y="3756"/>
                  </a:lnTo>
                  <a:cubicBezTo>
                    <a:pt x="4967" y="3756"/>
                    <a:pt x="5034" y="3689"/>
                    <a:pt x="5034" y="3608"/>
                  </a:cubicBezTo>
                  <a:lnTo>
                    <a:pt x="5034" y="3608"/>
                  </a:lnTo>
                  <a:cubicBezTo>
                    <a:pt x="5034" y="3608"/>
                    <a:pt x="5034" y="3608"/>
                    <a:pt x="5034" y="3608"/>
                  </a:cubicBezTo>
                  <a:lnTo>
                    <a:pt x="5034" y="3607"/>
                  </a:lnTo>
                  <a:cubicBezTo>
                    <a:pt x="5034" y="3607"/>
                    <a:pt x="5034" y="3607"/>
                    <a:pt x="5034" y="3608"/>
                  </a:cubicBezTo>
                  <a:cubicBezTo>
                    <a:pt x="5034" y="3526"/>
                    <a:pt x="4967" y="3460"/>
                    <a:pt x="4886" y="3460"/>
                  </a:cubicBezTo>
                  <a:close/>
                  <a:moveTo>
                    <a:pt x="148" y="4146"/>
                  </a:moveTo>
                  <a:cubicBezTo>
                    <a:pt x="66" y="4156"/>
                    <a:pt x="6" y="4231"/>
                    <a:pt x="17" y="4313"/>
                  </a:cubicBezTo>
                  <a:cubicBezTo>
                    <a:pt x="24" y="4381"/>
                    <a:pt x="79" y="4435"/>
                    <a:pt x="148" y="4442"/>
                  </a:cubicBezTo>
                  <a:lnTo>
                    <a:pt x="748" y="4442"/>
                  </a:lnTo>
                  <a:cubicBezTo>
                    <a:pt x="830" y="4442"/>
                    <a:pt x="895" y="4377"/>
                    <a:pt x="895" y="4296"/>
                  </a:cubicBezTo>
                  <a:cubicBezTo>
                    <a:pt x="897" y="4214"/>
                    <a:pt x="833" y="4147"/>
                    <a:pt x="751" y="4146"/>
                  </a:cubicBezTo>
                  <a:close/>
                  <a:moveTo>
                    <a:pt x="3307" y="4146"/>
                  </a:moveTo>
                  <a:cubicBezTo>
                    <a:pt x="3225" y="4156"/>
                    <a:pt x="3167" y="4229"/>
                    <a:pt x="3178" y="4311"/>
                  </a:cubicBezTo>
                  <a:cubicBezTo>
                    <a:pt x="3185" y="4380"/>
                    <a:pt x="3239" y="4435"/>
                    <a:pt x="3307" y="4442"/>
                  </a:cubicBezTo>
                  <a:lnTo>
                    <a:pt x="4886" y="4442"/>
                  </a:lnTo>
                  <a:cubicBezTo>
                    <a:pt x="4967" y="4442"/>
                    <a:pt x="5034" y="4376"/>
                    <a:pt x="5034" y="4294"/>
                  </a:cubicBezTo>
                  <a:lnTo>
                    <a:pt x="5034" y="4294"/>
                  </a:lnTo>
                  <a:cubicBezTo>
                    <a:pt x="5034" y="4294"/>
                    <a:pt x="5034" y="4295"/>
                    <a:pt x="5034" y="4295"/>
                  </a:cubicBezTo>
                  <a:lnTo>
                    <a:pt x="5034" y="4293"/>
                  </a:lnTo>
                  <a:cubicBezTo>
                    <a:pt x="5034" y="4294"/>
                    <a:pt x="5034" y="4294"/>
                    <a:pt x="5034" y="4294"/>
                  </a:cubicBezTo>
                  <a:lnTo>
                    <a:pt x="5034" y="4294"/>
                  </a:lnTo>
                  <a:cubicBezTo>
                    <a:pt x="5034" y="4213"/>
                    <a:pt x="4967" y="4146"/>
                    <a:pt x="4886" y="4146"/>
                  </a:cubicBezTo>
                  <a:close/>
                  <a:moveTo>
                    <a:pt x="6631" y="4937"/>
                  </a:moveTo>
                  <a:cubicBezTo>
                    <a:pt x="6631" y="4937"/>
                    <a:pt x="6631" y="4937"/>
                    <a:pt x="6631" y="4937"/>
                  </a:cubicBezTo>
                  <a:lnTo>
                    <a:pt x="6631" y="4937"/>
                  </a:lnTo>
                  <a:close/>
                  <a:moveTo>
                    <a:pt x="5429" y="4764"/>
                  </a:moveTo>
                  <a:cubicBezTo>
                    <a:pt x="5334" y="4764"/>
                    <a:pt x="5256" y="4840"/>
                    <a:pt x="5255" y="4935"/>
                  </a:cubicBezTo>
                  <a:cubicBezTo>
                    <a:pt x="5253" y="5030"/>
                    <a:pt x="5329" y="5109"/>
                    <a:pt x="5425" y="5109"/>
                  </a:cubicBezTo>
                  <a:lnTo>
                    <a:pt x="5427" y="5109"/>
                  </a:lnTo>
                  <a:cubicBezTo>
                    <a:pt x="5523" y="5109"/>
                    <a:pt x="5600" y="5032"/>
                    <a:pt x="5600" y="4937"/>
                  </a:cubicBezTo>
                  <a:lnTo>
                    <a:pt x="5600" y="4940"/>
                  </a:lnTo>
                  <a:cubicBezTo>
                    <a:pt x="5602" y="4844"/>
                    <a:pt x="5524" y="4765"/>
                    <a:pt x="5429" y="4764"/>
                  </a:cubicBezTo>
                  <a:close/>
                  <a:moveTo>
                    <a:pt x="6459" y="4764"/>
                  </a:moveTo>
                  <a:cubicBezTo>
                    <a:pt x="6364" y="4764"/>
                    <a:pt x="6285" y="4840"/>
                    <a:pt x="6285" y="4935"/>
                  </a:cubicBezTo>
                  <a:cubicBezTo>
                    <a:pt x="6284" y="5030"/>
                    <a:pt x="6360" y="5109"/>
                    <a:pt x="6455" y="5109"/>
                  </a:cubicBezTo>
                  <a:lnTo>
                    <a:pt x="6458" y="5109"/>
                  </a:lnTo>
                  <a:cubicBezTo>
                    <a:pt x="6553" y="5109"/>
                    <a:pt x="6630" y="5033"/>
                    <a:pt x="6631" y="4938"/>
                  </a:cubicBezTo>
                  <a:lnTo>
                    <a:pt x="6631" y="4938"/>
                  </a:lnTo>
                  <a:cubicBezTo>
                    <a:pt x="6631" y="4939"/>
                    <a:pt x="6631" y="4939"/>
                    <a:pt x="6631" y="4940"/>
                  </a:cubicBezTo>
                  <a:lnTo>
                    <a:pt x="6631" y="4937"/>
                  </a:lnTo>
                  <a:cubicBezTo>
                    <a:pt x="6631" y="4937"/>
                    <a:pt x="6631" y="4938"/>
                    <a:pt x="6631" y="4938"/>
                  </a:cubicBezTo>
                  <a:lnTo>
                    <a:pt x="6631" y="4938"/>
                  </a:lnTo>
                  <a:cubicBezTo>
                    <a:pt x="6630" y="4843"/>
                    <a:pt x="6554" y="4765"/>
                    <a:pt x="6459" y="4764"/>
                  </a:cubicBezTo>
                  <a:close/>
                  <a:moveTo>
                    <a:pt x="6973" y="4764"/>
                  </a:moveTo>
                  <a:cubicBezTo>
                    <a:pt x="6878" y="4764"/>
                    <a:pt x="6800" y="4840"/>
                    <a:pt x="6799" y="4935"/>
                  </a:cubicBezTo>
                  <a:cubicBezTo>
                    <a:pt x="6797" y="5030"/>
                    <a:pt x="6873" y="5109"/>
                    <a:pt x="6969" y="5109"/>
                  </a:cubicBezTo>
                  <a:lnTo>
                    <a:pt x="6973" y="5109"/>
                  </a:lnTo>
                  <a:cubicBezTo>
                    <a:pt x="7068" y="5109"/>
                    <a:pt x="7144" y="5033"/>
                    <a:pt x="7144" y="4940"/>
                  </a:cubicBezTo>
                  <a:cubicBezTo>
                    <a:pt x="7146" y="4844"/>
                    <a:pt x="7068" y="4765"/>
                    <a:pt x="6973" y="4764"/>
                  </a:cubicBezTo>
                  <a:close/>
                  <a:moveTo>
                    <a:pt x="7490" y="4764"/>
                  </a:moveTo>
                  <a:cubicBezTo>
                    <a:pt x="7394" y="4764"/>
                    <a:pt x="7315" y="4840"/>
                    <a:pt x="7314" y="4935"/>
                  </a:cubicBezTo>
                  <a:cubicBezTo>
                    <a:pt x="7314" y="5030"/>
                    <a:pt x="7390" y="5109"/>
                    <a:pt x="7485" y="5109"/>
                  </a:cubicBezTo>
                  <a:lnTo>
                    <a:pt x="7487" y="5109"/>
                  </a:lnTo>
                  <a:cubicBezTo>
                    <a:pt x="7583" y="5109"/>
                    <a:pt x="7661" y="5032"/>
                    <a:pt x="7661" y="4937"/>
                  </a:cubicBezTo>
                  <a:lnTo>
                    <a:pt x="7661" y="4937"/>
                  </a:lnTo>
                  <a:lnTo>
                    <a:pt x="7659" y="4940"/>
                  </a:lnTo>
                  <a:cubicBezTo>
                    <a:pt x="7661" y="4844"/>
                    <a:pt x="7585" y="4765"/>
                    <a:pt x="7490" y="4764"/>
                  </a:cubicBezTo>
                  <a:close/>
                  <a:moveTo>
                    <a:pt x="8005" y="4764"/>
                  </a:moveTo>
                  <a:cubicBezTo>
                    <a:pt x="7910" y="4764"/>
                    <a:pt x="7832" y="4840"/>
                    <a:pt x="7831" y="4935"/>
                  </a:cubicBezTo>
                  <a:cubicBezTo>
                    <a:pt x="7829" y="5030"/>
                    <a:pt x="7907" y="5109"/>
                    <a:pt x="8002" y="5109"/>
                  </a:cubicBezTo>
                  <a:lnTo>
                    <a:pt x="8003" y="5109"/>
                  </a:lnTo>
                  <a:cubicBezTo>
                    <a:pt x="8099" y="5109"/>
                    <a:pt x="8176" y="5032"/>
                    <a:pt x="8176" y="4937"/>
                  </a:cubicBezTo>
                  <a:lnTo>
                    <a:pt x="8176" y="4940"/>
                  </a:lnTo>
                  <a:cubicBezTo>
                    <a:pt x="8178" y="4844"/>
                    <a:pt x="8102" y="4765"/>
                    <a:pt x="8005" y="4764"/>
                  </a:cubicBezTo>
                  <a:close/>
                  <a:moveTo>
                    <a:pt x="5943" y="4764"/>
                  </a:moveTo>
                  <a:cubicBezTo>
                    <a:pt x="5847" y="4764"/>
                    <a:pt x="5770" y="4840"/>
                    <a:pt x="5768" y="4935"/>
                  </a:cubicBezTo>
                  <a:cubicBezTo>
                    <a:pt x="5767" y="5030"/>
                    <a:pt x="5844" y="5109"/>
                    <a:pt x="5940" y="5109"/>
                  </a:cubicBezTo>
                  <a:lnTo>
                    <a:pt x="5943" y="5109"/>
                  </a:lnTo>
                  <a:cubicBezTo>
                    <a:pt x="5945" y="5109"/>
                    <a:pt x="5946" y="5109"/>
                    <a:pt x="5948" y="5109"/>
                  </a:cubicBezTo>
                  <a:cubicBezTo>
                    <a:pt x="6041" y="5109"/>
                    <a:pt x="6115" y="5036"/>
                    <a:pt x="6118" y="4944"/>
                  </a:cubicBezTo>
                  <a:lnTo>
                    <a:pt x="6118" y="4937"/>
                  </a:lnTo>
                  <a:lnTo>
                    <a:pt x="6114" y="4940"/>
                  </a:lnTo>
                  <a:cubicBezTo>
                    <a:pt x="6115" y="4844"/>
                    <a:pt x="6038" y="4765"/>
                    <a:pt x="5943" y="4764"/>
                  </a:cubicBezTo>
                  <a:close/>
                  <a:moveTo>
                    <a:pt x="3307" y="4832"/>
                  </a:moveTo>
                  <a:cubicBezTo>
                    <a:pt x="3225" y="4834"/>
                    <a:pt x="3160" y="4901"/>
                    <a:pt x="3160" y="4981"/>
                  </a:cubicBezTo>
                  <a:cubicBezTo>
                    <a:pt x="3160" y="5063"/>
                    <a:pt x="3227" y="5129"/>
                    <a:pt x="3307" y="5129"/>
                  </a:cubicBezTo>
                  <a:lnTo>
                    <a:pt x="4886" y="5129"/>
                  </a:lnTo>
                  <a:cubicBezTo>
                    <a:pt x="4967" y="5129"/>
                    <a:pt x="5034" y="5062"/>
                    <a:pt x="5034" y="4980"/>
                  </a:cubicBezTo>
                  <a:lnTo>
                    <a:pt x="5034" y="4980"/>
                  </a:lnTo>
                  <a:cubicBezTo>
                    <a:pt x="5034" y="4981"/>
                    <a:pt x="5034" y="4981"/>
                    <a:pt x="5034" y="4981"/>
                  </a:cubicBezTo>
                  <a:lnTo>
                    <a:pt x="5034" y="4980"/>
                  </a:lnTo>
                  <a:cubicBezTo>
                    <a:pt x="5034" y="4980"/>
                    <a:pt x="5034" y="4980"/>
                    <a:pt x="5034" y="4980"/>
                  </a:cubicBezTo>
                  <a:lnTo>
                    <a:pt x="5034" y="4980"/>
                  </a:lnTo>
                  <a:cubicBezTo>
                    <a:pt x="5034" y="4899"/>
                    <a:pt x="4967" y="4834"/>
                    <a:pt x="4886" y="4832"/>
                  </a:cubicBezTo>
                  <a:close/>
                  <a:moveTo>
                    <a:pt x="148" y="4832"/>
                  </a:moveTo>
                  <a:cubicBezTo>
                    <a:pt x="66" y="4834"/>
                    <a:pt x="0" y="4901"/>
                    <a:pt x="0" y="4983"/>
                  </a:cubicBezTo>
                  <a:cubicBezTo>
                    <a:pt x="0" y="5063"/>
                    <a:pt x="66" y="5130"/>
                    <a:pt x="148" y="5130"/>
                  </a:cubicBezTo>
                  <a:lnTo>
                    <a:pt x="749" y="5130"/>
                  </a:lnTo>
                  <a:cubicBezTo>
                    <a:pt x="830" y="5130"/>
                    <a:pt x="895" y="5063"/>
                    <a:pt x="895" y="4983"/>
                  </a:cubicBezTo>
                  <a:cubicBezTo>
                    <a:pt x="895" y="4901"/>
                    <a:pt x="830" y="4834"/>
                    <a:pt x="749" y="4832"/>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689;p40">
              <a:extLst>
                <a:ext uri="{FF2B5EF4-FFF2-40B4-BE49-F238E27FC236}">
                  <a16:creationId xmlns:a16="http://schemas.microsoft.com/office/drawing/2014/main" id="{D5D2EA9D-5393-C82B-A219-669D8A75761E}"/>
                </a:ext>
              </a:extLst>
            </p:cNvPr>
            <p:cNvSpPr/>
            <p:nvPr/>
          </p:nvSpPr>
          <p:spPr>
            <a:xfrm>
              <a:off x="5657875" y="3296875"/>
              <a:ext cx="204375" cy="128250"/>
            </a:xfrm>
            <a:custGeom>
              <a:avLst/>
              <a:gdLst/>
              <a:ahLst/>
              <a:cxnLst/>
              <a:rect l="l" t="t" r="r" b="b"/>
              <a:pathLst>
                <a:path w="8175" h="5130" extrusionOk="0">
                  <a:moveTo>
                    <a:pt x="148" y="27"/>
                  </a:moveTo>
                  <a:cubicBezTo>
                    <a:pt x="79" y="35"/>
                    <a:pt x="26" y="90"/>
                    <a:pt x="17" y="158"/>
                  </a:cubicBezTo>
                  <a:cubicBezTo>
                    <a:pt x="8" y="239"/>
                    <a:pt x="66" y="313"/>
                    <a:pt x="148" y="324"/>
                  </a:cubicBezTo>
                  <a:lnTo>
                    <a:pt x="749" y="324"/>
                  </a:lnTo>
                  <a:cubicBezTo>
                    <a:pt x="818" y="315"/>
                    <a:pt x="871" y="261"/>
                    <a:pt x="880" y="192"/>
                  </a:cubicBezTo>
                  <a:cubicBezTo>
                    <a:pt x="889" y="111"/>
                    <a:pt x="831" y="36"/>
                    <a:pt x="749" y="27"/>
                  </a:cubicBezTo>
                  <a:close/>
                  <a:moveTo>
                    <a:pt x="1418" y="27"/>
                  </a:moveTo>
                  <a:cubicBezTo>
                    <a:pt x="1336" y="36"/>
                    <a:pt x="1278" y="111"/>
                    <a:pt x="1288" y="192"/>
                  </a:cubicBezTo>
                  <a:cubicBezTo>
                    <a:pt x="1296" y="261"/>
                    <a:pt x="1351" y="315"/>
                    <a:pt x="1418" y="324"/>
                  </a:cubicBezTo>
                  <a:lnTo>
                    <a:pt x="2996" y="324"/>
                  </a:lnTo>
                  <a:cubicBezTo>
                    <a:pt x="3079" y="324"/>
                    <a:pt x="3146" y="257"/>
                    <a:pt x="3146" y="173"/>
                  </a:cubicBezTo>
                  <a:cubicBezTo>
                    <a:pt x="3146" y="93"/>
                    <a:pt x="3079" y="27"/>
                    <a:pt x="2999" y="27"/>
                  </a:cubicBezTo>
                  <a:close/>
                  <a:moveTo>
                    <a:pt x="3666" y="0"/>
                  </a:moveTo>
                  <a:cubicBezTo>
                    <a:pt x="3571" y="0"/>
                    <a:pt x="3493" y="78"/>
                    <a:pt x="3493" y="173"/>
                  </a:cubicBezTo>
                  <a:cubicBezTo>
                    <a:pt x="3493" y="268"/>
                    <a:pt x="3571" y="346"/>
                    <a:pt x="3666" y="346"/>
                  </a:cubicBezTo>
                  <a:lnTo>
                    <a:pt x="3667" y="346"/>
                  </a:lnTo>
                  <a:cubicBezTo>
                    <a:pt x="3763" y="346"/>
                    <a:pt x="3839" y="270"/>
                    <a:pt x="3839" y="176"/>
                  </a:cubicBezTo>
                  <a:lnTo>
                    <a:pt x="3839" y="173"/>
                  </a:lnTo>
                  <a:cubicBezTo>
                    <a:pt x="3839" y="78"/>
                    <a:pt x="3761" y="0"/>
                    <a:pt x="3666" y="0"/>
                  </a:cubicBezTo>
                  <a:close/>
                  <a:moveTo>
                    <a:pt x="4696" y="0"/>
                  </a:moveTo>
                  <a:cubicBezTo>
                    <a:pt x="4601" y="0"/>
                    <a:pt x="4524" y="78"/>
                    <a:pt x="4524" y="173"/>
                  </a:cubicBezTo>
                  <a:cubicBezTo>
                    <a:pt x="4524" y="268"/>
                    <a:pt x="4601" y="346"/>
                    <a:pt x="4696" y="346"/>
                  </a:cubicBezTo>
                  <a:lnTo>
                    <a:pt x="4698" y="346"/>
                  </a:lnTo>
                  <a:cubicBezTo>
                    <a:pt x="4792" y="346"/>
                    <a:pt x="4869" y="270"/>
                    <a:pt x="4869" y="176"/>
                  </a:cubicBezTo>
                  <a:lnTo>
                    <a:pt x="4869" y="173"/>
                  </a:lnTo>
                  <a:cubicBezTo>
                    <a:pt x="4869" y="78"/>
                    <a:pt x="4792" y="0"/>
                    <a:pt x="4696" y="0"/>
                  </a:cubicBezTo>
                  <a:close/>
                  <a:moveTo>
                    <a:pt x="6242" y="0"/>
                  </a:moveTo>
                  <a:cubicBezTo>
                    <a:pt x="6147" y="0"/>
                    <a:pt x="6069" y="78"/>
                    <a:pt x="6069" y="173"/>
                  </a:cubicBezTo>
                  <a:cubicBezTo>
                    <a:pt x="6069" y="268"/>
                    <a:pt x="6147" y="346"/>
                    <a:pt x="6242" y="346"/>
                  </a:cubicBezTo>
                  <a:lnTo>
                    <a:pt x="6245" y="346"/>
                  </a:lnTo>
                  <a:cubicBezTo>
                    <a:pt x="6339" y="346"/>
                    <a:pt x="6415" y="270"/>
                    <a:pt x="6415" y="176"/>
                  </a:cubicBezTo>
                  <a:lnTo>
                    <a:pt x="6415" y="173"/>
                  </a:lnTo>
                  <a:cubicBezTo>
                    <a:pt x="6415" y="78"/>
                    <a:pt x="6337" y="0"/>
                    <a:pt x="6242" y="0"/>
                  </a:cubicBezTo>
                  <a:close/>
                  <a:moveTo>
                    <a:pt x="4183" y="0"/>
                  </a:moveTo>
                  <a:cubicBezTo>
                    <a:pt x="4087" y="0"/>
                    <a:pt x="4010" y="78"/>
                    <a:pt x="4010" y="173"/>
                  </a:cubicBezTo>
                  <a:cubicBezTo>
                    <a:pt x="4010" y="268"/>
                    <a:pt x="4087" y="346"/>
                    <a:pt x="4183" y="346"/>
                  </a:cubicBezTo>
                  <a:cubicBezTo>
                    <a:pt x="4184" y="346"/>
                    <a:pt x="4184" y="346"/>
                    <a:pt x="4185" y="346"/>
                  </a:cubicBezTo>
                  <a:cubicBezTo>
                    <a:pt x="4278" y="346"/>
                    <a:pt x="4354" y="271"/>
                    <a:pt x="4355" y="178"/>
                  </a:cubicBezTo>
                  <a:lnTo>
                    <a:pt x="4355" y="173"/>
                  </a:lnTo>
                  <a:cubicBezTo>
                    <a:pt x="4355" y="78"/>
                    <a:pt x="4278" y="0"/>
                    <a:pt x="4183" y="0"/>
                  </a:cubicBezTo>
                  <a:close/>
                  <a:moveTo>
                    <a:pt x="5212" y="0"/>
                  </a:moveTo>
                  <a:cubicBezTo>
                    <a:pt x="5116" y="0"/>
                    <a:pt x="5039" y="78"/>
                    <a:pt x="5039" y="173"/>
                  </a:cubicBezTo>
                  <a:cubicBezTo>
                    <a:pt x="5039" y="268"/>
                    <a:pt x="5116" y="346"/>
                    <a:pt x="5212" y="346"/>
                  </a:cubicBezTo>
                  <a:cubicBezTo>
                    <a:pt x="5212" y="346"/>
                    <a:pt x="5213" y="346"/>
                    <a:pt x="5214" y="346"/>
                  </a:cubicBezTo>
                  <a:cubicBezTo>
                    <a:pt x="5308" y="346"/>
                    <a:pt x="5384" y="271"/>
                    <a:pt x="5384" y="178"/>
                  </a:cubicBezTo>
                  <a:lnTo>
                    <a:pt x="5384" y="173"/>
                  </a:lnTo>
                  <a:cubicBezTo>
                    <a:pt x="5384" y="78"/>
                    <a:pt x="5307" y="0"/>
                    <a:pt x="5212" y="0"/>
                  </a:cubicBezTo>
                  <a:close/>
                  <a:moveTo>
                    <a:pt x="5725" y="3"/>
                  </a:moveTo>
                  <a:cubicBezTo>
                    <a:pt x="5631" y="3"/>
                    <a:pt x="5554" y="79"/>
                    <a:pt x="5554" y="173"/>
                  </a:cubicBezTo>
                  <a:cubicBezTo>
                    <a:pt x="5552" y="268"/>
                    <a:pt x="5628" y="347"/>
                    <a:pt x="5724" y="349"/>
                  </a:cubicBezTo>
                  <a:cubicBezTo>
                    <a:pt x="5819" y="349"/>
                    <a:pt x="5898" y="273"/>
                    <a:pt x="5899" y="178"/>
                  </a:cubicBezTo>
                  <a:lnTo>
                    <a:pt x="5899" y="173"/>
                  </a:lnTo>
                  <a:cubicBezTo>
                    <a:pt x="5899" y="79"/>
                    <a:pt x="5822" y="3"/>
                    <a:pt x="5728" y="3"/>
                  </a:cubicBezTo>
                  <a:cubicBezTo>
                    <a:pt x="5727" y="3"/>
                    <a:pt x="5726" y="3"/>
                    <a:pt x="5725" y="3"/>
                  </a:cubicBezTo>
                  <a:close/>
                  <a:moveTo>
                    <a:pt x="148" y="714"/>
                  </a:moveTo>
                  <a:cubicBezTo>
                    <a:pt x="66" y="724"/>
                    <a:pt x="8" y="798"/>
                    <a:pt x="17" y="880"/>
                  </a:cubicBezTo>
                  <a:cubicBezTo>
                    <a:pt x="26" y="947"/>
                    <a:pt x="79" y="1002"/>
                    <a:pt x="148" y="1010"/>
                  </a:cubicBezTo>
                  <a:lnTo>
                    <a:pt x="749" y="1010"/>
                  </a:lnTo>
                  <a:cubicBezTo>
                    <a:pt x="831" y="1010"/>
                    <a:pt x="897" y="944"/>
                    <a:pt x="897" y="863"/>
                  </a:cubicBezTo>
                  <a:lnTo>
                    <a:pt x="897" y="861"/>
                  </a:lnTo>
                  <a:cubicBezTo>
                    <a:pt x="897" y="779"/>
                    <a:pt x="830" y="714"/>
                    <a:pt x="749" y="714"/>
                  </a:cubicBezTo>
                  <a:close/>
                  <a:moveTo>
                    <a:pt x="1418" y="714"/>
                  </a:moveTo>
                  <a:cubicBezTo>
                    <a:pt x="1336" y="723"/>
                    <a:pt x="1278" y="797"/>
                    <a:pt x="1288" y="879"/>
                  </a:cubicBezTo>
                  <a:cubicBezTo>
                    <a:pt x="1296" y="947"/>
                    <a:pt x="1351" y="1001"/>
                    <a:pt x="1418" y="1010"/>
                  </a:cubicBezTo>
                  <a:lnTo>
                    <a:pt x="2996" y="1010"/>
                  </a:lnTo>
                  <a:cubicBezTo>
                    <a:pt x="3079" y="1010"/>
                    <a:pt x="3146" y="943"/>
                    <a:pt x="3146" y="861"/>
                  </a:cubicBezTo>
                  <a:cubicBezTo>
                    <a:pt x="3146" y="779"/>
                    <a:pt x="3079" y="714"/>
                    <a:pt x="2999" y="714"/>
                  </a:cubicBezTo>
                  <a:close/>
                  <a:moveTo>
                    <a:pt x="148" y="1400"/>
                  </a:moveTo>
                  <a:cubicBezTo>
                    <a:pt x="66" y="1410"/>
                    <a:pt x="8" y="1485"/>
                    <a:pt x="17" y="1567"/>
                  </a:cubicBezTo>
                  <a:cubicBezTo>
                    <a:pt x="26" y="1635"/>
                    <a:pt x="79" y="1689"/>
                    <a:pt x="148" y="1696"/>
                  </a:cubicBezTo>
                  <a:lnTo>
                    <a:pt x="749" y="1696"/>
                  </a:lnTo>
                  <a:cubicBezTo>
                    <a:pt x="830" y="1696"/>
                    <a:pt x="897" y="1631"/>
                    <a:pt x="897" y="1550"/>
                  </a:cubicBezTo>
                  <a:cubicBezTo>
                    <a:pt x="898" y="1469"/>
                    <a:pt x="833" y="1402"/>
                    <a:pt x="751" y="1400"/>
                  </a:cubicBezTo>
                  <a:close/>
                  <a:moveTo>
                    <a:pt x="1419" y="1400"/>
                  </a:moveTo>
                  <a:cubicBezTo>
                    <a:pt x="1337" y="1410"/>
                    <a:pt x="1278" y="1483"/>
                    <a:pt x="1288" y="1565"/>
                  </a:cubicBezTo>
                  <a:cubicBezTo>
                    <a:pt x="1296" y="1634"/>
                    <a:pt x="1351" y="1689"/>
                    <a:pt x="1419" y="1696"/>
                  </a:cubicBezTo>
                  <a:lnTo>
                    <a:pt x="2996" y="1696"/>
                  </a:lnTo>
                  <a:cubicBezTo>
                    <a:pt x="2997" y="1696"/>
                    <a:pt x="2998" y="1696"/>
                    <a:pt x="2999" y="1696"/>
                  </a:cubicBezTo>
                  <a:cubicBezTo>
                    <a:pt x="3079" y="1696"/>
                    <a:pt x="3145" y="1631"/>
                    <a:pt x="3146" y="1552"/>
                  </a:cubicBezTo>
                  <a:lnTo>
                    <a:pt x="3146" y="1549"/>
                  </a:lnTo>
                  <a:cubicBezTo>
                    <a:pt x="3146" y="1467"/>
                    <a:pt x="3079" y="1400"/>
                    <a:pt x="2996" y="1400"/>
                  </a:cubicBezTo>
                  <a:close/>
                  <a:moveTo>
                    <a:pt x="3665" y="1375"/>
                  </a:moveTo>
                  <a:cubicBezTo>
                    <a:pt x="3571" y="1375"/>
                    <a:pt x="3495" y="1450"/>
                    <a:pt x="3493" y="1544"/>
                  </a:cubicBezTo>
                  <a:cubicBezTo>
                    <a:pt x="3492" y="1640"/>
                    <a:pt x="3569" y="1719"/>
                    <a:pt x="3665" y="1720"/>
                  </a:cubicBezTo>
                  <a:lnTo>
                    <a:pt x="3669" y="1720"/>
                  </a:lnTo>
                  <a:cubicBezTo>
                    <a:pt x="3763" y="1720"/>
                    <a:pt x="3839" y="1643"/>
                    <a:pt x="3839" y="1549"/>
                  </a:cubicBezTo>
                  <a:cubicBezTo>
                    <a:pt x="3840" y="1454"/>
                    <a:pt x="3764" y="1375"/>
                    <a:pt x="3667" y="1375"/>
                  </a:cubicBezTo>
                  <a:cubicBezTo>
                    <a:pt x="3667" y="1375"/>
                    <a:pt x="3666" y="1375"/>
                    <a:pt x="3665" y="1375"/>
                  </a:cubicBezTo>
                  <a:close/>
                  <a:moveTo>
                    <a:pt x="4181" y="1375"/>
                  </a:moveTo>
                  <a:cubicBezTo>
                    <a:pt x="4087" y="1375"/>
                    <a:pt x="4010" y="1450"/>
                    <a:pt x="4010" y="1544"/>
                  </a:cubicBezTo>
                  <a:cubicBezTo>
                    <a:pt x="4008" y="1640"/>
                    <a:pt x="4084" y="1719"/>
                    <a:pt x="4180" y="1720"/>
                  </a:cubicBezTo>
                  <a:lnTo>
                    <a:pt x="4183" y="1720"/>
                  </a:lnTo>
                  <a:cubicBezTo>
                    <a:pt x="4276" y="1720"/>
                    <a:pt x="4354" y="1644"/>
                    <a:pt x="4355" y="1549"/>
                  </a:cubicBezTo>
                  <a:cubicBezTo>
                    <a:pt x="4355" y="1454"/>
                    <a:pt x="4279" y="1375"/>
                    <a:pt x="4184" y="1375"/>
                  </a:cubicBezTo>
                  <a:cubicBezTo>
                    <a:pt x="4183" y="1375"/>
                    <a:pt x="4182" y="1375"/>
                    <a:pt x="4181" y="1375"/>
                  </a:cubicBezTo>
                  <a:close/>
                  <a:moveTo>
                    <a:pt x="4695" y="1375"/>
                  </a:moveTo>
                  <a:cubicBezTo>
                    <a:pt x="4601" y="1375"/>
                    <a:pt x="4525" y="1450"/>
                    <a:pt x="4524" y="1544"/>
                  </a:cubicBezTo>
                  <a:cubicBezTo>
                    <a:pt x="4522" y="1640"/>
                    <a:pt x="4598" y="1719"/>
                    <a:pt x="4695" y="1720"/>
                  </a:cubicBezTo>
                  <a:lnTo>
                    <a:pt x="4698" y="1720"/>
                  </a:lnTo>
                  <a:cubicBezTo>
                    <a:pt x="4793" y="1720"/>
                    <a:pt x="4869" y="1643"/>
                    <a:pt x="4869" y="1549"/>
                  </a:cubicBezTo>
                  <a:cubicBezTo>
                    <a:pt x="4871" y="1454"/>
                    <a:pt x="4793" y="1375"/>
                    <a:pt x="4698" y="1375"/>
                  </a:cubicBezTo>
                  <a:cubicBezTo>
                    <a:pt x="4697" y="1375"/>
                    <a:pt x="4696" y="1375"/>
                    <a:pt x="4695" y="1375"/>
                  </a:cubicBezTo>
                  <a:close/>
                  <a:moveTo>
                    <a:pt x="5212" y="1375"/>
                  </a:moveTo>
                  <a:cubicBezTo>
                    <a:pt x="5118" y="1375"/>
                    <a:pt x="5040" y="1450"/>
                    <a:pt x="5039" y="1544"/>
                  </a:cubicBezTo>
                  <a:cubicBezTo>
                    <a:pt x="5039" y="1640"/>
                    <a:pt x="5115" y="1719"/>
                    <a:pt x="5210" y="1720"/>
                  </a:cubicBezTo>
                  <a:lnTo>
                    <a:pt x="5213" y="1720"/>
                  </a:lnTo>
                  <a:cubicBezTo>
                    <a:pt x="5307" y="1720"/>
                    <a:pt x="5384" y="1644"/>
                    <a:pt x="5386" y="1549"/>
                  </a:cubicBezTo>
                  <a:lnTo>
                    <a:pt x="5384" y="1549"/>
                  </a:lnTo>
                  <a:cubicBezTo>
                    <a:pt x="5386" y="1454"/>
                    <a:pt x="5310" y="1375"/>
                    <a:pt x="5214" y="1375"/>
                  </a:cubicBezTo>
                  <a:cubicBezTo>
                    <a:pt x="5214" y="1375"/>
                    <a:pt x="5213" y="1375"/>
                    <a:pt x="5212" y="1375"/>
                  </a:cubicBezTo>
                  <a:close/>
                  <a:moveTo>
                    <a:pt x="6242" y="1375"/>
                  </a:moveTo>
                  <a:cubicBezTo>
                    <a:pt x="6148" y="1375"/>
                    <a:pt x="6071" y="1450"/>
                    <a:pt x="6069" y="1544"/>
                  </a:cubicBezTo>
                  <a:cubicBezTo>
                    <a:pt x="6069" y="1640"/>
                    <a:pt x="6145" y="1719"/>
                    <a:pt x="6240" y="1720"/>
                  </a:cubicBezTo>
                  <a:lnTo>
                    <a:pt x="6245" y="1720"/>
                  </a:lnTo>
                  <a:cubicBezTo>
                    <a:pt x="6339" y="1720"/>
                    <a:pt x="6415" y="1643"/>
                    <a:pt x="6415" y="1549"/>
                  </a:cubicBezTo>
                  <a:cubicBezTo>
                    <a:pt x="6416" y="1454"/>
                    <a:pt x="6340" y="1375"/>
                    <a:pt x="6245" y="1375"/>
                  </a:cubicBezTo>
                  <a:cubicBezTo>
                    <a:pt x="6244" y="1375"/>
                    <a:pt x="6243" y="1375"/>
                    <a:pt x="6242" y="1375"/>
                  </a:cubicBezTo>
                  <a:close/>
                  <a:moveTo>
                    <a:pt x="5709" y="1375"/>
                  </a:moveTo>
                  <a:cubicBezTo>
                    <a:pt x="5622" y="1375"/>
                    <a:pt x="5547" y="1441"/>
                    <a:pt x="5538" y="1528"/>
                  </a:cubicBezTo>
                  <a:cubicBezTo>
                    <a:pt x="5527" y="1623"/>
                    <a:pt x="5596" y="1708"/>
                    <a:pt x="5689" y="1720"/>
                  </a:cubicBezTo>
                  <a:cubicBezTo>
                    <a:pt x="5696" y="1721"/>
                    <a:pt x="5702" y="1721"/>
                    <a:pt x="5709" y="1721"/>
                  </a:cubicBezTo>
                  <a:cubicBezTo>
                    <a:pt x="5715" y="1721"/>
                    <a:pt x="5721" y="1721"/>
                    <a:pt x="5728" y="1720"/>
                  </a:cubicBezTo>
                  <a:cubicBezTo>
                    <a:pt x="5822" y="1720"/>
                    <a:pt x="5899" y="1643"/>
                    <a:pt x="5899" y="1549"/>
                  </a:cubicBezTo>
                  <a:cubicBezTo>
                    <a:pt x="5899" y="1455"/>
                    <a:pt x="5825" y="1378"/>
                    <a:pt x="5731" y="1376"/>
                  </a:cubicBezTo>
                  <a:lnTo>
                    <a:pt x="5728" y="1376"/>
                  </a:lnTo>
                  <a:cubicBezTo>
                    <a:pt x="5722" y="1375"/>
                    <a:pt x="5715" y="1375"/>
                    <a:pt x="5709" y="1375"/>
                  </a:cubicBezTo>
                  <a:close/>
                  <a:moveTo>
                    <a:pt x="1419" y="2086"/>
                  </a:moveTo>
                  <a:cubicBezTo>
                    <a:pt x="1337" y="2097"/>
                    <a:pt x="1278" y="2171"/>
                    <a:pt x="1288" y="2253"/>
                  </a:cubicBezTo>
                  <a:cubicBezTo>
                    <a:pt x="1296" y="2322"/>
                    <a:pt x="1351" y="2375"/>
                    <a:pt x="1419" y="2383"/>
                  </a:cubicBezTo>
                  <a:lnTo>
                    <a:pt x="2996" y="2383"/>
                  </a:lnTo>
                  <a:cubicBezTo>
                    <a:pt x="2997" y="2383"/>
                    <a:pt x="2998" y="2383"/>
                    <a:pt x="2999" y="2383"/>
                  </a:cubicBezTo>
                  <a:cubicBezTo>
                    <a:pt x="3079" y="2383"/>
                    <a:pt x="3145" y="2319"/>
                    <a:pt x="3146" y="2238"/>
                  </a:cubicBezTo>
                  <a:lnTo>
                    <a:pt x="3146" y="2235"/>
                  </a:lnTo>
                  <a:cubicBezTo>
                    <a:pt x="3146" y="2153"/>
                    <a:pt x="3079" y="2086"/>
                    <a:pt x="2996" y="2086"/>
                  </a:cubicBezTo>
                  <a:close/>
                  <a:moveTo>
                    <a:pt x="148" y="2086"/>
                  </a:moveTo>
                  <a:cubicBezTo>
                    <a:pt x="66" y="2097"/>
                    <a:pt x="8" y="2171"/>
                    <a:pt x="17" y="2253"/>
                  </a:cubicBezTo>
                  <a:cubicBezTo>
                    <a:pt x="26" y="2322"/>
                    <a:pt x="79" y="2375"/>
                    <a:pt x="148" y="2384"/>
                  </a:cubicBezTo>
                  <a:lnTo>
                    <a:pt x="749" y="2384"/>
                  </a:lnTo>
                  <a:cubicBezTo>
                    <a:pt x="830" y="2384"/>
                    <a:pt x="897" y="2317"/>
                    <a:pt x="897" y="2237"/>
                  </a:cubicBezTo>
                  <a:cubicBezTo>
                    <a:pt x="898" y="2155"/>
                    <a:pt x="833" y="2088"/>
                    <a:pt x="751" y="2086"/>
                  </a:cubicBezTo>
                  <a:close/>
                  <a:moveTo>
                    <a:pt x="148" y="2774"/>
                  </a:moveTo>
                  <a:cubicBezTo>
                    <a:pt x="66" y="2783"/>
                    <a:pt x="8" y="2858"/>
                    <a:pt x="17" y="2940"/>
                  </a:cubicBezTo>
                  <a:cubicBezTo>
                    <a:pt x="26" y="3008"/>
                    <a:pt x="79" y="3062"/>
                    <a:pt x="148" y="3071"/>
                  </a:cubicBezTo>
                  <a:lnTo>
                    <a:pt x="749" y="3071"/>
                  </a:lnTo>
                  <a:cubicBezTo>
                    <a:pt x="830" y="3071"/>
                    <a:pt x="897" y="3004"/>
                    <a:pt x="897" y="2923"/>
                  </a:cubicBezTo>
                  <a:cubicBezTo>
                    <a:pt x="898" y="2841"/>
                    <a:pt x="833" y="2774"/>
                    <a:pt x="751" y="2774"/>
                  </a:cubicBezTo>
                  <a:close/>
                  <a:moveTo>
                    <a:pt x="1419" y="2773"/>
                  </a:moveTo>
                  <a:cubicBezTo>
                    <a:pt x="1337" y="2783"/>
                    <a:pt x="1278" y="2858"/>
                    <a:pt x="1288" y="2940"/>
                  </a:cubicBezTo>
                  <a:cubicBezTo>
                    <a:pt x="1296" y="3008"/>
                    <a:pt x="1351" y="3062"/>
                    <a:pt x="1419" y="3071"/>
                  </a:cubicBezTo>
                  <a:lnTo>
                    <a:pt x="2996" y="3071"/>
                  </a:lnTo>
                  <a:cubicBezTo>
                    <a:pt x="3078" y="3071"/>
                    <a:pt x="3145" y="3007"/>
                    <a:pt x="3146" y="2925"/>
                  </a:cubicBezTo>
                  <a:lnTo>
                    <a:pt x="3146" y="2923"/>
                  </a:lnTo>
                  <a:cubicBezTo>
                    <a:pt x="3146" y="2840"/>
                    <a:pt x="3079" y="2773"/>
                    <a:pt x="2996" y="2773"/>
                  </a:cubicBezTo>
                  <a:close/>
                  <a:moveTo>
                    <a:pt x="5426" y="3349"/>
                  </a:moveTo>
                  <a:cubicBezTo>
                    <a:pt x="5332" y="3349"/>
                    <a:pt x="5256" y="3424"/>
                    <a:pt x="5255" y="3520"/>
                  </a:cubicBezTo>
                  <a:cubicBezTo>
                    <a:pt x="5253" y="3616"/>
                    <a:pt x="5331" y="3693"/>
                    <a:pt x="5426" y="3694"/>
                  </a:cubicBezTo>
                  <a:lnTo>
                    <a:pt x="5427" y="3694"/>
                  </a:lnTo>
                  <a:cubicBezTo>
                    <a:pt x="5523" y="3694"/>
                    <a:pt x="5599" y="3619"/>
                    <a:pt x="5600" y="3523"/>
                  </a:cubicBezTo>
                  <a:cubicBezTo>
                    <a:pt x="5602" y="3428"/>
                    <a:pt x="5526" y="3351"/>
                    <a:pt x="5429" y="3349"/>
                  </a:cubicBezTo>
                  <a:cubicBezTo>
                    <a:pt x="5428" y="3349"/>
                    <a:pt x="5427" y="3349"/>
                    <a:pt x="5426" y="3349"/>
                  </a:cubicBezTo>
                  <a:close/>
                  <a:moveTo>
                    <a:pt x="5941" y="3349"/>
                  </a:moveTo>
                  <a:cubicBezTo>
                    <a:pt x="5847" y="3349"/>
                    <a:pt x="5770" y="3424"/>
                    <a:pt x="5768" y="3520"/>
                  </a:cubicBezTo>
                  <a:cubicBezTo>
                    <a:pt x="5768" y="3616"/>
                    <a:pt x="5844" y="3693"/>
                    <a:pt x="5940" y="3694"/>
                  </a:cubicBezTo>
                  <a:lnTo>
                    <a:pt x="5944" y="3694"/>
                  </a:lnTo>
                  <a:cubicBezTo>
                    <a:pt x="6038" y="3694"/>
                    <a:pt x="6114" y="3619"/>
                    <a:pt x="6114" y="3523"/>
                  </a:cubicBezTo>
                  <a:cubicBezTo>
                    <a:pt x="6115" y="3428"/>
                    <a:pt x="6039" y="3351"/>
                    <a:pt x="5944" y="3349"/>
                  </a:cubicBezTo>
                  <a:cubicBezTo>
                    <a:pt x="5943" y="3349"/>
                    <a:pt x="5942" y="3349"/>
                    <a:pt x="5941" y="3349"/>
                  </a:cubicBezTo>
                  <a:close/>
                  <a:moveTo>
                    <a:pt x="6456" y="3349"/>
                  </a:moveTo>
                  <a:cubicBezTo>
                    <a:pt x="6362" y="3349"/>
                    <a:pt x="6286" y="3424"/>
                    <a:pt x="6285" y="3520"/>
                  </a:cubicBezTo>
                  <a:cubicBezTo>
                    <a:pt x="6284" y="3616"/>
                    <a:pt x="6359" y="3693"/>
                    <a:pt x="6455" y="3694"/>
                  </a:cubicBezTo>
                  <a:lnTo>
                    <a:pt x="6458" y="3694"/>
                  </a:lnTo>
                  <a:cubicBezTo>
                    <a:pt x="6552" y="3694"/>
                    <a:pt x="6629" y="3619"/>
                    <a:pt x="6630" y="3523"/>
                  </a:cubicBezTo>
                  <a:cubicBezTo>
                    <a:pt x="6632" y="3428"/>
                    <a:pt x="6555" y="3351"/>
                    <a:pt x="6459" y="3349"/>
                  </a:cubicBezTo>
                  <a:cubicBezTo>
                    <a:pt x="6458" y="3349"/>
                    <a:pt x="6457" y="3349"/>
                    <a:pt x="6456" y="3349"/>
                  </a:cubicBezTo>
                  <a:close/>
                  <a:moveTo>
                    <a:pt x="6970" y="3349"/>
                  </a:moveTo>
                  <a:cubicBezTo>
                    <a:pt x="6876" y="3349"/>
                    <a:pt x="6800" y="3424"/>
                    <a:pt x="6799" y="3520"/>
                  </a:cubicBezTo>
                  <a:cubicBezTo>
                    <a:pt x="6797" y="3616"/>
                    <a:pt x="6875" y="3693"/>
                    <a:pt x="6970" y="3694"/>
                  </a:cubicBezTo>
                  <a:lnTo>
                    <a:pt x="6973" y="3694"/>
                  </a:lnTo>
                  <a:cubicBezTo>
                    <a:pt x="7068" y="3694"/>
                    <a:pt x="7144" y="3619"/>
                    <a:pt x="7144" y="3523"/>
                  </a:cubicBezTo>
                  <a:cubicBezTo>
                    <a:pt x="7146" y="3428"/>
                    <a:pt x="7068" y="3351"/>
                    <a:pt x="6973" y="3349"/>
                  </a:cubicBezTo>
                  <a:cubicBezTo>
                    <a:pt x="6972" y="3349"/>
                    <a:pt x="6971" y="3349"/>
                    <a:pt x="6970" y="3349"/>
                  </a:cubicBezTo>
                  <a:close/>
                  <a:moveTo>
                    <a:pt x="7487" y="3349"/>
                  </a:moveTo>
                  <a:cubicBezTo>
                    <a:pt x="7393" y="3349"/>
                    <a:pt x="7315" y="3424"/>
                    <a:pt x="7315" y="3520"/>
                  </a:cubicBezTo>
                  <a:cubicBezTo>
                    <a:pt x="7314" y="3616"/>
                    <a:pt x="7390" y="3693"/>
                    <a:pt x="7485" y="3694"/>
                  </a:cubicBezTo>
                  <a:lnTo>
                    <a:pt x="7488" y="3694"/>
                  </a:lnTo>
                  <a:cubicBezTo>
                    <a:pt x="7582" y="3694"/>
                    <a:pt x="7659" y="3619"/>
                    <a:pt x="7661" y="3523"/>
                  </a:cubicBezTo>
                  <a:cubicBezTo>
                    <a:pt x="7661" y="3428"/>
                    <a:pt x="7585" y="3351"/>
                    <a:pt x="7490" y="3349"/>
                  </a:cubicBezTo>
                  <a:cubicBezTo>
                    <a:pt x="7489" y="3349"/>
                    <a:pt x="7488" y="3349"/>
                    <a:pt x="7487" y="3349"/>
                  </a:cubicBezTo>
                  <a:close/>
                  <a:moveTo>
                    <a:pt x="8000" y="3349"/>
                  </a:moveTo>
                  <a:cubicBezTo>
                    <a:pt x="7906" y="3349"/>
                    <a:pt x="7829" y="3424"/>
                    <a:pt x="7829" y="3520"/>
                  </a:cubicBezTo>
                  <a:cubicBezTo>
                    <a:pt x="7828" y="3616"/>
                    <a:pt x="7903" y="3693"/>
                    <a:pt x="7999" y="3694"/>
                  </a:cubicBezTo>
                  <a:lnTo>
                    <a:pt x="8003" y="3694"/>
                  </a:lnTo>
                  <a:cubicBezTo>
                    <a:pt x="8097" y="3694"/>
                    <a:pt x="8174" y="3619"/>
                    <a:pt x="8174" y="3523"/>
                  </a:cubicBezTo>
                  <a:cubicBezTo>
                    <a:pt x="8174" y="3428"/>
                    <a:pt x="8099" y="3351"/>
                    <a:pt x="8003" y="3349"/>
                  </a:cubicBezTo>
                  <a:cubicBezTo>
                    <a:pt x="8002" y="3349"/>
                    <a:pt x="8001" y="3349"/>
                    <a:pt x="8000" y="3349"/>
                  </a:cubicBezTo>
                  <a:close/>
                  <a:moveTo>
                    <a:pt x="148" y="3461"/>
                  </a:moveTo>
                  <a:cubicBezTo>
                    <a:pt x="66" y="3470"/>
                    <a:pt x="8" y="3544"/>
                    <a:pt x="17" y="3626"/>
                  </a:cubicBezTo>
                  <a:cubicBezTo>
                    <a:pt x="26" y="3694"/>
                    <a:pt x="79" y="3748"/>
                    <a:pt x="148" y="3757"/>
                  </a:cubicBezTo>
                  <a:lnTo>
                    <a:pt x="749" y="3757"/>
                  </a:lnTo>
                  <a:cubicBezTo>
                    <a:pt x="830" y="3757"/>
                    <a:pt x="897" y="3691"/>
                    <a:pt x="897" y="3610"/>
                  </a:cubicBezTo>
                  <a:cubicBezTo>
                    <a:pt x="898" y="3528"/>
                    <a:pt x="833" y="3461"/>
                    <a:pt x="751" y="3461"/>
                  </a:cubicBezTo>
                  <a:close/>
                  <a:moveTo>
                    <a:pt x="3307" y="3461"/>
                  </a:moveTo>
                  <a:cubicBezTo>
                    <a:pt x="3225" y="3470"/>
                    <a:pt x="3167" y="3544"/>
                    <a:pt x="3178" y="3626"/>
                  </a:cubicBezTo>
                  <a:cubicBezTo>
                    <a:pt x="3185" y="3694"/>
                    <a:pt x="3240" y="3748"/>
                    <a:pt x="3307" y="3757"/>
                  </a:cubicBezTo>
                  <a:lnTo>
                    <a:pt x="4885" y="3757"/>
                  </a:lnTo>
                  <a:cubicBezTo>
                    <a:pt x="4967" y="3757"/>
                    <a:pt x="5033" y="3690"/>
                    <a:pt x="5033" y="3610"/>
                  </a:cubicBezTo>
                  <a:cubicBezTo>
                    <a:pt x="5034" y="3528"/>
                    <a:pt x="4969" y="3461"/>
                    <a:pt x="4888" y="3461"/>
                  </a:cubicBezTo>
                  <a:close/>
                  <a:moveTo>
                    <a:pt x="148" y="4147"/>
                  </a:moveTo>
                  <a:cubicBezTo>
                    <a:pt x="66" y="4156"/>
                    <a:pt x="8" y="4230"/>
                    <a:pt x="17" y="4312"/>
                  </a:cubicBezTo>
                  <a:cubicBezTo>
                    <a:pt x="26" y="4381"/>
                    <a:pt x="79" y="4434"/>
                    <a:pt x="148" y="4443"/>
                  </a:cubicBezTo>
                  <a:lnTo>
                    <a:pt x="749" y="4443"/>
                  </a:lnTo>
                  <a:cubicBezTo>
                    <a:pt x="830" y="4443"/>
                    <a:pt x="897" y="4378"/>
                    <a:pt x="897" y="4296"/>
                  </a:cubicBezTo>
                  <a:cubicBezTo>
                    <a:pt x="898" y="4214"/>
                    <a:pt x="833" y="4149"/>
                    <a:pt x="751" y="4147"/>
                  </a:cubicBezTo>
                  <a:close/>
                  <a:moveTo>
                    <a:pt x="3307" y="4147"/>
                  </a:moveTo>
                  <a:cubicBezTo>
                    <a:pt x="3225" y="4156"/>
                    <a:pt x="3167" y="4230"/>
                    <a:pt x="3178" y="4312"/>
                  </a:cubicBezTo>
                  <a:cubicBezTo>
                    <a:pt x="3185" y="4381"/>
                    <a:pt x="3240" y="4434"/>
                    <a:pt x="3307" y="4443"/>
                  </a:cubicBezTo>
                  <a:lnTo>
                    <a:pt x="4885" y="4443"/>
                  </a:lnTo>
                  <a:cubicBezTo>
                    <a:pt x="4967" y="4443"/>
                    <a:pt x="5033" y="4378"/>
                    <a:pt x="5033" y="4296"/>
                  </a:cubicBezTo>
                  <a:cubicBezTo>
                    <a:pt x="5034" y="4214"/>
                    <a:pt x="4969" y="4147"/>
                    <a:pt x="4888" y="4147"/>
                  </a:cubicBezTo>
                  <a:close/>
                  <a:moveTo>
                    <a:pt x="5426" y="4765"/>
                  </a:moveTo>
                  <a:cubicBezTo>
                    <a:pt x="5332" y="4765"/>
                    <a:pt x="5256" y="4840"/>
                    <a:pt x="5255" y="4936"/>
                  </a:cubicBezTo>
                  <a:cubicBezTo>
                    <a:pt x="5253" y="5032"/>
                    <a:pt x="5331" y="5109"/>
                    <a:pt x="5426" y="5110"/>
                  </a:cubicBezTo>
                  <a:lnTo>
                    <a:pt x="5427" y="5110"/>
                  </a:lnTo>
                  <a:cubicBezTo>
                    <a:pt x="5523" y="5110"/>
                    <a:pt x="5599" y="5035"/>
                    <a:pt x="5600" y="4939"/>
                  </a:cubicBezTo>
                  <a:cubicBezTo>
                    <a:pt x="5602" y="4844"/>
                    <a:pt x="5524" y="4767"/>
                    <a:pt x="5429" y="4765"/>
                  </a:cubicBezTo>
                  <a:cubicBezTo>
                    <a:pt x="5428" y="4765"/>
                    <a:pt x="5427" y="4765"/>
                    <a:pt x="5426" y="4765"/>
                  </a:cubicBezTo>
                  <a:close/>
                  <a:moveTo>
                    <a:pt x="5941" y="4765"/>
                  </a:moveTo>
                  <a:cubicBezTo>
                    <a:pt x="5846" y="4765"/>
                    <a:pt x="5770" y="4840"/>
                    <a:pt x="5768" y="4936"/>
                  </a:cubicBezTo>
                  <a:cubicBezTo>
                    <a:pt x="5767" y="5032"/>
                    <a:pt x="5844" y="5109"/>
                    <a:pt x="5940" y="5110"/>
                  </a:cubicBezTo>
                  <a:lnTo>
                    <a:pt x="5944" y="5110"/>
                  </a:lnTo>
                  <a:cubicBezTo>
                    <a:pt x="6038" y="5110"/>
                    <a:pt x="6114" y="5035"/>
                    <a:pt x="6114" y="4939"/>
                  </a:cubicBezTo>
                  <a:cubicBezTo>
                    <a:pt x="6115" y="4844"/>
                    <a:pt x="6039" y="4767"/>
                    <a:pt x="5944" y="4765"/>
                  </a:cubicBezTo>
                  <a:cubicBezTo>
                    <a:pt x="5943" y="4765"/>
                    <a:pt x="5942" y="4765"/>
                    <a:pt x="5941" y="4765"/>
                  </a:cubicBezTo>
                  <a:close/>
                  <a:moveTo>
                    <a:pt x="6456" y="4765"/>
                  </a:moveTo>
                  <a:cubicBezTo>
                    <a:pt x="6362" y="4765"/>
                    <a:pt x="6286" y="4840"/>
                    <a:pt x="6285" y="4936"/>
                  </a:cubicBezTo>
                  <a:cubicBezTo>
                    <a:pt x="6284" y="5032"/>
                    <a:pt x="6359" y="5109"/>
                    <a:pt x="6455" y="5110"/>
                  </a:cubicBezTo>
                  <a:lnTo>
                    <a:pt x="6458" y="5110"/>
                  </a:lnTo>
                  <a:cubicBezTo>
                    <a:pt x="6552" y="5110"/>
                    <a:pt x="6629" y="5035"/>
                    <a:pt x="6630" y="4939"/>
                  </a:cubicBezTo>
                  <a:cubicBezTo>
                    <a:pt x="6632" y="4844"/>
                    <a:pt x="6555" y="4767"/>
                    <a:pt x="6459" y="4765"/>
                  </a:cubicBezTo>
                  <a:cubicBezTo>
                    <a:pt x="6458" y="4765"/>
                    <a:pt x="6457" y="4765"/>
                    <a:pt x="6456" y="4765"/>
                  </a:cubicBezTo>
                  <a:close/>
                  <a:moveTo>
                    <a:pt x="6970" y="4765"/>
                  </a:moveTo>
                  <a:cubicBezTo>
                    <a:pt x="6876" y="4765"/>
                    <a:pt x="6800" y="4840"/>
                    <a:pt x="6799" y="4936"/>
                  </a:cubicBezTo>
                  <a:cubicBezTo>
                    <a:pt x="6797" y="5032"/>
                    <a:pt x="6873" y="5109"/>
                    <a:pt x="6970" y="5110"/>
                  </a:cubicBezTo>
                  <a:lnTo>
                    <a:pt x="6973" y="5110"/>
                  </a:lnTo>
                  <a:cubicBezTo>
                    <a:pt x="7068" y="5110"/>
                    <a:pt x="7144" y="5035"/>
                    <a:pt x="7144" y="4939"/>
                  </a:cubicBezTo>
                  <a:cubicBezTo>
                    <a:pt x="7146" y="4844"/>
                    <a:pt x="7068" y="4767"/>
                    <a:pt x="6973" y="4765"/>
                  </a:cubicBezTo>
                  <a:cubicBezTo>
                    <a:pt x="6972" y="4765"/>
                    <a:pt x="6971" y="4765"/>
                    <a:pt x="6970" y="4765"/>
                  </a:cubicBezTo>
                  <a:close/>
                  <a:moveTo>
                    <a:pt x="7487" y="4765"/>
                  </a:moveTo>
                  <a:cubicBezTo>
                    <a:pt x="7393" y="4765"/>
                    <a:pt x="7315" y="4840"/>
                    <a:pt x="7315" y="4936"/>
                  </a:cubicBezTo>
                  <a:cubicBezTo>
                    <a:pt x="7314" y="5032"/>
                    <a:pt x="7390" y="5109"/>
                    <a:pt x="7485" y="5110"/>
                  </a:cubicBezTo>
                  <a:lnTo>
                    <a:pt x="7488" y="5110"/>
                  </a:lnTo>
                  <a:cubicBezTo>
                    <a:pt x="7582" y="5110"/>
                    <a:pt x="7659" y="5035"/>
                    <a:pt x="7661" y="4939"/>
                  </a:cubicBezTo>
                  <a:cubicBezTo>
                    <a:pt x="7661" y="4844"/>
                    <a:pt x="7585" y="4767"/>
                    <a:pt x="7490" y="4765"/>
                  </a:cubicBezTo>
                  <a:cubicBezTo>
                    <a:pt x="7489" y="4765"/>
                    <a:pt x="7488" y="4765"/>
                    <a:pt x="7487" y="4765"/>
                  </a:cubicBezTo>
                  <a:close/>
                  <a:moveTo>
                    <a:pt x="8000" y="4765"/>
                  </a:moveTo>
                  <a:cubicBezTo>
                    <a:pt x="7906" y="4765"/>
                    <a:pt x="7829" y="4840"/>
                    <a:pt x="7829" y="4936"/>
                  </a:cubicBezTo>
                  <a:cubicBezTo>
                    <a:pt x="7828" y="5032"/>
                    <a:pt x="7903" y="5109"/>
                    <a:pt x="7999" y="5110"/>
                  </a:cubicBezTo>
                  <a:lnTo>
                    <a:pt x="8003" y="5110"/>
                  </a:lnTo>
                  <a:cubicBezTo>
                    <a:pt x="8097" y="5110"/>
                    <a:pt x="8174" y="5035"/>
                    <a:pt x="8174" y="4939"/>
                  </a:cubicBezTo>
                  <a:cubicBezTo>
                    <a:pt x="8174" y="4844"/>
                    <a:pt x="8099" y="4767"/>
                    <a:pt x="8003" y="4765"/>
                  </a:cubicBezTo>
                  <a:cubicBezTo>
                    <a:pt x="8002" y="4765"/>
                    <a:pt x="8001" y="4765"/>
                    <a:pt x="8000" y="4765"/>
                  </a:cubicBezTo>
                  <a:close/>
                  <a:moveTo>
                    <a:pt x="148" y="4834"/>
                  </a:moveTo>
                  <a:cubicBezTo>
                    <a:pt x="66" y="4835"/>
                    <a:pt x="0" y="4901"/>
                    <a:pt x="0" y="4982"/>
                  </a:cubicBezTo>
                  <a:cubicBezTo>
                    <a:pt x="0" y="5064"/>
                    <a:pt x="66" y="5130"/>
                    <a:pt x="148" y="5130"/>
                  </a:cubicBezTo>
                  <a:lnTo>
                    <a:pt x="749" y="5130"/>
                  </a:lnTo>
                  <a:cubicBezTo>
                    <a:pt x="831" y="5130"/>
                    <a:pt x="897" y="5064"/>
                    <a:pt x="897" y="4982"/>
                  </a:cubicBezTo>
                  <a:cubicBezTo>
                    <a:pt x="897" y="4901"/>
                    <a:pt x="831" y="4835"/>
                    <a:pt x="749" y="4834"/>
                  </a:cubicBezTo>
                  <a:close/>
                  <a:moveTo>
                    <a:pt x="3307" y="4834"/>
                  </a:moveTo>
                  <a:cubicBezTo>
                    <a:pt x="3227" y="4835"/>
                    <a:pt x="3161" y="4901"/>
                    <a:pt x="3161" y="4982"/>
                  </a:cubicBezTo>
                  <a:cubicBezTo>
                    <a:pt x="3161" y="5064"/>
                    <a:pt x="3227" y="5130"/>
                    <a:pt x="3307" y="5130"/>
                  </a:cubicBezTo>
                  <a:lnTo>
                    <a:pt x="4885" y="5130"/>
                  </a:lnTo>
                  <a:cubicBezTo>
                    <a:pt x="4967" y="5130"/>
                    <a:pt x="5033" y="5064"/>
                    <a:pt x="5033" y="4982"/>
                  </a:cubicBezTo>
                  <a:cubicBezTo>
                    <a:pt x="5033" y="4901"/>
                    <a:pt x="4967" y="4835"/>
                    <a:pt x="4885" y="4834"/>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90;p40">
              <a:extLst>
                <a:ext uri="{FF2B5EF4-FFF2-40B4-BE49-F238E27FC236}">
                  <a16:creationId xmlns:a16="http://schemas.microsoft.com/office/drawing/2014/main" id="{22D1A003-52AF-7F88-2284-E6397FB43CC9}"/>
                </a:ext>
              </a:extLst>
            </p:cNvPr>
            <p:cNvSpPr/>
            <p:nvPr/>
          </p:nvSpPr>
          <p:spPr>
            <a:xfrm>
              <a:off x="5657875" y="3437575"/>
              <a:ext cx="204375" cy="128300"/>
            </a:xfrm>
            <a:custGeom>
              <a:avLst/>
              <a:gdLst/>
              <a:ahLst/>
              <a:cxnLst/>
              <a:rect l="l" t="t" r="r" b="b"/>
              <a:pathLst>
                <a:path w="8175" h="5132" extrusionOk="0">
                  <a:moveTo>
                    <a:pt x="1419" y="26"/>
                  </a:moveTo>
                  <a:cubicBezTo>
                    <a:pt x="1337" y="27"/>
                    <a:pt x="1272" y="94"/>
                    <a:pt x="1272" y="176"/>
                  </a:cubicBezTo>
                  <a:cubicBezTo>
                    <a:pt x="1272" y="257"/>
                    <a:pt x="1337" y="322"/>
                    <a:pt x="1419" y="322"/>
                  </a:cubicBezTo>
                  <a:lnTo>
                    <a:pt x="2996" y="322"/>
                  </a:lnTo>
                  <a:cubicBezTo>
                    <a:pt x="2997" y="322"/>
                    <a:pt x="2998" y="322"/>
                    <a:pt x="2999" y="322"/>
                  </a:cubicBezTo>
                  <a:cubicBezTo>
                    <a:pt x="3079" y="322"/>
                    <a:pt x="3145" y="259"/>
                    <a:pt x="3146" y="178"/>
                  </a:cubicBezTo>
                  <a:lnTo>
                    <a:pt x="3146" y="176"/>
                  </a:lnTo>
                  <a:cubicBezTo>
                    <a:pt x="3146" y="93"/>
                    <a:pt x="3079" y="26"/>
                    <a:pt x="2996" y="26"/>
                  </a:cubicBezTo>
                  <a:close/>
                  <a:moveTo>
                    <a:pt x="148" y="27"/>
                  </a:moveTo>
                  <a:cubicBezTo>
                    <a:pt x="66" y="27"/>
                    <a:pt x="0" y="94"/>
                    <a:pt x="0" y="176"/>
                  </a:cubicBezTo>
                  <a:cubicBezTo>
                    <a:pt x="0" y="257"/>
                    <a:pt x="66" y="324"/>
                    <a:pt x="148" y="324"/>
                  </a:cubicBezTo>
                  <a:lnTo>
                    <a:pt x="749" y="324"/>
                  </a:lnTo>
                  <a:cubicBezTo>
                    <a:pt x="830" y="324"/>
                    <a:pt x="897" y="257"/>
                    <a:pt x="897" y="176"/>
                  </a:cubicBezTo>
                  <a:cubicBezTo>
                    <a:pt x="897" y="94"/>
                    <a:pt x="831" y="27"/>
                    <a:pt x="749" y="27"/>
                  </a:cubicBezTo>
                  <a:close/>
                  <a:moveTo>
                    <a:pt x="3665" y="1"/>
                  </a:moveTo>
                  <a:cubicBezTo>
                    <a:pt x="3571" y="1"/>
                    <a:pt x="3495" y="76"/>
                    <a:pt x="3493" y="170"/>
                  </a:cubicBezTo>
                  <a:cubicBezTo>
                    <a:pt x="3492" y="267"/>
                    <a:pt x="3569" y="345"/>
                    <a:pt x="3665" y="346"/>
                  </a:cubicBezTo>
                  <a:lnTo>
                    <a:pt x="3669" y="346"/>
                  </a:lnTo>
                  <a:cubicBezTo>
                    <a:pt x="3763" y="346"/>
                    <a:pt x="3839" y="270"/>
                    <a:pt x="3839" y="175"/>
                  </a:cubicBezTo>
                  <a:cubicBezTo>
                    <a:pt x="3840" y="80"/>
                    <a:pt x="3764" y="2"/>
                    <a:pt x="3667" y="1"/>
                  </a:cubicBezTo>
                  <a:cubicBezTo>
                    <a:pt x="3667" y="1"/>
                    <a:pt x="3666" y="1"/>
                    <a:pt x="3665" y="1"/>
                  </a:cubicBezTo>
                  <a:close/>
                  <a:moveTo>
                    <a:pt x="4181" y="1"/>
                  </a:moveTo>
                  <a:cubicBezTo>
                    <a:pt x="4087" y="1"/>
                    <a:pt x="4010" y="76"/>
                    <a:pt x="4010" y="170"/>
                  </a:cubicBezTo>
                  <a:cubicBezTo>
                    <a:pt x="4008" y="267"/>
                    <a:pt x="4084" y="345"/>
                    <a:pt x="4180" y="346"/>
                  </a:cubicBezTo>
                  <a:lnTo>
                    <a:pt x="4183" y="346"/>
                  </a:lnTo>
                  <a:cubicBezTo>
                    <a:pt x="4276" y="346"/>
                    <a:pt x="4354" y="270"/>
                    <a:pt x="4355" y="175"/>
                  </a:cubicBezTo>
                  <a:cubicBezTo>
                    <a:pt x="4355" y="80"/>
                    <a:pt x="4279" y="2"/>
                    <a:pt x="4184" y="1"/>
                  </a:cubicBezTo>
                  <a:cubicBezTo>
                    <a:pt x="4183" y="1"/>
                    <a:pt x="4182" y="1"/>
                    <a:pt x="4181" y="1"/>
                  </a:cubicBezTo>
                  <a:close/>
                  <a:moveTo>
                    <a:pt x="4695" y="1"/>
                  </a:moveTo>
                  <a:cubicBezTo>
                    <a:pt x="4601" y="1"/>
                    <a:pt x="4525" y="76"/>
                    <a:pt x="4524" y="170"/>
                  </a:cubicBezTo>
                  <a:cubicBezTo>
                    <a:pt x="4522" y="267"/>
                    <a:pt x="4598" y="345"/>
                    <a:pt x="4695" y="346"/>
                  </a:cubicBezTo>
                  <a:lnTo>
                    <a:pt x="4698" y="346"/>
                  </a:lnTo>
                  <a:cubicBezTo>
                    <a:pt x="4793" y="346"/>
                    <a:pt x="4869" y="270"/>
                    <a:pt x="4869" y="175"/>
                  </a:cubicBezTo>
                  <a:cubicBezTo>
                    <a:pt x="4871" y="80"/>
                    <a:pt x="4793" y="2"/>
                    <a:pt x="4698" y="1"/>
                  </a:cubicBezTo>
                  <a:cubicBezTo>
                    <a:pt x="4697" y="1"/>
                    <a:pt x="4696" y="1"/>
                    <a:pt x="4695" y="1"/>
                  </a:cubicBezTo>
                  <a:close/>
                  <a:moveTo>
                    <a:pt x="5212" y="1"/>
                  </a:moveTo>
                  <a:cubicBezTo>
                    <a:pt x="5118" y="1"/>
                    <a:pt x="5040" y="76"/>
                    <a:pt x="5039" y="170"/>
                  </a:cubicBezTo>
                  <a:cubicBezTo>
                    <a:pt x="5039" y="267"/>
                    <a:pt x="5115" y="345"/>
                    <a:pt x="5210" y="346"/>
                  </a:cubicBezTo>
                  <a:lnTo>
                    <a:pt x="5213" y="346"/>
                  </a:lnTo>
                  <a:cubicBezTo>
                    <a:pt x="5307" y="346"/>
                    <a:pt x="5384" y="270"/>
                    <a:pt x="5386" y="175"/>
                  </a:cubicBezTo>
                  <a:lnTo>
                    <a:pt x="5384" y="175"/>
                  </a:lnTo>
                  <a:cubicBezTo>
                    <a:pt x="5386" y="80"/>
                    <a:pt x="5310" y="2"/>
                    <a:pt x="5214" y="1"/>
                  </a:cubicBezTo>
                  <a:cubicBezTo>
                    <a:pt x="5214" y="1"/>
                    <a:pt x="5213" y="1"/>
                    <a:pt x="5212" y="1"/>
                  </a:cubicBezTo>
                  <a:close/>
                  <a:moveTo>
                    <a:pt x="6242" y="1"/>
                  </a:moveTo>
                  <a:cubicBezTo>
                    <a:pt x="6148" y="1"/>
                    <a:pt x="6071" y="76"/>
                    <a:pt x="6069" y="170"/>
                  </a:cubicBezTo>
                  <a:cubicBezTo>
                    <a:pt x="6069" y="267"/>
                    <a:pt x="6145" y="345"/>
                    <a:pt x="6240" y="346"/>
                  </a:cubicBezTo>
                  <a:lnTo>
                    <a:pt x="6245" y="346"/>
                  </a:lnTo>
                  <a:cubicBezTo>
                    <a:pt x="6339" y="346"/>
                    <a:pt x="6415" y="270"/>
                    <a:pt x="6415" y="175"/>
                  </a:cubicBezTo>
                  <a:cubicBezTo>
                    <a:pt x="6416" y="80"/>
                    <a:pt x="6340" y="2"/>
                    <a:pt x="6245" y="1"/>
                  </a:cubicBezTo>
                  <a:cubicBezTo>
                    <a:pt x="6244" y="1"/>
                    <a:pt x="6243" y="1"/>
                    <a:pt x="6242" y="1"/>
                  </a:cubicBezTo>
                  <a:close/>
                  <a:moveTo>
                    <a:pt x="5709" y="1"/>
                  </a:moveTo>
                  <a:cubicBezTo>
                    <a:pt x="5622" y="1"/>
                    <a:pt x="5547" y="67"/>
                    <a:pt x="5538" y="155"/>
                  </a:cubicBezTo>
                  <a:cubicBezTo>
                    <a:pt x="5527" y="249"/>
                    <a:pt x="5596" y="336"/>
                    <a:pt x="5689" y="346"/>
                  </a:cubicBezTo>
                  <a:cubicBezTo>
                    <a:pt x="5696" y="347"/>
                    <a:pt x="5702" y="347"/>
                    <a:pt x="5709" y="347"/>
                  </a:cubicBezTo>
                  <a:cubicBezTo>
                    <a:pt x="5715" y="347"/>
                    <a:pt x="5721" y="347"/>
                    <a:pt x="5728" y="346"/>
                  </a:cubicBezTo>
                  <a:cubicBezTo>
                    <a:pt x="5822" y="346"/>
                    <a:pt x="5899" y="269"/>
                    <a:pt x="5899" y="175"/>
                  </a:cubicBezTo>
                  <a:cubicBezTo>
                    <a:pt x="5899" y="81"/>
                    <a:pt x="5825" y="4"/>
                    <a:pt x="5731" y="2"/>
                  </a:cubicBezTo>
                  <a:lnTo>
                    <a:pt x="5728" y="2"/>
                  </a:lnTo>
                  <a:cubicBezTo>
                    <a:pt x="5722" y="1"/>
                    <a:pt x="5715" y="1"/>
                    <a:pt x="5709" y="1"/>
                  </a:cubicBezTo>
                  <a:close/>
                  <a:moveTo>
                    <a:pt x="148" y="715"/>
                  </a:moveTo>
                  <a:cubicBezTo>
                    <a:pt x="66" y="715"/>
                    <a:pt x="0" y="781"/>
                    <a:pt x="0" y="863"/>
                  </a:cubicBezTo>
                  <a:cubicBezTo>
                    <a:pt x="0" y="945"/>
                    <a:pt x="66" y="1012"/>
                    <a:pt x="148" y="1012"/>
                  </a:cubicBezTo>
                  <a:lnTo>
                    <a:pt x="749" y="1012"/>
                  </a:lnTo>
                  <a:cubicBezTo>
                    <a:pt x="831" y="1012"/>
                    <a:pt x="897" y="945"/>
                    <a:pt x="897" y="863"/>
                  </a:cubicBezTo>
                  <a:cubicBezTo>
                    <a:pt x="897" y="781"/>
                    <a:pt x="830" y="715"/>
                    <a:pt x="749" y="715"/>
                  </a:cubicBezTo>
                  <a:close/>
                  <a:moveTo>
                    <a:pt x="1418" y="715"/>
                  </a:moveTo>
                  <a:cubicBezTo>
                    <a:pt x="1337" y="715"/>
                    <a:pt x="1272" y="781"/>
                    <a:pt x="1272" y="863"/>
                  </a:cubicBezTo>
                  <a:cubicBezTo>
                    <a:pt x="1272" y="945"/>
                    <a:pt x="1337" y="1010"/>
                    <a:pt x="1418" y="1012"/>
                  </a:cubicBezTo>
                  <a:lnTo>
                    <a:pt x="2996" y="1012"/>
                  </a:lnTo>
                  <a:cubicBezTo>
                    <a:pt x="3079" y="1012"/>
                    <a:pt x="3146" y="945"/>
                    <a:pt x="3146" y="863"/>
                  </a:cubicBezTo>
                  <a:cubicBezTo>
                    <a:pt x="3146" y="781"/>
                    <a:pt x="3079" y="715"/>
                    <a:pt x="2999" y="715"/>
                  </a:cubicBezTo>
                  <a:close/>
                  <a:moveTo>
                    <a:pt x="148" y="1402"/>
                  </a:moveTo>
                  <a:cubicBezTo>
                    <a:pt x="66" y="1412"/>
                    <a:pt x="8" y="1487"/>
                    <a:pt x="17" y="1568"/>
                  </a:cubicBezTo>
                  <a:cubicBezTo>
                    <a:pt x="26" y="1637"/>
                    <a:pt x="79" y="1691"/>
                    <a:pt x="148" y="1698"/>
                  </a:cubicBezTo>
                  <a:lnTo>
                    <a:pt x="749" y="1698"/>
                  </a:lnTo>
                  <a:cubicBezTo>
                    <a:pt x="828" y="1698"/>
                    <a:pt x="892" y="1637"/>
                    <a:pt x="897" y="1558"/>
                  </a:cubicBezTo>
                  <a:lnTo>
                    <a:pt x="897" y="1549"/>
                  </a:lnTo>
                  <a:cubicBezTo>
                    <a:pt x="897" y="1469"/>
                    <a:pt x="830" y="1402"/>
                    <a:pt x="749" y="1402"/>
                  </a:cubicBezTo>
                  <a:close/>
                  <a:moveTo>
                    <a:pt x="1418" y="1402"/>
                  </a:moveTo>
                  <a:cubicBezTo>
                    <a:pt x="1336" y="1412"/>
                    <a:pt x="1278" y="1485"/>
                    <a:pt x="1288" y="1567"/>
                  </a:cubicBezTo>
                  <a:cubicBezTo>
                    <a:pt x="1296" y="1635"/>
                    <a:pt x="1351" y="1691"/>
                    <a:pt x="1418" y="1698"/>
                  </a:cubicBezTo>
                  <a:lnTo>
                    <a:pt x="2996" y="1698"/>
                  </a:lnTo>
                  <a:cubicBezTo>
                    <a:pt x="3076" y="1698"/>
                    <a:pt x="3142" y="1637"/>
                    <a:pt x="3146" y="1558"/>
                  </a:cubicBezTo>
                  <a:lnTo>
                    <a:pt x="3146" y="1549"/>
                  </a:lnTo>
                  <a:cubicBezTo>
                    <a:pt x="3146" y="1467"/>
                    <a:pt x="3079" y="1402"/>
                    <a:pt x="2999" y="1402"/>
                  </a:cubicBezTo>
                  <a:close/>
                  <a:moveTo>
                    <a:pt x="3666" y="1384"/>
                  </a:moveTo>
                  <a:cubicBezTo>
                    <a:pt x="3571" y="1384"/>
                    <a:pt x="3493" y="1461"/>
                    <a:pt x="3493" y="1557"/>
                  </a:cubicBezTo>
                  <a:cubicBezTo>
                    <a:pt x="3493" y="1652"/>
                    <a:pt x="3571" y="1729"/>
                    <a:pt x="3666" y="1729"/>
                  </a:cubicBezTo>
                  <a:lnTo>
                    <a:pt x="3667" y="1729"/>
                  </a:lnTo>
                  <a:cubicBezTo>
                    <a:pt x="3763" y="1729"/>
                    <a:pt x="3839" y="1653"/>
                    <a:pt x="3839" y="1560"/>
                  </a:cubicBezTo>
                  <a:lnTo>
                    <a:pt x="3839" y="1557"/>
                  </a:lnTo>
                  <a:cubicBezTo>
                    <a:pt x="3839" y="1461"/>
                    <a:pt x="3761" y="1384"/>
                    <a:pt x="3666" y="1384"/>
                  </a:cubicBezTo>
                  <a:close/>
                  <a:moveTo>
                    <a:pt x="4696" y="1384"/>
                  </a:moveTo>
                  <a:cubicBezTo>
                    <a:pt x="4601" y="1384"/>
                    <a:pt x="4524" y="1461"/>
                    <a:pt x="4524" y="1557"/>
                  </a:cubicBezTo>
                  <a:cubicBezTo>
                    <a:pt x="4524" y="1652"/>
                    <a:pt x="4601" y="1729"/>
                    <a:pt x="4696" y="1729"/>
                  </a:cubicBezTo>
                  <a:lnTo>
                    <a:pt x="4698" y="1729"/>
                  </a:lnTo>
                  <a:cubicBezTo>
                    <a:pt x="4792" y="1729"/>
                    <a:pt x="4869" y="1653"/>
                    <a:pt x="4869" y="1560"/>
                  </a:cubicBezTo>
                  <a:lnTo>
                    <a:pt x="4869" y="1557"/>
                  </a:lnTo>
                  <a:cubicBezTo>
                    <a:pt x="4869" y="1461"/>
                    <a:pt x="4792" y="1384"/>
                    <a:pt x="4696" y="1384"/>
                  </a:cubicBezTo>
                  <a:close/>
                  <a:moveTo>
                    <a:pt x="6242" y="1384"/>
                  </a:moveTo>
                  <a:cubicBezTo>
                    <a:pt x="6147" y="1384"/>
                    <a:pt x="6069" y="1461"/>
                    <a:pt x="6069" y="1557"/>
                  </a:cubicBezTo>
                  <a:cubicBezTo>
                    <a:pt x="6069" y="1652"/>
                    <a:pt x="6147" y="1729"/>
                    <a:pt x="6242" y="1729"/>
                  </a:cubicBezTo>
                  <a:lnTo>
                    <a:pt x="6245" y="1729"/>
                  </a:lnTo>
                  <a:cubicBezTo>
                    <a:pt x="6339" y="1729"/>
                    <a:pt x="6415" y="1653"/>
                    <a:pt x="6415" y="1560"/>
                  </a:cubicBezTo>
                  <a:lnTo>
                    <a:pt x="6415" y="1557"/>
                  </a:lnTo>
                  <a:cubicBezTo>
                    <a:pt x="6415" y="1461"/>
                    <a:pt x="6337" y="1384"/>
                    <a:pt x="6242" y="1384"/>
                  </a:cubicBezTo>
                  <a:close/>
                  <a:moveTo>
                    <a:pt x="4183" y="1384"/>
                  </a:moveTo>
                  <a:cubicBezTo>
                    <a:pt x="4087" y="1384"/>
                    <a:pt x="4010" y="1461"/>
                    <a:pt x="4010" y="1557"/>
                  </a:cubicBezTo>
                  <a:cubicBezTo>
                    <a:pt x="4010" y="1652"/>
                    <a:pt x="4087" y="1729"/>
                    <a:pt x="4183" y="1729"/>
                  </a:cubicBezTo>
                  <a:cubicBezTo>
                    <a:pt x="4184" y="1729"/>
                    <a:pt x="4184" y="1729"/>
                    <a:pt x="4185" y="1729"/>
                  </a:cubicBezTo>
                  <a:cubicBezTo>
                    <a:pt x="4278" y="1729"/>
                    <a:pt x="4354" y="1654"/>
                    <a:pt x="4355" y="1561"/>
                  </a:cubicBezTo>
                  <a:lnTo>
                    <a:pt x="4355" y="1557"/>
                  </a:lnTo>
                  <a:cubicBezTo>
                    <a:pt x="4355" y="1461"/>
                    <a:pt x="4278" y="1384"/>
                    <a:pt x="4183" y="1384"/>
                  </a:cubicBezTo>
                  <a:close/>
                  <a:moveTo>
                    <a:pt x="5212" y="1384"/>
                  </a:moveTo>
                  <a:cubicBezTo>
                    <a:pt x="5116" y="1384"/>
                    <a:pt x="5039" y="1461"/>
                    <a:pt x="5039" y="1557"/>
                  </a:cubicBezTo>
                  <a:cubicBezTo>
                    <a:pt x="5039" y="1652"/>
                    <a:pt x="5116" y="1729"/>
                    <a:pt x="5212" y="1729"/>
                  </a:cubicBezTo>
                  <a:cubicBezTo>
                    <a:pt x="5212" y="1729"/>
                    <a:pt x="5213" y="1729"/>
                    <a:pt x="5214" y="1729"/>
                  </a:cubicBezTo>
                  <a:cubicBezTo>
                    <a:pt x="5308" y="1729"/>
                    <a:pt x="5384" y="1654"/>
                    <a:pt x="5384" y="1561"/>
                  </a:cubicBezTo>
                  <a:lnTo>
                    <a:pt x="5384" y="1557"/>
                  </a:lnTo>
                  <a:cubicBezTo>
                    <a:pt x="5384" y="1461"/>
                    <a:pt x="5307" y="1384"/>
                    <a:pt x="5212" y="1384"/>
                  </a:cubicBezTo>
                  <a:close/>
                  <a:moveTo>
                    <a:pt x="5725" y="1387"/>
                  </a:moveTo>
                  <a:cubicBezTo>
                    <a:pt x="5631" y="1387"/>
                    <a:pt x="5554" y="1462"/>
                    <a:pt x="5554" y="1557"/>
                  </a:cubicBezTo>
                  <a:cubicBezTo>
                    <a:pt x="5552" y="1652"/>
                    <a:pt x="5628" y="1731"/>
                    <a:pt x="5724" y="1732"/>
                  </a:cubicBezTo>
                  <a:cubicBezTo>
                    <a:pt x="5819" y="1732"/>
                    <a:pt x="5898" y="1656"/>
                    <a:pt x="5899" y="1561"/>
                  </a:cubicBezTo>
                  <a:lnTo>
                    <a:pt x="5899" y="1557"/>
                  </a:lnTo>
                  <a:cubicBezTo>
                    <a:pt x="5899" y="1463"/>
                    <a:pt x="5822" y="1387"/>
                    <a:pt x="5728" y="1387"/>
                  </a:cubicBezTo>
                  <a:cubicBezTo>
                    <a:pt x="5727" y="1387"/>
                    <a:pt x="5726" y="1387"/>
                    <a:pt x="5725" y="1387"/>
                  </a:cubicBezTo>
                  <a:close/>
                  <a:moveTo>
                    <a:pt x="1418" y="2088"/>
                  </a:moveTo>
                  <a:cubicBezTo>
                    <a:pt x="1336" y="2099"/>
                    <a:pt x="1278" y="2173"/>
                    <a:pt x="1288" y="2255"/>
                  </a:cubicBezTo>
                  <a:cubicBezTo>
                    <a:pt x="1296" y="2322"/>
                    <a:pt x="1351" y="2377"/>
                    <a:pt x="1418" y="2384"/>
                  </a:cubicBezTo>
                  <a:lnTo>
                    <a:pt x="2996" y="2384"/>
                  </a:lnTo>
                  <a:cubicBezTo>
                    <a:pt x="3079" y="2384"/>
                    <a:pt x="3146" y="2317"/>
                    <a:pt x="3146" y="2235"/>
                  </a:cubicBezTo>
                  <a:cubicBezTo>
                    <a:pt x="3146" y="2154"/>
                    <a:pt x="3079" y="2088"/>
                    <a:pt x="2999" y="2088"/>
                  </a:cubicBezTo>
                  <a:close/>
                  <a:moveTo>
                    <a:pt x="148" y="2088"/>
                  </a:moveTo>
                  <a:cubicBezTo>
                    <a:pt x="66" y="2099"/>
                    <a:pt x="8" y="2173"/>
                    <a:pt x="17" y="2255"/>
                  </a:cubicBezTo>
                  <a:cubicBezTo>
                    <a:pt x="26" y="2323"/>
                    <a:pt x="79" y="2377"/>
                    <a:pt x="148" y="2386"/>
                  </a:cubicBezTo>
                  <a:lnTo>
                    <a:pt x="749" y="2386"/>
                  </a:lnTo>
                  <a:cubicBezTo>
                    <a:pt x="831" y="2386"/>
                    <a:pt x="897" y="2319"/>
                    <a:pt x="897" y="2238"/>
                  </a:cubicBezTo>
                  <a:lnTo>
                    <a:pt x="897" y="2235"/>
                  </a:lnTo>
                  <a:cubicBezTo>
                    <a:pt x="897" y="2155"/>
                    <a:pt x="830" y="2088"/>
                    <a:pt x="749" y="2088"/>
                  </a:cubicBezTo>
                  <a:close/>
                  <a:moveTo>
                    <a:pt x="1418" y="2774"/>
                  </a:moveTo>
                  <a:cubicBezTo>
                    <a:pt x="1336" y="2785"/>
                    <a:pt x="1278" y="2859"/>
                    <a:pt x="1288" y="2941"/>
                  </a:cubicBezTo>
                  <a:cubicBezTo>
                    <a:pt x="1296" y="3010"/>
                    <a:pt x="1351" y="3063"/>
                    <a:pt x="1418" y="3071"/>
                  </a:cubicBezTo>
                  <a:lnTo>
                    <a:pt x="2996" y="3071"/>
                  </a:lnTo>
                  <a:cubicBezTo>
                    <a:pt x="3079" y="3071"/>
                    <a:pt x="3146" y="3004"/>
                    <a:pt x="3146" y="2922"/>
                  </a:cubicBezTo>
                  <a:cubicBezTo>
                    <a:pt x="3146" y="2840"/>
                    <a:pt x="3079" y="2774"/>
                    <a:pt x="2999" y="2774"/>
                  </a:cubicBezTo>
                  <a:close/>
                  <a:moveTo>
                    <a:pt x="148" y="2776"/>
                  </a:moveTo>
                  <a:cubicBezTo>
                    <a:pt x="66" y="2785"/>
                    <a:pt x="8" y="2859"/>
                    <a:pt x="17" y="2941"/>
                  </a:cubicBezTo>
                  <a:cubicBezTo>
                    <a:pt x="26" y="3010"/>
                    <a:pt x="79" y="3063"/>
                    <a:pt x="148" y="3072"/>
                  </a:cubicBezTo>
                  <a:lnTo>
                    <a:pt x="749" y="3072"/>
                  </a:lnTo>
                  <a:cubicBezTo>
                    <a:pt x="831" y="3072"/>
                    <a:pt x="897" y="3005"/>
                    <a:pt x="897" y="2925"/>
                  </a:cubicBezTo>
                  <a:lnTo>
                    <a:pt x="897" y="2922"/>
                  </a:lnTo>
                  <a:cubicBezTo>
                    <a:pt x="897" y="2841"/>
                    <a:pt x="830" y="2776"/>
                    <a:pt x="749" y="2776"/>
                  </a:cubicBezTo>
                  <a:close/>
                  <a:moveTo>
                    <a:pt x="5427" y="3360"/>
                  </a:moveTo>
                  <a:cubicBezTo>
                    <a:pt x="5332" y="3360"/>
                    <a:pt x="5255" y="3437"/>
                    <a:pt x="5255" y="3532"/>
                  </a:cubicBezTo>
                  <a:cubicBezTo>
                    <a:pt x="5255" y="3628"/>
                    <a:pt x="5332" y="3705"/>
                    <a:pt x="5427" y="3705"/>
                  </a:cubicBezTo>
                  <a:cubicBezTo>
                    <a:pt x="5521" y="3705"/>
                    <a:pt x="5599" y="3631"/>
                    <a:pt x="5600" y="3537"/>
                  </a:cubicBezTo>
                  <a:cubicBezTo>
                    <a:pt x="5600" y="3535"/>
                    <a:pt x="5600" y="3534"/>
                    <a:pt x="5600" y="3532"/>
                  </a:cubicBezTo>
                  <a:cubicBezTo>
                    <a:pt x="5600" y="3436"/>
                    <a:pt x="5523" y="3360"/>
                    <a:pt x="5427" y="3360"/>
                  </a:cubicBezTo>
                  <a:close/>
                  <a:moveTo>
                    <a:pt x="5941" y="3360"/>
                  </a:moveTo>
                  <a:cubicBezTo>
                    <a:pt x="5846" y="3360"/>
                    <a:pt x="5768" y="3437"/>
                    <a:pt x="5768" y="3532"/>
                  </a:cubicBezTo>
                  <a:cubicBezTo>
                    <a:pt x="5768" y="3628"/>
                    <a:pt x="5846" y="3705"/>
                    <a:pt x="5941" y="3705"/>
                  </a:cubicBezTo>
                  <a:lnTo>
                    <a:pt x="5944" y="3705"/>
                  </a:lnTo>
                  <a:cubicBezTo>
                    <a:pt x="6038" y="3705"/>
                    <a:pt x="6114" y="3628"/>
                    <a:pt x="6114" y="3534"/>
                  </a:cubicBezTo>
                  <a:cubicBezTo>
                    <a:pt x="6114" y="3533"/>
                    <a:pt x="6114" y="3533"/>
                    <a:pt x="6114" y="3532"/>
                  </a:cubicBezTo>
                  <a:cubicBezTo>
                    <a:pt x="6114" y="3436"/>
                    <a:pt x="6036" y="3360"/>
                    <a:pt x="5941" y="3360"/>
                  </a:cubicBezTo>
                  <a:close/>
                  <a:moveTo>
                    <a:pt x="6458" y="3360"/>
                  </a:moveTo>
                  <a:cubicBezTo>
                    <a:pt x="6362" y="3360"/>
                    <a:pt x="6285" y="3437"/>
                    <a:pt x="6285" y="3532"/>
                  </a:cubicBezTo>
                  <a:cubicBezTo>
                    <a:pt x="6285" y="3628"/>
                    <a:pt x="6362" y="3705"/>
                    <a:pt x="6458" y="3705"/>
                  </a:cubicBezTo>
                  <a:cubicBezTo>
                    <a:pt x="6552" y="3705"/>
                    <a:pt x="6629" y="3631"/>
                    <a:pt x="6630" y="3537"/>
                  </a:cubicBezTo>
                  <a:cubicBezTo>
                    <a:pt x="6630" y="3535"/>
                    <a:pt x="6630" y="3534"/>
                    <a:pt x="6630" y="3532"/>
                  </a:cubicBezTo>
                  <a:cubicBezTo>
                    <a:pt x="6630" y="3436"/>
                    <a:pt x="6553" y="3360"/>
                    <a:pt x="6458" y="3360"/>
                  </a:cubicBezTo>
                  <a:close/>
                  <a:moveTo>
                    <a:pt x="6971" y="3360"/>
                  </a:moveTo>
                  <a:cubicBezTo>
                    <a:pt x="6876" y="3360"/>
                    <a:pt x="6799" y="3437"/>
                    <a:pt x="6799" y="3532"/>
                  </a:cubicBezTo>
                  <a:cubicBezTo>
                    <a:pt x="6799" y="3628"/>
                    <a:pt x="6876" y="3705"/>
                    <a:pt x="6971" y="3705"/>
                  </a:cubicBezTo>
                  <a:lnTo>
                    <a:pt x="6973" y="3705"/>
                  </a:lnTo>
                  <a:cubicBezTo>
                    <a:pt x="7068" y="3705"/>
                    <a:pt x="7144" y="3628"/>
                    <a:pt x="7144" y="3534"/>
                  </a:cubicBezTo>
                  <a:cubicBezTo>
                    <a:pt x="7144" y="3533"/>
                    <a:pt x="7144" y="3533"/>
                    <a:pt x="7144" y="3532"/>
                  </a:cubicBezTo>
                  <a:cubicBezTo>
                    <a:pt x="7144" y="3436"/>
                    <a:pt x="7067" y="3360"/>
                    <a:pt x="6971" y="3360"/>
                  </a:cubicBezTo>
                  <a:close/>
                  <a:moveTo>
                    <a:pt x="7488" y="3360"/>
                  </a:moveTo>
                  <a:cubicBezTo>
                    <a:pt x="7391" y="3360"/>
                    <a:pt x="7315" y="3437"/>
                    <a:pt x="7315" y="3532"/>
                  </a:cubicBezTo>
                  <a:cubicBezTo>
                    <a:pt x="7315" y="3628"/>
                    <a:pt x="7393" y="3705"/>
                    <a:pt x="7488" y="3705"/>
                  </a:cubicBezTo>
                  <a:cubicBezTo>
                    <a:pt x="7582" y="3705"/>
                    <a:pt x="7659" y="3631"/>
                    <a:pt x="7661" y="3537"/>
                  </a:cubicBezTo>
                  <a:cubicBezTo>
                    <a:pt x="7661" y="3535"/>
                    <a:pt x="7661" y="3534"/>
                    <a:pt x="7661" y="3532"/>
                  </a:cubicBezTo>
                  <a:cubicBezTo>
                    <a:pt x="7661" y="3436"/>
                    <a:pt x="7583" y="3360"/>
                    <a:pt x="7488" y="3360"/>
                  </a:cubicBezTo>
                  <a:close/>
                  <a:moveTo>
                    <a:pt x="8002" y="3360"/>
                  </a:moveTo>
                  <a:cubicBezTo>
                    <a:pt x="7906" y="3360"/>
                    <a:pt x="7829" y="3437"/>
                    <a:pt x="7829" y="3532"/>
                  </a:cubicBezTo>
                  <a:cubicBezTo>
                    <a:pt x="7829" y="3628"/>
                    <a:pt x="7906" y="3705"/>
                    <a:pt x="8002" y="3705"/>
                  </a:cubicBezTo>
                  <a:lnTo>
                    <a:pt x="8003" y="3705"/>
                  </a:lnTo>
                  <a:cubicBezTo>
                    <a:pt x="8097" y="3705"/>
                    <a:pt x="8174" y="3628"/>
                    <a:pt x="8174" y="3534"/>
                  </a:cubicBezTo>
                  <a:cubicBezTo>
                    <a:pt x="8174" y="3533"/>
                    <a:pt x="8174" y="3533"/>
                    <a:pt x="8174" y="3532"/>
                  </a:cubicBezTo>
                  <a:cubicBezTo>
                    <a:pt x="8174" y="3436"/>
                    <a:pt x="8097" y="3360"/>
                    <a:pt x="8002" y="3360"/>
                  </a:cubicBezTo>
                  <a:close/>
                  <a:moveTo>
                    <a:pt x="3307" y="3461"/>
                  </a:moveTo>
                  <a:cubicBezTo>
                    <a:pt x="3225" y="3471"/>
                    <a:pt x="3167" y="3546"/>
                    <a:pt x="3178" y="3628"/>
                  </a:cubicBezTo>
                  <a:cubicBezTo>
                    <a:pt x="3185" y="3696"/>
                    <a:pt x="3240" y="3750"/>
                    <a:pt x="3307" y="3757"/>
                  </a:cubicBezTo>
                  <a:lnTo>
                    <a:pt x="4885" y="3757"/>
                  </a:lnTo>
                  <a:cubicBezTo>
                    <a:pt x="4967" y="3757"/>
                    <a:pt x="5033" y="3692"/>
                    <a:pt x="5033" y="3611"/>
                  </a:cubicBezTo>
                  <a:lnTo>
                    <a:pt x="5033" y="3608"/>
                  </a:lnTo>
                  <a:cubicBezTo>
                    <a:pt x="5033" y="3528"/>
                    <a:pt x="4967" y="3461"/>
                    <a:pt x="4885" y="3461"/>
                  </a:cubicBezTo>
                  <a:close/>
                  <a:moveTo>
                    <a:pt x="148" y="3462"/>
                  </a:moveTo>
                  <a:cubicBezTo>
                    <a:pt x="66" y="3471"/>
                    <a:pt x="8" y="3546"/>
                    <a:pt x="17" y="3628"/>
                  </a:cubicBezTo>
                  <a:cubicBezTo>
                    <a:pt x="26" y="3696"/>
                    <a:pt x="79" y="3750"/>
                    <a:pt x="148" y="3759"/>
                  </a:cubicBezTo>
                  <a:lnTo>
                    <a:pt x="749" y="3759"/>
                  </a:lnTo>
                  <a:cubicBezTo>
                    <a:pt x="831" y="3759"/>
                    <a:pt x="897" y="3693"/>
                    <a:pt x="897" y="3611"/>
                  </a:cubicBezTo>
                  <a:lnTo>
                    <a:pt x="897" y="3610"/>
                  </a:lnTo>
                  <a:cubicBezTo>
                    <a:pt x="897" y="3528"/>
                    <a:pt x="830" y="3462"/>
                    <a:pt x="749" y="3462"/>
                  </a:cubicBezTo>
                  <a:close/>
                  <a:moveTo>
                    <a:pt x="148" y="4149"/>
                  </a:moveTo>
                  <a:cubicBezTo>
                    <a:pt x="66" y="4159"/>
                    <a:pt x="8" y="4232"/>
                    <a:pt x="17" y="4314"/>
                  </a:cubicBezTo>
                  <a:cubicBezTo>
                    <a:pt x="26" y="4383"/>
                    <a:pt x="79" y="4438"/>
                    <a:pt x="148" y="4445"/>
                  </a:cubicBezTo>
                  <a:lnTo>
                    <a:pt x="749" y="4445"/>
                  </a:lnTo>
                  <a:cubicBezTo>
                    <a:pt x="830" y="4445"/>
                    <a:pt x="897" y="4380"/>
                    <a:pt x="897" y="4298"/>
                  </a:cubicBezTo>
                  <a:cubicBezTo>
                    <a:pt x="898" y="4217"/>
                    <a:pt x="833" y="4150"/>
                    <a:pt x="751" y="4149"/>
                  </a:cubicBezTo>
                  <a:close/>
                  <a:moveTo>
                    <a:pt x="3307" y="4149"/>
                  </a:moveTo>
                  <a:cubicBezTo>
                    <a:pt x="3225" y="4158"/>
                    <a:pt x="3167" y="4232"/>
                    <a:pt x="3178" y="4314"/>
                  </a:cubicBezTo>
                  <a:cubicBezTo>
                    <a:pt x="3185" y="4383"/>
                    <a:pt x="3240" y="4436"/>
                    <a:pt x="3307" y="4445"/>
                  </a:cubicBezTo>
                  <a:lnTo>
                    <a:pt x="4885" y="4445"/>
                  </a:lnTo>
                  <a:cubicBezTo>
                    <a:pt x="4967" y="4445"/>
                    <a:pt x="5033" y="4378"/>
                    <a:pt x="5033" y="4298"/>
                  </a:cubicBezTo>
                  <a:cubicBezTo>
                    <a:pt x="5034" y="4216"/>
                    <a:pt x="4969" y="4149"/>
                    <a:pt x="4888" y="4149"/>
                  </a:cubicBezTo>
                  <a:close/>
                  <a:moveTo>
                    <a:pt x="5427" y="4776"/>
                  </a:moveTo>
                  <a:cubicBezTo>
                    <a:pt x="5332" y="4776"/>
                    <a:pt x="5255" y="4853"/>
                    <a:pt x="5255" y="4948"/>
                  </a:cubicBezTo>
                  <a:cubicBezTo>
                    <a:pt x="5255" y="5044"/>
                    <a:pt x="5332" y="5121"/>
                    <a:pt x="5427" y="5121"/>
                  </a:cubicBezTo>
                  <a:cubicBezTo>
                    <a:pt x="5521" y="5121"/>
                    <a:pt x="5599" y="5047"/>
                    <a:pt x="5600" y="4953"/>
                  </a:cubicBezTo>
                  <a:cubicBezTo>
                    <a:pt x="5600" y="4951"/>
                    <a:pt x="5600" y="4950"/>
                    <a:pt x="5600" y="4948"/>
                  </a:cubicBezTo>
                  <a:cubicBezTo>
                    <a:pt x="5600" y="4852"/>
                    <a:pt x="5523" y="4776"/>
                    <a:pt x="5427" y="4776"/>
                  </a:cubicBezTo>
                  <a:close/>
                  <a:moveTo>
                    <a:pt x="5941" y="4776"/>
                  </a:moveTo>
                  <a:cubicBezTo>
                    <a:pt x="5846" y="4776"/>
                    <a:pt x="5768" y="4853"/>
                    <a:pt x="5768" y="4948"/>
                  </a:cubicBezTo>
                  <a:cubicBezTo>
                    <a:pt x="5768" y="5044"/>
                    <a:pt x="5846" y="5121"/>
                    <a:pt x="5941" y="5121"/>
                  </a:cubicBezTo>
                  <a:lnTo>
                    <a:pt x="5944" y="5121"/>
                  </a:lnTo>
                  <a:cubicBezTo>
                    <a:pt x="6038" y="5121"/>
                    <a:pt x="6114" y="5044"/>
                    <a:pt x="6114" y="4950"/>
                  </a:cubicBezTo>
                  <a:cubicBezTo>
                    <a:pt x="6114" y="4949"/>
                    <a:pt x="6114" y="4949"/>
                    <a:pt x="6114" y="4948"/>
                  </a:cubicBezTo>
                  <a:cubicBezTo>
                    <a:pt x="6114" y="4852"/>
                    <a:pt x="6036" y="4776"/>
                    <a:pt x="5941" y="4776"/>
                  </a:cubicBezTo>
                  <a:close/>
                  <a:moveTo>
                    <a:pt x="6458" y="4776"/>
                  </a:moveTo>
                  <a:cubicBezTo>
                    <a:pt x="6362" y="4776"/>
                    <a:pt x="6285" y="4853"/>
                    <a:pt x="6285" y="4948"/>
                  </a:cubicBezTo>
                  <a:cubicBezTo>
                    <a:pt x="6285" y="5044"/>
                    <a:pt x="6362" y="5121"/>
                    <a:pt x="6458" y="5121"/>
                  </a:cubicBezTo>
                  <a:cubicBezTo>
                    <a:pt x="6552" y="5121"/>
                    <a:pt x="6629" y="5047"/>
                    <a:pt x="6630" y="4953"/>
                  </a:cubicBezTo>
                  <a:cubicBezTo>
                    <a:pt x="6630" y="4951"/>
                    <a:pt x="6630" y="4950"/>
                    <a:pt x="6630" y="4948"/>
                  </a:cubicBezTo>
                  <a:cubicBezTo>
                    <a:pt x="6630" y="4852"/>
                    <a:pt x="6553" y="4776"/>
                    <a:pt x="6458" y="4776"/>
                  </a:cubicBezTo>
                  <a:close/>
                  <a:moveTo>
                    <a:pt x="6971" y="4776"/>
                  </a:moveTo>
                  <a:cubicBezTo>
                    <a:pt x="6876" y="4776"/>
                    <a:pt x="6799" y="4853"/>
                    <a:pt x="6799" y="4948"/>
                  </a:cubicBezTo>
                  <a:cubicBezTo>
                    <a:pt x="6799" y="5044"/>
                    <a:pt x="6876" y="5121"/>
                    <a:pt x="6971" y="5121"/>
                  </a:cubicBezTo>
                  <a:lnTo>
                    <a:pt x="6973" y="5121"/>
                  </a:lnTo>
                  <a:cubicBezTo>
                    <a:pt x="7068" y="5121"/>
                    <a:pt x="7144" y="5044"/>
                    <a:pt x="7144" y="4950"/>
                  </a:cubicBezTo>
                  <a:cubicBezTo>
                    <a:pt x="7144" y="4949"/>
                    <a:pt x="7144" y="4949"/>
                    <a:pt x="7144" y="4948"/>
                  </a:cubicBezTo>
                  <a:cubicBezTo>
                    <a:pt x="7144" y="4852"/>
                    <a:pt x="7067" y="4776"/>
                    <a:pt x="6971" y="4776"/>
                  </a:cubicBezTo>
                  <a:close/>
                  <a:moveTo>
                    <a:pt x="7488" y="4776"/>
                  </a:moveTo>
                  <a:cubicBezTo>
                    <a:pt x="7391" y="4776"/>
                    <a:pt x="7314" y="4853"/>
                    <a:pt x="7314" y="4948"/>
                  </a:cubicBezTo>
                  <a:cubicBezTo>
                    <a:pt x="7314" y="5044"/>
                    <a:pt x="7391" y="5121"/>
                    <a:pt x="7488" y="5121"/>
                  </a:cubicBezTo>
                  <a:cubicBezTo>
                    <a:pt x="7582" y="5121"/>
                    <a:pt x="7659" y="5047"/>
                    <a:pt x="7661" y="4953"/>
                  </a:cubicBezTo>
                  <a:cubicBezTo>
                    <a:pt x="7661" y="4951"/>
                    <a:pt x="7661" y="4950"/>
                    <a:pt x="7661" y="4948"/>
                  </a:cubicBezTo>
                  <a:lnTo>
                    <a:pt x="7661" y="4948"/>
                  </a:lnTo>
                  <a:lnTo>
                    <a:pt x="7661" y="4948"/>
                  </a:lnTo>
                  <a:cubicBezTo>
                    <a:pt x="7661" y="4852"/>
                    <a:pt x="7583" y="4776"/>
                    <a:pt x="7488" y="4776"/>
                  </a:cubicBezTo>
                  <a:close/>
                  <a:moveTo>
                    <a:pt x="8002" y="4776"/>
                  </a:moveTo>
                  <a:cubicBezTo>
                    <a:pt x="7906" y="4776"/>
                    <a:pt x="7829" y="4853"/>
                    <a:pt x="7829" y="4948"/>
                  </a:cubicBezTo>
                  <a:cubicBezTo>
                    <a:pt x="7829" y="5044"/>
                    <a:pt x="7906" y="5121"/>
                    <a:pt x="8002" y="5121"/>
                  </a:cubicBezTo>
                  <a:lnTo>
                    <a:pt x="8003" y="5121"/>
                  </a:lnTo>
                  <a:cubicBezTo>
                    <a:pt x="8097" y="5121"/>
                    <a:pt x="8174" y="5044"/>
                    <a:pt x="8174" y="4950"/>
                  </a:cubicBezTo>
                  <a:cubicBezTo>
                    <a:pt x="8174" y="4949"/>
                    <a:pt x="8174" y="4949"/>
                    <a:pt x="8174" y="4948"/>
                  </a:cubicBezTo>
                  <a:cubicBezTo>
                    <a:pt x="8174" y="4852"/>
                    <a:pt x="8097" y="4776"/>
                    <a:pt x="8002" y="4776"/>
                  </a:cubicBezTo>
                  <a:close/>
                  <a:moveTo>
                    <a:pt x="148" y="4835"/>
                  </a:moveTo>
                  <a:cubicBezTo>
                    <a:pt x="66" y="4846"/>
                    <a:pt x="8" y="4920"/>
                    <a:pt x="17" y="5002"/>
                  </a:cubicBezTo>
                  <a:cubicBezTo>
                    <a:pt x="26" y="5069"/>
                    <a:pt x="79" y="5124"/>
                    <a:pt x="148" y="5131"/>
                  </a:cubicBezTo>
                  <a:lnTo>
                    <a:pt x="749" y="5131"/>
                  </a:lnTo>
                  <a:cubicBezTo>
                    <a:pt x="830" y="5131"/>
                    <a:pt x="897" y="5066"/>
                    <a:pt x="897" y="4984"/>
                  </a:cubicBezTo>
                  <a:cubicBezTo>
                    <a:pt x="898" y="4904"/>
                    <a:pt x="833" y="4837"/>
                    <a:pt x="751" y="4835"/>
                  </a:cubicBezTo>
                  <a:close/>
                  <a:moveTo>
                    <a:pt x="3307" y="4835"/>
                  </a:moveTo>
                  <a:cubicBezTo>
                    <a:pt x="3225" y="4844"/>
                    <a:pt x="3167" y="4919"/>
                    <a:pt x="3178" y="5000"/>
                  </a:cubicBezTo>
                  <a:cubicBezTo>
                    <a:pt x="3185" y="5069"/>
                    <a:pt x="3240" y="5123"/>
                    <a:pt x="3307" y="5131"/>
                  </a:cubicBezTo>
                  <a:lnTo>
                    <a:pt x="4885" y="5131"/>
                  </a:lnTo>
                  <a:cubicBezTo>
                    <a:pt x="4967" y="5131"/>
                    <a:pt x="5033" y="5066"/>
                    <a:pt x="5033" y="4984"/>
                  </a:cubicBezTo>
                  <a:cubicBezTo>
                    <a:pt x="5034" y="4902"/>
                    <a:pt x="4969" y="4835"/>
                    <a:pt x="4888"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91;p40">
              <a:extLst>
                <a:ext uri="{FF2B5EF4-FFF2-40B4-BE49-F238E27FC236}">
                  <a16:creationId xmlns:a16="http://schemas.microsoft.com/office/drawing/2014/main" id="{DD4C0B86-F8A9-F9D2-1631-3A6F1D91CBE4}"/>
                </a:ext>
              </a:extLst>
            </p:cNvPr>
            <p:cNvSpPr/>
            <p:nvPr/>
          </p:nvSpPr>
          <p:spPr>
            <a:xfrm>
              <a:off x="4324075" y="4663075"/>
              <a:ext cx="204475" cy="128275"/>
            </a:xfrm>
            <a:custGeom>
              <a:avLst/>
              <a:gdLst/>
              <a:ahLst/>
              <a:cxnLst/>
              <a:rect l="l" t="t" r="r" b="b"/>
              <a:pathLst>
                <a:path w="8179" h="5131" extrusionOk="0">
                  <a:moveTo>
                    <a:pt x="768" y="26"/>
                  </a:moveTo>
                  <a:cubicBezTo>
                    <a:pt x="762" y="26"/>
                    <a:pt x="756" y="27"/>
                    <a:pt x="750" y="28"/>
                  </a:cubicBezTo>
                  <a:lnTo>
                    <a:pt x="148" y="28"/>
                  </a:lnTo>
                  <a:cubicBezTo>
                    <a:pt x="80" y="35"/>
                    <a:pt x="26" y="90"/>
                    <a:pt x="17" y="159"/>
                  </a:cubicBezTo>
                  <a:cubicBezTo>
                    <a:pt x="8" y="241"/>
                    <a:pt x="66" y="314"/>
                    <a:pt x="148" y="324"/>
                  </a:cubicBezTo>
                  <a:lnTo>
                    <a:pt x="750" y="324"/>
                  </a:lnTo>
                  <a:cubicBezTo>
                    <a:pt x="756" y="325"/>
                    <a:pt x="762" y="325"/>
                    <a:pt x="768" y="325"/>
                  </a:cubicBezTo>
                  <a:cubicBezTo>
                    <a:pt x="774" y="325"/>
                    <a:pt x="780" y="325"/>
                    <a:pt x="786" y="324"/>
                  </a:cubicBezTo>
                  <a:cubicBezTo>
                    <a:pt x="867" y="314"/>
                    <a:pt x="926" y="241"/>
                    <a:pt x="915" y="159"/>
                  </a:cubicBezTo>
                  <a:cubicBezTo>
                    <a:pt x="907" y="83"/>
                    <a:pt x="843" y="26"/>
                    <a:pt x="768" y="26"/>
                  </a:cubicBezTo>
                  <a:close/>
                  <a:moveTo>
                    <a:pt x="1402" y="26"/>
                  </a:moveTo>
                  <a:cubicBezTo>
                    <a:pt x="1328" y="26"/>
                    <a:pt x="1264" y="82"/>
                    <a:pt x="1255" y="157"/>
                  </a:cubicBezTo>
                  <a:cubicBezTo>
                    <a:pt x="1246" y="239"/>
                    <a:pt x="1304" y="314"/>
                    <a:pt x="1386" y="324"/>
                  </a:cubicBezTo>
                  <a:cubicBezTo>
                    <a:pt x="1392" y="325"/>
                    <a:pt x="1397" y="325"/>
                    <a:pt x="1403" y="325"/>
                  </a:cubicBezTo>
                  <a:cubicBezTo>
                    <a:pt x="1409" y="325"/>
                    <a:pt x="1415" y="325"/>
                    <a:pt x="1421" y="324"/>
                  </a:cubicBezTo>
                  <a:lnTo>
                    <a:pt x="2997" y="324"/>
                  </a:lnTo>
                  <a:cubicBezTo>
                    <a:pt x="3080" y="324"/>
                    <a:pt x="3145" y="257"/>
                    <a:pt x="3145" y="174"/>
                  </a:cubicBezTo>
                  <a:lnTo>
                    <a:pt x="3147" y="174"/>
                  </a:lnTo>
                  <a:cubicBezTo>
                    <a:pt x="3147" y="93"/>
                    <a:pt x="3080" y="28"/>
                    <a:pt x="3000" y="28"/>
                  </a:cubicBezTo>
                  <a:lnTo>
                    <a:pt x="1421" y="28"/>
                  </a:lnTo>
                  <a:cubicBezTo>
                    <a:pt x="1415" y="27"/>
                    <a:pt x="1409" y="26"/>
                    <a:pt x="1402" y="26"/>
                  </a:cubicBezTo>
                  <a:close/>
                  <a:moveTo>
                    <a:pt x="3668" y="1"/>
                  </a:moveTo>
                  <a:cubicBezTo>
                    <a:pt x="3573" y="1"/>
                    <a:pt x="3495" y="78"/>
                    <a:pt x="3495" y="174"/>
                  </a:cubicBezTo>
                  <a:cubicBezTo>
                    <a:pt x="3495" y="269"/>
                    <a:pt x="3573" y="346"/>
                    <a:pt x="3668" y="346"/>
                  </a:cubicBezTo>
                  <a:cubicBezTo>
                    <a:pt x="3765" y="346"/>
                    <a:pt x="3841" y="269"/>
                    <a:pt x="3841" y="174"/>
                  </a:cubicBezTo>
                  <a:cubicBezTo>
                    <a:pt x="3841" y="78"/>
                    <a:pt x="3763" y="1"/>
                    <a:pt x="3668" y="1"/>
                  </a:cubicBezTo>
                  <a:close/>
                  <a:moveTo>
                    <a:pt x="4183" y="1"/>
                  </a:moveTo>
                  <a:cubicBezTo>
                    <a:pt x="4088" y="1"/>
                    <a:pt x="4011" y="78"/>
                    <a:pt x="4011" y="174"/>
                  </a:cubicBezTo>
                  <a:cubicBezTo>
                    <a:pt x="4011" y="269"/>
                    <a:pt x="4088" y="346"/>
                    <a:pt x="4183" y="346"/>
                  </a:cubicBezTo>
                  <a:lnTo>
                    <a:pt x="4185" y="346"/>
                  </a:lnTo>
                  <a:cubicBezTo>
                    <a:pt x="4279" y="346"/>
                    <a:pt x="4356" y="270"/>
                    <a:pt x="4356" y="177"/>
                  </a:cubicBezTo>
                  <a:lnTo>
                    <a:pt x="4356" y="174"/>
                  </a:lnTo>
                  <a:cubicBezTo>
                    <a:pt x="4356" y="78"/>
                    <a:pt x="4279" y="1"/>
                    <a:pt x="4183" y="1"/>
                  </a:cubicBezTo>
                  <a:close/>
                  <a:moveTo>
                    <a:pt x="5212" y="1"/>
                  </a:moveTo>
                  <a:cubicBezTo>
                    <a:pt x="5117" y="1"/>
                    <a:pt x="5039" y="78"/>
                    <a:pt x="5039" y="174"/>
                  </a:cubicBezTo>
                  <a:cubicBezTo>
                    <a:pt x="5039" y="269"/>
                    <a:pt x="5117" y="346"/>
                    <a:pt x="5212" y="346"/>
                  </a:cubicBezTo>
                  <a:lnTo>
                    <a:pt x="5215" y="346"/>
                  </a:lnTo>
                  <a:cubicBezTo>
                    <a:pt x="5309" y="346"/>
                    <a:pt x="5385" y="270"/>
                    <a:pt x="5385" y="177"/>
                  </a:cubicBezTo>
                  <a:lnTo>
                    <a:pt x="5385" y="174"/>
                  </a:lnTo>
                  <a:cubicBezTo>
                    <a:pt x="5385" y="78"/>
                    <a:pt x="5307" y="1"/>
                    <a:pt x="5212" y="1"/>
                  </a:cubicBezTo>
                  <a:close/>
                  <a:moveTo>
                    <a:pt x="6242" y="1"/>
                  </a:moveTo>
                  <a:cubicBezTo>
                    <a:pt x="6147" y="1"/>
                    <a:pt x="6070" y="78"/>
                    <a:pt x="6070" y="174"/>
                  </a:cubicBezTo>
                  <a:cubicBezTo>
                    <a:pt x="6070" y="269"/>
                    <a:pt x="6147" y="346"/>
                    <a:pt x="6242" y="346"/>
                  </a:cubicBezTo>
                  <a:lnTo>
                    <a:pt x="6244" y="346"/>
                  </a:lnTo>
                  <a:cubicBezTo>
                    <a:pt x="6339" y="346"/>
                    <a:pt x="6415" y="270"/>
                    <a:pt x="6415" y="177"/>
                  </a:cubicBezTo>
                  <a:lnTo>
                    <a:pt x="6415" y="174"/>
                  </a:lnTo>
                  <a:cubicBezTo>
                    <a:pt x="6415" y="78"/>
                    <a:pt x="6338" y="1"/>
                    <a:pt x="6242" y="1"/>
                  </a:cubicBezTo>
                  <a:close/>
                  <a:moveTo>
                    <a:pt x="4698" y="1"/>
                  </a:moveTo>
                  <a:cubicBezTo>
                    <a:pt x="4603" y="1"/>
                    <a:pt x="4526" y="78"/>
                    <a:pt x="4526" y="174"/>
                  </a:cubicBezTo>
                  <a:cubicBezTo>
                    <a:pt x="4526" y="269"/>
                    <a:pt x="4603" y="346"/>
                    <a:pt x="4698" y="346"/>
                  </a:cubicBezTo>
                  <a:cubicBezTo>
                    <a:pt x="4699" y="346"/>
                    <a:pt x="4700" y="346"/>
                    <a:pt x="4701" y="346"/>
                  </a:cubicBezTo>
                  <a:cubicBezTo>
                    <a:pt x="4794" y="346"/>
                    <a:pt x="4870" y="271"/>
                    <a:pt x="4871" y="178"/>
                  </a:cubicBezTo>
                  <a:lnTo>
                    <a:pt x="4871" y="174"/>
                  </a:lnTo>
                  <a:cubicBezTo>
                    <a:pt x="4871" y="78"/>
                    <a:pt x="4794" y="1"/>
                    <a:pt x="4698" y="1"/>
                  </a:cubicBezTo>
                  <a:close/>
                  <a:moveTo>
                    <a:pt x="5729" y="1"/>
                  </a:moveTo>
                  <a:cubicBezTo>
                    <a:pt x="5634" y="1"/>
                    <a:pt x="5556" y="78"/>
                    <a:pt x="5556" y="174"/>
                  </a:cubicBezTo>
                  <a:cubicBezTo>
                    <a:pt x="5556" y="269"/>
                    <a:pt x="5634" y="346"/>
                    <a:pt x="5729" y="346"/>
                  </a:cubicBezTo>
                  <a:cubicBezTo>
                    <a:pt x="5730" y="346"/>
                    <a:pt x="5731" y="346"/>
                    <a:pt x="5732" y="346"/>
                  </a:cubicBezTo>
                  <a:cubicBezTo>
                    <a:pt x="5824" y="346"/>
                    <a:pt x="5900" y="271"/>
                    <a:pt x="5902" y="178"/>
                  </a:cubicBezTo>
                  <a:lnTo>
                    <a:pt x="5902" y="174"/>
                  </a:lnTo>
                  <a:cubicBezTo>
                    <a:pt x="5902" y="78"/>
                    <a:pt x="5824" y="1"/>
                    <a:pt x="5729" y="1"/>
                  </a:cubicBezTo>
                  <a:close/>
                  <a:moveTo>
                    <a:pt x="148" y="714"/>
                  </a:moveTo>
                  <a:cubicBezTo>
                    <a:pt x="66" y="724"/>
                    <a:pt x="7" y="799"/>
                    <a:pt x="17" y="881"/>
                  </a:cubicBezTo>
                  <a:cubicBezTo>
                    <a:pt x="26" y="948"/>
                    <a:pt x="80" y="1003"/>
                    <a:pt x="148" y="1010"/>
                  </a:cubicBezTo>
                  <a:lnTo>
                    <a:pt x="750" y="1010"/>
                  </a:lnTo>
                  <a:cubicBezTo>
                    <a:pt x="832" y="1010"/>
                    <a:pt x="899" y="943"/>
                    <a:pt x="899" y="861"/>
                  </a:cubicBezTo>
                  <a:cubicBezTo>
                    <a:pt x="899" y="780"/>
                    <a:pt x="833" y="714"/>
                    <a:pt x="751" y="714"/>
                  </a:cubicBezTo>
                  <a:close/>
                  <a:moveTo>
                    <a:pt x="1402" y="713"/>
                  </a:moveTo>
                  <a:cubicBezTo>
                    <a:pt x="1328" y="713"/>
                    <a:pt x="1264" y="768"/>
                    <a:pt x="1255" y="844"/>
                  </a:cubicBezTo>
                  <a:cubicBezTo>
                    <a:pt x="1246" y="925"/>
                    <a:pt x="1304" y="1000"/>
                    <a:pt x="1386" y="1010"/>
                  </a:cubicBezTo>
                  <a:cubicBezTo>
                    <a:pt x="1392" y="1011"/>
                    <a:pt x="1397" y="1011"/>
                    <a:pt x="1403" y="1011"/>
                  </a:cubicBezTo>
                  <a:cubicBezTo>
                    <a:pt x="1409" y="1011"/>
                    <a:pt x="1415" y="1011"/>
                    <a:pt x="1421" y="1010"/>
                  </a:cubicBezTo>
                  <a:lnTo>
                    <a:pt x="2997" y="1010"/>
                  </a:lnTo>
                  <a:cubicBezTo>
                    <a:pt x="3080" y="1010"/>
                    <a:pt x="3145" y="943"/>
                    <a:pt x="3145" y="860"/>
                  </a:cubicBezTo>
                  <a:lnTo>
                    <a:pt x="3147" y="860"/>
                  </a:lnTo>
                  <a:cubicBezTo>
                    <a:pt x="3147" y="780"/>
                    <a:pt x="3080" y="714"/>
                    <a:pt x="3000" y="714"/>
                  </a:cubicBezTo>
                  <a:lnTo>
                    <a:pt x="1421" y="714"/>
                  </a:lnTo>
                  <a:cubicBezTo>
                    <a:pt x="1415" y="713"/>
                    <a:pt x="1409" y="713"/>
                    <a:pt x="1402" y="713"/>
                  </a:cubicBezTo>
                  <a:close/>
                  <a:moveTo>
                    <a:pt x="148" y="1400"/>
                  </a:moveTo>
                  <a:cubicBezTo>
                    <a:pt x="66" y="1411"/>
                    <a:pt x="8" y="1485"/>
                    <a:pt x="17" y="1567"/>
                  </a:cubicBezTo>
                  <a:cubicBezTo>
                    <a:pt x="26" y="1636"/>
                    <a:pt x="80" y="1689"/>
                    <a:pt x="148" y="1697"/>
                  </a:cubicBezTo>
                  <a:lnTo>
                    <a:pt x="750" y="1697"/>
                  </a:lnTo>
                  <a:cubicBezTo>
                    <a:pt x="751" y="1697"/>
                    <a:pt x="752" y="1697"/>
                    <a:pt x="753" y="1697"/>
                  </a:cubicBezTo>
                  <a:cubicBezTo>
                    <a:pt x="832" y="1697"/>
                    <a:pt x="897" y="1633"/>
                    <a:pt x="899" y="1552"/>
                  </a:cubicBezTo>
                  <a:lnTo>
                    <a:pt x="899" y="1551"/>
                  </a:lnTo>
                  <a:cubicBezTo>
                    <a:pt x="899" y="1467"/>
                    <a:pt x="832" y="1400"/>
                    <a:pt x="750" y="1400"/>
                  </a:cubicBezTo>
                  <a:close/>
                  <a:moveTo>
                    <a:pt x="1402" y="1399"/>
                  </a:moveTo>
                  <a:cubicBezTo>
                    <a:pt x="1328" y="1399"/>
                    <a:pt x="1264" y="1455"/>
                    <a:pt x="1255" y="1530"/>
                  </a:cubicBezTo>
                  <a:cubicBezTo>
                    <a:pt x="1246" y="1612"/>
                    <a:pt x="1304" y="1686"/>
                    <a:pt x="1386" y="1697"/>
                  </a:cubicBezTo>
                  <a:cubicBezTo>
                    <a:pt x="1392" y="1698"/>
                    <a:pt x="1397" y="1698"/>
                    <a:pt x="1403" y="1698"/>
                  </a:cubicBezTo>
                  <a:cubicBezTo>
                    <a:pt x="1409" y="1698"/>
                    <a:pt x="1415" y="1698"/>
                    <a:pt x="1421" y="1697"/>
                  </a:cubicBezTo>
                  <a:lnTo>
                    <a:pt x="2997" y="1697"/>
                  </a:lnTo>
                  <a:cubicBezTo>
                    <a:pt x="2998" y="1697"/>
                    <a:pt x="2998" y="1697"/>
                    <a:pt x="2999" y="1697"/>
                  </a:cubicBezTo>
                  <a:cubicBezTo>
                    <a:pt x="3080" y="1697"/>
                    <a:pt x="3146" y="1632"/>
                    <a:pt x="3147" y="1552"/>
                  </a:cubicBezTo>
                  <a:lnTo>
                    <a:pt x="3147" y="1549"/>
                  </a:lnTo>
                  <a:cubicBezTo>
                    <a:pt x="3147" y="1467"/>
                    <a:pt x="3080" y="1400"/>
                    <a:pt x="2997" y="1400"/>
                  </a:cubicBezTo>
                  <a:lnTo>
                    <a:pt x="1421" y="1400"/>
                  </a:lnTo>
                  <a:cubicBezTo>
                    <a:pt x="1415" y="1400"/>
                    <a:pt x="1409" y="1399"/>
                    <a:pt x="1402" y="1399"/>
                  </a:cubicBezTo>
                  <a:close/>
                  <a:moveTo>
                    <a:pt x="3668" y="1375"/>
                  </a:moveTo>
                  <a:cubicBezTo>
                    <a:pt x="3573" y="1375"/>
                    <a:pt x="3497" y="1451"/>
                    <a:pt x="3495" y="1545"/>
                  </a:cubicBezTo>
                  <a:cubicBezTo>
                    <a:pt x="3494" y="1640"/>
                    <a:pt x="3571" y="1719"/>
                    <a:pt x="3667" y="1721"/>
                  </a:cubicBezTo>
                  <a:lnTo>
                    <a:pt x="3668" y="1721"/>
                  </a:lnTo>
                  <a:cubicBezTo>
                    <a:pt x="3763" y="1721"/>
                    <a:pt x="3839" y="1645"/>
                    <a:pt x="3841" y="1549"/>
                  </a:cubicBezTo>
                  <a:cubicBezTo>
                    <a:pt x="3842" y="1454"/>
                    <a:pt x="3766" y="1375"/>
                    <a:pt x="3671" y="1375"/>
                  </a:cubicBezTo>
                  <a:cubicBezTo>
                    <a:pt x="3670" y="1375"/>
                    <a:pt x="3669" y="1375"/>
                    <a:pt x="3668" y="1375"/>
                  </a:cubicBezTo>
                  <a:close/>
                  <a:moveTo>
                    <a:pt x="4182" y="1375"/>
                  </a:moveTo>
                  <a:cubicBezTo>
                    <a:pt x="4088" y="1375"/>
                    <a:pt x="4011" y="1451"/>
                    <a:pt x="4009" y="1545"/>
                  </a:cubicBezTo>
                  <a:cubicBezTo>
                    <a:pt x="4009" y="1640"/>
                    <a:pt x="4085" y="1719"/>
                    <a:pt x="4180" y="1721"/>
                  </a:cubicBezTo>
                  <a:lnTo>
                    <a:pt x="4185" y="1721"/>
                  </a:lnTo>
                  <a:cubicBezTo>
                    <a:pt x="4279" y="1721"/>
                    <a:pt x="4355" y="1643"/>
                    <a:pt x="4355" y="1549"/>
                  </a:cubicBezTo>
                  <a:cubicBezTo>
                    <a:pt x="4356" y="1454"/>
                    <a:pt x="4280" y="1375"/>
                    <a:pt x="4185" y="1375"/>
                  </a:cubicBezTo>
                  <a:cubicBezTo>
                    <a:pt x="4184" y="1375"/>
                    <a:pt x="4183" y="1375"/>
                    <a:pt x="4182" y="1375"/>
                  </a:cubicBezTo>
                  <a:close/>
                  <a:moveTo>
                    <a:pt x="4697" y="1375"/>
                  </a:moveTo>
                  <a:cubicBezTo>
                    <a:pt x="4603" y="1375"/>
                    <a:pt x="4527" y="1451"/>
                    <a:pt x="4526" y="1545"/>
                  </a:cubicBezTo>
                  <a:cubicBezTo>
                    <a:pt x="4524" y="1640"/>
                    <a:pt x="4600" y="1719"/>
                    <a:pt x="4697" y="1721"/>
                  </a:cubicBezTo>
                  <a:lnTo>
                    <a:pt x="4698" y="1721"/>
                  </a:lnTo>
                  <a:cubicBezTo>
                    <a:pt x="4792" y="1721"/>
                    <a:pt x="4870" y="1645"/>
                    <a:pt x="4871" y="1549"/>
                  </a:cubicBezTo>
                  <a:cubicBezTo>
                    <a:pt x="4873" y="1454"/>
                    <a:pt x="4795" y="1375"/>
                    <a:pt x="4700" y="1375"/>
                  </a:cubicBezTo>
                  <a:cubicBezTo>
                    <a:pt x="4699" y="1375"/>
                    <a:pt x="4698" y="1375"/>
                    <a:pt x="4697" y="1375"/>
                  </a:cubicBezTo>
                  <a:close/>
                  <a:moveTo>
                    <a:pt x="5211" y="1375"/>
                  </a:moveTo>
                  <a:cubicBezTo>
                    <a:pt x="5117" y="1375"/>
                    <a:pt x="5041" y="1451"/>
                    <a:pt x="5039" y="1545"/>
                  </a:cubicBezTo>
                  <a:cubicBezTo>
                    <a:pt x="5038" y="1640"/>
                    <a:pt x="5115" y="1719"/>
                    <a:pt x="5211" y="1721"/>
                  </a:cubicBezTo>
                  <a:lnTo>
                    <a:pt x="5215" y="1721"/>
                  </a:lnTo>
                  <a:cubicBezTo>
                    <a:pt x="5309" y="1721"/>
                    <a:pt x="5385" y="1643"/>
                    <a:pt x="5385" y="1549"/>
                  </a:cubicBezTo>
                  <a:cubicBezTo>
                    <a:pt x="5386" y="1454"/>
                    <a:pt x="5310" y="1375"/>
                    <a:pt x="5214" y="1375"/>
                  </a:cubicBezTo>
                  <a:cubicBezTo>
                    <a:pt x="5213" y="1375"/>
                    <a:pt x="5212" y="1375"/>
                    <a:pt x="5211" y="1375"/>
                  </a:cubicBezTo>
                  <a:close/>
                  <a:moveTo>
                    <a:pt x="5728" y="1375"/>
                  </a:moveTo>
                  <a:cubicBezTo>
                    <a:pt x="5633" y="1375"/>
                    <a:pt x="5556" y="1451"/>
                    <a:pt x="5556" y="1545"/>
                  </a:cubicBezTo>
                  <a:cubicBezTo>
                    <a:pt x="5555" y="1640"/>
                    <a:pt x="5631" y="1719"/>
                    <a:pt x="5726" y="1721"/>
                  </a:cubicBezTo>
                  <a:lnTo>
                    <a:pt x="5729" y="1721"/>
                  </a:lnTo>
                  <a:cubicBezTo>
                    <a:pt x="5823" y="1721"/>
                    <a:pt x="5900" y="1645"/>
                    <a:pt x="5902" y="1549"/>
                  </a:cubicBezTo>
                  <a:cubicBezTo>
                    <a:pt x="5902" y="1454"/>
                    <a:pt x="5826" y="1375"/>
                    <a:pt x="5730" y="1375"/>
                  </a:cubicBezTo>
                  <a:cubicBezTo>
                    <a:pt x="5729" y="1375"/>
                    <a:pt x="5728" y="1375"/>
                    <a:pt x="5728" y="1375"/>
                  </a:cubicBezTo>
                  <a:close/>
                  <a:moveTo>
                    <a:pt x="6241" y="1375"/>
                  </a:moveTo>
                  <a:cubicBezTo>
                    <a:pt x="6147" y="1375"/>
                    <a:pt x="6071" y="1451"/>
                    <a:pt x="6070" y="1545"/>
                  </a:cubicBezTo>
                  <a:cubicBezTo>
                    <a:pt x="6068" y="1640"/>
                    <a:pt x="6144" y="1719"/>
                    <a:pt x="6239" y="1721"/>
                  </a:cubicBezTo>
                  <a:lnTo>
                    <a:pt x="6244" y="1721"/>
                  </a:lnTo>
                  <a:cubicBezTo>
                    <a:pt x="6339" y="1721"/>
                    <a:pt x="6415" y="1643"/>
                    <a:pt x="6415" y="1549"/>
                  </a:cubicBezTo>
                  <a:cubicBezTo>
                    <a:pt x="6417" y="1454"/>
                    <a:pt x="6339" y="1375"/>
                    <a:pt x="6244" y="1375"/>
                  </a:cubicBezTo>
                  <a:cubicBezTo>
                    <a:pt x="6243" y="1375"/>
                    <a:pt x="6242" y="1375"/>
                    <a:pt x="6241" y="1375"/>
                  </a:cubicBezTo>
                  <a:close/>
                  <a:moveTo>
                    <a:pt x="1403" y="2086"/>
                  </a:moveTo>
                  <a:cubicBezTo>
                    <a:pt x="1328" y="2086"/>
                    <a:pt x="1264" y="2142"/>
                    <a:pt x="1255" y="2218"/>
                  </a:cubicBezTo>
                  <a:cubicBezTo>
                    <a:pt x="1246" y="2300"/>
                    <a:pt x="1304" y="2374"/>
                    <a:pt x="1386" y="2383"/>
                  </a:cubicBezTo>
                  <a:cubicBezTo>
                    <a:pt x="1392" y="2384"/>
                    <a:pt x="1397" y="2384"/>
                    <a:pt x="1403" y="2384"/>
                  </a:cubicBezTo>
                  <a:cubicBezTo>
                    <a:pt x="1409" y="2384"/>
                    <a:pt x="1415" y="2384"/>
                    <a:pt x="1421" y="2383"/>
                  </a:cubicBezTo>
                  <a:lnTo>
                    <a:pt x="2997" y="2383"/>
                  </a:lnTo>
                  <a:cubicBezTo>
                    <a:pt x="2998" y="2383"/>
                    <a:pt x="2998" y="2383"/>
                    <a:pt x="2999" y="2383"/>
                  </a:cubicBezTo>
                  <a:cubicBezTo>
                    <a:pt x="3080" y="2383"/>
                    <a:pt x="3146" y="2318"/>
                    <a:pt x="3147" y="2239"/>
                  </a:cubicBezTo>
                  <a:lnTo>
                    <a:pt x="3147" y="2236"/>
                  </a:lnTo>
                  <a:cubicBezTo>
                    <a:pt x="3147" y="2154"/>
                    <a:pt x="3080" y="2087"/>
                    <a:pt x="2997" y="2087"/>
                  </a:cubicBezTo>
                  <a:lnTo>
                    <a:pt x="1421" y="2087"/>
                  </a:lnTo>
                  <a:cubicBezTo>
                    <a:pt x="1415" y="2086"/>
                    <a:pt x="1409" y="2086"/>
                    <a:pt x="1403" y="2086"/>
                  </a:cubicBezTo>
                  <a:close/>
                  <a:moveTo>
                    <a:pt x="148" y="2087"/>
                  </a:moveTo>
                  <a:cubicBezTo>
                    <a:pt x="66" y="2097"/>
                    <a:pt x="8" y="2172"/>
                    <a:pt x="17" y="2254"/>
                  </a:cubicBezTo>
                  <a:cubicBezTo>
                    <a:pt x="26" y="2322"/>
                    <a:pt x="80" y="2376"/>
                    <a:pt x="148" y="2385"/>
                  </a:cubicBezTo>
                  <a:lnTo>
                    <a:pt x="750" y="2385"/>
                  </a:lnTo>
                  <a:cubicBezTo>
                    <a:pt x="830" y="2385"/>
                    <a:pt x="897" y="2321"/>
                    <a:pt x="899" y="2239"/>
                  </a:cubicBezTo>
                  <a:lnTo>
                    <a:pt x="899" y="2237"/>
                  </a:lnTo>
                  <a:cubicBezTo>
                    <a:pt x="899" y="2154"/>
                    <a:pt x="832" y="2087"/>
                    <a:pt x="750" y="2087"/>
                  </a:cubicBezTo>
                  <a:close/>
                  <a:moveTo>
                    <a:pt x="1405" y="2772"/>
                  </a:moveTo>
                  <a:cubicBezTo>
                    <a:pt x="1330" y="2772"/>
                    <a:pt x="1264" y="2828"/>
                    <a:pt x="1255" y="2904"/>
                  </a:cubicBezTo>
                  <a:cubicBezTo>
                    <a:pt x="1246" y="2986"/>
                    <a:pt x="1304" y="3061"/>
                    <a:pt x="1386" y="3070"/>
                  </a:cubicBezTo>
                  <a:cubicBezTo>
                    <a:pt x="1392" y="3070"/>
                    <a:pt x="1397" y="3071"/>
                    <a:pt x="1403" y="3071"/>
                  </a:cubicBezTo>
                  <a:cubicBezTo>
                    <a:pt x="1409" y="3071"/>
                    <a:pt x="1415" y="3070"/>
                    <a:pt x="1421" y="3070"/>
                  </a:cubicBezTo>
                  <a:lnTo>
                    <a:pt x="2997" y="3070"/>
                  </a:lnTo>
                  <a:cubicBezTo>
                    <a:pt x="2998" y="3070"/>
                    <a:pt x="2998" y="3070"/>
                    <a:pt x="2999" y="3070"/>
                  </a:cubicBezTo>
                  <a:cubicBezTo>
                    <a:pt x="3080" y="3070"/>
                    <a:pt x="3146" y="3006"/>
                    <a:pt x="3147" y="2925"/>
                  </a:cubicBezTo>
                  <a:lnTo>
                    <a:pt x="3147" y="2924"/>
                  </a:lnTo>
                  <a:cubicBezTo>
                    <a:pt x="3147" y="2840"/>
                    <a:pt x="3080" y="2773"/>
                    <a:pt x="2997" y="2773"/>
                  </a:cubicBezTo>
                  <a:lnTo>
                    <a:pt x="1421" y="2773"/>
                  </a:lnTo>
                  <a:cubicBezTo>
                    <a:pt x="1416" y="2773"/>
                    <a:pt x="1410" y="2772"/>
                    <a:pt x="1405" y="2772"/>
                  </a:cubicBezTo>
                  <a:close/>
                  <a:moveTo>
                    <a:pt x="148" y="2775"/>
                  </a:moveTo>
                  <a:cubicBezTo>
                    <a:pt x="66" y="2784"/>
                    <a:pt x="8" y="2858"/>
                    <a:pt x="17" y="2940"/>
                  </a:cubicBezTo>
                  <a:cubicBezTo>
                    <a:pt x="26" y="3009"/>
                    <a:pt x="80" y="3062"/>
                    <a:pt x="148" y="3071"/>
                  </a:cubicBezTo>
                  <a:lnTo>
                    <a:pt x="750" y="3071"/>
                  </a:lnTo>
                  <a:cubicBezTo>
                    <a:pt x="830" y="3071"/>
                    <a:pt x="897" y="3007"/>
                    <a:pt x="899" y="2925"/>
                  </a:cubicBezTo>
                  <a:lnTo>
                    <a:pt x="899" y="2924"/>
                  </a:lnTo>
                  <a:cubicBezTo>
                    <a:pt x="899" y="2840"/>
                    <a:pt x="832" y="2775"/>
                    <a:pt x="750" y="2775"/>
                  </a:cubicBezTo>
                  <a:close/>
                  <a:moveTo>
                    <a:pt x="5427" y="3349"/>
                  </a:moveTo>
                  <a:cubicBezTo>
                    <a:pt x="5333" y="3349"/>
                    <a:pt x="5255" y="3425"/>
                    <a:pt x="5255" y="3521"/>
                  </a:cubicBezTo>
                  <a:cubicBezTo>
                    <a:pt x="5254" y="3616"/>
                    <a:pt x="5330" y="3693"/>
                    <a:pt x="5425" y="3695"/>
                  </a:cubicBezTo>
                  <a:lnTo>
                    <a:pt x="5428" y="3695"/>
                  </a:lnTo>
                  <a:cubicBezTo>
                    <a:pt x="5522" y="3695"/>
                    <a:pt x="5599" y="3619"/>
                    <a:pt x="5601" y="3524"/>
                  </a:cubicBezTo>
                  <a:cubicBezTo>
                    <a:pt x="5601" y="3428"/>
                    <a:pt x="5525" y="3351"/>
                    <a:pt x="5430" y="3349"/>
                  </a:cubicBezTo>
                  <a:cubicBezTo>
                    <a:pt x="5429" y="3349"/>
                    <a:pt x="5428" y="3349"/>
                    <a:pt x="5427" y="3349"/>
                  </a:cubicBezTo>
                  <a:close/>
                  <a:moveTo>
                    <a:pt x="5940" y="3349"/>
                  </a:moveTo>
                  <a:cubicBezTo>
                    <a:pt x="5846" y="3349"/>
                    <a:pt x="5770" y="3425"/>
                    <a:pt x="5769" y="3521"/>
                  </a:cubicBezTo>
                  <a:cubicBezTo>
                    <a:pt x="5768" y="3616"/>
                    <a:pt x="5843" y="3693"/>
                    <a:pt x="5939" y="3695"/>
                  </a:cubicBezTo>
                  <a:lnTo>
                    <a:pt x="5943" y="3695"/>
                  </a:lnTo>
                  <a:cubicBezTo>
                    <a:pt x="6038" y="3695"/>
                    <a:pt x="6114" y="3619"/>
                    <a:pt x="6114" y="3524"/>
                  </a:cubicBezTo>
                  <a:cubicBezTo>
                    <a:pt x="6116" y="3428"/>
                    <a:pt x="6038" y="3351"/>
                    <a:pt x="5943" y="3349"/>
                  </a:cubicBezTo>
                  <a:cubicBezTo>
                    <a:pt x="5942" y="3349"/>
                    <a:pt x="5941" y="3349"/>
                    <a:pt x="5940" y="3349"/>
                  </a:cubicBezTo>
                  <a:close/>
                  <a:moveTo>
                    <a:pt x="6457" y="3349"/>
                  </a:moveTo>
                  <a:cubicBezTo>
                    <a:pt x="6363" y="3349"/>
                    <a:pt x="6286" y="3425"/>
                    <a:pt x="6284" y="3521"/>
                  </a:cubicBezTo>
                  <a:cubicBezTo>
                    <a:pt x="6284" y="3616"/>
                    <a:pt x="6360" y="3693"/>
                    <a:pt x="6455" y="3695"/>
                  </a:cubicBezTo>
                  <a:lnTo>
                    <a:pt x="6457" y="3695"/>
                  </a:lnTo>
                  <a:cubicBezTo>
                    <a:pt x="6552" y="3695"/>
                    <a:pt x="6630" y="3619"/>
                    <a:pt x="6630" y="3524"/>
                  </a:cubicBezTo>
                  <a:cubicBezTo>
                    <a:pt x="6631" y="3428"/>
                    <a:pt x="6555" y="3351"/>
                    <a:pt x="6460" y="3349"/>
                  </a:cubicBezTo>
                  <a:cubicBezTo>
                    <a:pt x="6459" y="3349"/>
                    <a:pt x="6458" y="3349"/>
                    <a:pt x="6457" y="3349"/>
                  </a:cubicBezTo>
                  <a:close/>
                  <a:moveTo>
                    <a:pt x="6972" y="3349"/>
                  </a:moveTo>
                  <a:cubicBezTo>
                    <a:pt x="6878" y="3349"/>
                    <a:pt x="6802" y="3425"/>
                    <a:pt x="6801" y="3521"/>
                  </a:cubicBezTo>
                  <a:cubicBezTo>
                    <a:pt x="6799" y="3616"/>
                    <a:pt x="6877" y="3693"/>
                    <a:pt x="6972" y="3695"/>
                  </a:cubicBezTo>
                  <a:lnTo>
                    <a:pt x="6974" y="3695"/>
                  </a:lnTo>
                  <a:cubicBezTo>
                    <a:pt x="7069" y="3695"/>
                    <a:pt x="7145" y="3619"/>
                    <a:pt x="7146" y="3524"/>
                  </a:cubicBezTo>
                  <a:cubicBezTo>
                    <a:pt x="7148" y="3428"/>
                    <a:pt x="7072" y="3351"/>
                    <a:pt x="6975" y="3349"/>
                  </a:cubicBezTo>
                  <a:cubicBezTo>
                    <a:pt x="6974" y="3349"/>
                    <a:pt x="6973" y="3349"/>
                    <a:pt x="6972" y="3349"/>
                  </a:cubicBezTo>
                  <a:close/>
                  <a:moveTo>
                    <a:pt x="7487" y="3349"/>
                  </a:moveTo>
                  <a:cubicBezTo>
                    <a:pt x="7392" y="3349"/>
                    <a:pt x="7316" y="3425"/>
                    <a:pt x="7315" y="3521"/>
                  </a:cubicBezTo>
                  <a:cubicBezTo>
                    <a:pt x="7313" y="3616"/>
                    <a:pt x="7390" y="3693"/>
                    <a:pt x="7486" y="3695"/>
                  </a:cubicBezTo>
                  <a:lnTo>
                    <a:pt x="7490" y="3695"/>
                  </a:lnTo>
                  <a:cubicBezTo>
                    <a:pt x="7584" y="3695"/>
                    <a:pt x="7660" y="3619"/>
                    <a:pt x="7660" y="3524"/>
                  </a:cubicBezTo>
                  <a:cubicBezTo>
                    <a:pt x="7661" y="3428"/>
                    <a:pt x="7585" y="3351"/>
                    <a:pt x="7490" y="3349"/>
                  </a:cubicBezTo>
                  <a:cubicBezTo>
                    <a:pt x="7489" y="3349"/>
                    <a:pt x="7488" y="3349"/>
                    <a:pt x="7487" y="3349"/>
                  </a:cubicBezTo>
                  <a:close/>
                  <a:moveTo>
                    <a:pt x="8003" y="3349"/>
                  </a:moveTo>
                  <a:cubicBezTo>
                    <a:pt x="7909" y="3349"/>
                    <a:pt x="7833" y="3425"/>
                    <a:pt x="7831" y="3521"/>
                  </a:cubicBezTo>
                  <a:cubicBezTo>
                    <a:pt x="7830" y="3616"/>
                    <a:pt x="7906" y="3693"/>
                    <a:pt x="8001" y="3695"/>
                  </a:cubicBezTo>
                  <a:lnTo>
                    <a:pt x="8004" y="3695"/>
                  </a:lnTo>
                  <a:cubicBezTo>
                    <a:pt x="8098" y="3695"/>
                    <a:pt x="8175" y="3619"/>
                    <a:pt x="8177" y="3524"/>
                  </a:cubicBezTo>
                  <a:cubicBezTo>
                    <a:pt x="8178" y="3428"/>
                    <a:pt x="8101" y="3351"/>
                    <a:pt x="8005" y="3349"/>
                  </a:cubicBezTo>
                  <a:cubicBezTo>
                    <a:pt x="8004" y="3349"/>
                    <a:pt x="8004" y="3349"/>
                    <a:pt x="8003" y="3349"/>
                  </a:cubicBezTo>
                  <a:close/>
                  <a:moveTo>
                    <a:pt x="148" y="3461"/>
                  </a:moveTo>
                  <a:cubicBezTo>
                    <a:pt x="66" y="3470"/>
                    <a:pt x="8" y="3545"/>
                    <a:pt x="17" y="3626"/>
                  </a:cubicBezTo>
                  <a:cubicBezTo>
                    <a:pt x="26" y="3695"/>
                    <a:pt x="80" y="3749"/>
                    <a:pt x="148" y="3757"/>
                  </a:cubicBezTo>
                  <a:lnTo>
                    <a:pt x="750" y="3757"/>
                  </a:lnTo>
                  <a:cubicBezTo>
                    <a:pt x="830" y="3757"/>
                    <a:pt x="897" y="3693"/>
                    <a:pt x="899" y="3612"/>
                  </a:cubicBezTo>
                  <a:lnTo>
                    <a:pt x="899" y="3610"/>
                  </a:lnTo>
                  <a:cubicBezTo>
                    <a:pt x="899" y="3528"/>
                    <a:pt x="832" y="3461"/>
                    <a:pt x="750" y="3461"/>
                  </a:cubicBezTo>
                  <a:close/>
                  <a:moveTo>
                    <a:pt x="3308" y="3461"/>
                  </a:moveTo>
                  <a:cubicBezTo>
                    <a:pt x="3226" y="3470"/>
                    <a:pt x="3168" y="3545"/>
                    <a:pt x="3178" y="3626"/>
                  </a:cubicBezTo>
                  <a:cubicBezTo>
                    <a:pt x="3186" y="3695"/>
                    <a:pt x="3241" y="3749"/>
                    <a:pt x="3308" y="3757"/>
                  </a:cubicBezTo>
                  <a:lnTo>
                    <a:pt x="4886" y="3757"/>
                  </a:lnTo>
                  <a:cubicBezTo>
                    <a:pt x="4968" y="3757"/>
                    <a:pt x="5033" y="3690"/>
                    <a:pt x="5033" y="3610"/>
                  </a:cubicBezTo>
                  <a:lnTo>
                    <a:pt x="5036" y="3610"/>
                  </a:lnTo>
                  <a:cubicBezTo>
                    <a:pt x="5036" y="3527"/>
                    <a:pt x="4969" y="3461"/>
                    <a:pt x="4886" y="3461"/>
                  </a:cubicBezTo>
                  <a:close/>
                  <a:moveTo>
                    <a:pt x="3308" y="4148"/>
                  </a:moveTo>
                  <a:cubicBezTo>
                    <a:pt x="3226" y="4156"/>
                    <a:pt x="3168" y="4231"/>
                    <a:pt x="3178" y="4313"/>
                  </a:cubicBezTo>
                  <a:cubicBezTo>
                    <a:pt x="3186" y="4381"/>
                    <a:pt x="3241" y="4435"/>
                    <a:pt x="3308" y="4444"/>
                  </a:cubicBezTo>
                  <a:lnTo>
                    <a:pt x="4886" y="4444"/>
                  </a:lnTo>
                  <a:cubicBezTo>
                    <a:pt x="4968" y="4444"/>
                    <a:pt x="5033" y="4378"/>
                    <a:pt x="5033" y="4296"/>
                  </a:cubicBezTo>
                  <a:lnTo>
                    <a:pt x="5036" y="4296"/>
                  </a:lnTo>
                  <a:cubicBezTo>
                    <a:pt x="5036" y="4215"/>
                    <a:pt x="4969" y="4148"/>
                    <a:pt x="4886" y="4148"/>
                  </a:cubicBezTo>
                  <a:close/>
                  <a:moveTo>
                    <a:pt x="148" y="4148"/>
                  </a:moveTo>
                  <a:cubicBezTo>
                    <a:pt x="66" y="4156"/>
                    <a:pt x="8" y="4231"/>
                    <a:pt x="17" y="4313"/>
                  </a:cubicBezTo>
                  <a:cubicBezTo>
                    <a:pt x="26" y="4381"/>
                    <a:pt x="80" y="4435"/>
                    <a:pt x="148" y="4444"/>
                  </a:cubicBezTo>
                  <a:lnTo>
                    <a:pt x="750" y="4444"/>
                  </a:lnTo>
                  <a:cubicBezTo>
                    <a:pt x="751" y="4444"/>
                    <a:pt x="752" y="4444"/>
                    <a:pt x="752" y="4444"/>
                  </a:cubicBezTo>
                  <a:cubicBezTo>
                    <a:pt x="832" y="4444"/>
                    <a:pt x="897" y="4379"/>
                    <a:pt x="899" y="4298"/>
                  </a:cubicBezTo>
                  <a:lnTo>
                    <a:pt x="899" y="4296"/>
                  </a:lnTo>
                  <a:cubicBezTo>
                    <a:pt x="899" y="4215"/>
                    <a:pt x="832" y="4148"/>
                    <a:pt x="750" y="4148"/>
                  </a:cubicBezTo>
                  <a:close/>
                  <a:moveTo>
                    <a:pt x="5427" y="4765"/>
                  </a:moveTo>
                  <a:cubicBezTo>
                    <a:pt x="5333" y="4765"/>
                    <a:pt x="5255" y="4841"/>
                    <a:pt x="5255" y="4937"/>
                  </a:cubicBezTo>
                  <a:cubicBezTo>
                    <a:pt x="5254" y="5032"/>
                    <a:pt x="5330" y="5109"/>
                    <a:pt x="5425" y="5111"/>
                  </a:cubicBezTo>
                  <a:lnTo>
                    <a:pt x="5428" y="5111"/>
                  </a:lnTo>
                  <a:cubicBezTo>
                    <a:pt x="5522" y="5111"/>
                    <a:pt x="5599" y="5035"/>
                    <a:pt x="5601" y="4940"/>
                  </a:cubicBezTo>
                  <a:cubicBezTo>
                    <a:pt x="5601" y="4844"/>
                    <a:pt x="5525" y="4767"/>
                    <a:pt x="5430" y="4765"/>
                  </a:cubicBezTo>
                  <a:cubicBezTo>
                    <a:pt x="5429" y="4765"/>
                    <a:pt x="5428" y="4765"/>
                    <a:pt x="5427" y="4765"/>
                  </a:cubicBezTo>
                  <a:close/>
                  <a:moveTo>
                    <a:pt x="5940" y="4765"/>
                  </a:moveTo>
                  <a:cubicBezTo>
                    <a:pt x="5846" y="4765"/>
                    <a:pt x="5770" y="4841"/>
                    <a:pt x="5769" y="4937"/>
                  </a:cubicBezTo>
                  <a:cubicBezTo>
                    <a:pt x="5768" y="5032"/>
                    <a:pt x="5843" y="5109"/>
                    <a:pt x="5939" y="5111"/>
                  </a:cubicBezTo>
                  <a:lnTo>
                    <a:pt x="5943" y="5111"/>
                  </a:lnTo>
                  <a:cubicBezTo>
                    <a:pt x="6038" y="5111"/>
                    <a:pt x="6114" y="5035"/>
                    <a:pt x="6114" y="4940"/>
                  </a:cubicBezTo>
                  <a:cubicBezTo>
                    <a:pt x="6116" y="4844"/>
                    <a:pt x="6038" y="4767"/>
                    <a:pt x="5943" y="4765"/>
                  </a:cubicBezTo>
                  <a:cubicBezTo>
                    <a:pt x="5942" y="4765"/>
                    <a:pt x="5941" y="4765"/>
                    <a:pt x="5940" y="4765"/>
                  </a:cubicBezTo>
                  <a:close/>
                  <a:moveTo>
                    <a:pt x="6457" y="4765"/>
                  </a:moveTo>
                  <a:cubicBezTo>
                    <a:pt x="6363" y="4765"/>
                    <a:pt x="6286" y="4841"/>
                    <a:pt x="6284" y="4937"/>
                  </a:cubicBezTo>
                  <a:cubicBezTo>
                    <a:pt x="6284" y="5032"/>
                    <a:pt x="6360" y="5109"/>
                    <a:pt x="6455" y="5111"/>
                  </a:cubicBezTo>
                  <a:lnTo>
                    <a:pt x="6457" y="5111"/>
                  </a:lnTo>
                  <a:cubicBezTo>
                    <a:pt x="6552" y="5111"/>
                    <a:pt x="6630" y="5035"/>
                    <a:pt x="6630" y="4940"/>
                  </a:cubicBezTo>
                  <a:cubicBezTo>
                    <a:pt x="6631" y="4844"/>
                    <a:pt x="6555" y="4767"/>
                    <a:pt x="6460" y="4765"/>
                  </a:cubicBezTo>
                  <a:cubicBezTo>
                    <a:pt x="6459" y="4765"/>
                    <a:pt x="6458" y="4765"/>
                    <a:pt x="6457" y="4765"/>
                  </a:cubicBezTo>
                  <a:close/>
                  <a:moveTo>
                    <a:pt x="6972" y="4765"/>
                  </a:moveTo>
                  <a:cubicBezTo>
                    <a:pt x="6878" y="4765"/>
                    <a:pt x="6802" y="4841"/>
                    <a:pt x="6801" y="4937"/>
                  </a:cubicBezTo>
                  <a:cubicBezTo>
                    <a:pt x="6799" y="5032"/>
                    <a:pt x="6877" y="5109"/>
                    <a:pt x="6972" y="5111"/>
                  </a:cubicBezTo>
                  <a:lnTo>
                    <a:pt x="6974" y="5111"/>
                  </a:lnTo>
                  <a:cubicBezTo>
                    <a:pt x="7069" y="5111"/>
                    <a:pt x="7145" y="5035"/>
                    <a:pt x="7146" y="4940"/>
                  </a:cubicBezTo>
                  <a:cubicBezTo>
                    <a:pt x="7148" y="4844"/>
                    <a:pt x="7072" y="4767"/>
                    <a:pt x="6975" y="4765"/>
                  </a:cubicBezTo>
                  <a:cubicBezTo>
                    <a:pt x="6974" y="4765"/>
                    <a:pt x="6973" y="4765"/>
                    <a:pt x="6972" y="4765"/>
                  </a:cubicBezTo>
                  <a:close/>
                  <a:moveTo>
                    <a:pt x="7487" y="4765"/>
                  </a:moveTo>
                  <a:cubicBezTo>
                    <a:pt x="7392" y="4765"/>
                    <a:pt x="7316" y="4841"/>
                    <a:pt x="7315" y="4937"/>
                  </a:cubicBezTo>
                  <a:cubicBezTo>
                    <a:pt x="7313" y="5032"/>
                    <a:pt x="7390" y="5109"/>
                    <a:pt x="7486" y="5111"/>
                  </a:cubicBezTo>
                  <a:lnTo>
                    <a:pt x="7490" y="5111"/>
                  </a:lnTo>
                  <a:cubicBezTo>
                    <a:pt x="7584" y="5111"/>
                    <a:pt x="7660" y="5035"/>
                    <a:pt x="7660" y="4940"/>
                  </a:cubicBezTo>
                  <a:cubicBezTo>
                    <a:pt x="7661" y="4844"/>
                    <a:pt x="7585" y="4767"/>
                    <a:pt x="7490" y="4765"/>
                  </a:cubicBezTo>
                  <a:cubicBezTo>
                    <a:pt x="7489" y="4765"/>
                    <a:pt x="7488" y="4765"/>
                    <a:pt x="7487" y="4765"/>
                  </a:cubicBezTo>
                  <a:close/>
                  <a:moveTo>
                    <a:pt x="8003" y="4765"/>
                  </a:moveTo>
                  <a:cubicBezTo>
                    <a:pt x="7909" y="4765"/>
                    <a:pt x="7833" y="4841"/>
                    <a:pt x="7831" y="4937"/>
                  </a:cubicBezTo>
                  <a:cubicBezTo>
                    <a:pt x="7830" y="5032"/>
                    <a:pt x="7906" y="5109"/>
                    <a:pt x="8001" y="5111"/>
                  </a:cubicBezTo>
                  <a:lnTo>
                    <a:pt x="8004" y="5111"/>
                  </a:lnTo>
                  <a:cubicBezTo>
                    <a:pt x="8098" y="5111"/>
                    <a:pt x="8175" y="5035"/>
                    <a:pt x="8177" y="4940"/>
                  </a:cubicBezTo>
                  <a:cubicBezTo>
                    <a:pt x="8178" y="4844"/>
                    <a:pt x="8101" y="4767"/>
                    <a:pt x="8005" y="4765"/>
                  </a:cubicBezTo>
                  <a:cubicBezTo>
                    <a:pt x="8004" y="4765"/>
                    <a:pt x="8004" y="4765"/>
                    <a:pt x="8003" y="4765"/>
                  </a:cubicBezTo>
                  <a:close/>
                  <a:moveTo>
                    <a:pt x="3308" y="4834"/>
                  </a:moveTo>
                  <a:cubicBezTo>
                    <a:pt x="3227" y="4835"/>
                    <a:pt x="3162" y="4901"/>
                    <a:pt x="3162" y="4983"/>
                  </a:cubicBezTo>
                  <a:cubicBezTo>
                    <a:pt x="3162" y="5065"/>
                    <a:pt x="3227" y="5130"/>
                    <a:pt x="3308" y="5130"/>
                  </a:cubicBezTo>
                  <a:lnTo>
                    <a:pt x="4886" y="5130"/>
                  </a:lnTo>
                  <a:cubicBezTo>
                    <a:pt x="4968" y="5130"/>
                    <a:pt x="5033" y="5065"/>
                    <a:pt x="5033" y="4983"/>
                  </a:cubicBezTo>
                  <a:lnTo>
                    <a:pt x="5036" y="4983"/>
                  </a:lnTo>
                  <a:cubicBezTo>
                    <a:pt x="5036" y="4901"/>
                    <a:pt x="4969" y="4834"/>
                    <a:pt x="4886" y="4834"/>
                  </a:cubicBezTo>
                  <a:close/>
                  <a:moveTo>
                    <a:pt x="148" y="4834"/>
                  </a:moveTo>
                  <a:cubicBezTo>
                    <a:pt x="66" y="4835"/>
                    <a:pt x="1" y="4901"/>
                    <a:pt x="1" y="4983"/>
                  </a:cubicBezTo>
                  <a:cubicBezTo>
                    <a:pt x="1" y="5065"/>
                    <a:pt x="66" y="5130"/>
                    <a:pt x="148" y="5130"/>
                  </a:cubicBezTo>
                  <a:lnTo>
                    <a:pt x="750" y="5130"/>
                  </a:lnTo>
                  <a:cubicBezTo>
                    <a:pt x="751" y="5130"/>
                    <a:pt x="752" y="5130"/>
                    <a:pt x="752" y="5130"/>
                  </a:cubicBezTo>
                  <a:cubicBezTo>
                    <a:pt x="832" y="5130"/>
                    <a:pt x="897" y="5065"/>
                    <a:pt x="899" y="4986"/>
                  </a:cubicBezTo>
                  <a:lnTo>
                    <a:pt x="899" y="4983"/>
                  </a:lnTo>
                  <a:cubicBezTo>
                    <a:pt x="899" y="4901"/>
                    <a:pt x="832" y="4834"/>
                    <a:pt x="750" y="4834"/>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92;p40">
              <a:extLst>
                <a:ext uri="{FF2B5EF4-FFF2-40B4-BE49-F238E27FC236}">
                  <a16:creationId xmlns:a16="http://schemas.microsoft.com/office/drawing/2014/main" id="{8E4CBDC4-C7B3-94BE-BC77-D3E9D076D271}"/>
                </a:ext>
              </a:extLst>
            </p:cNvPr>
            <p:cNvSpPr/>
            <p:nvPr/>
          </p:nvSpPr>
          <p:spPr>
            <a:xfrm>
              <a:off x="4324075" y="4800475"/>
              <a:ext cx="204475" cy="128300"/>
            </a:xfrm>
            <a:custGeom>
              <a:avLst/>
              <a:gdLst/>
              <a:ahLst/>
              <a:cxnLst/>
              <a:rect l="l" t="t" r="r" b="b"/>
              <a:pathLst>
                <a:path w="8179" h="5132" extrusionOk="0">
                  <a:moveTo>
                    <a:pt x="1405" y="25"/>
                  </a:moveTo>
                  <a:cubicBezTo>
                    <a:pt x="1330" y="25"/>
                    <a:pt x="1264" y="81"/>
                    <a:pt x="1255" y="157"/>
                  </a:cubicBezTo>
                  <a:cubicBezTo>
                    <a:pt x="1246" y="239"/>
                    <a:pt x="1304" y="313"/>
                    <a:pt x="1386" y="322"/>
                  </a:cubicBezTo>
                  <a:cubicBezTo>
                    <a:pt x="1392" y="323"/>
                    <a:pt x="1397" y="323"/>
                    <a:pt x="1403" y="323"/>
                  </a:cubicBezTo>
                  <a:cubicBezTo>
                    <a:pt x="1409" y="323"/>
                    <a:pt x="1415" y="323"/>
                    <a:pt x="1421" y="322"/>
                  </a:cubicBezTo>
                  <a:lnTo>
                    <a:pt x="2997" y="322"/>
                  </a:lnTo>
                  <a:cubicBezTo>
                    <a:pt x="2998" y="322"/>
                    <a:pt x="2998" y="322"/>
                    <a:pt x="2999" y="322"/>
                  </a:cubicBezTo>
                  <a:cubicBezTo>
                    <a:pt x="3080" y="322"/>
                    <a:pt x="3146" y="259"/>
                    <a:pt x="3147" y="178"/>
                  </a:cubicBezTo>
                  <a:lnTo>
                    <a:pt x="3147" y="176"/>
                  </a:lnTo>
                  <a:cubicBezTo>
                    <a:pt x="3147" y="93"/>
                    <a:pt x="3080" y="26"/>
                    <a:pt x="2997" y="26"/>
                  </a:cubicBezTo>
                  <a:lnTo>
                    <a:pt x="1421" y="26"/>
                  </a:lnTo>
                  <a:cubicBezTo>
                    <a:pt x="1416" y="25"/>
                    <a:pt x="1410" y="25"/>
                    <a:pt x="1405" y="25"/>
                  </a:cubicBezTo>
                  <a:close/>
                  <a:moveTo>
                    <a:pt x="769" y="26"/>
                  </a:moveTo>
                  <a:cubicBezTo>
                    <a:pt x="763" y="26"/>
                    <a:pt x="756" y="27"/>
                    <a:pt x="750" y="27"/>
                  </a:cubicBezTo>
                  <a:lnTo>
                    <a:pt x="148" y="27"/>
                  </a:lnTo>
                  <a:cubicBezTo>
                    <a:pt x="80" y="35"/>
                    <a:pt x="26" y="88"/>
                    <a:pt x="17" y="157"/>
                  </a:cubicBezTo>
                  <a:cubicBezTo>
                    <a:pt x="8" y="239"/>
                    <a:pt x="66" y="313"/>
                    <a:pt x="148" y="324"/>
                  </a:cubicBezTo>
                  <a:lnTo>
                    <a:pt x="750" y="324"/>
                  </a:lnTo>
                  <a:cubicBezTo>
                    <a:pt x="756" y="324"/>
                    <a:pt x="762" y="325"/>
                    <a:pt x="768" y="325"/>
                  </a:cubicBezTo>
                  <a:cubicBezTo>
                    <a:pt x="774" y="325"/>
                    <a:pt x="780" y="324"/>
                    <a:pt x="786" y="324"/>
                  </a:cubicBezTo>
                  <a:cubicBezTo>
                    <a:pt x="867" y="313"/>
                    <a:pt x="926" y="239"/>
                    <a:pt x="915" y="157"/>
                  </a:cubicBezTo>
                  <a:cubicBezTo>
                    <a:pt x="907" y="81"/>
                    <a:pt x="843" y="26"/>
                    <a:pt x="769" y="26"/>
                  </a:cubicBezTo>
                  <a:close/>
                  <a:moveTo>
                    <a:pt x="3668" y="1"/>
                  </a:moveTo>
                  <a:cubicBezTo>
                    <a:pt x="3574" y="1"/>
                    <a:pt x="3497" y="76"/>
                    <a:pt x="3495" y="170"/>
                  </a:cubicBezTo>
                  <a:cubicBezTo>
                    <a:pt x="3495" y="267"/>
                    <a:pt x="3571" y="344"/>
                    <a:pt x="3667" y="346"/>
                  </a:cubicBezTo>
                  <a:lnTo>
                    <a:pt x="3668" y="346"/>
                  </a:lnTo>
                  <a:cubicBezTo>
                    <a:pt x="3763" y="346"/>
                    <a:pt x="3841" y="270"/>
                    <a:pt x="3841" y="175"/>
                  </a:cubicBezTo>
                  <a:cubicBezTo>
                    <a:pt x="3842" y="79"/>
                    <a:pt x="3766" y="2"/>
                    <a:pt x="3671" y="1"/>
                  </a:cubicBezTo>
                  <a:cubicBezTo>
                    <a:pt x="3670" y="1"/>
                    <a:pt x="3669" y="1"/>
                    <a:pt x="3668" y="1"/>
                  </a:cubicBezTo>
                  <a:close/>
                  <a:moveTo>
                    <a:pt x="4182" y="1"/>
                  </a:moveTo>
                  <a:cubicBezTo>
                    <a:pt x="4088" y="1"/>
                    <a:pt x="4011" y="76"/>
                    <a:pt x="4011" y="170"/>
                  </a:cubicBezTo>
                  <a:cubicBezTo>
                    <a:pt x="4009" y="267"/>
                    <a:pt x="4085" y="344"/>
                    <a:pt x="4180" y="346"/>
                  </a:cubicBezTo>
                  <a:lnTo>
                    <a:pt x="4185" y="346"/>
                  </a:lnTo>
                  <a:cubicBezTo>
                    <a:pt x="4279" y="346"/>
                    <a:pt x="4356" y="270"/>
                    <a:pt x="4356" y="175"/>
                  </a:cubicBezTo>
                  <a:cubicBezTo>
                    <a:pt x="4356" y="79"/>
                    <a:pt x="4280" y="2"/>
                    <a:pt x="4185" y="1"/>
                  </a:cubicBezTo>
                  <a:cubicBezTo>
                    <a:pt x="4184" y="1"/>
                    <a:pt x="4183" y="1"/>
                    <a:pt x="4182" y="1"/>
                  </a:cubicBezTo>
                  <a:close/>
                  <a:moveTo>
                    <a:pt x="4699" y="1"/>
                  </a:moveTo>
                  <a:cubicBezTo>
                    <a:pt x="4603" y="1"/>
                    <a:pt x="4527" y="76"/>
                    <a:pt x="4526" y="170"/>
                  </a:cubicBezTo>
                  <a:cubicBezTo>
                    <a:pt x="4524" y="267"/>
                    <a:pt x="4602" y="344"/>
                    <a:pt x="4697" y="346"/>
                  </a:cubicBezTo>
                  <a:lnTo>
                    <a:pt x="4698" y="346"/>
                  </a:lnTo>
                  <a:cubicBezTo>
                    <a:pt x="4794" y="346"/>
                    <a:pt x="4870" y="270"/>
                    <a:pt x="4871" y="175"/>
                  </a:cubicBezTo>
                  <a:cubicBezTo>
                    <a:pt x="4873" y="79"/>
                    <a:pt x="4797" y="2"/>
                    <a:pt x="4701" y="1"/>
                  </a:cubicBezTo>
                  <a:cubicBezTo>
                    <a:pt x="4700" y="1"/>
                    <a:pt x="4700" y="1"/>
                    <a:pt x="4699" y="1"/>
                  </a:cubicBezTo>
                  <a:close/>
                  <a:moveTo>
                    <a:pt x="5212" y="1"/>
                  </a:moveTo>
                  <a:cubicBezTo>
                    <a:pt x="5118" y="1"/>
                    <a:pt x="5041" y="76"/>
                    <a:pt x="5039" y="170"/>
                  </a:cubicBezTo>
                  <a:cubicBezTo>
                    <a:pt x="5039" y="267"/>
                    <a:pt x="5115" y="344"/>
                    <a:pt x="5211" y="346"/>
                  </a:cubicBezTo>
                  <a:lnTo>
                    <a:pt x="5215" y="346"/>
                  </a:lnTo>
                  <a:cubicBezTo>
                    <a:pt x="5309" y="346"/>
                    <a:pt x="5385" y="270"/>
                    <a:pt x="5385" y="175"/>
                  </a:cubicBezTo>
                  <a:cubicBezTo>
                    <a:pt x="5386" y="79"/>
                    <a:pt x="5310" y="2"/>
                    <a:pt x="5215" y="1"/>
                  </a:cubicBezTo>
                  <a:cubicBezTo>
                    <a:pt x="5214" y="1"/>
                    <a:pt x="5213" y="1"/>
                    <a:pt x="5212" y="1"/>
                  </a:cubicBezTo>
                  <a:close/>
                  <a:moveTo>
                    <a:pt x="5728" y="1"/>
                  </a:moveTo>
                  <a:cubicBezTo>
                    <a:pt x="5634" y="1"/>
                    <a:pt x="5558" y="76"/>
                    <a:pt x="5556" y="170"/>
                  </a:cubicBezTo>
                  <a:cubicBezTo>
                    <a:pt x="5555" y="267"/>
                    <a:pt x="5631" y="344"/>
                    <a:pt x="5727" y="346"/>
                  </a:cubicBezTo>
                  <a:lnTo>
                    <a:pt x="5729" y="346"/>
                  </a:lnTo>
                  <a:cubicBezTo>
                    <a:pt x="5823" y="346"/>
                    <a:pt x="5900" y="270"/>
                    <a:pt x="5902" y="175"/>
                  </a:cubicBezTo>
                  <a:cubicBezTo>
                    <a:pt x="5903" y="79"/>
                    <a:pt x="5826" y="2"/>
                    <a:pt x="5730" y="1"/>
                  </a:cubicBezTo>
                  <a:cubicBezTo>
                    <a:pt x="5729" y="1"/>
                    <a:pt x="5728" y="1"/>
                    <a:pt x="5728" y="1"/>
                  </a:cubicBezTo>
                  <a:close/>
                  <a:moveTo>
                    <a:pt x="6241" y="1"/>
                  </a:moveTo>
                  <a:cubicBezTo>
                    <a:pt x="6147" y="1"/>
                    <a:pt x="6071" y="76"/>
                    <a:pt x="6070" y="170"/>
                  </a:cubicBezTo>
                  <a:cubicBezTo>
                    <a:pt x="6068" y="267"/>
                    <a:pt x="6144" y="344"/>
                    <a:pt x="6241" y="346"/>
                  </a:cubicBezTo>
                  <a:lnTo>
                    <a:pt x="6244" y="346"/>
                  </a:lnTo>
                  <a:cubicBezTo>
                    <a:pt x="6339" y="346"/>
                    <a:pt x="6415" y="270"/>
                    <a:pt x="6415" y="175"/>
                  </a:cubicBezTo>
                  <a:cubicBezTo>
                    <a:pt x="6417" y="79"/>
                    <a:pt x="6341" y="2"/>
                    <a:pt x="6244" y="1"/>
                  </a:cubicBezTo>
                  <a:cubicBezTo>
                    <a:pt x="6243" y="1"/>
                    <a:pt x="6242" y="1"/>
                    <a:pt x="6241" y="1"/>
                  </a:cubicBezTo>
                  <a:close/>
                  <a:moveTo>
                    <a:pt x="148" y="714"/>
                  </a:moveTo>
                  <a:cubicBezTo>
                    <a:pt x="66" y="724"/>
                    <a:pt x="8" y="797"/>
                    <a:pt x="17" y="879"/>
                  </a:cubicBezTo>
                  <a:cubicBezTo>
                    <a:pt x="26" y="947"/>
                    <a:pt x="80" y="1003"/>
                    <a:pt x="148" y="1010"/>
                  </a:cubicBezTo>
                  <a:lnTo>
                    <a:pt x="750" y="1010"/>
                  </a:lnTo>
                  <a:cubicBezTo>
                    <a:pt x="751" y="1010"/>
                    <a:pt x="752" y="1010"/>
                    <a:pt x="752" y="1010"/>
                  </a:cubicBezTo>
                  <a:cubicBezTo>
                    <a:pt x="832" y="1010"/>
                    <a:pt x="897" y="945"/>
                    <a:pt x="899" y="866"/>
                  </a:cubicBezTo>
                  <a:lnTo>
                    <a:pt x="899" y="863"/>
                  </a:lnTo>
                  <a:cubicBezTo>
                    <a:pt x="899" y="781"/>
                    <a:pt x="832" y="714"/>
                    <a:pt x="750" y="714"/>
                  </a:cubicBezTo>
                  <a:close/>
                  <a:moveTo>
                    <a:pt x="1405" y="711"/>
                  </a:moveTo>
                  <a:cubicBezTo>
                    <a:pt x="1330" y="711"/>
                    <a:pt x="1264" y="767"/>
                    <a:pt x="1255" y="843"/>
                  </a:cubicBezTo>
                  <a:cubicBezTo>
                    <a:pt x="1246" y="925"/>
                    <a:pt x="1304" y="1000"/>
                    <a:pt x="1386" y="1010"/>
                  </a:cubicBezTo>
                  <a:cubicBezTo>
                    <a:pt x="1392" y="1011"/>
                    <a:pt x="1397" y="1011"/>
                    <a:pt x="1403" y="1011"/>
                  </a:cubicBezTo>
                  <a:cubicBezTo>
                    <a:pt x="1409" y="1011"/>
                    <a:pt x="1415" y="1011"/>
                    <a:pt x="1421" y="1010"/>
                  </a:cubicBezTo>
                  <a:lnTo>
                    <a:pt x="2997" y="1010"/>
                  </a:lnTo>
                  <a:cubicBezTo>
                    <a:pt x="3078" y="1010"/>
                    <a:pt x="3145" y="946"/>
                    <a:pt x="3147" y="864"/>
                  </a:cubicBezTo>
                  <a:lnTo>
                    <a:pt x="3147" y="863"/>
                  </a:lnTo>
                  <a:cubicBezTo>
                    <a:pt x="3147" y="779"/>
                    <a:pt x="3080" y="712"/>
                    <a:pt x="2997" y="712"/>
                  </a:cubicBezTo>
                  <a:lnTo>
                    <a:pt x="1421" y="712"/>
                  </a:lnTo>
                  <a:cubicBezTo>
                    <a:pt x="1416" y="712"/>
                    <a:pt x="1410" y="711"/>
                    <a:pt x="1405" y="711"/>
                  </a:cubicBezTo>
                  <a:close/>
                  <a:moveTo>
                    <a:pt x="148" y="1400"/>
                  </a:moveTo>
                  <a:cubicBezTo>
                    <a:pt x="66" y="1411"/>
                    <a:pt x="8" y="1485"/>
                    <a:pt x="17" y="1567"/>
                  </a:cubicBezTo>
                  <a:cubicBezTo>
                    <a:pt x="26" y="1634"/>
                    <a:pt x="80" y="1689"/>
                    <a:pt x="148" y="1696"/>
                  </a:cubicBezTo>
                  <a:lnTo>
                    <a:pt x="750" y="1696"/>
                  </a:lnTo>
                  <a:cubicBezTo>
                    <a:pt x="751" y="1696"/>
                    <a:pt x="752" y="1696"/>
                    <a:pt x="752" y="1696"/>
                  </a:cubicBezTo>
                  <a:cubicBezTo>
                    <a:pt x="832" y="1696"/>
                    <a:pt x="897" y="1632"/>
                    <a:pt x="899" y="1552"/>
                  </a:cubicBezTo>
                  <a:lnTo>
                    <a:pt x="899" y="1549"/>
                  </a:lnTo>
                  <a:cubicBezTo>
                    <a:pt x="899" y="1467"/>
                    <a:pt x="832" y="1400"/>
                    <a:pt x="750" y="1400"/>
                  </a:cubicBezTo>
                  <a:close/>
                  <a:moveTo>
                    <a:pt x="1402" y="1399"/>
                  </a:moveTo>
                  <a:cubicBezTo>
                    <a:pt x="1328" y="1399"/>
                    <a:pt x="1264" y="1454"/>
                    <a:pt x="1255" y="1530"/>
                  </a:cubicBezTo>
                  <a:cubicBezTo>
                    <a:pt x="1246" y="1612"/>
                    <a:pt x="1304" y="1686"/>
                    <a:pt x="1386" y="1696"/>
                  </a:cubicBezTo>
                  <a:cubicBezTo>
                    <a:pt x="1392" y="1697"/>
                    <a:pt x="1397" y="1698"/>
                    <a:pt x="1403" y="1698"/>
                  </a:cubicBezTo>
                  <a:cubicBezTo>
                    <a:pt x="1409" y="1698"/>
                    <a:pt x="1415" y="1697"/>
                    <a:pt x="1421" y="1696"/>
                  </a:cubicBezTo>
                  <a:lnTo>
                    <a:pt x="2997" y="1696"/>
                  </a:lnTo>
                  <a:cubicBezTo>
                    <a:pt x="3078" y="1696"/>
                    <a:pt x="3145" y="1632"/>
                    <a:pt x="3147" y="1551"/>
                  </a:cubicBezTo>
                  <a:lnTo>
                    <a:pt x="3147" y="1549"/>
                  </a:lnTo>
                  <a:cubicBezTo>
                    <a:pt x="3147" y="1466"/>
                    <a:pt x="3080" y="1400"/>
                    <a:pt x="2997" y="1400"/>
                  </a:cubicBezTo>
                  <a:lnTo>
                    <a:pt x="1421" y="1400"/>
                  </a:lnTo>
                  <a:cubicBezTo>
                    <a:pt x="1415" y="1399"/>
                    <a:pt x="1409" y="1399"/>
                    <a:pt x="1402" y="1399"/>
                  </a:cubicBezTo>
                  <a:close/>
                  <a:moveTo>
                    <a:pt x="3668" y="1373"/>
                  </a:moveTo>
                  <a:cubicBezTo>
                    <a:pt x="3573" y="1373"/>
                    <a:pt x="3497" y="1450"/>
                    <a:pt x="3495" y="1545"/>
                  </a:cubicBezTo>
                  <a:cubicBezTo>
                    <a:pt x="3494" y="1640"/>
                    <a:pt x="3571" y="1717"/>
                    <a:pt x="3667" y="1719"/>
                  </a:cubicBezTo>
                  <a:lnTo>
                    <a:pt x="3668" y="1719"/>
                  </a:lnTo>
                  <a:cubicBezTo>
                    <a:pt x="3763" y="1719"/>
                    <a:pt x="3839" y="1643"/>
                    <a:pt x="3841" y="1549"/>
                  </a:cubicBezTo>
                  <a:cubicBezTo>
                    <a:pt x="3842" y="1452"/>
                    <a:pt x="3766" y="1375"/>
                    <a:pt x="3671" y="1373"/>
                  </a:cubicBezTo>
                  <a:cubicBezTo>
                    <a:pt x="3670" y="1373"/>
                    <a:pt x="3669" y="1373"/>
                    <a:pt x="3668" y="1373"/>
                  </a:cubicBezTo>
                  <a:close/>
                  <a:moveTo>
                    <a:pt x="4182" y="1373"/>
                  </a:moveTo>
                  <a:cubicBezTo>
                    <a:pt x="4088" y="1373"/>
                    <a:pt x="4011" y="1450"/>
                    <a:pt x="4009" y="1545"/>
                  </a:cubicBezTo>
                  <a:cubicBezTo>
                    <a:pt x="4009" y="1640"/>
                    <a:pt x="4085" y="1717"/>
                    <a:pt x="4180" y="1719"/>
                  </a:cubicBezTo>
                  <a:lnTo>
                    <a:pt x="4185" y="1719"/>
                  </a:lnTo>
                  <a:cubicBezTo>
                    <a:pt x="4279" y="1719"/>
                    <a:pt x="4355" y="1643"/>
                    <a:pt x="4355" y="1549"/>
                  </a:cubicBezTo>
                  <a:cubicBezTo>
                    <a:pt x="4356" y="1452"/>
                    <a:pt x="4280" y="1375"/>
                    <a:pt x="4185" y="1373"/>
                  </a:cubicBezTo>
                  <a:cubicBezTo>
                    <a:pt x="4184" y="1373"/>
                    <a:pt x="4183" y="1373"/>
                    <a:pt x="4182" y="1373"/>
                  </a:cubicBezTo>
                  <a:close/>
                  <a:moveTo>
                    <a:pt x="4697" y="1373"/>
                  </a:moveTo>
                  <a:cubicBezTo>
                    <a:pt x="4603" y="1373"/>
                    <a:pt x="4527" y="1450"/>
                    <a:pt x="4526" y="1545"/>
                  </a:cubicBezTo>
                  <a:cubicBezTo>
                    <a:pt x="4524" y="1640"/>
                    <a:pt x="4600" y="1717"/>
                    <a:pt x="4697" y="1719"/>
                  </a:cubicBezTo>
                  <a:lnTo>
                    <a:pt x="4698" y="1719"/>
                  </a:lnTo>
                  <a:cubicBezTo>
                    <a:pt x="4792" y="1719"/>
                    <a:pt x="4870" y="1643"/>
                    <a:pt x="4871" y="1549"/>
                  </a:cubicBezTo>
                  <a:cubicBezTo>
                    <a:pt x="4873" y="1452"/>
                    <a:pt x="4795" y="1375"/>
                    <a:pt x="4700" y="1373"/>
                  </a:cubicBezTo>
                  <a:cubicBezTo>
                    <a:pt x="4699" y="1373"/>
                    <a:pt x="4698" y="1373"/>
                    <a:pt x="4697" y="1373"/>
                  </a:cubicBezTo>
                  <a:close/>
                  <a:moveTo>
                    <a:pt x="5211" y="1373"/>
                  </a:moveTo>
                  <a:cubicBezTo>
                    <a:pt x="5117" y="1373"/>
                    <a:pt x="5041" y="1450"/>
                    <a:pt x="5039" y="1545"/>
                  </a:cubicBezTo>
                  <a:cubicBezTo>
                    <a:pt x="5038" y="1640"/>
                    <a:pt x="5115" y="1717"/>
                    <a:pt x="5211" y="1719"/>
                  </a:cubicBezTo>
                  <a:lnTo>
                    <a:pt x="5215" y="1719"/>
                  </a:lnTo>
                  <a:cubicBezTo>
                    <a:pt x="5309" y="1719"/>
                    <a:pt x="5385" y="1643"/>
                    <a:pt x="5385" y="1549"/>
                  </a:cubicBezTo>
                  <a:cubicBezTo>
                    <a:pt x="5386" y="1452"/>
                    <a:pt x="5310" y="1375"/>
                    <a:pt x="5214" y="1373"/>
                  </a:cubicBezTo>
                  <a:cubicBezTo>
                    <a:pt x="5213" y="1373"/>
                    <a:pt x="5212" y="1373"/>
                    <a:pt x="5211" y="1373"/>
                  </a:cubicBezTo>
                  <a:close/>
                  <a:moveTo>
                    <a:pt x="5728" y="1373"/>
                  </a:moveTo>
                  <a:cubicBezTo>
                    <a:pt x="5634" y="1373"/>
                    <a:pt x="5556" y="1450"/>
                    <a:pt x="5556" y="1545"/>
                  </a:cubicBezTo>
                  <a:cubicBezTo>
                    <a:pt x="5555" y="1640"/>
                    <a:pt x="5631" y="1717"/>
                    <a:pt x="5726" y="1719"/>
                  </a:cubicBezTo>
                  <a:lnTo>
                    <a:pt x="5729" y="1719"/>
                  </a:lnTo>
                  <a:cubicBezTo>
                    <a:pt x="5823" y="1719"/>
                    <a:pt x="5900" y="1643"/>
                    <a:pt x="5902" y="1549"/>
                  </a:cubicBezTo>
                  <a:cubicBezTo>
                    <a:pt x="5902" y="1452"/>
                    <a:pt x="5826" y="1375"/>
                    <a:pt x="5730" y="1373"/>
                  </a:cubicBezTo>
                  <a:cubicBezTo>
                    <a:pt x="5729" y="1373"/>
                    <a:pt x="5728" y="1373"/>
                    <a:pt x="5728" y="1373"/>
                  </a:cubicBezTo>
                  <a:close/>
                  <a:moveTo>
                    <a:pt x="6241" y="1373"/>
                  </a:moveTo>
                  <a:cubicBezTo>
                    <a:pt x="6147" y="1373"/>
                    <a:pt x="6071" y="1450"/>
                    <a:pt x="6070" y="1545"/>
                  </a:cubicBezTo>
                  <a:cubicBezTo>
                    <a:pt x="6068" y="1640"/>
                    <a:pt x="6144" y="1717"/>
                    <a:pt x="6239" y="1719"/>
                  </a:cubicBezTo>
                  <a:lnTo>
                    <a:pt x="6244" y="1719"/>
                  </a:lnTo>
                  <a:cubicBezTo>
                    <a:pt x="6339" y="1719"/>
                    <a:pt x="6415" y="1643"/>
                    <a:pt x="6415" y="1549"/>
                  </a:cubicBezTo>
                  <a:cubicBezTo>
                    <a:pt x="6417" y="1452"/>
                    <a:pt x="6339" y="1375"/>
                    <a:pt x="6244" y="1373"/>
                  </a:cubicBezTo>
                  <a:cubicBezTo>
                    <a:pt x="6243" y="1373"/>
                    <a:pt x="6242" y="1373"/>
                    <a:pt x="6241" y="1373"/>
                  </a:cubicBezTo>
                  <a:close/>
                  <a:moveTo>
                    <a:pt x="1421" y="2087"/>
                  </a:moveTo>
                  <a:cubicBezTo>
                    <a:pt x="1338" y="2087"/>
                    <a:pt x="1272" y="2154"/>
                    <a:pt x="1272" y="2235"/>
                  </a:cubicBezTo>
                  <a:cubicBezTo>
                    <a:pt x="1272" y="2317"/>
                    <a:pt x="1338" y="2383"/>
                    <a:pt x="1418" y="2383"/>
                  </a:cubicBezTo>
                  <a:lnTo>
                    <a:pt x="2997" y="2383"/>
                  </a:lnTo>
                  <a:cubicBezTo>
                    <a:pt x="2998" y="2383"/>
                    <a:pt x="2998" y="2383"/>
                    <a:pt x="2999" y="2383"/>
                  </a:cubicBezTo>
                  <a:cubicBezTo>
                    <a:pt x="3080" y="2383"/>
                    <a:pt x="3146" y="2318"/>
                    <a:pt x="3147" y="2237"/>
                  </a:cubicBezTo>
                  <a:lnTo>
                    <a:pt x="3147" y="2235"/>
                  </a:lnTo>
                  <a:cubicBezTo>
                    <a:pt x="3147" y="2154"/>
                    <a:pt x="3080" y="2087"/>
                    <a:pt x="2997" y="2087"/>
                  </a:cubicBezTo>
                  <a:close/>
                  <a:moveTo>
                    <a:pt x="148" y="2087"/>
                  </a:moveTo>
                  <a:cubicBezTo>
                    <a:pt x="66" y="2088"/>
                    <a:pt x="1" y="2155"/>
                    <a:pt x="1" y="2235"/>
                  </a:cubicBezTo>
                  <a:cubicBezTo>
                    <a:pt x="1" y="2317"/>
                    <a:pt x="66" y="2383"/>
                    <a:pt x="148" y="2383"/>
                  </a:cubicBezTo>
                  <a:lnTo>
                    <a:pt x="750" y="2383"/>
                  </a:lnTo>
                  <a:cubicBezTo>
                    <a:pt x="751" y="2383"/>
                    <a:pt x="752" y="2383"/>
                    <a:pt x="753" y="2383"/>
                  </a:cubicBezTo>
                  <a:cubicBezTo>
                    <a:pt x="832" y="2383"/>
                    <a:pt x="897" y="2319"/>
                    <a:pt x="899" y="2238"/>
                  </a:cubicBezTo>
                  <a:lnTo>
                    <a:pt x="899" y="2235"/>
                  </a:lnTo>
                  <a:cubicBezTo>
                    <a:pt x="899" y="2154"/>
                    <a:pt x="832" y="2087"/>
                    <a:pt x="750" y="2087"/>
                  </a:cubicBezTo>
                  <a:close/>
                  <a:moveTo>
                    <a:pt x="1419" y="2774"/>
                  </a:moveTo>
                  <a:cubicBezTo>
                    <a:pt x="1338" y="2774"/>
                    <a:pt x="1272" y="2839"/>
                    <a:pt x="1271" y="2920"/>
                  </a:cubicBezTo>
                  <a:lnTo>
                    <a:pt x="1271" y="2922"/>
                  </a:lnTo>
                  <a:cubicBezTo>
                    <a:pt x="1271" y="3004"/>
                    <a:pt x="1338" y="3071"/>
                    <a:pt x="1421" y="3071"/>
                  </a:cubicBezTo>
                  <a:lnTo>
                    <a:pt x="2997" y="3071"/>
                  </a:lnTo>
                  <a:cubicBezTo>
                    <a:pt x="3080" y="3071"/>
                    <a:pt x="3147" y="3005"/>
                    <a:pt x="3147" y="2922"/>
                  </a:cubicBezTo>
                  <a:cubicBezTo>
                    <a:pt x="3147" y="2921"/>
                    <a:pt x="3147" y="2921"/>
                    <a:pt x="3147" y="2920"/>
                  </a:cubicBezTo>
                  <a:lnTo>
                    <a:pt x="3147" y="2920"/>
                  </a:lnTo>
                  <a:cubicBezTo>
                    <a:pt x="3146" y="2839"/>
                    <a:pt x="3079" y="2774"/>
                    <a:pt x="3000" y="2774"/>
                  </a:cubicBezTo>
                  <a:lnTo>
                    <a:pt x="1421" y="2774"/>
                  </a:lnTo>
                  <a:cubicBezTo>
                    <a:pt x="1420" y="2774"/>
                    <a:pt x="1419" y="2774"/>
                    <a:pt x="1419" y="2774"/>
                  </a:cubicBezTo>
                  <a:close/>
                  <a:moveTo>
                    <a:pt x="148" y="2776"/>
                  </a:moveTo>
                  <a:cubicBezTo>
                    <a:pt x="66" y="2776"/>
                    <a:pt x="1" y="2841"/>
                    <a:pt x="1" y="2923"/>
                  </a:cubicBezTo>
                  <a:cubicBezTo>
                    <a:pt x="1" y="3004"/>
                    <a:pt x="66" y="3071"/>
                    <a:pt x="148" y="3072"/>
                  </a:cubicBezTo>
                  <a:lnTo>
                    <a:pt x="750" y="3072"/>
                  </a:lnTo>
                  <a:cubicBezTo>
                    <a:pt x="832" y="3072"/>
                    <a:pt x="899" y="3005"/>
                    <a:pt x="899" y="2923"/>
                  </a:cubicBezTo>
                  <a:cubicBezTo>
                    <a:pt x="899" y="2841"/>
                    <a:pt x="833" y="2776"/>
                    <a:pt x="751" y="2776"/>
                  </a:cubicBezTo>
                  <a:close/>
                  <a:moveTo>
                    <a:pt x="5430" y="3348"/>
                  </a:moveTo>
                  <a:cubicBezTo>
                    <a:pt x="5334" y="3348"/>
                    <a:pt x="5255" y="3424"/>
                    <a:pt x="5255" y="3519"/>
                  </a:cubicBezTo>
                  <a:cubicBezTo>
                    <a:pt x="5254" y="3614"/>
                    <a:pt x="5330" y="3693"/>
                    <a:pt x="5425" y="3693"/>
                  </a:cubicBezTo>
                  <a:lnTo>
                    <a:pt x="5428" y="3693"/>
                  </a:lnTo>
                  <a:cubicBezTo>
                    <a:pt x="5522" y="3693"/>
                    <a:pt x="5599" y="3617"/>
                    <a:pt x="5601" y="3523"/>
                  </a:cubicBezTo>
                  <a:cubicBezTo>
                    <a:pt x="5601" y="3428"/>
                    <a:pt x="5525" y="3349"/>
                    <a:pt x="5430" y="3348"/>
                  </a:cubicBezTo>
                  <a:close/>
                  <a:moveTo>
                    <a:pt x="5943" y="3348"/>
                  </a:moveTo>
                  <a:cubicBezTo>
                    <a:pt x="5848" y="3348"/>
                    <a:pt x="5770" y="3424"/>
                    <a:pt x="5769" y="3519"/>
                  </a:cubicBezTo>
                  <a:cubicBezTo>
                    <a:pt x="5768" y="3614"/>
                    <a:pt x="5843" y="3693"/>
                    <a:pt x="5939" y="3693"/>
                  </a:cubicBezTo>
                  <a:lnTo>
                    <a:pt x="5943" y="3693"/>
                  </a:lnTo>
                  <a:cubicBezTo>
                    <a:pt x="6038" y="3693"/>
                    <a:pt x="6114" y="3617"/>
                    <a:pt x="6114" y="3523"/>
                  </a:cubicBezTo>
                  <a:cubicBezTo>
                    <a:pt x="6116" y="3428"/>
                    <a:pt x="6038" y="3349"/>
                    <a:pt x="5943" y="3348"/>
                  </a:cubicBezTo>
                  <a:close/>
                  <a:moveTo>
                    <a:pt x="6460" y="3348"/>
                  </a:moveTo>
                  <a:cubicBezTo>
                    <a:pt x="6365" y="3348"/>
                    <a:pt x="6286" y="3424"/>
                    <a:pt x="6284" y="3519"/>
                  </a:cubicBezTo>
                  <a:cubicBezTo>
                    <a:pt x="6284" y="3614"/>
                    <a:pt x="6360" y="3693"/>
                    <a:pt x="6455" y="3693"/>
                  </a:cubicBezTo>
                  <a:lnTo>
                    <a:pt x="6457" y="3693"/>
                  </a:lnTo>
                  <a:cubicBezTo>
                    <a:pt x="6552" y="3693"/>
                    <a:pt x="6630" y="3617"/>
                    <a:pt x="6630" y="3523"/>
                  </a:cubicBezTo>
                  <a:cubicBezTo>
                    <a:pt x="6631" y="3428"/>
                    <a:pt x="6555" y="3349"/>
                    <a:pt x="6460" y="3348"/>
                  </a:cubicBezTo>
                  <a:close/>
                  <a:moveTo>
                    <a:pt x="6975" y="3348"/>
                  </a:moveTo>
                  <a:cubicBezTo>
                    <a:pt x="6880" y="3348"/>
                    <a:pt x="6802" y="3424"/>
                    <a:pt x="6801" y="3519"/>
                  </a:cubicBezTo>
                  <a:cubicBezTo>
                    <a:pt x="6799" y="3614"/>
                    <a:pt x="6877" y="3693"/>
                    <a:pt x="6972" y="3693"/>
                  </a:cubicBezTo>
                  <a:lnTo>
                    <a:pt x="6974" y="3693"/>
                  </a:lnTo>
                  <a:cubicBezTo>
                    <a:pt x="7069" y="3693"/>
                    <a:pt x="7145" y="3617"/>
                    <a:pt x="7146" y="3523"/>
                  </a:cubicBezTo>
                  <a:cubicBezTo>
                    <a:pt x="7148" y="3428"/>
                    <a:pt x="7072" y="3349"/>
                    <a:pt x="6975" y="3348"/>
                  </a:cubicBezTo>
                  <a:close/>
                  <a:moveTo>
                    <a:pt x="7490" y="3348"/>
                  </a:moveTo>
                  <a:cubicBezTo>
                    <a:pt x="7393" y="3348"/>
                    <a:pt x="7316" y="3424"/>
                    <a:pt x="7315" y="3519"/>
                  </a:cubicBezTo>
                  <a:cubicBezTo>
                    <a:pt x="7313" y="3614"/>
                    <a:pt x="7390" y="3693"/>
                    <a:pt x="7486" y="3693"/>
                  </a:cubicBezTo>
                  <a:lnTo>
                    <a:pt x="7490" y="3693"/>
                  </a:lnTo>
                  <a:cubicBezTo>
                    <a:pt x="7584" y="3693"/>
                    <a:pt x="7660" y="3617"/>
                    <a:pt x="7660" y="3523"/>
                  </a:cubicBezTo>
                  <a:cubicBezTo>
                    <a:pt x="7661" y="3428"/>
                    <a:pt x="7585" y="3349"/>
                    <a:pt x="7490" y="3348"/>
                  </a:cubicBezTo>
                  <a:close/>
                  <a:moveTo>
                    <a:pt x="8005" y="3348"/>
                  </a:moveTo>
                  <a:cubicBezTo>
                    <a:pt x="7910" y="3348"/>
                    <a:pt x="7833" y="3424"/>
                    <a:pt x="7831" y="3519"/>
                  </a:cubicBezTo>
                  <a:cubicBezTo>
                    <a:pt x="7830" y="3614"/>
                    <a:pt x="7906" y="3693"/>
                    <a:pt x="8001" y="3693"/>
                  </a:cubicBezTo>
                  <a:lnTo>
                    <a:pt x="8004" y="3693"/>
                  </a:lnTo>
                  <a:cubicBezTo>
                    <a:pt x="8098" y="3693"/>
                    <a:pt x="8175" y="3617"/>
                    <a:pt x="8177" y="3523"/>
                  </a:cubicBezTo>
                  <a:cubicBezTo>
                    <a:pt x="8178" y="3428"/>
                    <a:pt x="8101" y="3349"/>
                    <a:pt x="8005" y="3348"/>
                  </a:cubicBezTo>
                  <a:close/>
                  <a:moveTo>
                    <a:pt x="3308" y="3461"/>
                  </a:moveTo>
                  <a:cubicBezTo>
                    <a:pt x="3226" y="3471"/>
                    <a:pt x="3168" y="3546"/>
                    <a:pt x="3178" y="3628"/>
                  </a:cubicBezTo>
                  <a:cubicBezTo>
                    <a:pt x="3186" y="3696"/>
                    <a:pt x="3239" y="3750"/>
                    <a:pt x="3308" y="3757"/>
                  </a:cubicBezTo>
                  <a:lnTo>
                    <a:pt x="4886" y="3757"/>
                  </a:lnTo>
                  <a:cubicBezTo>
                    <a:pt x="4968" y="3757"/>
                    <a:pt x="5033" y="3690"/>
                    <a:pt x="5033" y="3608"/>
                  </a:cubicBezTo>
                  <a:lnTo>
                    <a:pt x="5036" y="3608"/>
                  </a:lnTo>
                  <a:cubicBezTo>
                    <a:pt x="5036" y="3528"/>
                    <a:pt x="4969" y="3461"/>
                    <a:pt x="4889" y="3461"/>
                  </a:cubicBezTo>
                  <a:close/>
                  <a:moveTo>
                    <a:pt x="148" y="3462"/>
                  </a:moveTo>
                  <a:cubicBezTo>
                    <a:pt x="66" y="3471"/>
                    <a:pt x="7" y="3546"/>
                    <a:pt x="17" y="3628"/>
                  </a:cubicBezTo>
                  <a:cubicBezTo>
                    <a:pt x="26" y="3696"/>
                    <a:pt x="80" y="3750"/>
                    <a:pt x="148" y="3759"/>
                  </a:cubicBezTo>
                  <a:lnTo>
                    <a:pt x="750" y="3759"/>
                  </a:lnTo>
                  <a:cubicBezTo>
                    <a:pt x="832" y="3759"/>
                    <a:pt x="899" y="3692"/>
                    <a:pt x="899" y="3610"/>
                  </a:cubicBezTo>
                  <a:cubicBezTo>
                    <a:pt x="899" y="3528"/>
                    <a:pt x="833" y="3462"/>
                    <a:pt x="751" y="3462"/>
                  </a:cubicBezTo>
                  <a:close/>
                  <a:moveTo>
                    <a:pt x="148" y="4149"/>
                  </a:moveTo>
                  <a:cubicBezTo>
                    <a:pt x="66" y="4159"/>
                    <a:pt x="7" y="4232"/>
                    <a:pt x="17" y="4314"/>
                  </a:cubicBezTo>
                  <a:cubicBezTo>
                    <a:pt x="26" y="4382"/>
                    <a:pt x="80" y="4438"/>
                    <a:pt x="148" y="4445"/>
                  </a:cubicBezTo>
                  <a:lnTo>
                    <a:pt x="750" y="4445"/>
                  </a:lnTo>
                  <a:cubicBezTo>
                    <a:pt x="832" y="4445"/>
                    <a:pt x="899" y="4378"/>
                    <a:pt x="899" y="4296"/>
                  </a:cubicBezTo>
                  <a:cubicBezTo>
                    <a:pt x="899" y="4214"/>
                    <a:pt x="833" y="4149"/>
                    <a:pt x="751" y="4149"/>
                  </a:cubicBezTo>
                  <a:close/>
                  <a:moveTo>
                    <a:pt x="3308" y="4147"/>
                  </a:moveTo>
                  <a:cubicBezTo>
                    <a:pt x="3226" y="4158"/>
                    <a:pt x="3168" y="4232"/>
                    <a:pt x="3178" y="4314"/>
                  </a:cubicBezTo>
                  <a:cubicBezTo>
                    <a:pt x="3186" y="4382"/>
                    <a:pt x="3239" y="4436"/>
                    <a:pt x="3308" y="4445"/>
                  </a:cubicBezTo>
                  <a:lnTo>
                    <a:pt x="4886" y="4445"/>
                  </a:lnTo>
                  <a:cubicBezTo>
                    <a:pt x="4968" y="4444"/>
                    <a:pt x="5033" y="4377"/>
                    <a:pt x="5033" y="4295"/>
                  </a:cubicBezTo>
                  <a:lnTo>
                    <a:pt x="5036" y="4295"/>
                  </a:lnTo>
                  <a:cubicBezTo>
                    <a:pt x="5036" y="4214"/>
                    <a:pt x="4969" y="4147"/>
                    <a:pt x="4889" y="4147"/>
                  </a:cubicBezTo>
                  <a:close/>
                  <a:moveTo>
                    <a:pt x="5942" y="4767"/>
                  </a:moveTo>
                  <a:cubicBezTo>
                    <a:pt x="5846" y="4767"/>
                    <a:pt x="5769" y="4844"/>
                    <a:pt x="5769" y="4939"/>
                  </a:cubicBezTo>
                  <a:cubicBezTo>
                    <a:pt x="5769" y="5035"/>
                    <a:pt x="5846" y="5112"/>
                    <a:pt x="5942" y="5112"/>
                  </a:cubicBezTo>
                  <a:lnTo>
                    <a:pt x="5943" y="5112"/>
                  </a:lnTo>
                  <a:cubicBezTo>
                    <a:pt x="6037" y="5112"/>
                    <a:pt x="6114" y="5036"/>
                    <a:pt x="6114" y="4941"/>
                  </a:cubicBezTo>
                  <a:lnTo>
                    <a:pt x="6114" y="4939"/>
                  </a:lnTo>
                  <a:cubicBezTo>
                    <a:pt x="6114" y="4844"/>
                    <a:pt x="6037" y="4767"/>
                    <a:pt x="5942" y="4767"/>
                  </a:cubicBezTo>
                  <a:close/>
                  <a:moveTo>
                    <a:pt x="7487" y="4767"/>
                  </a:moveTo>
                  <a:cubicBezTo>
                    <a:pt x="7392" y="4767"/>
                    <a:pt x="7315" y="4844"/>
                    <a:pt x="7315" y="4939"/>
                  </a:cubicBezTo>
                  <a:cubicBezTo>
                    <a:pt x="7315" y="5035"/>
                    <a:pt x="7392" y="5112"/>
                    <a:pt x="7487" y="5112"/>
                  </a:cubicBezTo>
                  <a:lnTo>
                    <a:pt x="7490" y="5112"/>
                  </a:lnTo>
                  <a:cubicBezTo>
                    <a:pt x="7584" y="5112"/>
                    <a:pt x="7660" y="5036"/>
                    <a:pt x="7660" y="4941"/>
                  </a:cubicBezTo>
                  <a:lnTo>
                    <a:pt x="7660" y="4939"/>
                  </a:lnTo>
                  <a:cubicBezTo>
                    <a:pt x="7660" y="4844"/>
                    <a:pt x="7583" y="4767"/>
                    <a:pt x="7487" y="4767"/>
                  </a:cubicBezTo>
                  <a:close/>
                  <a:moveTo>
                    <a:pt x="5428" y="4767"/>
                  </a:moveTo>
                  <a:cubicBezTo>
                    <a:pt x="5333" y="4767"/>
                    <a:pt x="5255" y="4844"/>
                    <a:pt x="5255" y="4939"/>
                  </a:cubicBezTo>
                  <a:cubicBezTo>
                    <a:pt x="5255" y="5035"/>
                    <a:pt x="5333" y="5112"/>
                    <a:pt x="5428" y="5112"/>
                  </a:cubicBezTo>
                  <a:cubicBezTo>
                    <a:pt x="5429" y="5112"/>
                    <a:pt x="5430" y="5112"/>
                    <a:pt x="5431" y="5112"/>
                  </a:cubicBezTo>
                  <a:cubicBezTo>
                    <a:pt x="5523" y="5112"/>
                    <a:pt x="5599" y="5037"/>
                    <a:pt x="5601" y="4944"/>
                  </a:cubicBezTo>
                  <a:lnTo>
                    <a:pt x="5601" y="4939"/>
                  </a:lnTo>
                  <a:cubicBezTo>
                    <a:pt x="5601" y="4844"/>
                    <a:pt x="5523" y="4767"/>
                    <a:pt x="5428" y="4767"/>
                  </a:cubicBezTo>
                  <a:close/>
                  <a:moveTo>
                    <a:pt x="6457" y="4767"/>
                  </a:moveTo>
                  <a:cubicBezTo>
                    <a:pt x="6362" y="4767"/>
                    <a:pt x="6284" y="4844"/>
                    <a:pt x="6284" y="4939"/>
                  </a:cubicBezTo>
                  <a:cubicBezTo>
                    <a:pt x="6284" y="5035"/>
                    <a:pt x="6362" y="5112"/>
                    <a:pt x="6457" y="5112"/>
                  </a:cubicBezTo>
                  <a:cubicBezTo>
                    <a:pt x="6458" y="5112"/>
                    <a:pt x="6459" y="5112"/>
                    <a:pt x="6460" y="5112"/>
                  </a:cubicBezTo>
                  <a:cubicBezTo>
                    <a:pt x="6554" y="5112"/>
                    <a:pt x="6630" y="5037"/>
                    <a:pt x="6630" y="4944"/>
                  </a:cubicBezTo>
                  <a:lnTo>
                    <a:pt x="6630" y="4939"/>
                  </a:lnTo>
                  <a:cubicBezTo>
                    <a:pt x="6630" y="4844"/>
                    <a:pt x="6552" y="4767"/>
                    <a:pt x="6457" y="4767"/>
                  </a:cubicBezTo>
                  <a:close/>
                  <a:moveTo>
                    <a:pt x="6974" y="4767"/>
                  </a:moveTo>
                  <a:cubicBezTo>
                    <a:pt x="6878" y="4767"/>
                    <a:pt x="6801" y="4844"/>
                    <a:pt x="6801" y="4939"/>
                  </a:cubicBezTo>
                  <a:cubicBezTo>
                    <a:pt x="6801" y="5035"/>
                    <a:pt x="6878" y="5112"/>
                    <a:pt x="6974" y="5112"/>
                  </a:cubicBezTo>
                  <a:cubicBezTo>
                    <a:pt x="6974" y="5112"/>
                    <a:pt x="6975" y="5112"/>
                    <a:pt x="6976" y="5112"/>
                  </a:cubicBezTo>
                  <a:cubicBezTo>
                    <a:pt x="7069" y="5112"/>
                    <a:pt x="7145" y="5037"/>
                    <a:pt x="7146" y="4944"/>
                  </a:cubicBezTo>
                  <a:lnTo>
                    <a:pt x="7146" y="4939"/>
                  </a:lnTo>
                  <a:cubicBezTo>
                    <a:pt x="7146" y="4844"/>
                    <a:pt x="7069" y="4767"/>
                    <a:pt x="6974" y="4767"/>
                  </a:cubicBezTo>
                  <a:close/>
                  <a:moveTo>
                    <a:pt x="8004" y="4767"/>
                  </a:moveTo>
                  <a:cubicBezTo>
                    <a:pt x="7909" y="4767"/>
                    <a:pt x="7831" y="4844"/>
                    <a:pt x="7831" y="4939"/>
                  </a:cubicBezTo>
                  <a:cubicBezTo>
                    <a:pt x="7831" y="5035"/>
                    <a:pt x="7909" y="5112"/>
                    <a:pt x="8004" y="5112"/>
                  </a:cubicBezTo>
                  <a:cubicBezTo>
                    <a:pt x="8005" y="5112"/>
                    <a:pt x="8006" y="5112"/>
                    <a:pt x="8007" y="5112"/>
                  </a:cubicBezTo>
                  <a:cubicBezTo>
                    <a:pt x="8099" y="5112"/>
                    <a:pt x="8175" y="5037"/>
                    <a:pt x="8177" y="4944"/>
                  </a:cubicBezTo>
                  <a:lnTo>
                    <a:pt x="8177" y="4939"/>
                  </a:lnTo>
                  <a:cubicBezTo>
                    <a:pt x="8177" y="4844"/>
                    <a:pt x="8099" y="4767"/>
                    <a:pt x="8004" y="4767"/>
                  </a:cubicBezTo>
                  <a:close/>
                  <a:moveTo>
                    <a:pt x="148" y="4835"/>
                  </a:moveTo>
                  <a:cubicBezTo>
                    <a:pt x="66" y="4846"/>
                    <a:pt x="7" y="4920"/>
                    <a:pt x="17" y="5002"/>
                  </a:cubicBezTo>
                  <a:cubicBezTo>
                    <a:pt x="26" y="5069"/>
                    <a:pt x="80" y="5124"/>
                    <a:pt x="148" y="5131"/>
                  </a:cubicBezTo>
                  <a:lnTo>
                    <a:pt x="750" y="5131"/>
                  </a:lnTo>
                  <a:cubicBezTo>
                    <a:pt x="832" y="5131"/>
                    <a:pt x="899" y="5064"/>
                    <a:pt x="899" y="4983"/>
                  </a:cubicBezTo>
                  <a:cubicBezTo>
                    <a:pt x="899" y="4901"/>
                    <a:pt x="833" y="4835"/>
                    <a:pt x="751" y="4835"/>
                  </a:cubicBezTo>
                  <a:close/>
                  <a:moveTo>
                    <a:pt x="3308" y="4835"/>
                  </a:moveTo>
                  <a:cubicBezTo>
                    <a:pt x="3226" y="4844"/>
                    <a:pt x="3168" y="4918"/>
                    <a:pt x="3178" y="5000"/>
                  </a:cubicBezTo>
                  <a:cubicBezTo>
                    <a:pt x="3186" y="5069"/>
                    <a:pt x="3239" y="5122"/>
                    <a:pt x="3308" y="5131"/>
                  </a:cubicBezTo>
                  <a:lnTo>
                    <a:pt x="4886" y="5131"/>
                  </a:lnTo>
                  <a:cubicBezTo>
                    <a:pt x="4968" y="5130"/>
                    <a:pt x="5033" y="5063"/>
                    <a:pt x="5033" y="4981"/>
                  </a:cubicBezTo>
                  <a:lnTo>
                    <a:pt x="5036" y="4981"/>
                  </a:lnTo>
                  <a:cubicBezTo>
                    <a:pt x="5036" y="4901"/>
                    <a:pt x="4969" y="4835"/>
                    <a:pt x="4889"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93;p40">
              <a:extLst>
                <a:ext uri="{FF2B5EF4-FFF2-40B4-BE49-F238E27FC236}">
                  <a16:creationId xmlns:a16="http://schemas.microsoft.com/office/drawing/2014/main" id="{15B582A2-5EE1-3E4E-3806-6735DDB13C13}"/>
                </a:ext>
              </a:extLst>
            </p:cNvPr>
            <p:cNvSpPr/>
            <p:nvPr/>
          </p:nvSpPr>
          <p:spPr>
            <a:xfrm>
              <a:off x="4324225" y="4941225"/>
              <a:ext cx="204325" cy="128250"/>
            </a:xfrm>
            <a:custGeom>
              <a:avLst/>
              <a:gdLst/>
              <a:ahLst/>
              <a:cxnLst/>
              <a:rect l="l" t="t" r="r" b="b"/>
              <a:pathLst>
                <a:path w="8173" h="5130" extrusionOk="0">
                  <a:moveTo>
                    <a:pt x="762" y="26"/>
                  </a:moveTo>
                  <a:cubicBezTo>
                    <a:pt x="756" y="26"/>
                    <a:pt x="750" y="26"/>
                    <a:pt x="744" y="27"/>
                  </a:cubicBezTo>
                  <a:lnTo>
                    <a:pt x="142" y="27"/>
                  </a:lnTo>
                  <a:cubicBezTo>
                    <a:pt x="74" y="34"/>
                    <a:pt x="20" y="90"/>
                    <a:pt x="11" y="158"/>
                  </a:cubicBezTo>
                  <a:cubicBezTo>
                    <a:pt x="2" y="240"/>
                    <a:pt x="60" y="313"/>
                    <a:pt x="142" y="323"/>
                  </a:cubicBezTo>
                  <a:lnTo>
                    <a:pt x="744" y="323"/>
                  </a:lnTo>
                  <a:cubicBezTo>
                    <a:pt x="750" y="324"/>
                    <a:pt x="756" y="324"/>
                    <a:pt x="762" y="324"/>
                  </a:cubicBezTo>
                  <a:cubicBezTo>
                    <a:pt x="768" y="324"/>
                    <a:pt x="774" y="324"/>
                    <a:pt x="780" y="323"/>
                  </a:cubicBezTo>
                  <a:cubicBezTo>
                    <a:pt x="861" y="313"/>
                    <a:pt x="920" y="240"/>
                    <a:pt x="909" y="158"/>
                  </a:cubicBezTo>
                  <a:cubicBezTo>
                    <a:pt x="901" y="82"/>
                    <a:pt x="837" y="26"/>
                    <a:pt x="762" y="26"/>
                  </a:cubicBezTo>
                  <a:close/>
                  <a:moveTo>
                    <a:pt x="1396" y="26"/>
                  </a:moveTo>
                  <a:cubicBezTo>
                    <a:pt x="1322" y="26"/>
                    <a:pt x="1258" y="81"/>
                    <a:pt x="1249" y="157"/>
                  </a:cubicBezTo>
                  <a:cubicBezTo>
                    <a:pt x="1240" y="238"/>
                    <a:pt x="1298" y="313"/>
                    <a:pt x="1380" y="323"/>
                  </a:cubicBezTo>
                  <a:cubicBezTo>
                    <a:pt x="1386" y="324"/>
                    <a:pt x="1391" y="324"/>
                    <a:pt x="1397" y="324"/>
                  </a:cubicBezTo>
                  <a:cubicBezTo>
                    <a:pt x="1403" y="324"/>
                    <a:pt x="1409" y="324"/>
                    <a:pt x="1415" y="323"/>
                  </a:cubicBezTo>
                  <a:lnTo>
                    <a:pt x="2991" y="323"/>
                  </a:lnTo>
                  <a:cubicBezTo>
                    <a:pt x="3074" y="323"/>
                    <a:pt x="3139" y="256"/>
                    <a:pt x="3139" y="173"/>
                  </a:cubicBezTo>
                  <a:lnTo>
                    <a:pt x="3141" y="173"/>
                  </a:lnTo>
                  <a:cubicBezTo>
                    <a:pt x="3141" y="93"/>
                    <a:pt x="3074" y="27"/>
                    <a:pt x="2994" y="27"/>
                  </a:cubicBezTo>
                  <a:lnTo>
                    <a:pt x="1415" y="27"/>
                  </a:lnTo>
                  <a:cubicBezTo>
                    <a:pt x="1409" y="26"/>
                    <a:pt x="1403" y="26"/>
                    <a:pt x="1396" y="26"/>
                  </a:cubicBezTo>
                  <a:close/>
                  <a:moveTo>
                    <a:pt x="3662" y="0"/>
                  </a:moveTo>
                  <a:cubicBezTo>
                    <a:pt x="3567" y="0"/>
                    <a:pt x="3489" y="78"/>
                    <a:pt x="3489" y="173"/>
                  </a:cubicBezTo>
                  <a:cubicBezTo>
                    <a:pt x="3489" y="268"/>
                    <a:pt x="3567" y="346"/>
                    <a:pt x="3662" y="346"/>
                  </a:cubicBezTo>
                  <a:cubicBezTo>
                    <a:pt x="3759" y="346"/>
                    <a:pt x="3835" y="268"/>
                    <a:pt x="3835" y="173"/>
                  </a:cubicBezTo>
                  <a:cubicBezTo>
                    <a:pt x="3835" y="78"/>
                    <a:pt x="3757" y="0"/>
                    <a:pt x="3662" y="0"/>
                  </a:cubicBezTo>
                  <a:close/>
                  <a:moveTo>
                    <a:pt x="4177" y="0"/>
                  </a:moveTo>
                  <a:cubicBezTo>
                    <a:pt x="4082" y="0"/>
                    <a:pt x="4005" y="78"/>
                    <a:pt x="4005" y="173"/>
                  </a:cubicBezTo>
                  <a:cubicBezTo>
                    <a:pt x="4005" y="268"/>
                    <a:pt x="4082" y="346"/>
                    <a:pt x="4177" y="346"/>
                  </a:cubicBezTo>
                  <a:lnTo>
                    <a:pt x="4179" y="346"/>
                  </a:lnTo>
                  <a:cubicBezTo>
                    <a:pt x="4273" y="346"/>
                    <a:pt x="4350" y="270"/>
                    <a:pt x="4350" y="176"/>
                  </a:cubicBezTo>
                  <a:lnTo>
                    <a:pt x="4350" y="173"/>
                  </a:lnTo>
                  <a:cubicBezTo>
                    <a:pt x="4350" y="78"/>
                    <a:pt x="4273" y="0"/>
                    <a:pt x="4177" y="0"/>
                  </a:cubicBezTo>
                  <a:close/>
                  <a:moveTo>
                    <a:pt x="5206" y="0"/>
                  </a:moveTo>
                  <a:cubicBezTo>
                    <a:pt x="5111" y="0"/>
                    <a:pt x="5033" y="78"/>
                    <a:pt x="5033" y="173"/>
                  </a:cubicBezTo>
                  <a:cubicBezTo>
                    <a:pt x="5033" y="268"/>
                    <a:pt x="5111" y="346"/>
                    <a:pt x="5206" y="346"/>
                  </a:cubicBezTo>
                  <a:lnTo>
                    <a:pt x="5209" y="346"/>
                  </a:lnTo>
                  <a:cubicBezTo>
                    <a:pt x="5303" y="346"/>
                    <a:pt x="5379" y="270"/>
                    <a:pt x="5379" y="176"/>
                  </a:cubicBezTo>
                  <a:lnTo>
                    <a:pt x="5379" y="173"/>
                  </a:lnTo>
                  <a:cubicBezTo>
                    <a:pt x="5379" y="78"/>
                    <a:pt x="5301" y="0"/>
                    <a:pt x="5206" y="0"/>
                  </a:cubicBezTo>
                  <a:close/>
                  <a:moveTo>
                    <a:pt x="6236" y="0"/>
                  </a:moveTo>
                  <a:cubicBezTo>
                    <a:pt x="6141" y="0"/>
                    <a:pt x="6064" y="78"/>
                    <a:pt x="6064" y="173"/>
                  </a:cubicBezTo>
                  <a:cubicBezTo>
                    <a:pt x="6064" y="268"/>
                    <a:pt x="6141" y="346"/>
                    <a:pt x="6236" y="346"/>
                  </a:cubicBezTo>
                  <a:lnTo>
                    <a:pt x="6238" y="346"/>
                  </a:lnTo>
                  <a:cubicBezTo>
                    <a:pt x="6333" y="346"/>
                    <a:pt x="6409" y="270"/>
                    <a:pt x="6409" y="176"/>
                  </a:cubicBezTo>
                  <a:lnTo>
                    <a:pt x="6409" y="173"/>
                  </a:lnTo>
                  <a:cubicBezTo>
                    <a:pt x="6409" y="78"/>
                    <a:pt x="6332" y="0"/>
                    <a:pt x="6236" y="0"/>
                  </a:cubicBezTo>
                  <a:close/>
                  <a:moveTo>
                    <a:pt x="4692" y="0"/>
                  </a:moveTo>
                  <a:cubicBezTo>
                    <a:pt x="4597" y="0"/>
                    <a:pt x="4520" y="78"/>
                    <a:pt x="4520" y="173"/>
                  </a:cubicBezTo>
                  <a:cubicBezTo>
                    <a:pt x="4520" y="268"/>
                    <a:pt x="4597" y="346"/>
                    <a:pt x="4692" y="346"/>
                  </a:cubicBezTo>
                  <a:cubicBezTo>
                    <a:pt x="4693" y="346"/>
                    <a:pt x="4694" y="346"/>
                    <a:pt x="4695" y="346"/>
                  </a:cubicBezTo>
                  <a:cubicBezTo>
                    <a:pt x="4788" y="346"/>
                    <a:pt x="4864" y="270"/>
                    <a:pt x="4865" y="177"/>
                  </a:cubicBezTo>
                  <a:lnTo>
                    <a:pt x="4865" y="173"/>
                  </a:lnTo>
                  <a:cubicBezTo>
                    <a:pt x="4865" y="78"/>
                    <a:pt x="4788" y="0"/>
                    <a:pt x="4692" y="0"/>
                  </a:cubicBezTo>
                  <a:close/>
                  <a:moveTo>
                    <a:pt x="5723" y="0"/>
                  </a:moveTo>
                  <a:cubicBezTo>
                    <a:pt x="5628" y="0"/>
                    <a:pt x="5550" y="78"/>
                    <a:pt x="5550" y="173"/>
                  </a:cubicBezTo>
                  <a:cubicBezTo>
                    <a:pt x="5550" y="268"/>
                    <a:pt x="5628" y="346"/>
                    <a:pt x="5723" y="346"/>
                  </a:cubicBezTo>
                  <a:cubicBezTo>
                    <a:pt x="5724" y="346"/>
                    <a:pt x="5725" y="346"/>
                    <a:pt x="5726" y="346"/>
                  </a:cubicBezTo>
                  <a:cubicBezTo>
                    <a:pt x="5818" y="346"/>
                    <a:pt x="5894" y="270"/>
                    <a:pt x="5896" y="177"/>
                  </a:cubicBezTo>
                  <a:lnTo>
                    <a:pt x="5896" y="173"/>
                  </a:lnTo>
                  <a:cubicBezTo>
                    <a:pt x="5896" y="78"/>
                    <a:pt x="5818" y="0"/>
                    <a:pt x="5723" y="0"/>
                  </a:cubicBezTo>
                  <a:close/>
                  <a:moveTo>
                    <a:pt x="142" y="713"/>
                  </a:moveTo>
                  <a:cubicBezTo>
                    <a:pt x="60" y="724"/>
                    <a:pt x="1" y="798"/>
                    <a:pt x="11" y="880"/>
                  </a:cubicBezTo>
                  <a:cubicBezTo>
                    <a:pt x="20" y="949"/>
                    <a:pt x="74" y="1002"/>
                    <a:pt x="142" y="1010"/>
                  </a:cubicBezTo>
                  <a:lnTo>
                    <a:pt x="744" y="1010"/>
                  </a:lnTo>
                  <a:cubicBezTo>
                    <a:pt x="826" y="1010"/>
                    <a:pt x="893" y="943"/>
                    <a:pt x="893" y="861"/>
                  </a:cubicBezTo>
                  <a:cubicBezTo>
                    <a:pt x="893" y="779"/>
                    <a:pt x="827" y="713"/>
                    <a:pt x="745" y="713"/>
                  </a:cubicBezTo>
                  <a:close/>
                  <a:moveTo>
                    <a:pt x="1396" y="712"/>
                  </a:moveTo>
                  <a:cubicBezTo>
                    <a:pt x="1322" y="712"/>
                    <a:pt x="1258" y="767"/>
                    <a:pt x="1249" y="843"/>
                  </a:cubicBezTo>
                  <a:cubicBezTo>
                    <a:pt x="1240" y="925"/>
                    <a:pt x="1298" y="999"/>
                    <a:pt x="1380" y="1010"/>
                  </a:cubicBezTo>
                  <a:cubicBezTo>
                    <a:pt x="1386" y="1010"/>
                    <a:pt x="1391" y="1011"/>
                    <a:pt x="1397" y="1011"/>
                  </a:cubicBezTo>
                  <a:cubicBezTo>
                    <a:pt x="1403" y="1011"/>
                    <a:pt x="1409" y="1010"/>
                    <a:pt x="1415" y="1010"/>
                  </a:cubicBezTo>
                  <a:lnTo>
                    <a:pt x="2991" y="1010"/>
                  </a:lnTo>
                  <a:cubicBezTo>
                    <a:pt x="3074" y="1010"/>
                    <a:pt x="3139" y="943"/>
                    <a:pt x="3139" y="861"/>
                  </a:cubicBezTo>
                  <a:lnTo>
                    <a:pt x="3141" y="861"/>
                  </a:lnTo>
                  <a:cubicBezTo>
                    <a:pt x="3141" y="779"/>
                    <a:pt x="3074" y="713"/>
                    <a:pt x="2994" y="713"/>
                  </a:cubicBezTo>
                  <a:lnTo>
                    <a:pt x="1415" y="713"/>
                  </a:lnTo>
                  <a:cubicBezTo>
                    <a:pt x="1409" y="713"/>
                    <a:pt x="1403" y="712"/>
                    <a:pt x="1396" y="712"/>
                  </a:cubicBezTo>
                  <a:close/>
                  <a:moveTo>
                    <a:pt x="142" y="1400"/>
                  </a:moveTo>
                  <a:cubicBezTo>
                    <a:pt x="60" y="1410"/>
                    <a:pt x="1" y="1485"/>
                    <a:pt x="11" y="1567"/>
                  </a:cubicBezTo>
                  <a:cubicBezTo>
                    <a:pt x="20" y="1635"/>
                    <a:pt x="74" y="1689"/>
                    <a:pt x="142" y="1696"/>
                  </a:cubicBezTo>
                  <a:lnTo>
                    <a:pt x="744" y="1696"/>
                  </a:lnTo>
                  <a:cubicBezTo>
                    <a:pt x="824" y="1696"/>
                    <a:pt x="891" y="1631"/>
                    <a:pt x="893" y="1550"/>
                  </a:cubicBezTo>
                  <a:lnTo>
                    <a:pt x="893" y="1547"/>
                  </a:lnTo>
                  <a:cubicBezTo>
                    <a:pt x="893" y="1465"/>
                    <a:pt x="827" y="1400"/>
                    <a:pt x="745" y="1400"/>
                  </a:cubicBezTo>
                  <a:close/>
                  <a:moveTo>
                    <a:pt x="1396" y="1399"/>
                  </a:moveTo>
                  <a:cubicBezTo>
                    <a:pt x="1322" y="1399"/>
                    <a:pt x="1258" y="1454"/>
                    <a:pt x="1249" y="1529"/>
                  </a:cubicBezTo>
                  <a:cubicBezTo>
                    <a:pt x="1240" y="1611"/>
                    <a:pt x="1298" y="1686"/>
                    <a:pt x="1380" y="1696"/>
                  </a:cubicBezTo>
                  <a:cubicBezTo>
                    <a:pt x="1386" y="1697"/>
                    <a:pt x="1391" y="1697"/>
                    <a:pt x="1397" y="1697"/>
                  </a:cubicBezTo>
                  <a:cubicBezTo>
                    <a:pt x="1403" y="1697"/>
                    <a:pt x="1409" y="1697"/>
                    <a:pt x="1415" y="1696"/>
                  </a:cubicBezTo>
                  <a:lnTo>
                    <a:pt x="2991" y="1696"/>
                  </a:lnTo>
                  <a:cubicBezTo>
                    <a:pt x="3072" y="1696"/>
                    <a:pt x="3139" y="1631"/>
                    <a:pt x="3139" y="1549"/>
                  </a:cubicBezTo>
                  <a:lnTo>
                    <a:pt x="3139" y="1547"/>
                  </a:lnTo>
                  <a:lnTo>
                    <a:pt x="3141" y="1547"/>
                  </a:lnTo>
                  <a:cubicBezTo>
                    <a:pt x="3141" y="1465"/>
                    <a:pt x="3074" y="1400"/>
                    <a:pt x="2994" y="1400"/>
                  </a:cubicBezTo>
                  <a:lnTo>
                    <a:pt x="1415" y="1400"/>
                  </a:lnTo>
                  <a:cubicBezTo>
                    <a:pt x="1409" y="1399"/>
                    <a:pt x="1403" y="1399"/>
                    <a:pt x="1396" y="1399"/>
                  </a:cubicBezTo>
                  <a:close/>
                  <a:moveTo>
                    <a:pt x="3662" y="1376"/>
                  </a:moveTo>
                  <a:cubicBezTo>
                    <a:pt x="3567" y="1376"/>
                    <a:pt x="3489" y="1453"/>
                    <a:pt x="3489" y="1549"/>
                  </a:cubicBezTo>
                  <a:cubicBezTo>
                    <a:pt x="3489" y="1644"/>
                    <a:pt x="3567" y="1721"/>
                    <a:pt x="3662" y="1721"/>
                  </a:cubicBezTo>
                  <a:cubicBezTo>
                    <a:pt x="3757" y="1721"/>
                    <a:pt x="3835" y="1644"/>
                    <a:pt x="3835" y="1549"/>
                  </a:cubicBezTo>
                  <a:cubicBezTo>
                    <a:pt x="3835" y="1453"/>
                    <a:pt x="3757" y="1376"/>
                    <a:pt x="3662" y="1376"/>
                  </a:cubicBezTo>
                  <a:close/>
                  <a:moveTo>
                    <a:pt x="4176" y="1376"/>
                  </a:moveTo>
                  <a:cubicBezTo>
                    <a:pt x="4081" y="1376"/>
                    <a:pt x="4003" y="1453"/>
                    <a:pt x="4003" y="1549"/>
                  </a:cubicBezTo>
                  <a:cubicBezTo>
                    <a:pt x="4003" y="1644"/>
                    <a:pt x="4081" y="1721"/>
                    <a:pt x="4176" y="1721"/>
                  </a:cubicBezTo>
                  <a:lnTo>
                    <a:pt x="4179" y="1721"/>
                  </a:lnTo>
                  <a:cubicBezTo>
                    <a:pt x="4273" y="1721"/>
                    <a:pt x="4349" y="1645"/>
                    <a:pt x="4349" y="1550"/>
                  </a:cubicBezTo>
                  <a:lnTo>
                    <a:pt x="4349" y="1549"/>
                  </a:lnTo>
                  <a:cubicBezTo>
                    <a:pt x="4349" y="1453"/>
                    <a:pt x="4271" y="1376"/>
                    <a:pt x="4176" y="1376"/>
                  </a:cubicBezTo>
                  <a:close/>
                  <a:moveTo>
                    <a:pt x="5206" y="1376"/>
                  </a:moveTo>
                  <a:cubicBezTo>
                    <a:pt x="5111" y="1376"/>
                    <a:pt x="5033" y="1453"/>
                    <a:pt x="5033" y="1549"/>
                  </a:cubicBezTo>
                  <a:cubicBezTo>
                    <a:pt x="5033" y="1644"/>
                    <a:pt x="5111" y="1721"/>
                    <a:pt x="5206" y="1721"/>
                  </a:cubicBezTo>
                  <a:lnTo>
                    <a:pt x="5208" y="1721"/>
                  </a:lnTo>
                  <a:cubicBezTo>
                    <a:pt x="5303" y="1721"/>
                    <a:pt x="5379" y="1645"/>
                    <a:pt x="5379" y="1550"/>
                  </a:cubicBezTo>
                  <a:lnTo>
                    <a:pt x="5379" y="1549"/>
                  </a:lnTo>
                  <a:cubicBezTo>
                    <a:pt x="5379" y="1453"/>
                    <a:pt x="5301" y="1376"/>
                    <a:pt x="5206" y="1376"/>
                  </a:cubicBezTo>
                  <a:close/>
                  <a:moveTo>
                    <a:pt x="6236" y="1376"/>
                  </a:moveTo>
                  <a:cubicBezTo>
                    <a:pt x="6141" y="1376"/>
                    <a:pt x="6064" y="1453"/>
                    <a:pt x="6064" y="1549"/>
                  </a:cubicBezTo>
                  <a:cubicBezTo>
                    <a:pt x="6064" y="1644"/>
                    <a:pt x="6141" y="1721"/>
                    <a:pt x="6236" y="1721"/>
                  </a:cubicBezTo>
                  <a:lnTo>
                    <a:pt x="6238" y="1721"/>
                  </a:lnTo>
                  <a:cubicBezTo>
                    <a:pt x="6332" y="1721"/>
                    <a:pt x="6409" y="1645"/>
                    <a:pt x="6409" y="1550"/>
                  </a:cubicBezTo>
                  <a:lnTo>
                    <a:pt x="6409" y="1549"/>
                  </a:lnTo>
                  <a:cubicBezTo>
                    <a:pt x="6409" y="1453"/>
                    <a:pt x="6332" y="1376"/>
                    <a:pt x="6236" y="1376"/>
                  </a:cubicBezTo>
                  <a:close/>
                  <a:moveTo>
                    <a:pt x="4692" y="1376"/>
                  </a:moveTo>
                  <a:cubicBezTo>
                    <a:pt x="4597" y="1376"/>
                    <a:pt x="4520" y="1453"/>
                    <a:pt x="4520" y="1549"/>
                  </a:cubicBezTo>
                  <a:cubicBezTo>
                    <a:pt x="4520" y="1644"/>
                    <a:pt x="4597" y="1721"/>
                    <a:pt x="4692" y="1721"/>
                  </a:cubicBezTo>
                  <a:cubicBezTo>
                    <a:pt x="4693" y="1721"/>
                    <a:pt x="4694" y="1721"/>
                    <a:pt x="4695" y="1721"/>
                  </a:cubicBezTo>
                  <a:cubicBezTo>
                    <a:pt x="4788" y="1721"/>
                    <a:pt x="4864" y="1646"/>
                    <a:pt x="4865" y="1553"/>
                  </a:cubicBezTo>
                  <a:lnTo>
                    <a:pt x="4865" y="1549"/>
                  </a:lnTo>
                  <a:cubicBezTo>
                    <a:pt x="4865" y="1453"/>
                    <a:pt x="4788" y="1376"/>
                    <a:pt x="4692" y="1376"/>
                  </a:cubicBezTo>
                  <a:close/>
                  <a:moveTo>
                    <a:pt x="5723" y="1376"/>
                  </a:moveTo>
                  <a:cubicBezTo>
                    <a:pt x="5628" y="1376"/>
                    <a:pt x="5550" y="1453"/>
                    <a:pt x="5550" y="1549"/>
                  </a:cubicBezTo>
                  <a:cubicBezTo>
                    <a:pt x="5550" y="1644"/>
                    <a:pt x="5628" y="1721"/>
                    <a:pt x="5723" y="1721"/>
                  </a:cubicBezTo>
                  <a:cubicBezTo>
                    <a:pt x="5724" y="1721"/>
                    <a:pt x="5725" y="1721"/>
                    <a:pt x="5726" y="1721"/>
                  </a:cubicBezTo>
                  <a:cubicBezTo>
                    <a:pt x="5818" y="1721"/>
                    <a:pt x="5894" y="1646"/>
                    <a:pt x="5896" y="1553"/>
                  </a:cubicBezTo>
                  <a:lnTo>
                    <a:pt x="5896" y="1549"/>
                  </a:lnTo>
                  <a:cubicBezTo>
                    <a:pt x="5896" y="1453"/>
                    <a:pt x="5818" y="1376"/>
                    <a:pt x="5723" y="1376"/>
                  </a:cubicBezTo>
                  <a:close/>
                  <a:moveTo>
                    <a:pt x="1397" y="2085"/>
                  </a:moveTo>
                  <a:cubicBezTo>
                    <a:pt x="1322" y="2085"/>
                    <a:pt x="1258" y="2142"/>
                    <a:pt x="1249" y="2217"/>
                  </a:cubicBezTo>
                  <a:cubicBezTo>
                    <a:pt x="1240" y="2299"/>
                    <a:pt x="1298" y="2374"/>
                    <a:pt x="1380" y="2383"/>
                  </a:cubicBezTo>
                  <a:cubicBezTo>
                    <a:pt x="1386" y="2383"/>
                    <a:pt x="1391" y="2384"/>
                    <a:pt x="1397" y="2384"/>
                  </a:cubicBezTo>
                  <a:cubicBezTo>
                    <a:pt x="1403" y="2384"/>
                    <a:pt x="1409" y="2383"/>
                    <a:pt x="1415" y="2383"/>
                  </a:cubicBezTo>
                  <a:lnTo>
                    <a:pt x="2991" y="2383"/>
                  </a:lnTo>
                  <a:cubicBezTo>
                    <a:pt x="2992" y="2383"/>
                    <a:pt x="2992" y="2383"/>
                    <a:pt x="2993" y="2383"/>
                  </a:cubicBezTo>
                  <a:cubicBezTo>
                    <a:pt x="3074" y="2383"/>
                    <a:pt x="3140" y="2318"/>
                    <a:pt x="3141" y="2238"/>
                  </a:cubicBezTo>
                  <a:lnTo>
                    <a:pt x="3141" y="2235"/>
                  </a:lnTo>
                  <a:cubicBezTo>
                    <a:pt x="3141" y="2153"/>
                    <a:pt x="3074" y="2086"/>
                    <a:pt x="2991" y="2086"/>
                  </a:cubicBezTo>
                  <a:lnTo>
                    <a:pt x="1415" y="2086"/>
                  </a:lnTo>
                  <a:cubicBezTo>
                    <a:pt x="1409" y="2085"/>
                    <a:pt x="1403" y="2085"/>
                    <a:pt x="1397" y="2085"/>
                  </a:cubicBezTo>
                  <a:close/>
                  <a:moveTo>
                    <a:pt x="142" y="2086"/>
                  </a:moveTo>
                  <a:cubicBezTo>
                    <a:pt x="60" y="2097"/>
                    <a:pt x="2" y="2171"/>
                    <a:pt x="11" y="2253"/>
                  </a:cubicBezTo>
                  <a:cubicBezTo>
                    <a:pt x="20" y="2321"/>
                    <a:pt x="74" y="2375"/>
                    <a:pt x="142" y="2384"/>
                  </a:cubicBezTo>
                  <a:lnTo>
                    <a:pt x="744" y="2384"/>
                  </a:lnTo>
                  <a:cubicBezTo>
                    <a:pt x="824" y="2384"/>
                    <a:pt x="891" y="2320"/>
                    <a:pt x="893" y="2238"/>
                  </a:cubicBezTo>
                  <a:lnTo>
                    <a:pt x="893" y="2237"/>
                  </a:lnTo>
                  <a:cubicBezTo>
                    <a:pt x="893" y="2153"/>
                    <a:pt x="826" y="2086"/>
                    <a:pt x="744" y="2086"/>
                  </a:cubicBezTo>
                  <a:close/>
                  <a:moveTo>
                    <a:pt x="1399" y="2772"/>
                  </a:moveTo>
                  <a:cubicBezTo>
                    <a:pt x="1324" y="2772"/>
                    <a:pt x="1258" y="2827"/>
                    <a:pt x="1249" y="2904"/>
                  </a:cubicBezTo>
                  <a:cubicBezTo>
                    <a:pt x="1240" y="2986"/>
                    <a:pt x="1298" y="3060"/>
                    <a:pt x="1380" y="3069"/>
                  </a:cubicBezTo>
                  <a:cubicBezTo>
                    <a:pt x="1386" y="3070"/>
                    <a:pt x="1391" y="3070"/>
                    <a:pt x="1397" y="3070"/>
                  </a:cubicBezTo>
                  <a:cubicBezTo>
                    <a:pt x="1403" y="3070"/>
                    <a:pt x="1409" y="3070"/>
                    <a:pt x="1415" y="3069"/>
                  </a:cubicBezTo>
                  <a:lnTo>
                    <a:pt x="2991" y="3069"/>
                  </a:lnTo>
                  <a:cubicBezTo>
                    <a:pt x="2992" y="3069"/>
                    <a:pt x="2992" y="3069"/>
                    <a:pt x="2993" y="3069"/>
                  </a:cubicBezTo>
                  <a:cubicBezTo>
                    <a:pt x="3074" y="3069"/>
                    <a:pt x="3140" y="3005"/>
                    <a:pt x="3141" y="2924"/>
                  </a:cubicBezTo>
                  <a:lnTo>
                    <a:pt x="3141" y="2923"/>
                  </a:lnTo>
                  <a:cubicBezTo>
                    <a:pt x="3141" y="2840"/>
                    <a:pt x="3074" y="2773"/>
                    <a:pt x="2991" y="2773"/>
                  </a:cubicBezTo>
                  <a:lnTo>
                    <a:pt x="1415" y="2773"/>
                  </a:lnTo>
                  <a:cubicBezTo>
                    <a:pt x="1410" y="2772"/>
                    <a:pt x="1404" y="2772"/>
                    <a:pt x="1399" y="2772"/>
                  </a:cubicBezTo>
                  <a:close/>
                  <a:moveTo>
                    <a:pt x="142" y="2774"/>
                  </a:moveTo>
                  <a:cubicBezTo>
                    <a:pt x="60" y="2783"/>
                    <a:pt x="2" y="2857"/>
                    <a:pt x="11" y="2939"/>
                  </a:cubicBezTo>
                  <a:cubicBezTo>
                    <a:pt x="20" y="3008"/>
                    <a:pt x="74" y="3061"/>
                    <a:pt x="142" y="3070"/>
                  </a:cubicBezTo>
                  <a:lnTo>
                    <a:pt x="744" y="3070"/>
                  </a:lnTo>
                  <a:cubicBezTo>
                    <a:pt x="824" y="3070"/>
                    <a:pt x="891" y="3006"/>
                    <a:pt x="893" y="2924"/>
                  </a:cubicBezTo>
                  <a:lnTo>
                    <a:pt x="893" y="2923"/>
                  </a:lnTo>
                  <a:cubicBezTo>
                    <a:pt x="893" y="2840"/>
                    <a:pt x="826" y="2774"/>
                    <a:pt x="744" y="2774"/>
                  </a:cubicBezTo>
                  <a:close/>
                  <a:moveTo>
                    <a:pt x="5936" y="3350"/>
                  </a:moveTo>
                  <a:cubicBezTo>
                    <a:pt x="5840" y="3350"/>
                    <a:pt x="5763" y="3428"/>
                    <a:pt x="5763" y="3523"/>
                  </a:cubicBezTo>
                  <a:cubicBezTo>
                    <a:pt x="5763" y="3618"/>
                    <a:pt x="5840" y="3696"/>
                    <a:pt x="5936" y="3696"/>
                  </a:cubicBezTo>
                  <a:lnTo>
                    <a:pt x="5937" y="3696"/>
                  </a:lnTo>
                  <a:cubicBezTo>
                    <a:pt x="6031" y="3696"/>
                    <a:pt x="6108" y="3620"/>
                    <a:pt x="6108" y="3526"/>
                  </a:cubicBezTo>
                  <a:lnTo>
                    <a:pt x="6108" y="3523"/>
                  </a:lnTo>
                  <a:cubicBezTo>
                    <a:pt x="6108" y="3428"/>
                    <a:pt x="6031" y="3350"/>
                    <a:pt x="5936" y="3350"/>
                  </a:cubicBezTo>
                  <a:close/>
                  <a:moveTo>
                    <a:pt x="7481" y="3350"/>
                  </a:moveTo>
                  <a:cubicBezTo>
                    <a:pt x="7386" y="3350"/>
                    <a:pt x="7309" y="3428"/>
                    <a:pt x="7309" y="3523"/>
                  </a:cubicBezTo>
                  <a:cubicBezTo>
                    <a:pt x="7309" y="3618"/>
                    <a:pt x="7386" y="3696"/>
                    <a:pt x="7481" y="3696"/>
                  </a:cubicBezTo>
                  <a:lnTo>
                    <a:pt x="7484" y="3696"/>
                  </a:lnTo>
                  <a:cubicBezTo>
                    <a:pt x="7578" y="3696"/>
                    <a:pt x="7654" y="3620"/>
                    <a:pt x="7654" y="3526"/>
                  </a:cubicBezTo>
                  <a:lnTo>
                    <a:pt x="7654" y="3523"/>
                  </a:lnTo>
                  <a:cubicBezTo>
                    <a:pt x="7654" y="3428"/>
                    <a:pt x="7577" y="3350"/>
                    <a:pt x="7481" y="3350"/>
                  </a:cubicBezTo>
                  <a:close/>
                  <a:moveTo>
                    <a:pt x="5422" y="3350"/>
                  </a:moveTo>
                  <a:cubicBezTo>
                    <a:pt x="5327" y="3350"/>
                    <a:pt x="5249" y="3428"/>
                    <a:pt x="5249" y="3523"/>
                  </a:cubicBezTo>
                  <a:cubicBezTo>
                    <a:pt x="5249" y="3618"/>
                    <a:pt x="5327" y="3696"/>
                    <a:pt x="5422" y="3696"/>
                  </a:cubicBezTo>
                  <a:cubicBezTo>
                    <a:pt x="5423" y="3696"/>
                    <a:pt x="5424" y="3696"/>
                    <a:pt x="5425" y="3696"/>
                  </a:cubicBezTo>
                  <a:cubicBezTo>
                    <a:pt x="5517" y="3696"/>
                    <a:pt x="5593" y="3620"/>
                    <a:pt x="5595" y="3527"/>
                  </a:cubicBezTo>
                  <a:lnTo>
                    <a:pt x="5595" y="3523"/>
                  </a:lnTo>
                  <a:cubicBezTo>
                    <a:pt x="5595" y="3428"/>
                    <a:pt x="5517" y="3350"/>
                    <a:pt x="5422" y="3350"/>
                  </a:cubicBezTo>
                  <a:close/>
                  <a:moveTo>
                    <a:pt x="6451" y="3350"/>
                  </a:moveTo>
                  <a:cubicBezTo>
                    <a:pt x="6356" y="3350"/>
                    <a:pt x="6278" y="3428"/>
                    <a:pt x="6278" y="3523"/>
                  </a:cubicBezTo>
                  <a:cubicBezTo>
                    <a:pt x="6278" y="3618"/>
                    <a:pt x="6356" y="3696"/>
                    <a:pt x="6451" y="3696"/>
                  </a:cubicBezTo>
                  <a:cubicBezTo>
                    <a:pt x="6452" y="3696"/>
                    <a:pt x="6453" y="3696"/>
                    <a:pt x="6454" y="3696"/>
                  </a:cubicBezTo>
                  <a:cubicBezTo>
                    <a:pt x="6548" y="3696"/>
                    <a:pt x="6624" y="3620"/>
                    <a:pt x="6624" y="3527"/>
                  </a:cubicBezTo>
                  <a:lnTo>
                    <a:pt x="6624" y="3523"/>
                  </a:lnTo>
                  <a:cubicBezTo>
                    <a:pt x="6624" y="3428"/>
                    <a:pt x="6546" y="3350"/>
                    <a:pt x="6451" y="3350"/>
                  </a:cubicBezTo>
                  <a:close/>
                  <a:moveTo>
                    <a:pt x="6968" y="3350"/>
                  </a:moveTo>
                  <a:cubicBezTo>
                    <a:pt x="6872" y="3350"/>
                    <a:pt x="6795" y="3428"/>
                    <a:pt x="6795" y="3523"/>
                  </a:cubicBezTo>
                  <a:cubicBezTo>
                    <a:pt x="6795" y="3618"/>
                    <a:pt x="6872" y="3696"/>
                    <a:pt x="6968" y="3696"/>
                  </a:cubicBezTo>
                  <a:cubicBezTo>
                    <a:pt x="6968" y="3696"/>
                    <a:pt x="6969" y="3696"/>
                    <a:pt x="6970" y="3696"/>
                  </a:cubicBezTo>
                  <a:cubicBezTo>
                    <a:pt x="7063" y="3696"/>
                    <a:pt x="7139" y="3620"/>
                    <a:pt x="7140" y="3527"/>
                  </a:cubicBezTo>
                  <a:lnTo>
                    <a:pt x="7140" y="3523"/>
                  </a:lnTo>
                  <a:cubicBezTo>
                    <a:pt x="7140" y="3428"/>
                    <a:pt x="7063" y="3350"/>
                    <a:pt x="6968" y="3350"/>
                  </a:cubicBezTo>
                  <a:close/>
                  <a:moveTo>
                    <a:pt x="7998" y="3350"/>
                  </a:moveTo>
                  <a:cubicBezTo>
                    <a:pt x="7903" y="3350"/>
                    <a:pt x="7825" y="3428"/>
                    <a:pt x="7825" y="3523"/>
                  </a:cubicBezTo>
                  <a:cubicBezTo>
                    <a:pt x="7825" y="3618"/>
                    <a:pt x="7903" y="3696"/>
                    <a:pt x="7998" y="3696"/>
                  </a:cubicBezTo>
                  <a:cubicBezTo>
                    <a:pt x="7999" y="3696"/>
                    <a:pt x="8000" y="3696"/>
                    <a:pt x="8001" y="3696"/>
                  </a:cubicBezTo>
                  <a:cubicBezTo>
                    <a:pt x="8093" y="3696"/>
                    <a:pt x="8169" y="3620"/>
                    <a:pt x="8171" y="3527"/>
                  </a:cubicBezTo>
                  <a:lnTo>
                    <a:pt x="8171" y="3523"/>
                  </a:lnTo>
                  <a:cubicBezTo>
                    <a:pt x="8171" y="3428"/>
                    <a:pt x="8093" y="3350"/>
                    <a:pt x="7998" y="3350"/>
                  </a:cubicBezTo>
                  <a:close/>
                  <a:moveTo>
                    <a:pt x="3302" y="3460"/>
                  </a:moveTo>
                  <a:cubicBezTo>
                    <a:pt x="3220" y="3469"/>
                    <a:pt x="3162" y="3544"/>
                    <a:pt x="3172" y="3626"/>
                  </a:cubicBezTo>
                  <a:cubicBezTo>
                    <a:pt x="3180" y="3694"/>
                    <a:pt x="3235" y="3748"/>
                    <a:pt x="3302" y="3757"/>
                  </a:cubicBezTo>
                  <a:lnTo>
                    <a:pt x="4880" y="3757"/>
                  </a:lnTo>
                  <a:cubicBezTo>
                    <a:pt x="4962" y="3757"/>
                    <a:pt x="5027" y="3690"/>
                    <a:pt x="5027" y="3609"/>
                  </a:cubicBezTo>
                  <a:lnTo>
                    <a:pt x="5030" y="3609"/>
                  </a:lnTo>
                  <a:cubicBezTo>
                    <a:pt x="5030" y="3526"/>
                    <a:pt x="4963" y="3460"/>
                    <a:pt x="4880" y="3460"/>
                  </a:cubicBezTo>
                  <a:close/>
                  <a:moveTo>
                    <a:pt x="142" y="3460"/>
                  </a:moveTo>
                  <a:cubicBezTo>
                    <a:pt x="60" y="3469"/>
                    <a:pt x="2" y="3544"/>
                    <a:pt x="11" y="3626"/>
                  </a:cubicBezTo>
                  <a:cubicBezTo>
                    <a:pt x="20" y="3694"/>
                    <a:pt x="74" y="3748"/>
                    <a:pt x="142" y="3757"/>
                  </a:cubicBezTo>
                  <a:lnTo>
                    <a:pt x="744" y="3757"/>
                  </a:lnTo>
                  <a:cubicBezTo>
                    <a:pt x="745" y="3757"/>
                    <a:pt x="746" y="3757"/>
                    <a:pt x="746" y="3757"/>
                  </a:cubicBezTo>
                  <a:cubicBezTo>
                    <a:pt x="826" y="3757"/>
                    <a:pt x="891" y="3692"/>
                    <a:pt x="893" y="3611"/>
                  </a:cubicBezTo>
                  <a:lnTo>
                    <a:pt x="893" y="3609"/>
                  </a:lnTo>
                  <a:cubicBezTo>
                    <a:pt x="893" y="3527"/>
                    <a:pt x="826" y="3460"/>
                    <a:pt x="744" y="3460"/>
                  </a:cubicBezTo>
                  <a:close/>
                  <a:moveTo>
                    <a:pt x="3302" y="4147"/>
                  </a:moveTo>
                  <a:cubicBezTo>
                    <a:pt x="3220" y="4156"/>
                    <a:pt x="3162" y="4230"/>
                    <a:pt x="3172" y="4312"/>
                  </a:cubicBezTo>
                  <a:cubicBezTo>
                    <a:pt x="3180" y="4381"/>
                    <a:pt x="3235" y="4434"/>
                    <a:pt x="3302" y="4443"/>
                  </a:cubicBezTo>
                  <a:lnTo>
                    <a:pt x="4880" y="4443"/>
                  </a:lnTo>
                  <a:cubicBezTo>
                    <a:pt x="4962" y="4443"/>
                    <a:pt x="5027" y="4378"/>
                    <a:pt x="5027" y="4296"/>
                  </a:cubicBezTo>
                  <a:lnTo>
                    <a:pt x="5030" y="4296"/>
                  </a:lnTo>
                  <a:cubicBezTo>
                    <a:pt x="5030" y="4214"/>
                    <a:pt x="4963" y="4147"/>
                    <a:pt x="4880" y="4147"/>
                  </a:cubicBezTo>
                  <a:close/>
                  <a:moveTo>
                    <a:pt x="142" y="4147"/>
                  </a:moveTo>
                  <a:cubicBezTo>
                    <a:pt x="60" y="4156"/>
                    <a:pt x="2" y="4230"/>
                    <a:pt x="11" y="4312"/>
                  </a:cubicBezTo>
                  <a:cubicBezTo>
                    <a:pt x="20" y="4381"/>
                    <a:pt x="74" y="4434"/>
                    <a:pt x="142" y="4443"/>
                  </a:cubicBezTo>
                  <a:lnTo>
                    <a:pt x="744" y="4443"/>
                  </a:lnTo>
                  <a:cubicBezTo>
                    <a:pt x="745" y="4443"/>
                    <a:pt x="746" y="4443"/>
                    <a:pt x="746" y="4443"/>
                  </a:cubicBezTo>
                  <a:cubicBezTo>
                    <a:pt x="826" y="4443"/>
                    <a:pt x="891" y="4378"/>
                    <a:pt x="893" y="4299"/>
                  </a:cubicBezTo>
                  <a:lnTo>
                    <a:pt x="893" y="4296"/>
                  </a:lnTo>
                  <a:cubicBezTo>
                    <a:pt x="893" y="4214"/>
                    <a:pt x="826" y="4147"/>
                    <a:pt x="744" y="4147"/>
                  </a:cubicBezTo>
                  <a:close/>
                  <a:moveTo>
                    <a:pt x="5424" y="4766"/>
                  </a:moveTo>
                  <a:cubicBezTo>
                    <a:pt x="5328" y="4766"/>
                    <a:pt x="5249" y="4842"/>
                    <a:pt x="5249" y="4938"/>
                  </a:cubicBezTo>
                  <a:cubicBezTo>
                    <a:pt x="5248" y="5033"/>
                    <a:pt x="5324" y="5112"/>
                    <a:pt x="5419" y="5112"/>
                  </a:cubicBezTo>
                  <a:lnTo>
                    <a:pt x="5422" y="5112"/>
                  </a:lnTo>
                  <a:cubicBezTo>
                    <a:pt x="5517" y="5112"/>
                    <a:pt x="5594" y="5035"/>
                    <a:pt x="5595" y="4940"/>
                  </a:cubicBezTo>
                  <a:lnTo>
                    <a:pt x="5595" y="4940"/>
                  </a:lnTo>
                  <a:cubicBezTo>
                    <a:pt x="5595" y="4941"/>
                    <a:pt x="5595" y="4941"/>
                    <a:pt x="5595" y="4942"/>
                  </a:cubicBezTo>
                  <a:lnTo>
                    <a:pt x="5595" y="4939"/>
                  </a:lnTo>
                  <a:cubicBezTo>
                    <a:pt x="5595" y="4940"/>
                    <a:pt x="5595" y="4940"/>
                    <a:pt x="5595" y="4940"/>
                  </a:cubicBezTo>
                  <a:lnTo>
                    <a:pt x="5595" y="4940"/>
                  </a:lnTo>
                  <a:cubicBezTo>
                    <a:pt x="5594" y="4846"/>
                    <a:pt x="5518" y="4768"/>
                    <a:pt x="5424" y="4766"/>
                  </a:cubicBezTo>
                  <a:close/>
                  <a:moveTo>
                    <a:pt x="5937" y="4766"/>
                  </a:moveTo>
                  <a:cubicBezTo>
                    <a:pt x="5842" y="4766"/>
                    <a:pt x="5764" y="4842"/>
                    <a:pt x="5763" y="4938"/>
                  </a:cubicBezTo>
                  <a:cubicBezTo>
                    <a:pt x="5762" y="5033"/>
                    <a:pt x="5837" y="5112"/>
                    <a:pt x="5933" y="5112"/>
                  </a:cubicBezTo>
                  <a:lnTo>
                    <a:pt x="5937" y="5112"/>
                  </a:lnTo>
                  <a:cubicBezTo>
                    <a:pt x="6032" y="5112"/>
                    <a:pt x="6108" y="5036"/>
                    <a:pt x="6108" y="4942"/>
                  </a:cubicBezTo>
                  <a:cubicBezTo>
                    <a:pt x="6110" y="4847"/>
                    <a:pt x="6032" y="4768"/>
                    <a:pt x="5937" y="4766"/>
                  </a:cubicBezTo>
                  <a:close/>
                  <a:moveTo>
                    <a:pt x="6454" y="4766"/>
                  </a:moveTo>
                  <a:cubicBezTo>
                    <a:pt x="6359" y="4766"/>
                    <a:pt x="6280" y="4842"/>
                    <a:pt x="6278" y="4938"/>
                  </a:cubicBezTo>
                  <a:cubicBezTo>
                    <a:pt x="6278" y="5033"/>
                    <a:pt x="6354" y="5112"/>
                    <a:pt x="6449" y="5112"/>
                  </a:cubicBezTo>
                  <a:lnTo>
                    <a:pt x="6451" y="5112"/>
                  </a:lnTo>
                  <a:cubicBezTo>
                    <a:pt x="6548" y="5112"/>
                    <a:pt x="6624" y="5034"/>
                    <a:pt x="6624" y="4939"/>
                  </a:cubicBezTo>
                  <a:lnTo>
                    <a:pt x="6624" y="4942"/>
                  </a:lnTo>
                  <a:cubicBezTo>
                    <a:pt x="6625" y="4847"/>
                    <a:pt x="6549" y="4768"/>
                    <a:pt x="6454" y="4766"/>
                  </a:cubicBezTo>
                  <a:close/>
                  <a:moveTo>
                    <a:pt x="6969" y="4766"/>
                  </a:moveTo>
                  <a:cubicBezTo>
                    <a:pt x="6874" y="4766"/>
                    <a:pt x="6796" y="4842"/>
                    <a:pt x="6795" y="4938"/>
                  </a:cubicBezTo>
                  <a:cubicBezTo>
                    <a:pt x="6793" y="5033"/>
                    <a:pt x="6871" y="5112"/>
                    <a:pt x="6966" y="5112"/>
                  </a:cubicBezTo>
                  <a:lnTo>
                    <a:pt x="6968" y="5112"/>
                  </a:lnTo>
                  <a:cubicBezTo>
                    <a:pt x="7063" y="5112"/>
                    <a:pt x="7140" y="5034"/>
                    <a:pt x="7140" y="4939"/>
                  </a:cubicBezTo>
                  <a:lnTo>
                    <a:pt x="7140" y="4942"/>
                  </a:lnTo>
                  <a:cubicBezTo>
                    <a:pt x="7142" y="4847"/>
                    <a:pt x="7066" y="4768"/>
                    <a:pt x="6969" y="4766"/>
                  </a:cubicBezTo>
                  <a:close/>
                  <a:moveTo>
                    <a:pt x="7484" y="4766"/>
                  </a:moveTo>
                  <a:cubicBezTo>
                    <a:pt x="7387" y="4766"/>
                    <a:pt x="7310" y="4842"/>
                    <a:pt x="7309" y="4938"/>
                  </a:cubicBezTo>
                  <a:cubicBezTo>
                    <a:pt x="7307" y="5033"/>
                    <a:pt x="7384" y="5112"/>
                    <a:pt x="7480" y="5112"/>
                  </a:cubicBezTo>
                  <a:lnTo>
                    <a:pt x="7484" y="5112"/>
                  </a:lnTo>
                  <a:cubicBezTo>
                    <a:pt x="7578" y="5112"/>
                    <a:pt x="7654" y="5036"/>
                    <a:pt x="7654" y="4942"/>
                  </a:cubicBezTo>
                  <a:cubicBezTo>
                    <a:pt x="7655" y="4847"/>
                    <a:pt x="7579" y="4768"/>
                    <a:pt x="7484" y="4766"/>
                  </a:cubicBezTo>
                  <a:close/>
                  <a:moveTo>
                    <a:pt x="7999" y="4766"/>
                  </a:moveTo>
                  <a:cubicBezTo>
                    <a:pt x="7904" y="4766"/>
                    <a:pt x="7827" y="4842"/>
                    <a:pt x="7825" y="4938"/>
                  </a:cubicBezTo>
                  <a:cubicBezTo>
                    <a:pt x="7824" y="5033"/>
                    <a:pt x="7900" y="5112"/>
                    <a:pt x="7995" y="5112"/>
                  </a:cubicBezTo>
                  <a:lnTo>
                    <a:pt x="7998" y="5112"/>
                  </a:lnTo>
                  <a:cubicBezTo>
                    <a:pt x="8093" y="5112"/>
                    <a:pt x="8171" y="5034"/>
                    <a:pt x="8171" y="4939"/>
                  </a:cubicBezTo>
                  <a:lnTo>
                    <a:pt x="8171" y="4942"/>
                  </a:lnTo>
                  <a:cubicBezTo>
                    <a:pt x="8172" y="4847"/>
                    <a:pt x="8095" y="4768"/>
                    <a:pt x="7999" y="4766"/>
                  </a:cubicBezTo>
                  <a:close/>
                  <a:moveTo>
                    <a:pt x="3302" y="4833"/>
                  </a:moveTo>
                  <a:cubicBezTo>
                    <a:pt x="3220" y="4842"/>
                    <a:pt x="3162" y="4917"/>
                    <a:pt x="3172" y="4999"/>
                  </a:cubicBezTo>
                  <a:cubicBezTo>
                    <a:pt x="3180" y="5067"/>
                    <a:pt x="3235" y="5121"/>
                    <a:pt x="3302" y="5130"/>
                  </a:cubicBezTo>
                  <a:lnTo>
                    <a:pt x="4880" y="5130"/>
                  </a:lnTo>
                  <a:cubicBezTo>
                    <a:pt x="4962" y="5130"/>
                    <a:pt x="5027" y="5064"/>
                    <a:pt x="5027" y="4982"/>
                  </a:cubicBezTo>
                  <a:lnTo>
                    <a:pt x="5030" y="4982"/>
                  </a:lnTo>
                  <a:cubicBezTo>
                    <a:pt x="5030" y="4900"/>
                    <a:pt x="4963" y="4833"/>
                    <a:pt x="4880" y="4833"/>
                  </a:cubicBezTo>
                  <a:close/>
                  <a:moveTo>
                    <a:pt x="142" y="4833"/>
                  </a:moveTo>
                  <a:cubicBezTo>
                    <a:pt x="60" y="4844"/>
                    <a:pt x="2" y="4917"/>
                    <a:pt x="11" y="4999"/>
                  </a:cubicBezTo>
                  <a:cubicBezTo>
                    <a:pt x="20" y="5067"/>
                    <a:pt x="74" y="5122"/>
                    <a:pt x="142" y="5130"/>
                  </a:cubicBezTo>
                  <a:lnTo>
                    <a:pt x="744" y="5130"/>
                  </a:lnTo>
                  <a:cubicBezTo>
                    <a:pt x="745" y="5130"/>
                    <a:pt x="746" y="5130"/>
                    <a:pt x="746" y="5130"/>
                  </a:cubicBezTo>
                  <a:cubicBezTo>
                    <a:pt x="826" y="5130"/>
                    <a:pt x="891" y="5065"/>
                    <a:pt x="893" y="4985"/>
                  </a:cubicBezTo>
                  <a:lnTo>
                    <a:pt x="893" y="4982"/>
                  </a:lnTo>
                  <a:cubicBezTo>
                    <a:pt x="893" y="4900"/>
                    <a:pt x="826" y="4833"/>
                    <a:pt x="744" y="483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94;p40">
              <a:extLst>
                <a:ext uri="{FF2B5EF4-FFF2-40B4-BE49-F238E27FC236}">
                  <a16:creationId xmlns:a16="http://schemas.microsoft.com/office/drawing/2014/main" id="{BCA86915-6577-1FAD-57DA-BCFB761A1F48}"/>
                </a:ext>
              </a:extLst>
            </p:cNvPr>
            <p:cNvSpPr/>
            <p:nvPr/>
          </p:nvSpPr>
          <p:spPr>
            <a:xfrm>
              <a:off x="4554750" y="4663125"/>
              <a:ext cx="204450" cy="128225"/>
            </a:xfrm>
            <a:custGeom>
              <a:avLst/>
              <a:gdLst/>
              <a:ahLst/>
              <a:cxnLst/>
              <a:rect l="l" t="t" r="r" b="b"/>
              <a:pathLst>
                <a:path w="8178" h="5129" extrusionOk="0">
                  <a:moveTo>
                    <a:pt x="768" y="24"/>
                  </a:moveTo>
                  <a:cubicBezTo>
                    <a:pt x="762" y="24"/>
                    <a:pt x="756" y="25"/>
                    <a:pt x="750" y="26"/>
                  </a:cubicBezTo>
                  <a:lnTo>
                    <a:pt x="148" y="26"/>
                  </a:lnTo>
                  <a:cubicBezTo>
                    <a:pt x="80" y="33"/>
                    <a:pt x="26" y="88"/>
                    <a:pt x="19" y="157"/>
                  </a:cubicBezTo>
                  <a:cubicBezTo>
                    <a:pt x="8" y="239"/>
                    <a:pt x="66" y="312"/>
                    <a:pt x="148" y="322"/>
                  </a:cubicBezTo>
                  <a:lnTo>
                    <a:pt x="750" y="322"/>
                  </a:lnTo>
                  <a:cubicBezTo>
                    <a:pt x="756" y="323"/>
                    <a:pt x="762" y="323"/>
                    <a:pt x="768" y="323"/>
                  </a:cubicBezTo>
                  <a:cubicBezTo>
                    <a:pt x="774" y="323"/>
                    <a:pt x="779" y="323"/>
                    <a:pt x="785" y="322"/>
                  </a:cubicBezTo>
                  <a:cubicBezTo>
                    <a:pt x="867" y="312"/>
                    <a:pt x="925" y="239"/>
                    <a:pt x="916" y="157"/>
                  </a:cubicBezTo>
                  <a:cubicBezTo>
                    <a:pt x="907" y="81"/>
                    <a:pt x="843" y="24"/>
                    <a:pt x="768" y="24"/>
                  </a:cubicBezTo>
                  <a:close/>
                  <a:moveTo>
                    <a:pt x="1402" y="24"/>
                  </a:moveTo>
                  <a:cubicBezTo>
                    <a:pt x="1328" y="24"/>
                    <a:pt x="1264" y="80"/>
                    <a:pt x="1256" y="155"/>
                  </a:cubicBezTo>
                  <a:cubicBezTo>
                    <a:pt x="1246" y="237"/>
                    <a:pt x="1304" y="312"/>
                    <a:pt x="1385" y="322"/>
                  </a:cubicBezTo>
                  <a:cubicBezTo>
                    <a:pt x="1391" y="323"/>
                    <a:pt x="1397" y="323"/>
                    <a:pt x="1403" y="323"/>
                  </a:cubicBezTo>
                  <a:cubicBezTo>
                    <a:pt x="1409" y="323"/>
                    <a:pt x="1415" y="323"/>
                    <a:pt x="1421" y="322"/>
                  </a:cubicBezTo>
                  <a:lnTo>
                    <a:pt x="2998" y="322"/>
                  </a:lnTo>
                  <a:cubicBezTo>
                    <a:pt x="3080" y="322"/>
                    <a:pt x="3147" y="255"/>
                    <a:pt x="3147" y="172"/>
                  </a:cubicBezTo>
                  <a:cubicBezTo>
                    <a:pt x="3147" y="91"/>
                    <a:pt x="3081" y="26"/>
                    <a:pt x="2999" y="26"/>
                  </a:cubicBezTo>
                  <a:lnTo>
                    <a:pt x="1421" y="26"/>
                  </a:lnTo>
                  <a:cubicBezTo>
                    <a:pt x="1415" y="25"/>
                    <a:pt x="1408" y="24"/>
                    <a:pt x="1402" y="24"/>
                  </a:cubicBezTo>
                  <a:close/>
                  <a:moveTo>
                    <a:pt x="4700" y="2"/>
                  </a:moveTo>
                  <a:cubicBezTo>
                    <a:pt x="4605" y="12"/>
                    <a:pt x="4536" y="97"/>
                    <a:pt x="4546" y="192"/>
                  </a:cubicBezTo>
                  <a:cubicBezTo>
                    <a:pt x="4555" y="273"/>
                    <a:pt x="4619" y="335"/>
                    <a:pt x="4700" y="344"/>
                  </a:cubicBezTo>
                  <a:cubicBezTo>
                    <a:pt x="4795" y="344"/>
                    <a:pt x="4872" y="268"/>
                    <a:pt x="4873" y="173"/>
                  </a:cubicBezTo>
                  <a:lnTo>
                    <a:pt x="4873" y="173"/>
                  </a:lnTo>
                  <a:cubicBezTo>
                    <a:pt x="4873" y="173"/>
                    <a:pt x="4873" y="173"/>
                    <a:pt x="4873" y="173"/>
                  </a:cubicBezTo>
                  <a:lnTo>
                    <a:pt x="4873" y="172"/>
                  </a:lnTo>
                  <a:cubicBezTo>
                    <a:pt x="4873" y="172"/>
                    <a:pt x="4873" y="172"/>
                    <a:pt x="4873" y="173"/>
                  </a:cubicBezTo>
                  <a:lnTo>
                    <a:pt x="4873" y="173"/>
                  </a:lnTo>
                  <a:cubicBezTo>
                    <a:pt x="4871" y="78"/>
                    <a:pt x="4794" y="2"/>
                    <a:pt x="4700" y="2"/>
                  </a:cubicBezTo>
                  <a:close/>
                  <a:moveTo>
                    <a:pt x="3667" y="0"/>
                  </a:moveTo>
                  <a:cubicBezTo>
                    <a:pt x="3571" y="0"/>
                    <a:pt x="3494" y="78"/>
                    <a:pt x="3494" y="173"/>
                  </a:cubicBezTo>
                  <a:cubicBezTo>
                    <a:pt x="3494" y="268"/>
                    <a:pt x="3571" y="346"/>
                    <a:pt x="3667" y="346"/>
                  </a:cubicBezTo>
                  <a:lnTo>
                    <a:pt x="3670" y="346"/>
                  </a:lnTo>
                  <a:cubicBezTo>
                    <a:pt x="3763" y="346"/>
                    <a:pt x="3839" y="268"/>
                    <a:pt x="3839" y="175"/>
                  </a:cubicBezTo>
                  <a:lnTo>
                    <a:pt x="3839" y="173"/>
                  </a:lnTo>
                  <a:cubicBezTo>
                    <a:pt x="3839" y="76"/>
                    <a:pt x="3762" y="0"/>
                    <a:pt x="3667" y="0"/>
                  </a:cubicBezTo>
                  <a:close/>
                  <a:moveTo>
                    <a:pt x="4183" y="0"/>
                  </a:moveTo>
                  <a:cubicBezTo>
                    <a:pt x="4088" y="0"/>
                    <a:pt x="4010" y="78"/>
                    <a:pt x="4010" y="173"/>
                  </a:cubicBezTo>
                  <a:cubicBezTo>
                    <a:pt x="4010" y="268"/>
                    <a:pt x="4088" y="346"/>
                    <a:pt x="4183" y="346"/>
                  </a:cubicBezTo>
                  <a:cubicBezTo>
                    <a:pt x="4277" y="346"/>
                    <a:pt x="4354" y="271"/>
                    <a:pt x="4356" y="178"/>
                  </a:cubicBezTo>
                  <a:lnTo>
                    <a:pt x="4356" y="173"/>
                  </a:lnTo>
                  <a:cubicBezTo>
                    <a:pt x="4356" y="76"/>
                    <a:pt x="4278" y="0"/>
                    <a:pt x="4183" y="0"/>
                  </a:cubicBezTo>
                  <a:close/>
                  <a:moveTo>
                    <a:pt x="5214" y="0"/>
                  </a:moveTo>
                  <a:cubicBezTo>
                    <a:pt x="5118" y="0"/>
                    <a:pt x="5041" y="78"/>
                    <a:pt x="5041" y="173"/>
                  </a:cubicBezTo>
                  <a:cubicBezTo>
                    <a:pt x="5041" y="268"/>
                    <a:pt x="5118" y="346"/>
                    <a:pt x="5214" y="346"/>
                  </a:cubicBezTo>
                  <a:lnTo>
                    <a:pt x="5215" y="346"/>
                  </a:lnTo>
                  <a:cubicBezTo>
                    <a:pt x="5309" y="346"/>
                    <a:pt x="5386" y="268"/>
                    <a:pt x="5386" y="175"/>
                  </a:cubicBezTo>
                  <a:lnTo>
                    <a:pt x="5386" y="173"/>
                  </a:lnTo>
                  <a:cubicBezTo>
                    <a:pt x="5386" y="76"/>
                    <a:pt x="5309" y="0"/>
                    <a:pt x="5214" y="0"/>
                  </a:cubicBezTo>
                  <a:close/>
                  <a:moveTo>
                    <a:pt x="5729" y="0"/>
                  </a:moveTo>
                  <a:cubicBezTo>
                    <a:pt x="5633" y="0"/>
                    <a:pt x="5556" y="78"/>
                    <a:pt x="5556" y="173"/>
                  </a:cubicBezTo>
                  <a:cubicBezTo>
                    <a:pt x="5556" y="268"/>
                    <a:pt x="5633" y="346"/>
                    <a:pt x="5729" y="346"/>
                  </a:cubicBezTo>
                  <a:cubicBezTo>
                    <a:pt x="5824" y="346"/>
                    <a:pt x="5901" y="271"/>
                    <a:pt x="5901" y="178"/>
                  </a:cubicBezTo>
                  <a:lnTo>
                    <a:pt x="5901" y="173"/>
                  </a:lnTo>
                  <a:cubicBezTo>
                    <a:pt x="5901" y="76"/>
                    <a:pt x="5824" y="0"/>
                    <a:pt x="5729" y="0"/>
                  </a:cubicBezTo>
                  <a:close/>
                  <a:moveTo>
                    <a:pt x="6244" y="0"/>
                  </a:moveTo>
                  <a:cubicBezTo>
                    <a:pt x="6149" y="0"/>
                    <a:pt x="6071" y="78"/>
                    <a:pt x="6071" y="173"/>
                  </a:cubicBezTo>
                  <a:cubicBezTo>
                    <a:pt x="6071" y="268"/>
                    <a:pt x="6149" y="346"/>
                    <a:pt x="6244" y="346"/>
                  </a:cubicBezTo>
                  <a:lnTo>
                    <a:pt x="6245" y="346"/>
                  </a:lnTo>
                  <a:cubicBezTo>
                    <a:pt x="6339" y="346"/>
                    <a:pt x="6417" y="268"/>
                    <a:pt x="6417" y="175"/>
                  </a:cubicBezTo>
                  <a:lnTo>
                    <a:pt x="6417" y="173"/>
                  </a:lnTo>
                  <a:cubicBezTo>
                    <a:pt x="6417" y="76"/>
                    <a:pt x="6339" y="0"/>
                    <a:pt x="6244" y="0"/>
                  </a:cubicBezTo>
                  <a:close/>
                  <a:moveTo>
                    <a:pt x="148" y="712"/>
                  </a:moveTo>
                  <a:cubicBezTo>
                    <a:pt x="66" y="722"/>
                    <a:pt x="8" y="797"/>
                    <a:pt x="19" y="879"/>
                  </a:cubicBezTo>
                  <a:cubicBezTo>
                    <a:pt x="26" y="946"/>
                    <a:pt x="80" y="1001"/>
                    <a:pt x="148" y="1008"/>
                  </a:cubicBezTo>
                  <a:lnTo>
                    <a:pt x="750" y="1008"/>
                  </a:lnTo>
                  <a:cubicBezTo>
                    <a:pt x="832" y="1008"/>
                    <a:pt x="899" y="941"/>
                    <a:pt x="899" y="859"/>
                  </a:cubicBezTo>
                  <a:cubicBezTo>
                    <a:pt x="899" y="778"/>
                    <a:pt x="832" y="712"/>
                    <a:pt x="750" y="712"/>
                  </a:cubicBezTo>
                  <a:close/>
                  <a:moveTo>
                    <a:pt x="1402" y="711"/>
                  </a:moveTo>
                  <a:cubicBezTo>
                    <a:pt x="1328" y="711"/>
                    <a:pt x="1264" y="766"/>
                    <a:pt x="1256" y="842"/>
                  </a:cubicBezTo>
                  <a:cubicBezTo>
                    <a:pt x="1246" y="923"/>
                    <a:pt x="1304" y="998"/>
                    <a:pt x="1385" y="1008"/>
                  </a:cubicBezTo>
                  <a:cubicBezTo>
                    <a:pt x="1391" y="1009"/>
                    <a:pt x="1397" y="1009"/>
                    <a:pt x="1403" y="1009"/>
                  </a:cubicBezTo>
                  <a:cubicBezTo>
                    <a:pt x="1409" y="1009"/>
                    <a:pt x="1415" y="1009"/>
                    <a:pt x="1421" y="1008"/>
                  </a:cubicBezTo>
                  <a:lnTo>
                    <a:pt x="2998" y="1008"/>
                  </a:lnTo>
                  <a:cubicBezTo>
                    <a:pt x="3080" y="1008"/>
                    <a:pt x="3147" y="941"/>
                    <a:pt x="3147" y="858"/>
                  </a:cubicBezTo>
                  <a:cubicBezTo>
                    <a:pt x="3147" y="778"/>
                    <a:pt x="3081" y="712"/>
                    <a:pt x="2999" y="712"/>
                  </a:cubicBezTo>
                  <a:lnTo>
                    <a:pt x="1421" y="712"/>
                  </a:lnTo>
                  <a:cubicBezTo>
                    <a:pt x="1415" y="711"/>
                    <a:pt x="1408" y="711"/>
                    <a:pt x="1402" y="711"/>
                  </a:cubicBezTo>
                  <a:close/>
                  <a:moveTo>
                    <a:pt x="148" y="1398"/>
                  </a:moveTo>
                  <a:cubicBezTo>
                    <a:pt x="66" y="1409"/>
                    <a:pt x="8" y="1483"/>
                    <a:pt x="19" y="1565"/>
                  </a:cubicBezTo>
                  <a:cubicBezTo>
                    <a:pt x="26" y="1634"/>
                    <a:pt x="80" y="1687"/>
                    <a:pt x="148" y="1695"/>
                  </a:cubicBezTo>
                  <a:lnTo>
                    <a:pt x="750" y="1695"/>
                  </a:lnTo>
                  <a:cubicBezTo>
                    <a:pt x="832" y="1695"/>
                    <a:pt x="899" y="1629"/>
                    <a:pt x="899" y="1549"/>
                  </a:cubicBezTo>
                  <a:cubicBezTo>
                    <a:pt x="899" y="1465"/>
                    <a:pt x="832" y="1398"/>
                    <a:pt x="750" y="1398"/>
                  </a:cubicBezTo>
                  <a:close/>
                  <a:moveTo>
                    <a:pt x="1402" y="1397"/>
                  </a:moveTo>
                  <a:cubicBezTo>
                    <a:pt x="1328" y="1397"/>
                    <a:pt x="1264" y="1453"/>
                    <a:pt x="1256" y="1528"/>
                  </a:cubicBezTo>
                  <a:cubicBezTo>
                    <a:pt x="1246" y="1610"/>
                    <a:pt x="1304" y="1684"/>
                    <a:pt x="1385" y="1695"/>
                  </a:cubicBezTo>
                  <a:cubicBezTo>
                    <a:pt x="1391" y="1696"/>
                    <a:pt x="1397" y="1696"/>
                    <a:pt x="1403" y="1696"/>
                  </a:cubicBezTo>
                  <a:cubicBezTo>
                    <a:pt x="1409" y="1696"/>
                    <a:pt x="1415" y="1696"/>
                    <a:pt x="1421" y="1695"/>
                  </a:cubicBezTo>
                  <a:lnTo>
                    <a:pt x="2998" y="1695"/>
                  </a:lnTo>
                  <a:cubicBezTo>
                    <a:pt x="2999" y="1695"/>
                    <a:pt x="3000" y="1695"/>
                    <a:pt x="3001" y="1695"/>
                  </a:cubicBezTo>
                  <a:cubicBezTo>
                    <a:pt x="3080" y="1695"/>
                    <a:pt x="3145" y="1630"/>
                    <a:pt x="3147" y="1550"/>
                  </a:cubicBezTo>
                  <a:lnTo>
                    <a:pt x="3147" y="1547"/>
                  </a:lnTo>
                  <a:cubicBezTo>
                    <a:pt x="3147" y="1465"/>
                    <a:pt x="3080" y="1398"/>
                    <a:pt x="2998" y="1398"/>
                  </a:cubicBezTo>
                  <a:lnTo>
                    <a:pt x="1421" y="1398"/>
                  </a:lnTo>
                  <a:cubicBezTo>
                    <a:pt x="1415" y="1398"/>
                    <a:pt x="1408" y="1397"/>
                    <a:pt x="1402" y="1397"/>
                  </a:cubicBezTo>
                  <a:close/>
                  <a:moveTo>
                    <a:pt x="3667" y="1373"/>
                  </a:moveTo>
                  <a:cubicBezTo>
                    <a:pt x="3573" y="1373"/>
                    <a:pt x="3495" y="1449"/>
                    <a:pt x="3494" y="1544"/>
                  </a:cubicBezTo>
                  <a:cubicBezTo>
                    <a:pt x="3494" y="1640"/>
                    <a:pt x="3570" y="1717"/>
                    <a:pt x="3665" y="1719"/>
                  </a:cubicBezTo>
                  <a:lnTo>
                    <a:pt x="3670" y="1719"/>
                  </a:lnTo>
                  <a:cubicBezTo>
                    <a:pt x="3763" y="1719"/>
                    <a:pt x="3839" y="1643"/>
                    <a:pt x="3839" y="1547"/>
                  </a:cubicBezTo>
                  <a:cubicBezTo>
                    <a:pt x="3841" y="1452"/>
                    <a:pt x="3765" y="1375"/>
                    <a:pt x="3670" y="1373"/>
                  </a:cubicBezTo>
                  <a:cubicBezTo>
                    <a:pt x="3669" y="1373"/>
                    <a:pt x="3668" y="1373"/>
                    <a:pt x="3667" y="1373"/>
                  </a:cubicBezTo>
                  <a:close/>
                  <a:moveTo>
                    <a:pt x="4182" y="1373"/>
                  </a:moveTo>
                  <a:cubicBezTo>
                    <a:pt x="4088" y="1373"/>
                    <a:pt x="4012" y="1449"/>
                    <a:pt x="4010" y="1544"/>
                  </a:cubicBezTo>
                  <a:cubicBezTo>
                    <a:pt x="4009" y="1640"/>
                    <a:pt x="4085" y="1717"/>
                    <a:pt x="4182" y="1719"/>
                  </a:cubicBezTo>
                  <a:lnTo>
                    <a:pt x="4183" y="1719"/>
                  </a:lnTo>
                  <a:cubicBezTo>
                    <a:pt x="4277" y="1719"/>
                    <a:pt x="4354" y="1643"/>
                    <a:pt x="4356" y="1547"/>
                  </a:cubicBezTo>
                  <a:cubicBezTo>
                    <a:pt x="4357" y="1452"/>
                    <a:pt x="4281" y="1375"/>
                    <a:pt x="4185" y="1373"/>
                  </a:cubicBezTo>
                  <a:cubicBezTo>
                    <a:pt x="4184" y="1373"/>
                    <a:pt x="4183" y="1373"/>
                    <a:pt x="4182" y="1373"/>
                  </a:cubicBezTo>
                  <a:close/>
                  <a:moveTo>
                    <a:pt x="5212" y="1373"/>
                  </a:moveTo>
                  <a:cubicBezTo>
                    <a:pt x="5118" y="1373"/>
                    <a:pt x="5041" y="1449"/>
                    <a:pt x="5041" y="1544"/>
                  </a:cubicBezTo>
                  <a:cubicBezTo>
                    <a:pt x="5039" y="1640"/>
                    <a:pt x="5115" y="1717"/>
                    <a:pt x="5211" y="1719"/>
                  </a:cubicBezTo>
                  <a:lnTo>
                    <a:pt x="5215" y="1719"/>
                  </a:lnTo>
                  <a:cubicBezTo>
                    <a:pt x="5309" y="1719"/>
                    <a:pt x="5386" y="1643"/>
                    <a:pt x="5386" y="1547"/>
                  </a:cubicBezTo>
                  <a:cubicBezTo>
                    <a:pt x="5386" y="1452"/>
                    <a:pt x="5310" y="1375"/>
                    <a:pt x="5215" y="1373"/>
                  </a:cubicBezTo>
                  <a:cubicBezTo>
                    <a:pt x="5214" y="1373"/>
                    <a:pt x="5213" y="1373"/>
                    <a:pt x="5212" y="1373"/>
                  </a:cubicBezTo>
                  <a:close/>
                  <a:moveTo>
                    <a:pt x="5729" y="1373"/>
                  </a:moveTo>
                  <a:cubicBezTo>
                    <a:pt x="5635" y="1373"/>
                    <a:pt x="5557" y="1449"/>
                    <a:pt x="5556" y="1544"/>
                  </a:cubicBezTo>
                  <a:cubicBezTo>
                    <a:pt x="5556" y="1640"/>
                    <a:pt x="5632" y="1717"/>
                    <a:pt x="5727" y="1719"/>
                  </a:cubicBezTo>
                  <a:lnTo>
                    <a:pt x="5729" y="1719"/>
                  </a:lnTo>
                  <a:cubicBezTo>
                    <a:pt x="5824" y="1719"/>
                    <a:pt x="5901" y="1643"/>
                    <a:pt x="5901" y="1547"/>
                  </a:cubicBezTo>
                  <a:cubicBezTo>
                    <a:pt x="5903" y="1452"/>
                    <a:pt x="5827" y="1375"/>
                    <a:pt x="5732" y="1373"/>
                  </a:cubicBezTo>
                  <a:cubicBezTo>
                    <a:pt x="5731" y="1373"/>
                    <a:pt x="5730" y="1373"/>
                    <a:pt x="5729" y="1373"/>
                  </a:cubicBezTo>
                  <a:close/>
                  <a:moveTo>
                    <a:pt x="6243" y="1373"/>
                  </a:moveTo>
                  <a:cubicBezTo>
                    <a:pt x="6149" y="1373"/>
                    <a:pt x="6071" y="1449"/>
                    <a:pt x="6070" y="1544"/>
                  </a:cubicBezTo>
                  <a:cubicBezTo>
                    <a:pt x="6070" y="1640"/>
                    <a:pt x="6146" y="1717"/>
                    <a:pt x="6241" y="1719"/>
                  </a:cubicBezTo>
                  <a:lnTo>
                    <a:pt x="6245" y="1719"/>
                  </a:lnTo>
                  <a:cubicBezTo>
                    <a:pt x="6339" y="1719"/>
                    <a:pt x="6417" y="1643"/>
                    <a:pt x="6417" y="1547"/>
                  </a:cubicBezTo>
                  <a:lnTo>
                    <a:pt x="6415" y="1547"/>
                  </a:lnTo>
                  <a:cubicBezTo>
                    <a:pt x="6417" y="1452"/>
                    <a:pt x="6341" y="1375"/>
                    <a:pt x="6245" y="1373"/>
                  </a:cubicBezTo>
                  <a:cubicBezTo>
                    <a:pt x="6244" y="1373"/>
                    <a:pt x="6244" y="1373"/>
                    <a:pt x="6243" y="1373"/>
                  </a:cubicBezTo>
                  <a:close/>
                  <a:moveTo>
                    <a:pt x="4700" y="1375"/>
                  </a:moveTo>
                  <a:cubicBezTo>
                    <a:pt x="4605" y="1375"/>
                    <a:pt x="4527" y="1452"/>
                    <a:pt x="4527" y="1547"/>
                  </a:cubicBezTo>
                  <a:cubicBezTo>
                    <a:pt x="4527" y="1643"/>
                    <a:pt x="4605" y="1720"/>
                    <a:pt x="4700" y="1720"/>
                  </a:cubicBezTo>
                  <a:cubicBezTo>
                    <a:pt x="4795" y="1720"/>
                    <a:pt x="4873" y="1643"/>
                    <a:pt x="4873" y="1547"/>
                  </a:cubicBezTo>
                  <a:cubicBezTo>
                    <a:pt x="4873" y="1452"/>
                    <a:pt x="4795" y="1375"/>
                    <a:pt x="4700" y="1375"/>
                  </a:cubicBezTo>
                  <a:close/>
                  <a:moveTo>
                    <a:pt x="1403" y="2084"/>
                  </a:moveTo>
                  <a:cubicBezTo>
                    <a:pt x="1328" y="2084"/>
                    <a:pt x="1264" y="2140"/>
                    <a:pt x="1256" y="2216"/>
                  </a:cubicBezTo>
                  <a:cubicBezTo>
                    <a:pt x="1246" y="2298"/>
                    <a:pt x="1304" y="2372"/>
                    <a:pt x="1385" y="2381"/>
                  </a:cubicBezTo>
                  <a:cubicBezTo>
                    <a:pt x="1391" y="2382"/>
                    <a:pt x="1397" y="2382"/>
                    <a:pt x="1403" y="2382"/>
                  </a:cubicBezTo>
                  <a:cubicBezTo>
                    <a:pt x="1409" y="2382"/>
                    <a:pt x="1415" y="2382"/>
                    <a:pt x="1421" y="2381"/>
                  </a:cubicBezTo>
                  <a:lnTo>
                    <a:pt x="2998" y="2381"/>
                  </a:lnTo>
                  <a:cubicBezTo>
                    <a:pt x="2999" y="2381"/>
                    <a:pt x="3000" y="2381"/>
                    <a:pt x="3001" y="2381"/>
                  </a:cubicBezTo>
                  <a:cubicBezTo>
                    <a:pt x="3080" y="2381"/>
                    <a:pt x="3145" y="2316"/>
                    <a:pt x="3147" y="2237"/>
                  </a:cubicBezTo>
                  <a:lnTo>
                    <a:pt x="3147" y="2234"/>
                  </a:lnTo>
                  <a:cubicBezTo>
                    <a:pt x="3147" y="2152"/>
                    <a:pt x="3080" y="2085"/>
                    <a:pt x="2998" y="2085"/>
                  </a:cubicBezTo>
                  <a:lnTo>
                    <a:pt x="1421" y="2085"/>
                  </a:lnTo>
                  <a:cubicBezTo>
                    <a:pt x="1415" y="2084"/>
                    <a:pt x="1409" y="2084"/>
                    <a:pt x="1403" y="2084"/>
                  </a:cubicBezTo>
                  <a:close/>
                  <a:moveTo>
                    <a:pt x="148" y="2085"/>
                  </a:moveTo>
                  <a:cubicBezTo>
                    <a:pt x="66" y="2095"/>
                    <a:pt x="8" y="2170"/>
                    <a:pt x="19" y="2252"/>
                  </a:cubicBezTo>
                  <a:cubicBezTo>
                    <a:pt x="26" y="2320"/>
                    <a:pt x="80" y="2374"/>
                    <a:pt x="148" y="2383"/>
                  </a:cubicBezTo>
                  <a:lnTo>
                    <a:pt x="750" y="2383"/>
                  </a:lnTo>
                  <a:cubicBezTo>
                    <a:pt x="832" y="2383"/>
                    <a:pt x="899" y="2317"/>
                    <a:pt x="899" y="2235"/>
                  </a:cubicBezTo>
                  <a:cubicBezTo>
                    <a:pt x="899" y="2152"/>
                    <a:pt x="832" y="2085"/>
                    <a:pt x="750" y="2085"/>
                  </a:cubicBezTo>
                  <a:close/>
                  <a:moveTo>
                    <a:pt x="1405" y="2770"/>
                  </a:moveTo>
                  <a:cubicBezTo>
                    <a:pt x="1329" y="2770"/>
                    <a:pt x="1264" y="2826"/>
                    <a:pt x="1256" y="2902"/>
                  </a:cubicBezTo>
                  <a:cubicBezTo>
                    <a:pt x="1246" y="2984"/>
                    <a:pt x="1304" y="3059"/>
                    <a:pt x="1385" y="3068"/>
                  </a:cubicBezTo>
                  <a:cubicBezTo>
                    <a:pt x="1391" y="3068"/>
                    <a:pt x="1397" y="3069"/>
                    <a:pt x="1403" y="3069"/>
                  </a:cubicBezTo>
                  <a:cubicBezTo>
                    <a:pt x="1409" y="3069"/>
                    <a:pt x="1415" y="3068"/>
                    <a:pt x="1421" y="3068"/>
                  </a:cubicBezTo>
                  <a:lnTo>
                    <a:pt x="2998" y="3068"/>
                  </a:lnTo>
                  <a:cubicBezTo>
                    <a:pt x="2999" y="3068"/>
                    <a:pt x="3000" y="3068"/>
                    <a:pt x="3001" y="3068"/>
                  </a:cubicBezTo>
                  <a:cubicBezTo>
                    <a:pt x="3080" y="3068"/>
                    <a:pt x="3145" y="3004"/>
                    <a:pt x="3147" y="2923"/>
                  </a:cubicBezTo>
                  <a:lnTo>
                    <a:pt x="3147" y="2922"/>
                  </a:lnTo>
                  <a:cubicBezTo>
                    <a:pt x="3147" y="2838"/>
                    <a:pt x="3080" y="2771"/>
                    <a:pt x="2998" y="2771"/>
                  </a:cubicBezTo>
                  <a:lnTo>
                    <a:pt x="1421" y="2771"/>
                  </a:lnTo>
                  <a:cubicBezTo>
                    <a:pt x="1416" y="2771"/>
                    <a:pt x="1410" y="2770"/>
                    <a:pt x="1405" y="2770"/>
                  </a:cubicBezTo>
                  <a:close/>
                  <a:moveTo>
                    <a:pt x="148" y="2773"/>
                  </a:moveTo>
                  <a:cubicBezTo>
                    <a:pt x="66" y="2782"/>
                    <a:pt x="8" y="2856"/>
                    <a:pt x="19" y="2938"/>
                  </a:cubicBezTo>
                  <a:cubicBezTo>
                    <a:pt x="26" y="3007"/>
                    <a:pt x="80" y="3060"/>
                    <a:pt x="148" y="3069"/>
                  </a:cubicBezTo>
                  <a:lnTo>
                    <a:pt x="750" y="3069"/>
                  </a:lnTo>
                  <a:cubicBezTo>
                    <a:pt x="832" y="3069"/>
                    <a:pt x="899" y="3004"/>
                    <a:pt x="899" y="2922"/>
                  </a:cubicBezTo>
                  <a:cubicBezTo>
                    <a:pt x="899" y="2838"/>
                    <a:pt x="832" y="2773"/>
                    <a:pt x="750" y="2773"/>
                  </a:cubicBezTo>
                  <a:close/>
                  <a:moveTo>
                    <a:pt x="5428" y="3347"/>
                  </a:moveTo>
                  <a:cubicBezTo>
                    <a:pt x="5334" y="3347"/>
                    <a:pt x="5257" y="3424"/>
                    <a:pt x="5255" y="3519"/>
                  </a:cubicBezTo>
                  <a:cubicBezTo>
                    <a:pt x="5255" y="3614"/>
                    <a:pt x="5331" y="3691"/>
                    <a:pt x="5426" y="3693"/>
                  </a:cubicBezTo>
                  <a:lnTo>
                    <a:pt x="5428" y="3693"/>
                  </a:lnTo>
                  <a:cubicBezTo>
                    <a:pt x="5523" y="3693"/>
                    <a:pt x="5601" y="3617"/>
                    <a:pt x="5601" y="3523"/>
                  </a:cubicBezTo>
                  <a:cubicBezTo>
                    <a:pt x="5602" y="3426"/>
                    <a:pt x="5526" y="3349"/>
                    <a:pt x="5431" y="3347"/>
                  </a:cubicBezTo>
                  <a:cubicBezTo>
                    <a:pt x="5430" y="3347"/>
                    <a:pt x="5429" y="3347"/>
                    <a:pt x="5428" y="3347"/>
                  </a:cubicBezTo>
                  <a:close/>
                  <a:moveTo>
                    <a:pt x="5942" y="3347"/>
                  </a:moveTo>
                  <a:cubicBezTo>
                    <a:pt x="5848" y="3347"/>
                    <a:pt x="5770" y="3424"/>
                    <a:pt x="5769" y="3519"/>
                  </a:cubicBezTo>
                  <a:cubicBezTo>
                    <a:pt x="5769" y="3614"/>
                    <a:pt x="5845" y="3691"/>
                    <a:pt x="5940" y="3693"/>
                  </a:cubicBezTo>
                  <a:lnTo>
                    <a:pt x="5945" y="3693"/>
                  </a:lnTo>
                  <a:cubicBezTo>
                    <a:pt x="6038" y="3693"/>
                    <a:pt x="6116" y="3617"/>
                    <a:pt x="6116" y="3523"/>
                  </a:cubicBezTo>
                  <a:lnTo>
                    <a:pt x="6114" y="3523"/>
                  </a:lnTo>
                  <a:cubicBezTo>
                    <a:pt x="6116" y="3426"/>
                    <a:pt x="6040" y="3349"/>
                    <a:pt x="5945" y="3347"/>
                  </a:cubicBezTo>
                  <a:cubicBezTo>
                    <a:pt x="5944" y="3347"/>
                    <a:pt x="5943" y="3347"/>
                    <a:pt x="5942" y="3347"/>
                  </a:cubicBezTo>
                  <a:close/>
                  <a:moveTo>
                    <a:pt x="6457" y="3347"/>
                  </a:moveTo>
                  <a:cubicBezTo>
                    <a:pt x="6363" y="3347"/>
                    <a:pt x="6287" y="3424"/>
                    <a:pt x="6286" y="3519"/>
                  </a:cubicBezTo>
                  <a:cubicBezTo>
                    <a:pt x="6284" y="3614"/>
                    <a:pt x="6361" y="3691"/>
                    <a:pt x="6457" y="3693"/>
                  </a:cubicBezTo>
                  <a:lnTo>
                    <a:pt x="6458" y="3693"/>
                  </a:lnTo>
                  <a:cubicBezTo>
                    <a:pt x="6554" y="3693"/>
                    <a:pt x="6630" y="3617"/>
                    <a:pt x="6631" y="3523"/>
                  </a:cubicBezTo>
                  <a:cubicBezTo>
                    <a:pt x="6632" y="3426"/>
                    <a:pt x="6557" y="3349"/>
                    <a:pt x="6460" y="3347"/>
                  </a:cubicBezTo>
                  <a:cubicBezTo>
                    <a:pt x="6459" y="3347"/>
                    <a:pt x="6458" y="3347"/>
                    <a:pt x="6457" y="3347"/>
                  </a:cubicBezTo>
                  <a:close/>
                  <a:moveTo>
                    <a:pt x="6972" y="3347"/>
                  </a:moveTo>
                  <a:cubicBezTo>
                    <a:pt x="6877" y="3347"/>
                    <a:pt x="6801" y="3424"/>
                    <a:pt x="6799" y="3519"/>
                  </a:cubicBezTo>
                  <a:cubicBezTo>
                    <a:pt x="6798" y="3614"/>
                    <a:pt x="6875" y="3691"/>
                    <a:pt x="6970" y="3693"/>
                  </a:cubicBezTo>
                  <a:lnTo>
                    <a:pt x="6975" y="3693"/>
                  </a:lnTo>
                  <a:cubicBezTo>
                    <a:pt x="7069" y="3693"/>
                    <a:pt x="7145" y="3617"/>
                    <a:pt x="7145" y="3523"/>
                  </a:cubicBezTo>
                  <a:cubicBezTo>
                    <a:pt x="7146" y="3426"/>
                    <a:pt x="7070" y="3349"/>
                    <a:pt x="6975" y="3347"/>
                  </a:cubicBezTo>
                  <a:cubicBezTo>
                    <a:pt x="6974" y="3347"/>
                    <a:pt x="6973" y="3347"/>
                    <a:pt x="6972" y="3347"/>
                  </a:cubicBezTo>
                  <a:close/>
                  <a:moveTo>
                    <a:pt x="7487" y="3347"/>
                  </a:moveTo>
                  <a:cubicBezTo>
                    <a:pt x="7393" y="3347"/>
                    <a:pt x="7317" y="3424"/>
                    <a:pt x="7316" y="3519"/>
                  </a:cubicBezTo>
                  <a:cubicBezTo>
                    <a:pt x="7314" y="3614"/>
                    <a:pt x="7390" y="3691"/>
                    <a:pt x="7486" y="3693"/>
                  </a:cubicBezTo>
                  <a:lnTo>
                    <a:pt x="7489" y="3693"/>
                  </a:lnTo>
                  <a:cubicBezTo>
                    <a:pt x="7582" y="3693"/>
                    <a:pt x="7660" y="3617"/>
                    <a:pt x="7661" y="3523"/>
                  </a:cubicBezTo>
                  <a:cubicBezTo>
                    <a:pt x="7663" y="3426"/>
                    <a:pt x="7585" y="3349"/>
                    <a:pt x="7490" y="3347"/>
                  </a:cubicBezTo>
                  <a:cubicBezTo>
                    <a:pt x="7489" y="3347"/>
                    <a:pt x="7488" y="3347"/>
                    <a:pt x="7487" y="3347"/>
                  </a:cubicBezTo>
                  <a:close/>
                  <a:moveTo>
                    <a:pt x="8004" y="3347"/>
                  </a:moveTo>
                  <a:cubicBezTo>
                    <a:pt x="7910" y="3347"/>
                    <a:pt x="7833" y="3424"/>
                    <a:pt x="7831" y="3519"/>
                  </a:cubicBezTo>
                  <a:cubicBezTo>
                    <a:pt x="7831" y="3614"/>
                    <a:pt x="7907" y="3691"/>
                    <a:pt x="8002" y="3693"/>
                  </a:cubicBezTo>
                  <a:lnTo>
                    <a:pt x="8004" y="3693"/>
                  </a:lnTo>
                  <a:cubicBezTo>
                    <a:pt x="8098" y="3691"/>
                    <a:pt x="8174" y="3617"/>
                    <a:pt x="8175" y="3523"/>
                  </a:cubicBezTo>
                  <a:lnTo>
                    <a:pt x="8176" y="3523"/>
                  </a:lnTo>
                  <a:cubicBezTo>
                    <a:pt x="8178" y="3426"/>
                    <a:pt x="8102" y="3349"/>
                    <a:pt x="8007" y="3347"/>
                  </a:cubicBezTo>
                  <a:cubicBezTo>
                    <a:pt x="8006" y="3347"/>
                    <a:pt x="8005" y="3347"/>
                    <a:pt x="8004" y="3347"/>
                  </a:cubicBezTo>
                  <a:close/>
                  <a:moveTo>
                    <a:pt x="148" y="3459"/>
                  </a:moveTo>
                  <a:cubicBezTo>
                    <a:pt x="66" y="3468"/>
                    <a:pt x="8" y="3543"/>
                    <a:pt x="19" y="3624"/>
                  </a:cubicBezTo>
                  <a:cubicBezTo>
                    <a:pt x="26" y="3693"/>
                    <a:pt x="80" y="3747"/>
                    <a:pt x="148" y="3755"/>
                  </a:cubicBezTo>
                  <a:lnTo>
                    <a:pt x="750" y="3755"/>
                  </a:lnTo>
                  <a:cubicBezTo>
                    <a:pt x="832" y="3755"/>
                    <a:pt x="899" y="3690"/>
                    <a:pt x="899" y="3608"/>
                  </a:cubicBezTo>
                  <a:cubicBezTo>
                    <a:pt x="899" y="3526"/>
                    <a:pt x="832" y="3459"/>
                    <a:pt x="750" y="3459"/>
                  </a:cubicBezTo>
                  <a:close/>
                  <a:moveTo>
                    <a:pt x="3309" y="3459"/>
                  </a:moveTo>
                  <a:cubicBezTo>
                    <a:pt x="3227" y="3468"/>
                    <a:pt x="3169" y="3543"/>
                    <a:pt x="3178" y="3624"/>
                  </a:cubicBezTo>
                  <a:cubicBezTo>
                    <a:pt x="3187" y="3693"/>
                    <a:pt x="3241" y="3747"/>
                    <a:pt x="3309" y="3755"/>
                  </a:cubicBezTo>
                  <a:lnTo>
                    <a:pt x="4887" y="3755"/>
                  </a:lnTo>
                  <a:cubicBezTo>
                    <a:pt x="4969" y="3755"/>
                    <a:pt x="5035" y="3690"/>
                    <a:pt x="5036" y="3608"/>
                  </a:cubicBezTo>
                  <a:cubicBezTo>
                    <a:pt x="5036" y="3525"/>
                    <a:pt x="4969" y="3459"/>
                    <a:pt x="4887" y="3459"/>
                  </a:cubicBezTo>
                  <a:close/>
                  <a:moveTo>
                    <a:pt x="148" y="4146"/>
                  </a:moveTo>
                  <a:cubicBezTo>
                    <a:pt x="66" y="4154"/>
                    <a:pt x="8" y="4229"/>
                    <a:pt x="19" y="4311"/>
                  </a:cubicBezTo>
                  <a:cubicBezTo>
                    <a:pt x="26" y="4379"/>
                    <a:pt x="80" y="4433"/>
                    <a:pt x="148" y="4442"/>
                  </a:cubicBezTo>
                  <a:lnTo>
                    <a:pt x="750" y="4442"/>
                  </a:lnTo>
                  <a:cubicBezTo>
                    <a:pt x="832" y="4442"/>
                    <a:pt x="899" y="4376"/>
                    <a:pt x="899" y="4294"/>
                  </a:cubicBezTo>
                  <a:cubicBezTo>
                    <a:pt x="899" y="4213"/>
                    <a:pt x="832" y="4146"/>
                    <a:pt x="750" y="4146"/>
                  </a:cubicBezTo>
                  <a:close/>
                  <a:moveTo>
                    <a:pt x="3309" y="4146"/>
                  </a:moveTo>
                  <a:cubicBezTo>
                    <a:pt x="3227" y="4154"/>
                    <a:pt x="3169" y="4229"/>
                    <a:pt x="3178" y="4311"/>
                  </a:cubicBezTo>
                  <a:cubicBezTo>
                    <a:pt x="3187" y="4379"/>
                    <a:pt x="3241" y="4433"/>
                    <a:pt x="3309" y="4442"/>
                  </a:cubicBezTo>
                  <a:lnTo>
                    <a:pt x="4887" y="4442"/>
                  </a:lnTo>
                  <a:cubicBezTo>
                    <a:pt x="4969" y="4442"/>
                    <a:pt x="5035" y="4376"/>
                    <a:pt x="5036" y="4294"/>
                  </a:cubicBezTo>
                  <a:cubicBezTo>
                    <a:pt x="5036" y="4213"/>
                    <a:pt x="4969" y="4146"/>
                    <a:pt x="4887" y="4146"/>
                  </a:cubicBezTo>
                  <a:close/>
                  <a:moveTo>
                    <a:pt x="5428" y="4763"/>
                  </a:moveTo>
                  <a:cubicBezTo>
                    <a:pt x="5334" y="4763"/>
                    <a:pt x="5257" y="4840"/>
                    <a:pt x="5255" y="4935"/>
                  </a:cubicBezTo>
                  <a:cubicBezTo>
                    <a:pt x="5255" y="5030"/>
                    <a:pt x="5331" y="5107"/>
                    <a:pt x="5426" y="5109"/>
                  </a:cubicBezTo>
                  <a:lnTo>
                    <a:pt x="5428" y="5109"/>
                  </a:lnTo>
                  <a:cubicBezTo>
                    <a:pt x="5523" y="5109"/>
                    <a:pt x="5601" y="5033"/>
                    <a:pt x="5601" y="4939"/>
                  </a:cubicBezTo>
                  <a:cubicBezTo>
                    <a:pt x="5602" y="4842"/>
                    <a:pt x="5526" y="4765"/>
                    <a:pt x="5431" y="4763"/>
                  </a:cubicBezTo>
                  <a:cubicBezTo>
                    <a:pt x="5430" y="4763"/>
                    <a:pt x="5429" y="4763"/>
                    <a:pt x="5428" y="4763"/>
                  </a:cubicBezTo>
                  <a:close/>
                  <a:moveTo>
                    <a:pt x="5942" y="4763"/>
                  </a:moveTo>
                  <a:cubicBezTo>
                    <a:pt x="5848" y="4763"/>
                    <a:pt x="5770" y="4840"/>
                    <a:pt x="5769" y="4935"/>
                  </a:cubicBezTo>
                  <a:cubicBezTo>
                    <a:pt x="5769" y="5030"/>
                    <a:pt x="5845" y="5107"/>
                    <a:pt x="5940" y="5109"/>
                  </a:cubicBezTo>
                  <a:lnTo>
                    <a:pt x="5945" y="5109"/>
                  </a:lnTo>
                  <a:cubicBezTo>
                    <a:pt x="6038" y="5109"/>
                    <a:pt x="6116" y="5033"/>
                    <a:pt x="6116" y="4939"/>
                  </a:cubicBezTo>
                  <a:lnTo>
                    <a:pt x="6114" y="4939"/>
                  </a:lnTo>
                  <a:cubicBezTo>
                    <a:pt x="6116" y="4842"/>
                    <a:pt x="6040" y="4765"/>
                    <a:pt x="5945" y="4763"/>
                  </a:cubicBezTo>
                  <a:cubicBezTo>
                    <a:pt x="5944" y="4763"/>
                    <a:pt x="5943" y="4763"/>
                    <a:pt x="5942" y="4763"/>
                  </a:cubicBezTo>
                  <a:close/>
                  <a:moveTo>
                    <a:pt x="6457" y="4763"/>
                  </a:moveTo>
                  <a:cubicBezTo>
                    <a:pt x="6363" y="4763"/>
                    <a:pt x="6287" y="4840"/>
                    <a:pt x="6286" y="4935"/>
                  </a:cubicBezTo>
                  <a:cubicBezTo>
                    <a:pt x="6284" y="5030"/>
                    <a:pt x="6361" y="5107"/>
                    <a:pt x="6457" y="5109"/>
                  </a:cubicBezTo>
                  <a:lnTo>
                    <a:pt x="6458" y="5109"/>
                  </a:lnTo>
                  <a:cubicBezTo>
                    <a:pt x="6554" y="5109"/>
                    <a:pt x="6630" y="5033"/>
                    <a:pt x="6631" y="4939"/>
                  </a:cubicBezTo>
                  <a:cubicBezTo>
                    <a:pt x="6632" y="4842"/>
                    <a:pt x="6557" y="4765"/>
                    <a:pt x="6460" y="4763"/>
                  </a:cubicBezTo>
                  <a:cubicBezTo>
                    <a:pt x="6459" y="4763"/>
                    <a:pt x="6458" y="4763"/>
                    <a:pt x="6457" y="4763"/>
                  </a:cubicBezTo>
                  <a:close/>
                  <a:moveTo>
                    <a:pt x="6972" y="4763"/>
                  </a:moveTo>
                  <a:cubicBezTo>
                    <a:pt x="6877" y="4763"/>
                    <a:pt x="6801" y="4840"/>
                    <a:pt x="6799" y="4935"/>
                  </a:cubicBezTo>
                  <a:cubicBezTo>
                    <a:pt x="6798" y="5030"/>
                    <a:pt x="6875" y="5107"/>
                    <a:pt x="6970" y="5109"/>
                  </a:cubicBezTo>
                  <a:lnTo>
                    <a:pt x="6975" y="5109"/>
                  </a:lnTo>
                  <a:cubicBezTo>
                    <a:pt x="7069" y="5109"/>
                    <a:pt x="7145" y="5033"/>
                    <a:pt x="7145" y="4939"/>
                  </a:cubicBezTo>
                  <a:cubicBezTo>
                    <a:pt x="7146" y="4842"/>
                    <a:pt x="7070" y="4765"/>
                    <a:pt x="6975" y="4763"/>
                  </a:cubicBezTo>
                  <a:cubicBezTo>
                    <a:pt x="6974" y="4763"/>
                    <a:pt x="6973" y="4763"/>
                    <a:pt x="6972" y="4763"/>
                  </a:cubicBezTo>
                  <a:close/>
                  <a:moveTo>
                    <a:pt x="7487" y="4763"/>
                  </a:moveTo>
                  <a:cubicBezTo>
                    <a:pt x="7393" y="4763"/>
                    <a:pt x="7317" y="4840"/>
                    <a:pt x="7316" y="4935"/>
                  </a:cubicBezTo>
                  <a:cubicBezTo>
                    <a:pt x="7314" y="5030"/>
                    <a:pt x="7390" y="5107"/>
                    <a:pt x="7486" y="5109"/>
                  </a:cubicBezTo>
                  <a:lnTo>
                    <a:pt x="7489" y="5109"/>
                  </a:lnTo>
                  <a:cubicBezTo>
                    <a:pt x="7582" y="5109"/>
                    <a:pt x="7660" y="5033"/>
                    <a:pt x="7661" y="4939"/>
                  </a:cubicBezTo>
                  <a:cubicBezTo>
                    <a:pt x="7663" y="4842"/>
                    <a:pt x="7585" y="4765"/>
                    <a:pt x="7490" y="4763"/>
                  </a:cubicBezTo>
                  <a:cubicBezTo>
                    <a:pt x="7489" y="4763"/>
                    <a:pt x="7488" y="4763"/>
                    <a:pt x="7487" y="4763"/>
                  </a:cubicBezTo>
                  <a:close/>
                  <a:moveTo>
                    <a:pt x="8004" y="4763"/>
                  </a:moveTo>
                  <a:cubicBezTo>
                    <a:pt x="7910" y="4763"/>
                    <a:pt x="7833" y="4840"/>
                    <a:pt x="7831" y="4935"/>
                  </a:cubicBezTo>
                  <a:cubicBezTo>
                    <a:pt x="7831" y="5030"/>
                    <a:pt x="7907" y="5107"/>
                    <a:pt x="8002" y="5109"/>
                  </a:cubicBezTo>
                  <a:lnTo>
                    <a:pt x="8004" y="5109"/>
                  </a:lnTo>
                  <a:cubicBezTo>
                    <a:pt x="8098" y="5107"/>
                    <a:pt x="8174" y="5033"/>
                    <a:pt x="8175" y="4939"/>
                  </a:cubicBezTo>
                  <a:lnTo>
                    <a:pt x="8176" y="4939"/>
                  </a:lnTo>
                  <a:cubicBezTo>
                    <a:pt x="8178" y="4842"/>
                    <a:pt x="8102" y="4765"/>
                    <a:pt x="8007" y="4763"/>
                  </a:cubicBezTo>
                  <a:cubicBezTo>
                    <a:pt x="8006" y="4763"/>
                    <a:pt x="8005" y="4763"/>
                    <a:pt x="8004" y="4763"/>
                  </a:cubicBezTo>
                  <a:close/>
                  <a:moveTo>
                    <a:pt x="148" y="4832"/>
                  </a:moveTo>
                  <a:cubicBezTo>
                    <a:pt x="66" y="4833"/>
                    <a:pt x="1" y="4899"/>
                    <a:pt x="1" y="4981"/>
                  </a:cubicBezTo>
                  <a:cubicBezTo>
                    <a:pt x="1" y="5063"/>
                    <a:pt x="68" y="5128"/>
                    <a:pt x="148" y="5128"/>
                  </a:cubicBezTo>
                  <a:lnTo>
                    <a:pt x="750" y="5128"/>
                  </a:lnTo>
                  <a:cubicBezTo>
                    <a:pt x="832" y="5128"/>
                    <a:pt x="899" y="5063"/>
                    <a:pt x="899" y="4981"/>
                  </a:cubicBezTo>
                  <a:cubicBezTo>
                    <a:pt x="899" y="4899"/>
                    <a:pt x="832" y="4833"/>
                    <a:pt x="750" y="4832"/>
                  </a:cubicBezTo>
                  <a:close/>
                  <a:moveTo>
                    <a:pt x="3309" y="4832"/>
                  </a:moveTo>
                  <a:cubicBezTo>
                    <a:pt x="3227" y="4833"/>
                    <a:pt x="3162" y="4900"/>
                    <a:pt x="3162" y="4981"/>
                  </a:cubicBezTo>
                  <a:cubicBezTo>
                    <a:pt x="3162" y="5063"/>
                    <a:pt x="3227" y="5128"/>
                    <a:pt x="3309" y="5128"/>
                  </a:cubicBezTo>
                  <a:lnTo>
                    <a:pt x="4887" y="5128"/>
                  </a:lnTo>
                  <a:cubicBezTo>
                    <a:pt x="4969" y="5128"/>
                    <a:pt x="5035" y="5063"/>
                    <a:pt x="5036" y="4981"/>
                  </a:cubicBezTo>
                  <a:cubicBezTo>
                    <a:pt x="5035" y="4899"/>
                    <a:pt x="4969" y="4833"/>
                    <a:pt x="4887" y="4832"/>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95;p40">
              <a:extLst>
                <a:ext uri="{FF2B5EF4-FFF2-40B4-BE49-F238E27FC236}">
                  <a16:creationId xmlns:a16="http://schemas.microsoft.com/office/drawing/2014/main" id="{7F9250A3-6C5A-D428-3028-44BA0632B35A}"/>
                </a:ext>
              </a:extLst>
            </p:cNvPr>
            <p:cNvSpPr/>
            <p:nvPr/>
          </p:nvSpPr>
          <p:spPr>
            <a:xfrm>
              <a:off x="4554750" y="4803800"/>
              <a:ext cx="204425" cy="128275"/>
            </a:xfrm>
            <a:custGeom>
              <a:avLst/>
              <a:gdLst/>
              <a:ahLst/>
              <a:cxnLst/>
              <a:rect l="l" t="t" r="r" b="b"/>
              <a:pathLst>
                <a:path w="8177" h="5131" extrusionOk="0">
                  <a:moveTo>
                    <a:pt x="1421" y="25"/>
                  </a:moveTo>
                  <a:cubicBezTo>
                    <a:pt x="1339" y="25"/>
                    <a:pt x="1272" y="92"/>
                    <a:pt x="1272" y="176"/>
                  </a:cubicBezTo>
                  <a:cubicBezTo>
                    <a:pt x="1272" y="256"/>
                    <a:pt x="1338" y="322"/>
                    <a:pt x="1420" y="322"/>
                  </a:cubicBezTo>
                  <a:lnTo>
                    <a:pt x="2998" y="322"/>
                  </a:lnTo>
                  <a:cubicBezTo>
                    <a:pt x="2999" y="322"/>
                    <a:pt x="3000" y="322"/>
                    <a:pt x="3001" y="322"/>
                  </a:cubicBezTo>
                  <a:cubicBezTo>
                    <a:pt x="3080" y="322"/>
                    <a:pt x="3145" y="258"/>
                    <a:pt x="3147" y="177"/>
                  </a:cubicBezTo>
                  <a:lnTo>
                    <a:pt x="3147" y="176"/>
                  </a:lnTo>
                  <a:cubicBezTo>
                    <a:pt x="3147" y="92"/>
                    <a:pt x="3080" y="25"/>
                    <a:pt x="2998" y="25"/>
                  </a:cubicBezTo>
                  <a:close/>
                  <a:moveTo>
                    <a:pt x="148" y="27"/>
                  </a:moveTo>
                  <a:cubicBezTo>
                    <a:pt x="66" y="27"/>
                    <a:pt x="1" y="94"/>
                    <a:pt x="1" y="176"/>
                  </a:cubicBezTo>
                  <a:cubicBezTo>
                    <a:pt x="1" y="256"/>
                    <a:pt x="68" y="323"/>
                    <a:pt x="148" y="323"/>
                  </a:cubicBezTo>
                  <a:lnTo>
                    <a:pt x="750" y="323"/>
                  </a:lnTo>
                  <a:cubicBezTo>
                    <a:pt x="832" y="323"/>
                    <a:pt x="899" y="258"/>
                    <a:pt x="899" y="176"/>
                  </a:cubicBezTo>
                  <a:cubicBezTo>
                    <a:pt x="899" y="94"/>
                    <a:pt x="832" y="27"/>
                    <a:pt x="750" y="27"/>
                  </a:cubicBezTo>
                  <a:close/>
                  <a:moveTo>
                    <a:pt x="3667" y="0"/>
                  </a:moveTo>
                  <a:cubicBezTo>
                    <a:pt x="3573" y="0"/>
                    <a:pt x="3495" y="75"/>
                    <a:pt x="3494" y="171"/>
                  </a:cubicBezTo>
                  <a:cubicBezTo>
                    <a:pt x="3494" y="267"/>
                    <a:pt x="3570" y="344"/>
                    <a:pt x="3665" y="345"/>
                  </a:cubicBezTo>
                  <a:lnTo>
                    <a:pt x="3670" y="345"/>
                  </a:lnTo>
                  <a:cubicBezTo>
                    <a:pt x="3763" y="345"/>
                    <a:pt x="3841" y="270"/>
                    <a:pt x="3841" y="174"/>
                  </a:cubicBezTo>
                  <a:lnTo>
                    <a:pt x="3839" y="174"/>
                  </a:lnTo>
                  <a:cubicBezTo>
                    <a:pt x="3841" y="79"/>
                    <a:pt x="3765" y="2"/>
                    <a:pt x="3670" y="0"/>
                  </a:cubicBezTo>
                  <a:cubicBezTo>
                    <a:pt x="3669" y="0"/>
                    <a:pt x="3668" y="0"/>
                    <a:pt x="3667" y="0"/>
                  </a:cubicBezTo>
                  <a:close/>
                  <a:moveTo>
                    <a:pt x="4182" y="0"/>
                  </a:moveTo>
                  <a:cubicBezTo>
                    <a:pt x="4088" y="0"/>
                    <a:pt x="4012" y="75"/>
                    <a:pt x="4010" y="171"/>
                  </a:cubicBezTo>
                  <a:cubicBezTo>
                    <a:pt x="4009" y="267"/>
                    <a:pt x="4086" y="344"/>
                    <a:pt x="4182" y="345"/>
                  </a:cubicBezTo>
                  <a:lnTo>
                    <a:pt x="4183" y="345"/>
                  </a:lnTo>
                  <a:cubicBezTo>
                    <a:pt x="4278" y="345"/>
                    <a:pt x="4354" y="270"/>
                    <a:pt x="4356" y="174"/>
                  </a:cubicBezTo>
                  <a:cubicBezTo>
                    <a:pt x="4357" y="79"/>
                    <a:pt x="4281" y="2"/>
                    <a:pt x="4185" y="0"/>
                  </a:cubicBezTo>
                  <a:cubicBezTo>
                    <a:pt x="4184" y="0"/>
                    <a:pt x="4183" y="0"/>
                    <a:pt x="4182" y="0"/>
                  </a:cubicBezTo>
                  <a:close/>
                  <a:moveTo>
                    <a:pt x="5212" y="0"/>
                  </a:moveTo>
                  <a:cubicBezTo>
                    <a:pt x="5118" y="0"/>
                    <a:pt x="5042" y="75"/>
                    <a:pt x="5041" y="171"/>
                  </a:cubicBezTo>
                  <a:cubicBezTo>
                    <a:pt x="5039" y="267"/>
                    <a:pt x="5115" y="344"/>
                    <a:pt x="5211" y="345"/>
                  </a:cubicBezTo>
                  <a:lnTo>
                    <a:pt x="5215" y="345"/>
                  </a:lnTo>
                  <a:cubicBezTo>
                    <a:pt x="5310" y="345"/>
                    <a:pt x="5386" y="270"/>
                    <a:pt x="5386" y="174"/>
                  </a:cubicBezTo>
                  <a:cubicBezTo>
                    <a:pt x="5388" y="79"/>
                    <a:pt x="5310" y="2"/>
                    <a:pt x="5215" y="0"/>
                  </a:cubicBezTo>
                  <a:cubicBezTo>
                    <a:pt x="5214" y="0"/>
                    <a:pt x="5213" y="0"/>
                    <a:pt x="5212" y="0"/>
                  </a:cubicBezTo>
                  <a:close/>
                  <a:moveTo>
                    <a:pt x="5729" y="0"/>
                  </a:moveTo>
                  <a:cubicBezTo>
                    <a:pt x="5635" y="0"/>
                    <a:pt x="5557" y="75"/>
                    <a:pt x="5556" y="171"/>
                  </a:cubicBezTo>
                  <a:cubicBezTo>
                    <a:pt x="5556" y="267"/>
                    <a:pt x="5632" y="344"/>
                    <a:pt x="5727" y="345"/>
                  </a:cubicBezTo>
                  <a:lnTo>
                    <a:pt x="5729" y="345"/>
                  </a:lnTo>
                  <a:cubicBezTo>
                    <a:pt x="5824" y="345"/>
                    <a:pt x="5901" y="270"/>
                    <a:pt x="5901" y="174"/>
                  </a:cubicBezTo>
                  <a:cubicBezTo>
                    <a:pt x="5903" y="79"/>
                    <a:pt x="5827" y="2"/>
                    <a:pt x="5732" y="0"/>
                  </a:cubicBezTo>
                  <a:cubicBezTo>
                    <a:pt x="5731" y="0"/>
                    <a:pt x="5730" y="0"/>
                    <a:pt x="5729" y="0"/>
                  </a:cubicBezTo>
                  <a:close/>
                  <a:moveTo>
                    <a:pt x="6243" y="0"/>
                  </a:moveTo>
                  <a:cubicBezTo>
                    <a:pt x="6149" y="0"/>
                    <a:pt x="6071" y="75"/>
                    <a:pt x="6071" y="171"/>
                  </a:cubicBezTo>
                  <a:cubicBezTo>
                    <a:pt x="6070" y="267"/>
                    <a:pt x="6146" y="344"/>
                    <a:pt x="6241" y="345"/>
                  </a:cubicBezTo>
                  <a:lnTo>
                    <a:pt x="6245" y="345"/>
                  </a:lnTo>
                  <a:cubicBezTo>
                    <a:pt x="6339" y="345"/>
                    <a:pt x="6417" y="270"/>
                    <a:pt x="6417" y="174"/>
                  </a:cubicBezTo>
                  <a:cubicBezTo>
                    <a:pt x="6417" y="79"/>
                    <a:pt x="6341" y="2"/>
                    <a:pt x="6245" y="0"/>
                  </a:cubicBezTo>
                  <a:cubicBezTo>
                    <a:pt x="6244" y="0"/>
                    <a:pt x="6244" y="0"/>
                    <a:pt x="6243" y="0"/>
                  </a:cubicBezTo>
                  <a:close/>
                  <a:moveTo>
                    <a:pt x="4700" y="2"/>
                  </a:moveTo>
                  <a:cubicBezTo>
                    <a:pt x="4605" y="2"/>
                    <a:pt x="4527" y="79"/>
                    <a:pt x="4527" y="174"/>
                  </a:cubicBezTo>
                  <a:cubicBezTo>
                    <a:pt x="4527" y="270"/>
                    <a:pt x="4605" y="347"/>
                    <a:pt x="4700" y="347"/>
                  </a:cubicBezTo>
                  <a:cubicBezTo>
                    <a:pt x="4795" y="347"/>
                    <a:pt x="4873" y="270"/>
                    <a:pt x="4873" y="174"/>
                  </a:cubicBezTo>
                  <a:cubicBezTo>
                    <a:pt x="4873" y="79"/>
                    <a:pt x="4795" y="2"/>
                    <a:pt x="4700" y="2"/>
                  </a:cubicBezTo>
                  <a:close/>
                  <a:moveTo>
                    <a:pt x="148" y="715"/>
                  </a:moveTo>
                  <a:cubicBezTo>
                    <a:pt x="68" y="715"/>
                    <a:pt x="1" y="782"/>
                    <a:pt x="1" y="862"/>
                  </a:cubicBezTo>
                  <a:cubicBezTo>
                    <a:pt x="1" y="944"/>
                    <a:pt x="66" y="1011"/>
                    <a:pt x="148" y="1011"/>
                  </a:cubicBezTo>
                  <a:lnTo>
                    <a:pt x="750" y="1011"/>
                  </a:lnTo>
                  <a:cubicBezTo>
                    <a:pt x="832" y="1011"/>
                    <a:pt x="899" y="944"/>
                    <a:pt x="899" y="862"/>
                  </a:cubicBezTo>
                  <a:cubicBezTo>
                    <a:pt x="899" y="780"/>
                    <a:pt x="832" y="715"/>
                    <a:pt x="750" y="715"/>
                  </a:cubicBezTo>
                  <a:close/>
                  <a:moveTo>
                    <a:pt x="1418" y="715"/>
                  </a:moveTo>
                  <a:cubicBezTo>
                    <a:pt x="1338" y="715"/>
                    <a:pt x="1274" y="780"/>
                    <a:pt x="1272" y="859"/>
                  </a:cubicBezTo>
                  <a:lnTo>
                    <a:pt x="1272" y="862"/>
                  </a:lnTo>
                  <a:cubicBezTo>
                    <a:pt x="1272" y="944"/>
                    <a:pt x="1339" y="1011"/>
                    <a:pt x="1421" y="1011"/>
                  </a:cubicBezTo>
                  <a:lnTo>
                    <a:pt x="2998" y="1011"/>
                  </a:lnTo>
                  <a:cubicBezTo>
                    <a:pt x="3080" y="1011"/>
                    <a:pt x="3147" y="944"/>
                    <a:pt x="3147" y="862"/>
                  </a:cubicBezTo>
                  <a:cubicBezTo>
                    <a:pt x="3147" y="780"/>
                    <a:pt x="3081" y="715"/>
                    <a:pt x="2999" y="715"/>
                  </a:cubicBezTo>
                  <a:lnTo>
                    <a:pt x="1421" y="715"/>
                  </a:lnTo>
                  <a:cubicBezTo>
                    <a:pt x="1420" y="715"/>
                    <a:pt x="1419" y="715"/>
                    <a:pt x="1418" y="715"/>
                  </a:cubicBezTo>
                  <a:close/>
                  <a:moveTo>
                    <a:pt x="148" y="1401"/>
                  </a:moveTo>
                  <a:cubicBezTo>
                    <a:pt x="66" y="1412"/>
                    <a:pt x="8" y="1486"/>
                    <a:pt x="19" y="1568"/>
                  </a:cubicBezTo>
                  <a:cubicBezTo>
                    <a:pt x="26" y="1636"/>
                    <a:pt x="80" y="1690"/>
                    <a:pt x="148" y="1697"/>
                  </a:cubicBezTo>
                  <a:lnTo>
                    <a:pt x="750" y="1697"/>
                  </a:lnTo>
                  <a:cubicBezTo>
                    <a:pt x="832" y="1697"/>
                    <a:pt x="899" y="1632"/>
                    <a:pt x="899" y="1549"/>
                  </a:cubicBezTo>
                  <a:cubicBezTo>
                    <a:pt x="899" y="1468"/>
                    <a:pt x="832" y="1401"/>
                    <a:pt x="750" y="1401"/>
                  </a:cubicBezTo>
                  <a:close/>
                  <a:moveTo>
                    <a:pt x="1403" y="1400"/>
                  </a:moveTo>
                  <a:cubicBezTo>
                    <a:pt x="1328" y="1400"/>
                    <a:pt x="1264" y="1457"/>
                    <a:pt x="1256" y="1532"/>
                  </a:cubicBezTo>
                  <a:cubicBezTo>
                    <a:pt x="1246" y="1614"/>
                    <a:pt x="1304" y="1689"/>
                    <a:pt x="1385" y="1697"/>
                  </a:cubicBezTo>
                  <a:cubicBezTo>
                    <a:pt x="1391" y="1698"/>
                    <a:pt x="1397" y="1699"/>
                    <a:pt x="1403" y="1699"/>
                  </a:cubicBezTo>
                  <a:cubicBezTo>
                    <a:pt x="1409" y="1699"/>
                    <a:pt x="1415" y="1698"/>
                    <a:pt x="1421" y="1697"/>
                  </a:cubicBezTo>
                  <a:lnTo>
                    <a:pt x="2998" y="1697"/>
                  </a:lnTo>
                  <a:cubicBezTo>
                    <a:pt x="3080" y="1697"/>
                    <a:pt x="3147" y="1630"/>
                    <a:pt x="3147" y="1549"/>
                  </a:cubicBezTo>
                  <a:cubicBezTo>
                    <a:pt x="3147" y="1467"/>
                    <a:pt x="3081" y="1401"/>
                    <a:pt x="2999" y="1401"/>
                  </a:cubicBezTo>
                  <a:lnTo>
                    <a:pt x="1421" y="1401"/>
                  </a:lnTo>
                  <a:cubicBezTo>
                    <a:pt x="1415" y="1400"/>
                    <a:pt x="1409" y="1400"/>
                    <a:pt x="1403" y="1400"/>
                  </a:cubicBezTo>
                  <a:close/>
                  <a:moveTo>
                    <a:pt x="3667" y="1376"/>
                  </a:moveTo>
                  <a:cubicBezTo>
                    <a:pt x="3571" y="1376"/>
                    <a:pt x="3494" y="1453"/>
                    <a:pt x="3494" y="1549"/>
                  </a:cubicBezTo>
                  <a:cubicBezTo>
                    <a:pt x="3494" y="1644"/>
                    <a:pt x="3571" y="1721"/>
                    <a:pt x="3667" y="1721"/>
                  </a:cubicBezTo>
                  <a:lnTo>
                    <a:pt x="3670" y="1721"/>
                  </a:lnTo>
                  <a:cubicBezTo>
                    <a:pt x="3763" y="1721"/>
                    <a:pt x="3839" y="1644"/>
                    <a:pt x="3839" y="1550"/>
                  </a:cubicBezTo>
                  <a:lnTo>
                    <a:pt x="3839" y="1549"/>
                  </a:lnTo>
                  <a:cubicBezTo>
                    <a:pt x="3839" y="1453"/>
                    <a:pt x="3762" y="1376"/>
                    <a:pt x="3667" y="1376"/>
                  </a:cubicBezTo>
                  <a:close/>
                  <a:moveTo>
                    <a:pt x="4183" y="1376"/>
                  </a:moveTo>
                  <a:cubicBezTo>
                    <a:pt x="4088" y="1376"/>
                    <a:pt x="4010" y="1453"/>
                    <a:pt x="4010" y="1549"/>
                  </a:cubicBezTo>
                  <a:cubicBezTo>
                    <a:pt x="4010" y="1644"/>
                    <a:pt x="4088" y="1721"/>
                    <a:pt x="4183" y="1721"/>
                  </a:cubicBezTo>
                  <a:cubicBezTo>
                    <a:pt x="4277" y="1721"/>
                    <a:pt x="4354" y="1647"/>
                    <a:pt x="4356" y="1553"/>
                  </a:cubicBezTo>
                  <a:lnTo>
                    <a:pt x="4356" y="1549"/>
                  </a:lnTo>
                  <a:cubicBezTo>
                    <a:pt x="4356" y="1453"/>
                    <a:pt x="4278" y="1376"/>
                    <a:pt x="4183" y="1376"/>
                  </a:cubicBezTo>
                  <a:close/>
                  <a:moveTo>
                    <a:pt x="4700" y="1377"/>
                  </a:moveTo>
                  <a:cubicBezTo>
                    <a:pt x="4605" y="1388"/>
                    <a:pt x="4536" y="1474"/>
                    <a:pt x="4546" y="1568"/>
                  </a:cubicBezTo>
                  <a:cubicBezTo>
                    <a:pt x="4555" y="1648"/>
                    <a:pt x="4619" y="1712"/>
                    <a:pt x="4700" y="1721"/>
                  </a:cubicBezTo>
                  <a:cubicBezTo>
                    <a:pt x="4795" y="1721"/>
                    <a:pt x="4873" y="1644"/>
                    <a:pt x="4873" y="1549"/>
                  </a:cubicBezTo>
                  <a:cubicBezTo>
                    <a:pt x="4871" y="1453"/>
                    <a:pt x="4794" y="1377"/>
                    <a:pt x="4700" y="1377"/>
                  </a:cubicBezTo>
                  <a:close/>
                  <a:moveTo>
                    <a:pt x="5214" y="1376"/>
                  </a:moveTo>
                  <a:cubicBezTo>
                    <a:pt x="5118" y="1376"/>
                    <a:pt x="5041" y="1453"/>
                    <a:pt x="5041" y="1549"/>
                  </a:cubicBezTo>
                  <a:cubicBezTo>
                    <a:pt x="5041" y="1644"/>
                    <a:pt x="5118" y="1721"/>
                    <a:pt x="5214" y="1721"/>
                  </a:cubicBezTo>
                  <a:lnTo>
                    <a:pt x="5215" y="1721"/>
                  </a:lnTo>
                  <a:cubicBezTo>
                    <a:pt x="5309" y="1721"/>
                    <a:pt x="5386" y="1644"/>
                    <a:pt x="5386" y="1550"/>
                  </a:cubicBezTo>
                  <a:lnTo>
                    <a:pt x="5386" y="1549"/>
                  </a:lnTo>
                  <a:cubicBezTo>
                    <a:pt x="5386" y="1453"/>
                    <a:pt x="5309" y="1376"/>
                    <a:pt x="5214" y="1376"/>
                  </a:cubicBezTo>
                  <a:close/>
                  <a:moveTo>
                    <a:pt x="5729" y="1376"/>
                  </a:moveTo>
                  <a:cubicBezTo>
                    <a:pt x="5633" y="1376"/>
                    <a:pt x="5556" y="1453"/>
                    <a:pt x="5556" y="1549"/>
                  </a:cubicBezTo>
                  <a:cubicBezTo>
                    <a:pt x="5556" y="1644"/>
                    <a:pt x="5633" y="1721"/>
                    <a:pt x="5729" y="1721"/>
                  </a:cubicBezTo>
                  <a:cubicBezTo>
                    <a:pt x="5824" y="1721"/>
                    <a:pt x="5901" y="1647"/>
                    <a:pt x="5901" y="1553"/>
                  </a:cubicBezTo>
                  <a:lnTo>
                    <a:pt x="5901" y="1549"/>
                  </a:lnTo>
                  <a:cubicBezTo>
                    <a:pt x="5901" y="1453"/>
                    <a:pt x="5824" y="1376"/>
                    <a:pt x="5729" y="1376"/>
                  </a:cubicBezTo>
                  <a:close/>
                  <a:moveTo>
                    <a:pt x="6242" y="1376"/>
                  </a:moveTo>
                  <a:cubicBezTo>
                    <a:pt x="6147" y="1376"/>
                    <a:pt x="6070" y="1453"/>
                    <a:pt x="6070" y="1549"/>
                  </a:cubicBezTo>
                  <a:cubicBezTo>
                    <a:pt x="6070" y="1644"/>
                    <a:pt x="6147" y="1721"/>
                    <a:pt x="6242" y="1721"/>
                  </a:cubicBezTo>
                  <a:lnTo>
                    <a:pt x="6245" y="1721"/>
                  </a:lnTo>
                  <a:cubicBezTo>
                    <a:pt x="6339" y="1721"/>
                    <a:pt x="6415" y="1644"/>
                    <a:pt x="6415" y="1550"/>
                  </a:cubicBezTo>
                  <a:lnTo>
                    <a:pt x="6415" y="1549"/>
                  </a:lnTo>
                  <a:cubicBezTo>
                    <a:pt x="6415" y="1453"/>
                    <a:pt x="6338" y="1376"/>
                    <a:pt x="6242" y="1376"/>
                  </a:cubicBezTo>
                  <a:close/>
                  <a:moveTo>
                    <a:pt x="1405" y="2087"/>
                  </a:moveTo>
                  <a:cubicBezTo>
                    <a:pt x="1329" y="2087"/>
                    <a:pt x="1264" y="2142"/>
                    <a:pt x="1256" y="2219"/>
                  </a:cubicBezTo>
                  <a:cubicBezTo>
                    <a:pt x="1246" y="2300"/>
                    <a:pt x="1304" y="2375"/>
                    <a:pt x="1385" y="2384"/>
                  </a:cubicBezTo>
                  <a:cubicBezTo>
                    <a:pt x="1391" y="2385"/>
                    <a:pt x="1397" y="2385"/>
                    <a:pt x="1403" y="2385"/>
                  </a:cubicBezTo>
                  <a:cubicBezTo>
                    <a:pt x="1409" y="2385"/>
                    <a:pt x="1415" y="2385"/>
                    <a:pt x="1421" y="2384"/>
                  </a:cubicBezTo>
                  <a:lnTo>
                    <a:pt x="2998" y="2384"/>
                  </a:lnTo>
                  <a:cubicBezTo>
                    <a:pt x="3080" y="2384"/>
                    <a:pt x="3147" y="2317"/>
                    <a:pt x="3147" y="2235"/>
                  </a:cubicBezTo>
                  <a:cubicBezTo>
                    <a:pt x="3147" y="2153"/>
                    <a:pt x="3081" y="2088"/>
                    <a:pt x="2999" y="2088"/>
                  </a:cubicBezTo>
                  <a:lnTo>
                    <a:pt x="1421" y="2088"/>
                  </a:lnTo>
                  <a:cubicBezTo>
                    <a:pt x="1416" y="2087"/>
                    <a:pt x="1410" y="2087"/>
                    <a:pt x="1405" y="2087"/>
                  </a:cubicBezTo>
                  <a:close/>
                  <a:moveTo>
                    <a:pt x="148" y="2088"/>
                  </a:moveTo>
                  <a:cubicBezTo>
                    <a:pt x="66" y="2098"/>
                    <a:pt x="8" y="2172"/>
                    <a:pt x="19" y="2254"/>
                  </a:cubicBezTo>
                  <a:cubicBezTo>
                    <a:pt x="26" y="2323"/>
                    <a:pt x="80" y="2376"/>
                    <a:pt x="148" y="2385"/>
                  </a:cubicBezTo>
                  <a:lnTo>
                    <a:pt x="750" y="2385"/>
                  </a:lnTo>
                  <a:cubicBezTo>
                    <a:pt x="832" y="2385"/>
                    <a:pt x="899" y="2318"/>
                    <a:pt x="899" y="2235"/>
                  </a:cubicBezTo>
                  <a:cubicBezTo>
                    <a:pt x="899" y="2155"/>
                    <a:pt x="832" y="2088"/>
                    <a:pt x="750" y="2088"/>
                  </a:cubicBezTo>
                  <a:close/>
                  <a:moveTo>
                    <a:pt x="1405" y="2773"/>
                  </a:moveTo>
                  <a:cubicBezTo>
                    <a:pt x="1329" y="2773"/>
                    <a:pt x="1264" y="2829"/>
                    <a:pt x="1256" y="2905"/>
                  </a:cubicBezTo>
                  <a:cubicBezTo>
                    <a:pt x="1246" y="2987"/>
                    <a:pt x="1304" y="3061"/>
                    <a:pt x="1385" y="3070"/>
                  </a:cubicBezTo>
                  <a:cubicBezTo>
                    <a:pt x="1391" y="3071"/>
                    <a:pt x="1397" y="3071"/>
                    <a:pt x="1403" y="3071"/>
                  </a:cubicBezTo>
                  <a:cubicBezTo>
                    <a:pt x="1409" y="3071"/>
                    <a:pt x="1415" y="3071"/>
                    <a:pt x="1421" y="3070"/>
                  </a:cubicBezTo>
                  <a:lnTo>
                    <a:pt x="2998" y="3070"/>
                  </a:lnTo>
                  <a:cubicBezTo>
                    <a:pt x="3080" y="3070"/>
                    <a:pt x="3147" y="3005"/>
                    <a:pt x="3147" y="2921"/>
                  </a:cubicBezTo>
                  <a:cubicBezTo>
                    <a:pt x="3147" y="2841"/>
                    <a:pt x="3081" y="2774"/>
                    <a:pt x="2999" y="2774"/>
                  </a:cubicBezTo>
                  <a:lnTo>
                    <a:pt x="1421" y="2774"/>
                  </a:lnTo>
                  <a:cubicBezTo>
                    <a:pt x="1416" y="2773"/>
                    <a:pt x="1410" y="2773"/>
                    <a:pt x="1405" y="2773"/>
                  </a:cubicBezTo>
                  <a:close/>
                  <a:moveTo>
                    <a:pt x="148" y="2775"/>
                  </a:moveTo>
                  <a:cubicBezTo>
                    <a:pt x="66" y="2784"/>
                    <a:pt x="8" y="2859"/>
                    <a:pt x="19" y="2941"/>
                  </a:cubicBezTo>
                  <a:cubicBezTo>
                    <a:pt x="26" y="3009"/>
                    <a:pt x="80" y="3063"/>
                    <a:pt x="148" y="3072"/>
                  </a:cubicBezTo>
                  <a:lnTo>
                    <a:pt x="750" y="3072"/>
                  </a:lnTo>
                  <a:cubicBezTo>
                    <a:pt x="832" y="3072"/>
                    <a:pt x="899" y="3005"/>
                    <a:pt x="899" y="2921"/>
                  </a:cubicBezTo>
                  <a:cubicBezTo>
                    <a:pt x="899" y="2841"/>
                    <a:pt x="832" y="2775"/>
                    <a:pt x="750" y="2775"/>
                  </a:cubicBezTo>
                  <a:close/>
                  <a:moveTo>
                    <a:pt x="5942" y="3350"/>
                  </a:moveTo>
                  <a:cubicBezTo>
                    <a:pt x="5846" y="3350"/>
                    <a:pt x="5769" y="3428"/>
                    <a:pt x="5769" y="3523"/>
                  </a:cubicBezTo>
                  <a:cubicBezTo>
                    <a:pt x="5769" y="3618"/>
                    <a:pt x="5846" y="3696"/>
                    <a:pt x="5942" y="3696"/>
                  </a:cubicBezTo>
                  <a:lnTo>
                    <a:pt x="5945" y="3696"/>
                  </a:lnTo>
                  <a:cubicBezTo>
                    <a:pt x="6038" y="3696"/>
                    <a:pt x="6114" y="3620"/>
                    <a:pt x="6114" y="3524"/>
                  </a:cubicBezTo>
                  <a:lnTo>
                    <a:pt x="6114" y="3523"/>
                  </a:lnTo>
                  <a:cubicBezTo>
                    <a:pt x="6114" y="3428"/>
                    <a:pt x="6037" y="3350"/>
                    <a:pt x="5942" y="3350"/>
                  </a:cubicBezTo>
                  <a:close/>
                  <a:moveTo>
                    <a:pt x="6972" y="3350"/>
                  </a:moveTo>
                  <a:cubicBezTo>
                    <a:pt x="6877" y="3350"/>
                    <a:pt x="6799" y="3428"/>
                    <a:pt x="6799" y="3523"/>
                  </a:cubicBezTo>
                  <a:cubicBezTo>
                    <a:pt x="6799" y="3618"/>
                    <a:pt x="6877" y="3696"/>
                    <a:pt x="6972" y="3696"/>
                  </a:cubicBezTo>
                  <a:lnTo>
                    <a:pt x="6975" y="3696"/>
                  </a:lnTo>
                  <a:cubicBezTo>
                    <a:pt x="7069" y="3696"/>
                    <a:pt x="7145" y="3620"/>
                    <a:pt x="7145" y="3524"/>
                  </a:cubicBezTo>
                  <a:lnTo>
                    <a:pt x="7145" y="3523"/>
                  </a:lnTo>
                  <a:cubicBezTo>
                    <a:pt x="7145" y="3428"/>
                    <a:pt x="7067" y="3350"/>
                    <a:pt x="6972" y="3350"/>
                  </a:cubicBezTo>
                  <a:close/>
                  <a:moveTo>
                    <a:pt x="8004" y="3350"/>
                  </a:moveTo>
                  <a:cubicBezTo>
                    <a:pt x="7908" y="3350"/>
                    <a:pt x="7831" y="3428"/>
                    <a:pt x="7831" y="3523"/>
                  </a:cubicBezTo>
                  <a:cubicBezTo>
                    <a:pt x="7831" y="3618"/>
                    <a:pt x="7908" y="3696"/>
                    <a:pt x="8004" y="3696"/>
                  </a:cubicBezTo>
                  <a:cubicBezTo>
                    <a:pt x="8099" y="3696"/>
                    <a:pt x="8175" y="3620"/>
                    <a:pt x="8175" y="3524"/>
                  </a:cubicBezTo>
                  <a:lnTo>
                    <a:pt x="8175" y="3523"/>
                  </a:lnTo>
                  <a:lnTo>
                    <a:pt x="8176" y="3523"/>
                  </a:lnTo>
                  <a:cubicBezTo>
                    <a:pt x="8176" y="3428"/>
                    <a:pt x="8099" y="3350"/>
                    <a:pt x="8004" y="3350"/>
                  </a:cubicBezTo>
                  <a:close/>
                  <a:moveTo>
                    <a:pt x="5428" y="3350"/>
                  </a:moveTo>
                  <a:cubicBezTo>
                    <a:pt x="5333" y="3350"/>
                    <a:pt x="5255" y="3428"/>
                    <a:pt x="5255" y="3523"/>
                  </a:cubicBezTo>
                  <a:cubicBezTo>
                    <a:pt x="5255" y="3618"/>
                    <a:pt x="5333" y="3696"/>
                    <a:pt x="5428" y="3696"/>
                  </a:cubicBezTo>
                  <a:cubicBezTo>
                    <a:pt x="5429" y="3696"/>
                    <a:pt x="5430" y="3696"/>
                    <a:pt x="5431" y="3696"/>
                  </a:cubicBezTo>
                  <a:cubicBezTo>
                    <a:pt x="5525" y="3696"/>
                    <a:pt x="5601" y="3620"/>
                    <a:pt x="5601" y="3527"/>
                  </a:cubicBezTo>
                  <a:lnTo>
                    <a:pt x="5601" y="3523"/>
                  </a:lnTo>
                  <a:cubicBezTo>
                    <a:pt x="5601" y="3428"/>
                    <a:pt x="5523" y="3350"/>
                    <a:pt x="5428" y="3350"/>
                  </a:cubicBezTo>
                  <a:close/>
                  <a:moveTo>
                    <a:pt x="6458" y="3350"/>
                  </a:moveTo>
                  <a:cubicBezTo>
                    <a:pt x="6363" y="3350"/>
                    <a:pt x="6286" y="3428"/>
                    <a:pt x="6286" y="3523"/>
                  </a:cubicBezTo>
                  <a:cubicBezTo>
                    <a:pt x="6286" y="3618"/>
                    <a:pt x="6363" y="3696"/>
                    <a:pt x="6458" y="3696"/>
                  </a:cubicBezTo>
                  <a:cubicBezTo>
                    <a:pt x="6459" y="3696"/>
                    <a:pt x="6460" y="3696"/>
                    <a:pt x="6461" y="3696"/>
                  </a:cubicBezTo>
                  <a:cubicBezTo>
                    <a:pt x="6554" y="3696"/>
                    <a:pt x="6630" y="3620"/>
                    <a:pt x="6631" y="3527"/>
                  </a:cubicBezTo>
                  <a:lnTo>
                    <a:pt x="6631" y="3523"/>
                  </a:lnTo>
                  <a:cubicBezTo>
                    <a:pt x="6631" y="3428"/>
                    <a:pt x="6554" y="3350"/>
                    <a:pt x="6458" y="3350"/>
                  </a:cubicBezTo>
                  <a:close/>
                  <a:moveTo>
                    <a:pt x="7489" y="3350"/>
                  </a:moveTo>
                  <a:cubicBezTo>
                    <a:pt x="7393" y="3350"/>
                    <a:pt x="7316" y="3428"/>
                    <a:pt x="7316" y="3523"/>
                  </a:cubicBezTo>
                  <a:cubicBezTo>
                    <a:pt x="7316" y="3618"/>
                    <a:pt x="7393" y="3696"/>
                    <a:pt x="7489" y="3696"/>
                  </a:cubicBezTo>
                  <a:cubicBezTo>
                    <a:pt x="7490" y="3696"/>
                    <a:pt x="7490" y="3696"/>
                    <a:pt x="7491" y="3696"/>
                  </a:cubicBezTo>
                  <a:cubicBezTo>
                    <a:pt x="7584" y="3696"/>
                    <a:pt x="7660" y="3620"/>
                    <a:pt x="7661" y="3527"/>
                  </a:cubicBezTo>
                  <a:lnTo>
                    <a:pt x="7661" y="3523"/>
                  </a:lnTo>
                  <a:cubicBezTo>
                    <a:pt x="7661" y="3428"/>
                    <a:pt x="7584" y="3350"/>
                    <a:pt x="7489" y="3350"/>
                  </a:cubicBezTo>
                  <a:close/>
                  <a:moveTo>
                    <a:pt x="148" y="3462"/>
                  </a:moveTo>
                  <a:cubicBezTo>
                    <a:pt x="66" y="3471"/>
                    <a:pt x="8" y="3545"/>
                    <a:pt x="19" y="3627"/>
                  </a:cubicBezTo>
                  <a:cubicBezTo>
                    <a:pt x="26" y="3696"/>
                    <a:pt x="80" y="3749"/>
                    <a:pt x="148" y="3758"/>
                  </a:cubicBezTo>
                  <a:lnTo>
                    <a:pt x="750" y="3758"/>
                  </a:lnTo>
                  <a:cubicBezTo>
                    <a:pt x="832" y="3758"/>
                    <a:pt x="899" y="3691"/>
                    <a:pt x="899" y="3609"/>
                  </a:cubicBezTo>
                  <a:cubicBezTo>
                    <a:pt x="899" y="3527"/>
                    <a:pt x="832" y="3462"/>
                    <a:pt x="750" y="3462"/>
                  </a:cubicBezTo>
                  <a:close/>
                  <a:moveTo>
                    <a:pt x="3309" y="3460"/>
                  </a:moveTo>
                  <a:cubicBezTo>
                    <a:pt x="3227" y="3471"/>
                    <a:pt x="3169" y="3545"/>
                    <a:pt x="3178" y="3627"/>
                  </a:cubicBezTo>
                  <a:cubicBezTo>
                    <a:pt x="3187" y="3696"/>
                    <a:pt x="3241" y="3749"/>
                    <a:pt x="3309" y="3758"/>
                  </a:cubicBezTo>
                  <a:lnTo>
                    <a:pt x="4887" y="3758"/>
                  </a:lnTo>
                  <a:cubicBezTo>
                    <a:pt x="4969" y="3758"/>
                    <a:pt x="5036" y="3691"/>
                    <a:pt x="5036" y="3608"/>
                  </a:cubicBezTo>
                  <a:cubicBezTo>
                    <a:pt x="5035" y="3527"/>
                    <a:pt x="4968" y="3460"/>
                    <a:pt x="4887" y="3460"/>
                  </a:cubicBezTo>
                  <a:close/>
                  <a:moveTo>
                    <a:pt x="148" y="4148"/>
                  </a:moveTo>
                  <a:cubicBezTo>
                    <a:pt x="66" y="4157"/>
                    <a:pt x="8" y="4232"/>
                    <a:pt x="19" y="4314"/>
                  </a:cubicBezTo>
                  <a:cubicBezTo>
                    <a:pt x="26" y="4382"/>
                    <a:pt x="80" y="4436"/>
                    <a:pt x="148" y="4445"/>
                  </a:cubicBezTo>
                  <a:lnTo>
                    <a:pt x="750" y="4445"/>
                  </a:lnTo>
                  <a:cubicBezTo>
                    <a:pt x="832" y="4445"/>
                    <a:pt x="899" y="4378"/>
                    <a:pt x="899" y="4296"/>
                  </a:cubicBezTo>
                  <a:cubicBezTo>
                    <a:pt x="899" y="4214"/>
                    <a:pt x="832" y="4148"/>
                    <a:pt x="750" y="4148"/>
                  </a:cubicBezTo>
                  <a:close/>
                  <a:moveTo>
                    <a:pt x="3309" y="4148"/>
                  </a:moveTo>
                  <a:cubicBezTo>
                    <a:pt x="3227" y="4157"/>
                    <a:pt x="3169" y="4232"/>
                    <a:pt x="3178" y="4314"/>
                  </a:cubicBezTo>
                  <a:cubicBezTo>
                    <a:pt x="3187" y="4382"/>
                    <a:pt x="3241" y="4436"/>
                    <a:pt x="3309" y="4445"/>
                  </a:cubicBezTo>
                  <a:lnTo>
                    <a:pt x="4887" y="4445"/>
                  </a:lnTo>
                  <a:cubicBezTo>
                    <a:pt x="4969" y="4445"/>
                    <a:pt x="5036" y="4378"/>
                    <a:pt x="5036" y="4294"/>
                  </a:cubicBezTo>
                  <a:cubicBezTo>
                    <a:pt x="5035" y="4214"/>
                    <a:pt x="4968" y="4148"/>
                    <a:pt x="4887" y="4148"/>
                  </a:cubicBezTo>
                  <a:close/>
                  <a:moveTo>
                    <a:pt x="5942" y="4766"/>
                  </a:moveTo>
                  <a:cubicBezTo>
                    <a:pt x="5846" y="4766"/>
                    <a:pt x="5769" y="4844"/>
                    <a:pt x="5769" y="4939"/>
                  </a:cubicBezTo>
                  <a:cubicBezTo>
                    <a:pt x="5769" y="5034"/>
                    <a:pt x="5846" y="5112"/>
                    <a:pt x="5942" y="5112"/>
                  </a:cubicBezTo>
                  <a:lnTo>
                    <a:pt x="5945" y="5112"/>
                  </a:lnTo>
                  <a:cubicBezTo>
                    <a:pt x="6038" y="5112"/>
                    <a:pt x="6114" y="5036"/>
                    <a:pt x="6114" y="4940"/>
                  </a:cubicBezTo>
                  <a:lnTo>
                    <a:pt x="6114" y="4939"/>
                  </a:lnTo>
                  <a:cubicBezTo>
                    <a:pt x="6114" y="4844"/>
                    <a:pt x="6037" y="4766"/>
                    <a:pt x="5942" y="4766"/>
                  </a:cubicBezTo>
                  <a:close/>
                  <a:moveTo>
                    <a:pt x="6972" y="4766"/>
                  </a:moveTo>
                  <a:cubicBezTo>
                    <a:pt x="6877" y="4766"/>
                    <a:pt x="6799" y="4844"/>
                    <a:pt x="6799" y="4939"/>
                  </a:cubicBezTo>
                  <a:cubicBezTo>
                    <a:pt x="6799" y="5034"/>
                    <a:pt x="6877" y="5112"/>
                    <a:pt x="6972" y="5112"/>
                  </a:cubicBezTo>
                  <a:lnTo>
                    <a:pt x="6975" y="5112"/>
                  </a:lnTo>
                  <a:cubicBezTo>
                    <a:pt x="7069" y="5112"/>
                    <a:pt x="7145" y="5036"/>
                    <a:pt x="7145" y="4940"/>
                  </a:cubicBezTo>
                  <a:lnTo>
                    <a:pt x="7145" y="4939"/>
                  </a:lnTo>
                  <a:cubicBezTo>
                    <a:pt x="7145" y="4844"/>
                    <a:pt x="7067" y="4766"/>
                    <a:pt x="6972" y="4766"/>
                  </a:cubicBezTo>
                  <a:close/>
                  <a:moveTo>
                    <a:pt x="8004" y="4766"/>
                  </a:moveTo>
                  <a:cubicBezTo>
                    <a:pt x="7908" y="4766"/>
                    <a:pt x="7831" y="4844"/>
                    <a:pt x="7831" y="4939"/>
                  </a:cubicBezTo>
                  <a:cubicBezTo>
                    <a:pt x="7831" y="5034"/>
                    <a:pt x="7908" y="5112"/>
                    <a:pt x="8004" y="5112"/>
                  </a:cubicBezTo>
                  <a:cubicBezTo>
                    <a:pt x="8099" y="5112"/>
                    <a:pt x="8175" y="5036"/>
                    <a:pt x="8175" y="4940"/>
                  </a:cubicBezTo>
                  <a:lnTo>
                    <a:pt x="8175" y="4939"/>
                  </a:lnTo>
                  <a:lnTo>
                    <a:pt x="8176" y="4939"/>
                  </a:lnTo>
                  <a:cubicBezTo>
                    <a:pt x="8176" y="4844"/>
                    <a:pt x="8099" y="4766"/>
                    <a:pt x="8004" y="4766"/>
                  </a:cubicBezTo>
                  <a:close/>
                  <a:moveTo>
                    <a:pt x="5428" y="4766"/>
                  </a:moveTo>
                  <a:cubicBezTo>
                    <a:pt x="5333" y="4766"/>
                    <a:pt x="5255" y="4844"/>
                    <a:pt x="5255" y="4939"/>
                  </a:cubicBezTo>
                  <a:cubicBezTo>
                    <a:pt x="5255" y="5034"/>
                    <a:pt x="5333" y="5112"/>
                    <a:pt x="5428" y="5112"/>
                  </a:cubicBezTo>
                  <a:cubicBezTo>
                    <a:pt x="5429" y="5112"/>
                    <a:pt x="5430" y="5112"/>
                    <a:pt x="5431" y="5112"/>
                  </a:cubicBezTo>
                  <a:cubicBezTo>
                    <a:pt x="5525" y="5112"/>
                    <a:pt x="5601" y="5036"/>
                    <a:pt x="5601" y="4943"/>
                  </a:cubicBezTo>
                  <a:lnTo>
                    <a:pt x="5601" y="4939"/>
                  </a:lnTo>
                  <a:cubicBezTo>
                    <a:pt x="5601" y="4844"/>
                    <a:pt x="5523" y="4766"/>
                    <a:pt x="5428" y="4766"/>
                  </a:cubicBezTo>
                  <a:close/>
                  <a:moveTo>
                    <a:pt x="6458" y="4766"/>
                  </a:moveTo>
                  <a:cubicBezTo>
                    <a:pt x="6363" y="4766"/>
                    <a:pt x="6286" y="4844"/>
                    <a:pt x="6286" y="4939"/>
                  </a:cubicBezTo>
                  <a:cubicBezTo>
                    <a:pt x="6286" y="5034"/>
                    <a:pt x="6363" y="5112"/>
                    <a:pt x="6458" y="5112"/>
                  </a:cubicBezTo>
                  <a:cubicBezTo>
                    <a:pt x="6459" y="5112"/>
                    <a:pt x="6460" y="5112"/>
                    <a:pt x="6461" y="5112"/>
                  </a:cubicBezTo>
                  <a:cubicBezTo>
                    <a:pt x="6554" y="5112"/>
                    <a:pt x="6630" y="5036"/>
                    <a:pt x="6631" y="4943"/>
                  </a:cubicBezTo>
                  <a:lnTo>
                    <a:pt x="6631" y="4939"/>
                  </a:lnTo>
                  <a:cubicBezTo>
                    <a:pt x="6631" y="4844"/>
                    <a:pt x="6554" y="4766"/>
                    <a:pt x="6458" y="4766"/>
                  </a:cubicBezTo>
                  <a:close/>
                  <a:moveTo>
                    <a:pt x="7489" y="4766"/>
                  </a:moveTo>
                  <a:cubicBezTo>
                    <a:pt x="7393" y="4766"/>
                    <a:pt x="7316" y="4844"/>
                    <a:pt x="7316" y="4939"/>
                  </a:cubicBezTo>
                  <a:cubicBezTo>
                    <a:pt x="7316" y="5034"/>
                    <a:pt x="7393" y="5112"/>
                    <a:pt x="7489" y="5112"/>
                  </a:cubicBezTo>
                  <a:cubicBezTo>
                    <a:pt x="7490" y="5112"/>
                    <a:pt x="7490" y="5112"/>
                    <a:pt x="7491" y="5112"/>
                  </a:cubicBezTo>
                  <a:cubicBezTo>
                    <a:pt x="7584" y="5112"/>
                    <a:pt x="7660" y="5036"/>
                    <a:pt x="7661" y="4943"/>
                  </a:cubicBezTo>
                  <a:lnTo>
                    <a:pt x="7661" y="4939"/>
                  </a:lnTo>
                  <a:cubicBezTo>
                    <a:pt x="7661" y="4844"/>
                    <a:pt x="7584" y="4766"/>
                    <a:pt x="7489" y="4766"/>
                  </a:cubicBezTo>
                  <a:close/>
                  <a:moveTo>
                    <a:pt x="148" y="4835"/>
                  </a:moveTo>
                  <a:cubicBezTo>
                    <a:pt x="66" y="4845"/>
                    <a:pt x="8" y="4919"/>
                    <a:pt x="19" y="5001"/>
                  </a:cubicBezTo>
                  <a:cubicBezTo>
                    <a:pt x="26" y="5068"/>
                    <a:pt x="80" y="5123"/>
                    <a:pt x="148" y="5131"/>
                  </a:cubicBezTo>
                  <a:lnTo>
                    <a:pt x="750" y="5131"/>
                  </a:lnTo>
                  <a:cubicBezTo>
                    <a:pt x="832" y="5131"/>
                    <a:pt x="899" y="5065"/>
                    <a:pt x="899" y="4984"/>
                  </a:cubicBezTo>
                  <a:cubicBezTo>
                    <a:pt x="899" y="4902"/>
                    <a:pt x="832" y="4835"/>
                    <a:pt x="750" y="4835"/>
                  </a:cubicBezTo>
                  <a:close/>
                  <a:moveTo>
                    <a:pt x="3309" y="4835"/>
                  </a:moveTo>
                  <a:cubicBezTo>
                    <a:pt x="3227" y="4844"/>
                    <a:pt x="3169" y="4918"/>
                    <a:pt x="3178" y="5000"/>
                  </a:cubicBezTo>
                  <a:cubicBezTo>
                    <a:pt x="3187" y="5068"/>
                    <a:pt x="3241" y="5122"/>
                    <a:pt x="3309" y="5131"/>
                  </a:cubicBezTo>
                  <a:lnTo>
                    <a:pt x="4887" y="5131"/>
                  </a:lnTo>
                  <a:cubicBezTo>
                    <a:pt x="4969" y="5131"/>
                    <a:pt x="5035" y="5065"/>
                    <a:pt x="5036" y="4984"/>
                  </a:cubicBezTo>
                  <a:cubicBezTo>
                    <a:pt x="5036" y="4902"/>
                    <a:pt x="4969" y="4835"/>
                    <a:pt x="4887" y="483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96;p40">
              <a:extLst>
                <a:ext uri="{FF2B5EF4-FFF2-40B4-BE49-F238E27FC236}">
                  <a16:creationId xmlns:a16="http://schemas.microsoft.com/office/drawing/2014/main" id="{D77E4B13-DD9B-F385-CA83-5A9885912DC2}"/>
                </a:ext>
              </a:extLst>
            </p:cNvPr>
            <p:cNvSpPr/>
            <p:nvPr/>
          </p:nvSpPr>
          <p:spPr>
            <a:xfrm>
              <a:off x="4779175" y="4910650"/>
              <a:ext cx="1850" cy="300"/>
            </a:xfrm>
            <a:custGeom>
              <a:avLst/>
              <a:gdLst/>
              <a:ahLst/>
              <a:cxnLst/>
              <a:rect l="l" t="t" r="r" b="b"/>
              <a:pathLst>
                <a:path w="74" h="12" extrusionOk="0">
                  <a:moveTo>
                    <a:pt x="1" y="1"/>
                  </a:moveTo>
                  <a:lnTo>
                    <a:pt x="74" y="1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97;p40">
              <a:extLst>
                <a:ext uri="{FF2B5EF4-FFF2-40B4-BE49-F238E27FC236}">
                  <a16:creationId xmlns:a16="http://schemas.microsoft.com/office/drawing/2014/main" id="{491E2476-F46E-CDBC-4362-C45E828CBA37}"/>
                </a:ext>
              </a:extLst>
            </p:cNvPr>
            <p:cNvSpPr/>
            <p:nvPr/>
          </p:nvSpPr>
          <p:spPr>
            <a:xfrm>
              <a:off x="4776500" y="4907975"/>
              <a:ext cx="7175" cy="5600"/>
            </a:xfrm>
            <a:custGeom>
              <a:avLst/>
              <a:gdLst/>
              <a:ahLst/>
              <a:cxnLst/>
              <a:rect l="l" t="t" r="r" b="b"/>
              <a:pathLst>
                <a:path w="287" h="224" extrusionOk="0">
                  <a:moveTo>
                    <a:pt x="106" y="1"/>
                  </a:moveTo>
                  <a:cubicBezTo>
                    <a:pt x="55" y="1"/>
                    <a:pt x="10" y="39"/>
                    <a:pt x="2" y="91"/>
                  </a:cubicBezTo>
                  <a:cubicBezTo>
                    <a:pt x="0" y="97"/>
                    <a:pt x="0" y="102"/>
                    <a:pt x="0" y="108"/>
                  </a:cubicBezTo>
                  <a:cubicBezTo>
                    <a:pt x="0" y="160"/>
                    <a:pt x="39" y="205"/>
                    <a:pt x="91" y="214"/>
                  </a:cubicBezTo>
                  <a:lnTo>
                    <a:pt x="164" y="224"/>
                  </a:lnTo>
                  <a:lnTo>
                    <a:pt x="181" y="224"/>
                  </a:lnTo>
                  <a:cubicBezTo>
                    <a:pt x="233" y="224"/>
                    <a:pt x="277" y="187"/>
                    <a:pt x="285" y="133"/>
                  </a:cubicBezTo>
                  <a:cubicBezTo>
                    <a:pt x="286" y="129"/>
                    <a:pt x="286" y="123"/>
                    <a:pt x="286" y="118"/>
                  </a:cubicBezTo>
                  <a:cubicBezTo>
                    <a:pt x="286" y="66"/>
                    <a:pt x="249" y="20"/>
                    <a:pt x="195" y="12"/>
                  </a:cubicBezTo>
                  <a:lnTo>
                    <a:pt x="122" y="2"/>
                  </a:lnTo>
                  <a:cubicBezTo>
                    <a:pt x="117" y="1"/>
                    <a:pt x="112" y="1"/>
                    <a:pt x="1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98;p40">
              <a:extLst>
                <a:ext uri="{FF2B5EF4-FFF2-40B4-BE49-F238E27FC236}">
                  <a16:creationId xmlns:a16="http://schemas.microsoft.com/office/drawing/2014/main" id="{08F70929-EA2C-F984-D5D0-AF3505E26C23}"/>
                </a:ext>
              </a:extLst>
            </p:cNvPr>
            <p:cNvSpPr/>
            <p:nvPr/>
          </p:nvSpPr>
          <p:spPr>
            <a:xfrm>
              <a:off x="4804825" y="4914350"/>
              <a:ext cx="23625" cy="2650"/>
            </a:xfrm>
            <a:custGeom>
              <a:avLst/>
              <a:gdLst/>
              <a:ahLst/>
              <a:cxnLst/>
              <a:rect l="l" t="t" r="r" b="b"/>
              <a:pathLst>
                <a:path w="945" h="106" extrusionOk="0">
                  <a:moveTo>
                    <a:pt x="0" y="0"/>
                  </a:moveTo>
                  <a:cubicBezTo>
                    <a:pt x="49" y="6"/>
                    <a:pt x="97" y="12"/>
                    <a:pt x="146" y="18"/>
                  </a:cubicBezTo>
                  <a:lnTo>
                    <a:pt x="146" y="18"/>
                  </a:lnTo>
                  <a:cubicBezTo>
                    <a:pt x="97" y="12"/>
                    <a:pt x="49" y="6"/>
                    <a:pt x="0" y="0"/>
                  </a:cubicBezTo>
                  <a:close/>
                  <a:moveTo>
                    <a:pt x="146" y="18"/>
                  </a:moveTo>
                  <a:lnTo>
                    <a:pt x="146" y="18"/>
                  </a:lnTo>
                  <a:cubicBezTo>
                    <a:pt x="370" y="46"/>
                    <a:pt x="593" y="71"/>
                    <a:pt x="815" y="93"/>
                  </a:cubicBezTo>
                  <a:lnTo>
                    <a:pt x="815" y="93"/>
                  </a:lnTo>
                  <a:cubicBezTo>
                    <a:pt x="593" y="69"/>
                    <a:pt x="369" y="45"/>
                    <a:pt x="146" y="18"/>
                  </a:cubicBezTo>
                  <a:close/>
                  <a:moveTo>
                    <a:pt x="815" y="93"/>
                  </a:moveTo>
                  <a:cubicBezTo>
                    <a:pt x="822" y="94"/>
                    <a:pt x="829" y="95"/>
                    <a:pt x="836" y="95"/>
                  </a:cubicBezTo>
                  <a:lnTo>
                    <a:pt x="911" y="103"/>
                  </a:lnTo>
                  <a:lnTo>
                    <a:pt x="911" y="103"/>
                  </a:lnTo>
                  <a:cubicBezTo>
                    <a:pt x="879" y="100"/>
                    <a:pt x="847" y="96"/>
                    <a:pt x="815" y="93"/>
                  </a:cubicBezTo>
                  <a:close/>
                  <a:moveTo>
                    <a:pt x="911" y="103"/>
                  </a:moveTo>
                  <a:cubicBezTo>
                    <a:pt x="922" y="104"/>
                    <a:pt x="933" y="105"/>
                    <a:pt x="944" y="106"/>
                  </a:cubicBezTo>
                  <a:lnTo>
                    <a:pt x="911" y="103"/>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99;p40">
              <a:extLst>
                <a:ext uri="{FF2B5EF4-FFF2-40B4-BE49-F238E27FC236}">
                  <a16:creationId xmlns:a16="http://schemas.microsoft.com/office/drawing/2014/main" id="{C5007573-B3F1-1099-A2E5-883CD0866CD8}"/>
                </a:ext>
              </a:extLst>
            </p:cNvPr>
            <p:cNvSpPr/>
            <p:nvPr/>
          </p:nvSpPr>
          <p:spPr>
            <a:xfrm>
              <a:off x="4801950" y="4911675"/>
              <a:ext cx="29300" cy="8025"/>
            </a:xfrm>
            <a:custGeom>
              <a:avLst/>
              <a:gdLst/>
              <a:ahLst/>
              <a:cxnLst/>
              <a:rect l="l" t="t" r="r" b="b"/>
              <a:pathLst>
                <a:path w="1172" h="321" extrusionOk="0">
                  <a:moveTo>
                    <a:pt x="115" y="1"/>
                  </a:moveTo>
                  <a:cubicBezTo>
                    <a:pt x="62" y="1"/>
                    <a:pt x="16" y="39"/>
                    <a:pt x="8" y="94"/>
                  </a:cubicBezTo>
                  <a:cubicBezTo>
                    <a:pt x="1" y="152"/>
                    <a:pt x="42" y="205"/>
                    <a:pt x="101" y="213"/>
                  </a:cubicBezTo>
                  <a:cubicBezTo>
                    <a:pt x="171" y="222"/>
                    <a:pt x="239" y="229"/>
                    <a:pt x="307" y="238"/>
                  </a:cubicBezTo>
                  <a:cubicBezTo>
                    <a:pt x="574" y="271"/>
                    <a:pt x="818" y="298"/>
                    <a:pt x="1049" y="320"/>
                  </a:cubicBezTo>
                  <a:lnTo>
                    <a:pt x="1059" y="320"/>
                  </a:lnTo>
                  <a:cubicBezTo>
                    <a:pt x="1114" y="320"/>
                    <a:pt x="1161" y="278"/>
                    <a:pt x="1165" y="223"/>
                  </a:cubicBezTo>
                  <a:cubicBezTo>
                    <a:pt x="1171" y="165"/>
                    <a:pt x="1128" y="113"/>
                    <a:pt x="1070" y="107"/>
                  </a:cubicBezTo>
                  <a:lnTo>
                    <a:pt x="934" y="94"/>
                  </a:lnTo>
                  <a:cubicBezTo>
                    <a:pt x="735" y="71"/>
                    <a:pt x="535" y="51"/>
                    <a:pt x="334" y="27"/>
                  </a:cubicBezTo>
                  <a:cubicBezTo>
                    <a:pt x="267" y="18"/>
                    <a:pt x="199" y="10"/>
                    <a:pt x="129" y="1"/>
                  </a:cubicBezTo>
                  <a:cubicBezTo>
                    <a:pt x="124" y="1"/>
                    <a:pt x="120" y="1"/>
                    <a:pt x="11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00;p40">
              <a:extLst>
                <a:ext uri="{FF2B5EF4-FFF2-40B4-BE49-F238E27FC236}">
                  <a16:creationId xmlns:a16="http://schemas.microsoft.com/office/drawing/2014/main" id="{AE2F8D00-9280-2F94-5BB1-DAD7719AFE1D}"/>
                </a:ext>
              </a:extLst>
            </p:cNvPr>
            <p:cNvSpPr/>
            <p:nvPr/>
          </p:nvSpPr>
          <p:spPr>
            <a:xfrm>
              <a:off x="5252950" y="3360675"/>
              <a:ext cx="3575" cy="1250"/>
            </a:xfrm>
            <a:custGeom>
              <a:avLst/>
              <a:gdLst/>
              <a:ahLst/>
              <a:cxnLst/>
              <a:rect l="l" t="t" r="r" b="b"/>
              <a:pathLst>
                <a:path w="143" h="50" extrusionOk="0">
                  <a:moveTo>
                    <a:pt x="1" y="0"/>
                  </a:moveTo>
                  <a:lnTo>
                    <a:pt x="45" y="17"/>
                  </a:lnTo>
                  <a:lnTo>
                    <a:pt x="142" y="50"/>
                  </a:lnTo>
                  <a:lnTo>
                    <a:pt x="142" y="50"/>
                  </a:lnTo>
                  <a:lnTo>
                    <a:pt x="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01;p40">
              <a:extLst>
                <a:ext uri="{FF2B5EF4-FFF2-40B4-BE49-F238E27FC236}">
                  <a16:creationId xmlns:a16="http://schemas.microsoft.com/office/drawing/2014/main" id="{C9FD2488-0007-3B5C-7D2E-1CC1A1DED670}"/>
                </a:ext>
              </a:extLst>
            </p:cNvPr>
            <p:cNvSpPr/>
            <p:nvPr/>
          </p:nvSpPr>
          <p:spPr>
            <a:xfrm>
              <a:off x="5249975" y="3358000"/>
              <a:ext cx="9525" cy="6575"/>
            </a:xfrm>
            <a:custGeom>
              <a:avLst/>
              <a:gdLst/>
              <a:ahLst/>
              <a:cxnLst/>
              <a:rect l="l" t="t" r="r" b="b"/>
              <a:pathLst>
                <a:path w="381" h="263" extrusionOk="0">
                  <a:moveTo>
                    <a:pt x="120" y="0"/>
                  </a:moveTo>
                  <a:cubicBezTo>
                    <a:pt x="77" y="0"/>
                    <a:pt x="36" y="27"/>
                    <a:pt x="20" y="70"/>
                  </a:cubicBezTo>
                  <a:cubicBezTo>
                    <a:pt x="1" y="125"/>
                    <a:pt x="27" y="186"/>
                    <a:pt x="82" y="207"/>
                  </a:cubicBezTo>
                  <a:lnTo>
                    <a:pt x="227" y="258"/>
                  </a:lnTo>
                  <a:cubicBezTo>
                    <a:pt x="239" y="261"/>
                    <a:pt x="249" y="262"/>
                    <a:pt x="261" y="262"/>
                  </a:cubicBezTo>
                  <a:cubicBezTo>
                    <a:pt x="304" y="262"/>
                    <a:pt x="346" y="236"/>
                    <a:pt x="361" y="191"/>
                  </a:cubicBezTo>
                  <a:cubicBezTo>
                    <a:pt x="380" y="134"/>
                    <a:pt x="350" y="75"/>
                    <a:pt x="295" y="55"/>
                  </a:cubicBezTo>
                  <a:lnTo>
                    <a:pt x="155" y="6"/>
                  </a:lnTo>
                  <a:cubicBezTo>
                    <a:pt x="144" y="2"/>
                    <a:pt x="132" y="0"/>
                    <a:pt x="12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02;p40">
              <a:extLst>
                <a:ext uri="{FF2B5EF4-FFF2-40B4-BE49-F238E27FC236}">
                  <a16:creationId xmlns:a16="http://schemas.microsoft.com/office/drawing/2014/main" id="{C9BCEDFE-9268-85B8-6F0C-50863067D11C}"/>
                </a:ext>
              </a:extLst>
            </p:cNvPr>
            <p:cNvSpPr/>
            <p:nvPr/>
          </p:nvSpPr>
          <p:spPr>
            <a:xfrm>
              <a:off x="4811750" y="4674325"/>
              <a:ext cx="539975" cy="642400"/>
            </a:xfrm>
            <a:custGeom>
              <a:avLst/>
              <a:gdLst/>
              <a:ahLst/>
              <a:cxnLst/>
              <a:rect l="l" t="t" r="r" b="b"/>
              <a:pathLst>
                <a:path w="21599" h="25696" extrusionOk="0">
                  <a:moveTo>
                    <a:pt x="0" y="1"/>
                  </a:moveTo>
                  <a:lnTo>
                    <a:pt x="0" y="14896"/>
                  </a:lnTo>
                  <a:cubicBezTo>
                    <a:pt x="0" y="20861"/>
                    <a:pt x="4835" y="25695"/>
                    <a:pt x="10800" y="25695"/>
                  </a:cubicBezTo>
                  <a:cubicBezTo>
                    <a:pt x="16764" y="25695"/>
                    <a:pt x="21599" y="20861"/>
                    <a:pt x="21599" y="14896"/>
                  </a:cubicBezTo>
                  <a:lnTo>
                    <a:pt x="21599" y="373"/>
                  </a:lnTo>
                  <a:lnTo>
                    <a:pt x="0"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03;p40">
              <a:extLst>
                <a:ext uri="{FF2B5EF4-FFF2-40B4-BE49-F238E27FC236}">
                  <a16:creationId xmlns:a16="http://schemas.microsoft.com/office/drawing/2014/main" id="{4A27A8FC-EEA5-112C-A92D-2AAC00941F05}"/>
                </a:ext>
              </a:extLst>
            </p:cNvPr>
            <p:cNvSpPr/>
            <p:nvPr/>
          </p:nvSpPr>
          <p:spPr>
            <a:xfrm>
              <a:off x="4809075" y="4671650"/>
              <a:ext cx="545325" cy="647700"/>
            </a:xfrm>
            <a:custGeom>
              <a:avLst/>
              <a:gdLst/>
              <a:ahLst/>
              <a:cxnLst/>
              <a:rect l="l" t="t" r="r" b="b"/>
              <a:pathLst>
                <a:path w="21813" h="25908" extrusionOk="0">
                  <a:moveTo>
                    <a:pt x="215" y="215"/>
                  </a:moveTo>
                  <a:lnTo>
                    <a:pt x="21599" y="585"/>
                  </a:lnTo>
                  <a:lnTo>
                    <a:pt x="21599" y="15003"/>
                  </a:lnTo>
                  <a:cubicBezTo>
                    <a:pt x="21599" y="20899"/>
                    <a:pt x="16803" y="25695"/>
                    <a:pt x="10907" y="25695"/>
                  </a:cubicBezTo>
                  <a:cubicBezTo>
                    <a:pt x="5010" y="25695"/>
                    <a:pt x="215" y="20899"/>
                    <a:pt x="215" y="15003"/>
                  </a:cubicBezTo>
                  <a:lnTo>
                    <a:pt x="215" y="215"/>
                  </a:lnTo>
                  <a:close/>
                  <a:moveTo>
                    <a:pt x="103" y="0"/>
                  </a:moveTo>
                  <a:cubicBezTo>
                    <a:pt x="73" y="0"/>
                    <a:pt x="51" y="12"/>
                    <a:pt x="33" y="32"/>
                  </a:cubicBezTo>
                  <a:cubicBezTo>
                    <a:pt x="12" y="51"/>
                    <a:pt x="0" y="78"/>
                    <a:pt x="0" y="108"/>
                  </a:cubicBezTo>
                  <a:lnTo>
                    <a:pt x="0" y="15003"/>
                  </a:lnTo>
                  <a:cubicBezTo>
                    <a:pt x="0" y="21017"/>
                    <a:pt x="4893" y="25908"/>
                    <a:pt x="10907" y="25908"/>
                  </a:cubicBezTo>
                  <a:cubicBezTo>
                    <a:pt x="16920" y="25908"/>
                    <a:pt x="21813" y="21017"/>
                    <a:pt x="21813" y="15003"/>
                  </a:cubicBezTo>
                  <a:lnTo>
                    <a:pt x="21813" y="480"/>
                  </a:lnTo>
                  <a:cubicBezTo>
                    <a:pt x="21813" y="422"/>
                    <a:pt x="21765" y="374"/>
                    <a:pt x="21707" y="374"/>
                  </a:cubicBezTo>
                  <a:lnTo>
                    <a:pt x="109" y="0"/>
                  </a:lnTo>
                  <a:cubicBezTo>
                    <a:pt x="107" y="0"/>
                    <a:pt x="105" y="0"/>
                    <a:pt x="10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04;p40">
              <a:extLst>
                <a:ext uri="{FF2B5EF4-FFF2-40B4-BE49-F238E27FC236}">
                  <a16:creationId xmlns:a16="http://schemas.microsoft.com/office/drawing/2014/main" id="{FC9A0D28-A027-8FDC-6C54-4F60E18EDA97}"/>
                </a:ext>
              </a:extLst>
            </p:cNvPr>
            <p:cNvSpPr/>
            <p:nvPr/>
          </p:nvSpPr>
          <p:spPr>
            <a:xfrm>
              <a:off x="5232225" y="4898700"/>
              <a:ext cx="65000" cy="94025"/>
            </a:xfrm>
            <a:custGeom>
              <a:avLst/>
              <a:gdLst/>
              <a:ahLst/>
              <a:cxnLst/>
              <a:rect l="l" t="t" r="r" b="b"/>
              <a:pathLst>
                <a:path w="2600" h="3761" extrusionOk="0">
                  <a:moveTo>
                    <a:pt x="1299" y="1"/>
                  </a:moveTo>
                  <a:cubicBezTo>
                    <a:pt x="582" y="1"/>
                    <a:pt x="0" y="841"/>
                    <a:pt x="0" y="1880"/>
                  </a:cubicBezTo>
                  <a:cubicBezTo>
                    <a:pt x="0" y="2918"/>
                    <a:pt x="581" y="3760"/>
                    <a:pt x="1299" y="3760"/>
                  </a:cubicBezTo>
                  <a:cubicBezTo>
                    <a:pt x="2018" y="3760"/>
                    <a:pt x="2600" y="2918"/>
                    <a:pt x="2600" y="1880"/>
                  </a:cubicBezTo>
                  <a:cubicBezTo>
                    <a:pt x="2600" y="841"/>
                    <a:pt x="2016" y="1"/>
                    <a:pt x="1299" y="1"/>
                  </a:cubicBezTo>
                  <a:close/>
                </a:path>
              </a:pathLst>
            </a:custGeom>
            <a:solidFill>
              <a:srgbClr val="3D3D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05;p40">
              <a:extLst>
                <a:ext uri="{FF2B5EF4-FFF2-40B4-BE49-F238E27FC236}">
                  <a16:creationId xmlns:a16="http://schemas.microsoft.com/office/drawing/2014/main" id="{2635829F-54C9-F7E9-0E9E-BD6539D359AF}"/>
                </a:ext>
              </a:extLst>
            </p:cNvPr>
            <p:cNvSpPr/>
            <p:nvPr/>
          </p:nvSpPr>
          <p:spPr>
            <a:xfrm>
              <a:off x="5229550" y="4896025"/>
              <a:ext cx="70375" cy="99375"/>
            </a:xfrm>
            <a:custGeom>
              <a:avLst/>
              <a:gdLst/>
              <a:ahLst/>
              <a:cxnLst/>
              <a:rect l="l" t="t" r="r" b="b"/>
              <a:pathLst>
                <a:path w="2815" h="3975" extrusionOk="0">
                  <a:moveTo>
                    <a:pt x="1406" y="215"/>
                  </a:moveTo>
                  <a:cubicBezTo>
                    <a:pt x="2065" y="215"/>
                    <a:pt x="2600" y="1009"/>
                    <a:pt x="2600" y="1987"/>
                  </a:cubicBezTo>
                  <a:cubicBezTo>
                    <a:pt x="2600" y="2965"/>
                    <a:pt x="2064" y="3760"/>
                    <a:pt x="1406" y="3760"/>
                  </a:cubicBezTo>
                  <a:cubicBezTo>
                    <a:pt x="749" y="3760"/>
                    <a:pt x="215" y="2964"/>
                    <a:pt x="215" y="1987"/>
                  </a:cubicBezTo>
                  <a:cubicBezTo>
                    <a:pt x="215" y="1010"/>
                    <a:pt x="749" y="215"/>
                    <a:pt x="1406" y="215"/>
                  </a:cubicBezTo>
                  <a:close/>
                  <a:moveTo>
                    <a:pt x="1406" y="1"/>
                  </a:moveTo>
                  <a:cubicBezTo>
                    <a:pt x="631" y="1"/>
                    <a:pt x="0" y="891"/>
                    <a:pt x="0" y="1987"/>
                  </a:cubicBezTo>
                  <a:cubicBezTo>
                    <a:pt x="0" y="3083"/>
                    <a:pt x="631" y="3975"/>
                    <a:pt x="1406" y="3975"/>
                  </a:cubicBezTo>
                  <a:cubicBezTo>
                    <a:pt x="2181" y="3975"/>
                    <a:pt x="2814" y="3081"/>
                    <a:pt x="2814" y="1987"/>
                  </a:cubicBezTo>
                  <a:cubicBezTo>
                    <a:pt x="2814" y="893"/>
                    <a:pt x="2181" y="1"/>
                    <a:pt x="14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06;p40">
              <a:extLst>
                <a:ext uri="{FF2B5EF4-FFF2-40B4-BE49-F238E27FC236}">
                  <a16:creationId xmlns:a16="http://schemas.microsoft.com/office/drawing/2014/main" id="{03188E6E-AA9D-F9CB-0F87-C247BCB4E31D}"/>
                </a:ext>
              </a:extLst>
            </p:cNvPr>
            <p:cNvSpPr/>
            <p:nvPr/>
          </p:nvSpPr>
          <p:spPr>
            <a:xfrm>
              <a:off x="5232225" y="5059450"/>
              <a:ext cx="65000" cy="94000"/>
            </a:xfrm>
            <a:custGeom>
              <a:avLst/>
              <a:gdLst/>
              <a:ahLst/>
              <a:cxnLst/>
              <a:rect l="l" t="t" r="r" b="b"/>
              <a:pathLst>
                <a:path w="2600" h="3760" extrusionOk="0">
                  <a:moveTo>
                    <a:pt x="1299" y="0"/>
                  </a:moveTo>
                  <a:cubicBezTo>
                    <a:pt x="582" y="0"/>
                    <a:pt x="0" y="852"/>
                    <a:pt x="0" y="1879"/>
                  </a:cubicBezTo>
                  <a:cubicBezTo>
                    <a:pt x="0" y="2906"/>
                    <a:pt x="581" y="3760"/>
                    <a:pt x="1299" y="3760"/>
                  </a:cubicBezTo>
                  <a:cubicBezTo>
                    <a:pt x="2018" y="3760"/>
                    <a:pt x="2600" y="2917"/>
                    <a:pt x="2600" y="1879"/>
                  </a:cubicBezTo>
                  <a:cubicBezTo>
                    <a:pt x="2600" y="843"/>
                    <a:pt x="2016" y="0"/>
                    <a:pt x="1299" y="0"/>
                  </a:cubicBezTo>
                  <a:close/>
                </a:path>
              </a:pathLst>
            </a:custGeom>
            <a:solidFill>
              <a:srgbClr val="3D3D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07;p40">
              <a:extLst>
                <a:ext uri="{FF2B5EF4-FFF2-40B4-BE49-F238E27FC236}">
                  <a16:creationId xmlns:a16="http://schemas.microsoft.com/office/drawing/2014/main" id="{C45D67D0-988B-65E1-3ED7-BCACDF177B0F}"/>
                </a:ext>
              </a:extLst>
            </p:cNvPr>
            <p:cNvSpPr/>
            <p:nvPr/>
          </p:nvSpPr>
          <p:spPr>
            <a:xfrm>
              <a:off x="5229550" y="5056750"/>
              <a:ext cx="70375" cy="99375"/>
            </a:xfrm>
            <a:custGeom>
              <a:avLst/>
              <a:gdLst/>
              <a:ahLst/>
              <a:cxnLst/>
              <a:rect l="l" t="t" r="r" b="b"/>
              <a:pathLst>
                <a:path w="2815" h="3975" extrusionOk="0">
                  <a:moveTo>
                    <a:pt x="1406" y="215"/>
                  </a:moveTo>
                  <a:cubicBezTo>
                    <a:pt x="2065" y="215"/>
                    <a:pt x="2600" y="1009"/>
                    <a:pt x="2600" y="1987"/>
                  </a:cubicBezTo>
                  <a:cubicBezTo>
                    <a:pt x="2600" y="2965"/>
                    <a:pt x="2064" y="3762"/>
                    <a:pt x="1406" y="3762"/>
                  </a:cubicBezTo>
                  <a:cubicBezTo>
                    <a:pt x="749" y="3762"/>
                    <a:pt x="215" y="2947"/>
                    <a:pt x="215" y="1987"/>
                  </a:cubicBezTo>
                  <a:cubicBezTo>
                    <a:pt x="215" y="1027"/>
                    <a:pt x="759" y="215"/>
                    <a:pt x="1406" y="215"/>
                  </a:cubicBezTo>
                  <a:close/>
                  <a:moveTo>
                    <a:pt x="1406" y="1"/>
                  </a:moveTo>
                  <a:cubicBezTo>
                    <a:pt x="631" y="1"/>
                    <a:pt x="0" y="891"/>
                    <a:pt x="0" y="1987"/>
                  </a:cubicBezTo>
                  <a:cubicBezTo>
                    <a:pt x="0" y="3083"/>
                    <a:pt x="631" y="3975"/>
                    <a:pt x="1406" y="3975"/>
                  </a:cubicBezTo>
                  <a:cubicBezTo>
                    <a:pt x="2181" y="3975"/>
                    <a:pt x="2814" y="3081"/>
                    <a:pt x="2814" y="1987"/>
                  </a:cubicBezTo>
                  <a:cubicBezTo>
                    <a:pt x="2814" y="893"/>
                    <a:pt x="2181" y="1"/>
                    <a:pt x="14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08;p40">
              <a:extLst>
                <a:ext uri="{FF2B5EF4-FFF2-40B4-BE49-F238E27FC236}">
                  <a16:creationId xmlns:a16="http://schemas.microsoft.com/office/drawing/2014/main" id="{11C13ED6-07A6-3CFC-C4EE-ADBA2D589729}"/>
                </a:ext>
              </a:extLst>
            </p:cNvPr>
            <p:cNvSpPr/>
            <p:nvPr/>
          </p:nvSpPr>
          <p:spPr>
            <a:xfrm>
              <a:off x="4441675" y="3321075"/>
              <a:ext cx="1197300" cy="1599800"/>
            </a:xfrm>
            <a:custGeom>
              <a:avLst/>
              <a:gdLst/>
              <a:ahLst/>
              <a:cxnLst/>
              <a:rect l="l" t="t" r="r" b="b"/>
              <a:pathLst>
                <a:path w="47892" h="63992" extrusionOk="0">
                  <a:moveTo>
                    <a:pt x="23543" y="0"/>
                  </a:moveTo>
                  <a:cubicBezTo>
                    <a:pt x="21917" y="0"/>
                    <a:pt x="20292" y="147"/>
                    <a:pt x="18686" y="441"/>
                  </a:cubicBezTo>
                  <a:cubicBezTo>
                    <a:pt x="8131" y="2383"/>
                    <a:pt x="2307" y="12573"/>
                    <a:pt x="1458" y="16821"/>
                  </a:cubicBezTo>
                  <a:cubicBezTo>
                    <a:pt x="609" y="21069"/>
                    <a:pt x="970" y="29441"/>
                    <a:pt x="970" y="32236"/>
                  </a:cubicBezTo>
                  <a:cubicBezTo>
                    <a:pt x="970" y="35029"/>
                    <a:pt x="0" y="39514"/>
                    <a:pt x="1577" y="43884"/>
                  </a:cubicBezTo>
                  <a:cubicBezTo>
                    <a:pt x="3155" y="48252"/>
                    <a:pt x="6794" y="56252"/>
                    <a:pt x="7762" y="58320"/>
                  </a:cubicBezTo>
                  <a:cubicBezTo>
                    <a:pt x="8730" y="60389"/>
                    <a:pt x="9824" y="62932"/>
                    <a:pt x="13465" y="63539"/>
                  </a:cubicBezTo>
                  <a:cubicBezTo>
                    <a:pt x="13475" y="63555"/>
                    <a:pt x="13487" y="63572"/>
                    <a:pt x="13501" y="63588"/>
                  </a:cubicBezTo>
                  <a:lnTo>
                    <a:pt x="13574" y="63599"/>
                  </a:lnTo>
                  <a:cubicBezTo>
                    <a:pt x="14175" y="63692"/>
                    <a:pt x="14772" y="63767"/>
                    <a:pt x="15363" y="63829"/>
                  </a:cubicBezTo>
                  <a:lnTo>
                    <a:pt x="15473" y="63840"/>
                  </a:lnTo>
                  <a:cubicBezTo>
                    <a:pt x="15817" y="63873"/>
                    <a:pt x="16158" y="63901"/>
                    <a:pt x="16495" y="63925"/>
                  </a:cubicBezTo>
                  <a:cubicBezTo>
                    <a:pt x="16831" y="63946"/>
                    <a:pt x="17162" y="63963"/>
                    <a:pt x="17488" y="63975"/>
                  </a:cubicBezTo>
                  <a:cubicBezTo>
                    <a:pt x="17812" y="63986"/>
                    <a:pt x="18130" y="63992"/>
                    <a:pt x="18441" y="63992"/>
                  </a:cubicBezTo>
                  <a:cubicBezTo>
                    <a:pt x="20064" y="63992"/>
                    <a:pt x="21490" y="63842"/>
                    <a:pt x="22519" y="63539"/>
                  </a:cubicBezTo>
                  <a:cubicBezTo>
                    <a:pt x="24584" y="62930"/>
                    <a:pt x="38780" y="55771"/>
                    <a:pt x="40842" y="53589"/>
                  </a:cubicBezTo>
                  <a:cubicBezTo>
                    <a:pt x="42335" y="52000"/>
                    <a:pt x="43264" y="45020"/>
                    <a:pt x="43654" y="41333"/>
                  </a:cubicBezTo>
                  <a:lnTo>
                    <a:pt x="43654" y="41333"/>
                  </a:lnTo>
                  <a:cubicBezTo>
                    <a:pt x="43098" y="41546"/>
                    <a:pt x="42505" y="41656"/>
                    <a:pt x="41908" y="41656"/>
                  </a:cubicBezTo>
                  <a:cubicBezTo>
                    <a:pt x="38093" y="41656"/>
                    <a:pt x="35001" y="37179"/>
                    <a:pt x="35001" y="31665"/>
                  </a:cubicBezTo>
                  <a:cubicBezTo>
                    <a:pt x="35001" y="26153"/>
                    <a:pt x="38093" y="21678"/>
                    <a:pt x="41908" y="21678"/>
                  </a:cubicBezTo>
                  <a:cubicBezTo>
                    <a:pt x="44299" y="21678"/>
                    <a:pt x="46406" y="23435"/>
                    <a:pt x="47645" y="26104"/>
                  </a:cubicBezTo>
                  <a:cubicBezTo>
                    <a:pt x="47814" y="24839"/>
                    <a:pt x="47892" y="23561"/>
                    <a:pt x="47878" y="22285"/>
                  </a:cubicBezTo>
                  <a:cubicBezTo>
                    <a:pt x="47759" y="14397"/>
                    <a:pt x="41208" y="6267"/>
                    <a:pt x="36840" y="3597"/>
                  </a:cubicBezTo>
                  <a:lnTo>
                    <a:pt x="36838" y="3597"/>
                  </a:lnTo>
                  <a:cubicBezTo>
                    <a:pt x="36838" y="3597"/>
                    <a:pt x="36688" y="3499"/>
                    <a:pt x="36412" y="3343"/>
                  </a:cubicBezTo>
                  <a:cubicBezTo>
                    <a:pt x="36235" y="3243"/>
                    <a:pt x="36004" y="3117"/>
                    <a:pt x="35726" y="2975"/>
                  </a:cubicBezTo>
                  <a:lnTo>
                    <a:pt x="35706" y="2975"/>
                  </a:lnTo>
                  <a:lnTo>
                    <a:pt x="35431" y="2835"/>
                  </a:lnTo>
                  <a:lnTo>
                    <a:pt x="35397" y="2819"/>
                  </a:lnTo>
                  <a:lnTo>
                    <a:pt x="35103" y="2677"/>
                  </a:lnTo>
                  <a:lnTo>
                    <a:pt x="35050" y="2652"/>
                  </a:lnTo>
                  <a:lnTo>
                    <a:pt x="34736" y="2508"/>
                  </a:lnTo>
                  <a:lnTo>
                    <a:pt x="34672" y="2478"/>
                  </a:lnTo>
                  <a:lnTo>
                    <a:pt x="34331" y="2326"/>
                  </a:lnTo>
                  <a:lnTo>
                    <a:pt x="34265" y="2299"/>
                  </a:lnTo>
                  <a:lnTo>
                    <a:pt x="33891" y="2141"/>
                  </a:lnTo>
                  <a:lnTo>
                    <a:pt x="33728" y="2074"/>
                  </a:lnTo>
                  <a:lnTo>
                    <a:pt x="33422" y="1954"/>
                  </a:lnTo>
                  <a:lnTo>
                    <a:pt x="33229" y="1878"/>
                  </a:lnTo>
                  <a:lnTo>
                    <a:pt x="32947" y="1772"/>
                  </a:lnTo>
                  <a:lnTo>
                    <a:pt x="32947" y="1772"/>
                  </a:lnTo>
                  <a:lnTo>
                    <a:pt x="33086" y="1823"/>
                  </a:lnTo>
                  <a:lnTo>
                    <a:pt x="33011" y="1793"/>
                  </a:lnTo>
                  <a:lnTo>
                    <a:pt x="32755" y="1702"/>
                  </a:lnTo>
                  <a:lnTo>
                    <a:pt x="32498" y="1610"/>
                  </a:lnTo>
                  <a:lnTo>
                    <a:pt x="32216" y="1511"/>
                  </a:lnTo>
                  <a:lnTo>
                    <a:pt x="31932" y="1418"/>
                  </a:lnTo>
                  <a:lnTo>
                    <a:pt x="32070" y="1462"/>
                  </a:lnTo>
                  <a:lnTo>
                    <a:pt x="31913" y="1409"/>
                  </a:lnTo>
                  <a:cubicBezTo>
                    <a:pt x="31680" y="1333"/>
                    <a:pt x="31439" y="1258"/>
                    <a:pt x="31192" y="1185"/>
                  </a:cubicBezTo>
                  <a:lnTo>
                    <a:pt x="30979" y="1124"/>
                  </a:lnTo>
                  <a:lnTo>
                    <a:pt x="30961" y="1124"/>
                  </a:lnTo>
                  <a:cubicBezTo>
                    <a:pt x="30789" y="1072"/>
                    <a:pt x="30613" y="1023"/>
                    <a:pt x="30433" y="977"/>
                  </a:cubicBezTo>
                  <a:lnTo>
                    <a:pt x="30186" y="888"/>
                  </a:lnTo>
                  <a:lnTo>
                    <a:pt x="29590" y="742"/>
                  </a:lnTo>
                  <a:lnTo>
                    <a:pt x="29401" y="696"/>
                  </a:lnTo>
                  <a:lnTo>
                    <a:pt x="29603" y="678"/>
                  </a:lnTo>
                  <a:lnTo>
                    <a:pt x="29474" y="649"/>
                  </a:lnTo>
                  <a:cubicBezTo>
                    <a:pt x="29242" y="599"/>
                    <a:pt x="29008" y="550"/>
                    <a:pt x="28770" y="503"/>
                  </a:cubicBezTo>
                  <a:lnTo>
                    <a:pt x="28741" y="503"/>
                  </a:lnTo>
                  <a:cubicBezTo>
                    <a:pt x="28490" y="456"/>
                    <a:pt x="28232" y="411"/>
                    <a:pt x="27971" y="367"/>
                  </a:cubicBezTo>
                  <a:cubicBezTo>
                    <a:pt x="26505" y="122"/>
                    <a:pt x="25024" y="0"/>
                    <a:pt x="235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09;p40">
              <a:extLst>
                <a:ext uri="{FF2B5EF4-FFF2-40B4-BE49-F238E27FC236}">
                  <a16:creationId xmlns:a16="http://schemas.microsoft.com/office/drawing/2014/main" id="{2AE9F78F-4C4B-C390-19D4-81BCB4C83750}"/>
                </a:ext>
              </a:extLst>
            </p:cNvPr>
            <p:cNvSpPr/>
            <p:nvPr/>
          </p:nvSpPr>
          <p:spPr>
            <a:xfrm>
              <a:off x="4448775" y="3318375"/>
              <a:ext cx="1192850" cy="1605175"/>
            </a:xfrm>
            <a:custGeom>
              <a:avLst/>
              <a:gdLst/>
              <a:ahLst/>
              <a:cxnLst/>
              <a:rect l="l" t="t" r="r" b="b"/>
              <a:pathLst>
                <a:path w="47714" h="64207" extrusionOk="0">
                  <a:moveTo>
                    <a:pt x="23259" y="214"/>
                  </a:moveTo>
                  <a:cubicBezTo>
                    <a:pt x="24732" y="214"/>
                    <a:pt x="26205" y="335"/>
                    <a:pt x="27670" y="579"/>
                  </a:cubicBezTo>
                  <a:cubicBezTo>
                    <a:pt x="27929" y="623"/>
                    <a:pt x="28186" y="670"/>
                    <a:pt x="28457" y="717"/>
                  </a:cubicBezTo>
                  <a:lnTo>
                    <a:pt x="28465" y="716"/>
                  </a:lnTo>
                  <a:cubicBezTo>
                    <a:pt x="28651" y="751"/>
                    <a:pt x="28832" y="790"/>
                    <a:pt x="29013" y="829"/>
                  </a:cubicBezTo>
                  <a:cubicBezTo>
                    <a:pt x="29022" y="866"/>
                    <a:pt x="29051" y="896"/>
                    <a:pt x="29090" y="906"/>
                  </a:cubicBezTo>
                  <a:lnTo>
                    <a:pt x="29864" y="1095"/>
                  </a:lnTo>
                  <a:lnTo>
                    <a:pt x="30122" y="1188"/>
                  </a:lnTo>
                  <a:cubicBezTo>
                    <a:pt x="30299" y="1234"/>
                    <a:pt x="30475" y="1283"/>
                    <a:pt x="30647" y="1334"/>
                  </a:cubicBezTo>
                  <a:cubicBezTo>
                    <a:pt x="30656" y="1337"/>
                    <a:pt x="30667" y="1338"/>
                    <a:pt x="30677" y="1338"/>
                  </a:cubicBezTo>
                  <a:lnTo>
                    <a:pt x="30878" y="1396"/>
                  </a:lnTo>
                  <a:cubicBezTo>
                    <a:pt x="31124" y="1468"/>
                    <a:pt x="31364" y="1542"/>
                    <a:pt x="31594" y="1618"/>
                  </a:cubicBezTo>
                  <a:lnTo>
                    <a:pt x="31596" y="1618"/>
                  </a:lnTo>
                  <a:cubicBezTo>
                    <a:pt x="31602" y="1622"/>
                    <a:pt x="31608" y="1625"/>
                    <a:pt x="31614" y="1627"/>
                  </a:cubicBezTo>
                  <a:lnTo>
                    <a:pt x="32610" y="1972"/>
                  </a:lnTo>
                  <a:cubicBezTo>
                    <a:pt x="32614" y="1975"/>
                    <a:pt x="32620" y="1977"/>
                    <a:pt x="32625" y="1980"/>
                  </a:cubicBezTo>
                  <a:lnTo>
                    <a:pt x="32906" y="2086"/>
                  </a:lnTo>
                  <a:lnTo>
                    <a:pt x="33939" y="2505"/>
                  </a:lnTo>
                  <a:lnTo>
                    <a:pt x="34718" y="2857"/>
                  </a:lnTo>
                  <a:lnTo>
                    <a:pt x="35373" y="3178"/>
                  </a:lnTo>
                  <a:cubicBezTo>
                    <a:pt x="35382" y="3181"/>
                    <a:pt x="35397" y="3184"/>
                    <a:pt x="35411" y="3187"/>
                  </a:cubicBezTo>
                  <a:cubicBezTo>
                    <a:pt x="35644" y="3306"/>
                    <a:pt x="35868" y="3427"/>
                    <a:pt x="36075" y="3545"/>
                  </a:cubicBezTo>
                  <a:cubicBezTo>
                    <a:pt x="36344" y="3697"/>
                    <a:pt x="36494" y="3793"/>
                    <a:pt x="36496" y="3795"/>
                  </a:cubicBezTo>
                  <a:cubicBezTo>
                    <a:pt x="36497" y="3795"/>
                    <a:pt x="36497" y="3796"/>
                    <a:pt x="36499" y="3796"/>
                  </a:cubicBezTo>
                  <a:cubicBezTo>
                    <a:pt x="40917" y="6494"/>
                    <a:pt x="47371" y="14672"/>
                    <a:pt x="47487" y="22393"/>
                  </a:cubicBezTo>
                  <a:cubicBezTo>
                    <a:pt x="47499" y="23541"/>
                    <a:pt x="47437" y="24700"/>
                    <a:pt x="47300" y="25842"/>
                  </a:cubicBezTo>
                  <a:cubicBezTo>
                    <a:pt x="45980" y="23227"/>
                    <a:pt x="43880" y="21678"/>
                    <a:pt x="41624" y="21678"/>
                  </a:cubicBezTo>
                  <a:cubicBezTo>
                    <a:pt x="37756" y="21678"/>
                    <a:pt x="34610" y="26206"/>
                    <a:pt x="34610" y="31773"/>
                  </a:cubicBezTo>
                  <a:cubicBezTo>
                    <a:pt x="34610" y="37342"/>
                    <a:pt x="37756" y="41871"/>
                    <a:pt x="41624" y="41871"/>
                  </a:cubicBezTo>
                  <a:cubicBezTo>
                    <a:pt x="42178" y="41870"/>
                    <a:pt x="42723" y="41779"/>
                    <a:pt x="43245" y="41599"/>
                  </a:cubicBezTo>
                  <a:lnTo>
                    <a:pt x="43245" y="41599"/>
                  </a:lnTo>
                  <a:cubicBezTo>
                    <a:pt x="42900" y="44818"/>
                    <a:pt x="41972" y="52035"/>
                    <a:pt x="40480" y="53622"/>
                  </a:cubicBezTo>
                  <a:cubicBezTo>
                    <a:pt x="38390" y="55836"/>
                    <a:pt x="24096" y="62988"/>
                    <a:pt x="22204" y="63544"/>
                  </a:cubicBezTo>
                  <a:cubicBezTo>
                    <a:pt x="21204" y="63839"/>
                    <a:pt x="19784" y="63994"/>
                    <a:pt x="18140" y="63994"/>
                  </a:cubicBezTo>
                  <a:cubicBezTo>
                    <a:pt x="17837" y="63994"/>
                    <a:pt x="17526" y="63988"/>
                    <a:pt x="17208" y="63978"/>
                  </a:cubicBezTo>
                  <a:cubicBezTo>
                    <a:pt x="16882" y="63964"/>
                    <a:pt x="16553" y="63948"/>
                    <a:pt x="16217" y="63926"/>
                  </a:cubicBezTo>
                  <a:cubicBezTo>
                    <a:pt x="15853" y="63900"/>
                    <a:pt x="15520" y="63873"/>
                    <a:pt x="15198" y="63841"/>
                  </a:cubicBezTo>
                  <a:lnTo>
                    <a:pt x="15090" y="63830"/>
                  </a:lnTo>
                  <a:cubicBezTo>
                    <a:pt x="14452" y="63763"/>
                    <a:pt x="13869" y="63689"/>
                    <a:pt x="13304" y="63601"/>
                  </a:cubicBezTo>
                  <a:lnTo>
                    <a:pt x="13275" y="63596"/>
                  </a:lnTo>
                  <a:cubicBezTo>
                    <a:pt x="13273" y="63594"/>
                    <a:pt x="13272" y="63592"/>
                    <a:pt x="13270" y="63589"/>
                  </a:cubicBezTo>
                  <a:cubicBezTo>
                    <a:pt x="13254" y="63564"/>
                    <a:pt x="13227" y="63546"/>
                    <a:pt x="13197" y="63541"/>
                  </a:cubicBezTo>
                  <a:cubicBezTo>
                    <a:pt x="9710" y="62959"/>
                    <a:pt x="8617" y="60617"/>
                    <a:pt x="7652" y="58550"/>
                  </a:cubicBezTo>
                  <a:lnTo>
                    <a:pt x="7573" y="58384"/>
                  </a:lnTo>
                  <a:cubicBezTo>
                    <a:pt x="6677" y="56466"/>
                    <a:pt x="3000" y="48400"/>
                    <a:pt x="1393" y="43954"/>
                  </a:cubicBezTo>
                  <a:cubicBezTo>
                    <a:pt x="217" y="40695"/>
                    <a:pt x="465" y="37387"/>
                    <a:pt x="665" y="34727"/>
                  </a:cubicBezTo>
                  <a:cubicBezTo>
                    <a:pt x="730" y="33861"/>
                    <a:pt x="791" y="33044"/>
                    <a:pt x="791" y="32342"/>
                  </a:cubicBezTo>
                  <a:cubicBezTo>
                    <a:pt x="791" y="31818"/>
                    <a:pt x="780" y="31090"/>
                    <a:pt x="765" y="30246"/>
                  </a:cubicBezTo>
                  <a:cubicBezTo>
                    <a:pt x="699" y="26559"/>
                    <a:pt x="590" y="20391"/>
                    <a:pt x="1278" y="16950"/>
                  </a:cubicBezTo>
                  <a:cubicBezTo>
                    <a:pt x="2006" y="13306"/>
                    <a:pt x="7422" y="2677"/>
                    <a:pt x="18422" y="653"/>
                  </a:cubicBezTo>
                  <a:cubicBezTo>
                    <a:pt x="20025" y="360"/>
                    <a:pt x="21642" y="214"/>
                    <a:pt x="23259" y="214"/>
                  </a:cubicBezTo>
                  <a:close/>
                  <a:moveTo>
                    <a:pt x="23260" y="1"/>
                  </a:moveTo>
                  <a:cubicBezTo>
                    <a:pt x="21629" y="1"/>
                    <a:pt x="19999" y="149"/>
                    <a:pt x="18383" y="445"/>
                  </a:cubicBezTo>
                  <a:cubicBezTo>
                    <a:pt x="7274" y="2486"/>
                    <a:pt x="1805" y="13227"/>
                    <a:pt x="1070" y="16908"/>
                  </a:cubicBezTo>
                  <a:cubicBezTo>
                    <a:pt x="377" y="20371"/>
                    <a:pt x="486" y="26555"/>
                    <a:pt x="552" y="30249"/>
                  </a:cubicBezTo>
                  <a:cubicBezTo>
                    <a:pt x="567" y="31092"/>
                    <a:pt x="578" y="31820"/>
                    <a:pt x="578" y="32342"/>
                  </a:cubicBezTo>
                  <a:cubicBezTo>
                    <a:pt x="578" y="33035"/>
                    <a:pt x="517" y="33849"/>
                    <a:pt x="452" y="34711"/>
                  </a:cubicBezTo>
                  <a:cubicBezTo>
                    <a:pt x="251" y="37390"/>
                    <a:pt x="1" y="40725"/>
                    <a:pt x="1193" y="44027"/>
                  </a:cubicBezTo>
                  <a:cubicBezTo>
                    <a:pt x="2801" y="48481"/>
                    <a:pt x="6484" y="56555"/>
                    <a:pt x="7381" y="58473"/>
                  </a:cubicBezTo>
                  <a:lnTo>
                    <a:pt x="7459" y="58641"/>
                  </a:lnTo>
                  <a:cubicBezTo>
                    <a:pt x="8394" y="60642"/>
                    <a:pt x="9555" y="63130"/>
                    <a:pt x="13118" y="63744"/>
                  </a:cubicBezTo>
                  <a:cubicBezTo>
                    <a:pt x="13124" y="63751"/>
                    <a:pt x="13129" y="63759"/>
                    <a:pt x="13135" y="63765"/>
                  </a:cubicBezTo>
                  <a:cubicBezTo>
                    <a:pt x="13153" y="63784"/>
                    <a:pt x="13175" y="63798"/>
                    <a:pt x="13200" y="63800"/>
                  </a:cubicBezTo>
                  <a:lnTo>
                    <a:pt x="13272" y="63812"/>
                  </a:lnTo>
                  <a:cubicBezTo>
                    <a:pt x="13840" y="63900"/>
                    <a:pt x="14427" y="63976"/>
                    <a:pt x="15067" y="64043"/>
                  </a:cubicBezTo>
                  <a:lnTo>
                    <a:pt x="15177" y="64054"/>
                  </a:lnTo>
                  <a:cubicBezTo>
                    <a:pt x="15501" y="64086"/>
                    <a:pt x="15837" y="64113"/>
                    <a:pt x="16203" y="64138"/>
                  </a:cubicBezTo>
                  <a:cubicBezTo>
                    <a:pt x="16541" y="64161"/>
                    <a:pt x="16873" y="64177"/>
                    <a:pt x="17201" y="64191"/>
                  </a:cubicBezTo>
                  <a:cubicBezTo>
                    <a:pt x="17521" y="64201"/>
                    <a:pt x="17835" y="64207"/>
                    <a:pt x="18142" y="64207"/>
                  </a:cubicBezTo>
                  <a:cubicBezTo>
                    <a:pt x="19805" y="64207"/>
                    <a:pt x="21246" y="64048"/>
                    <a:pt x="22265" y="63748"/>
                  </a:cubicBezTo>
                  <a:cubicBezTo>
                    <a:pt x="24165" y="63190"/>
                    <a:pt x="38531" y="55997"/>
                    <a:pt x="40635" y="53770"/>
                  </a:cubicBezTo>
                  <a:cubicBezTo>
                    <a:pt x="42142" y="52164"/>
                    <a:pt x="43062" y="45363"/>
                    <a:pt x="43476" y="41452"/>
                  </a:cubicBezTo>
                  <a:cubicBezTo>
                    <a:pt x="43481" y="41416"/>
                    <a:pt x="43464" y="41379"/>
                    <a:pt x="43434" y="41356"/>
                  </a:cubicBezTo>
                  <a:cubicBezTo>
                    <a:pt x="43416" y="41342"/>
                    <a:pt x="43393" y="41334"/>
                    <a:pt x="43370" y="41334"/>
                  </a:cubicBezTo>
                  <a:cubicBezTo>
                    <a:pt x="43357" y="41334"/>
                    <a:pt x="43344" y="41337"/>
                    <a:pt x="43332" y="41341"/>
                  </a:cubicBezTo>
                  <a:cubicBezTo>
                    <a:pt x="42784" y="41551"/>
                    <a:pt x="42209" y="41657"/>
                    <a:pt x="41624" y="41659"/>
                  </a:cubicBezTo>
                  <a:cubicBezTo>
                    <a:pt x="37873" y="41659"/>
                    <a:pt x="34822" y="37223"/>
                    <a:pt x="34822" y="31773"/>
                  </a:cubicBezTo>
                  <a:cubicBezTo>
                    <a:pt x="34822" y="26324"/>
                    <a:pt x="37873" y="21891"/>
                    <a:pt x="41624" y="21891"/>
                  </a:cubicBezTo>
                  <a:cubicBezTo>
                    <a:pt x="43886" y="21891"/>
                    <a:pt x="45994" y="23523"/>
                    <a:pt x="47264" y="26257"/>
                  </a:cubicBezTo>
                  <a:cubicBezTo>
                    <a:pt x="47281" y="26296"/>
                    <a:pt x="47319" y="26319"/>
                    <a:pt x="47361" y="26319"/>
                  </a:cubicBezTo>
                  <a:cubicBezTo>
                    <a:pt x="47366" y="26319"/>
                    <a:pt x="47371" y="26319"/>
                    <a:pt x="47376" y="26318"/>
                  </a:cubicBezTo>
                  <a:cubicBezTo>
                    <a:pt x="47423" y="26311"/>
                    <a:pt x="47459" y="26273"/>
                    <a:pt x="47465" y="26226"/>
                  </a:cubicBezTo>
                  <a:cubicBezTo>
                    <a:pt x="47635" y="24959"/>
                    <a:pt x="47714" y="23668"/>
                    <a:pt x="47702" y="22390"/>
                  </a:cubicBezTo>
                  <a:cubicBezTo>
                    <a:pt x="47583" y="14593"/>
                    <a:pt x="41070" y="6339"/>
                    <a:pt x="36611" y="3615"/>
                  </a:cubicBezTo>
                  <a:cubicBezTo>
                    <a:pt x="36596" y="3604"/>
                    <a:pt x="36445" y="3509"/>
                    <a:pt x="36180" y="3359"/>
                  </a:cubicBezTo>
                  <a:cubicBezTo>
                    <a:pt x="35966" y="3236"/>
                    <a:pt x="35734" y="3111"/>
                    <a:pt x="35489" y="2988"/>
                  </a:cubicBezTo>
                  <a:cubicBezTo>
                    <a:pt x="35482" y="2983"/>
                    <a:pt x="35466" y="2980"/>
                    <a:pt x="35452" y="2977"/>
                  </a:cubicBezTo>
                  <a:lnTo>
                    <a:pt x="34496" y="2519"/>
                  </a:lnTo>
                  <a:lnTo>
                    <a:pt x="33646" y="2150"/>
                  </a:lnTo>
                  <a:lnTo>
                    <a:pt x="32853" y="1838"/>
                  </a:lnTo>
                  <a:cubicBezTo>
                    <a:pt x="32850" y="1835"/>
                    <a:pt x="32845" y="1834"/>
                    <a:pt x="32841" y="1832"/>
                  </a:cubicBezTo>
                  <a:lnTo>
                    <a:pt x="31834" y="1475"/>
                  </a:lnTo>
                  <a:cubicBezTo>
                    <a:pt x="31830" y="1474"/>
                    <a:pt x="31825" y="1471"/>
                    <a:pt x="31821" y="1469"/>
                  </a:cubicBezTo>
                  <a:lnTo>
                    <a:pt x="31661" y="1416"/>
                  </a:lnTo>
                  <a:cubicBezTo>
                    <a:pt x="31428" y="1338"/>
                    <a:pt x="31186" y="1264"/>
                    <a:pt x="30938" y="1191"/>
                  </a:cubicBezTo>
                  <a:lnTo>
                    <a:pt x="30758" y="1139"/>
                  </a:lnTo>
                  <a:cubicBezTo>
                    <a:pt x="30743" y="1130"/>
                    <a:pt x="30725" y="1125"/>
                    <a:pt x="30706" y="1125"/>
                  </a:cubicBezTo>
                  <a:lnTo>
                    <a:pt x="30692" y="1125"/>
                  </a:lnTo>
                  <a:cubicBezTo>
                    <a:pt x="30524" y="1075"/>
                    <a:pt x="30351" y="1027"/>
                    <a:pt x="30184" y="984"/>
                  </a:cubicBezTo>
                  <a:lnTo>
                    <a:pt x="29927" y="891"/>
                  </a:lnTo>
                  <a:lnTo>
                    <a:pt x="29424" y="768"/>
                  </a:lnTo>
                  <a:cubicBezTo>
                    <a:pt x="29418" y="726"/>
                    <a:pt x="29385" y="690"/>
                    <a:pt x="29342" y="681"/>
                  </a:cubicBezTo>
                  <a:lnTo>
                    <a:pt x="29212" y="653"/>
                  </a:lnTo>
                  <a:cubicBezTo>
                    <a:pt x="28978" y="603"/>
                    <a:pt x="28745" y="553"/>
                    <a:pt x="28486" y="504"/>
                  </a:cubicBezTo>
                  <a:lnTo>
                    <a:pt x="28477" y="506"/>
                  </a:lnTo>
                  <a:cubicBezTo>
                    <a:pt x="28225" y="460"/>
                    <a:pt x="27966" y="413"/>
                    <a:pt x="27705" y="369"/>
                  </a:cubicBezTo>
                  <a:cubicBezTo>
                    <a:pt x="26229" y="123"/>
                    <a:pt x="24744" y="1"/>
                    <a:pt x="2326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10;p40">
              <a:extLst>
                <a:ext uri="{FF2B5EF4-FFF2-40B4-BE49-F238E27FC236}">
                  <a16:creationId xmlns:a16="http://schemas.microsoft.com/office/drawing/2014/main" id="{DBC6C180-B53D-C063-28CA-786234FF58B6}"/>
                </a:ext>
              </a:extLst>
            </p:cNvPr>
            <p:cNvSpPr/>
            <p:nvPr/>
          </p:nvSpPr>
          <p:spPr>
            <a:xfrm>
              <a:off x="5277475" y="3369800"/>
              <a:ext cx="3650" cy="1400"/>
            </a:xfrm>
            <a:custGeom>
              <a:avLst/>
              <a:gdLst/>
              <a:ahLst/>
              <a:cxnLst/>
              <a:rect l="l" t="t" r="r" b="b"/>
              <a:pathLst>
                <a:path w="146" h="56" extrusionOk="0">
                  <a:moveTo>
                    <a:pt x="1" y="0"/>
                  </a:moveTo>
                  <a:lnTo>
                    <a:pt x="145" y="55"/>
                  </a:lnTo>
                  <a:lnTo>
                    <a:pt x="123" y="45"/>
                  </a:lnTo>
                  <a:lnTo>
                    <a:pt x="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11;p40">
              <a:extLst>
                <a:ext uri="{FF2B5EF4-FFF2-40B4-BE49-F238E27FC236}">
                  <a16:creationId xmlns:a16="http://schemas.microsoft.com/office/drawing/2014/main" id="{FD4E54E0-DF4F-2FFF-E09C-D7AD2281376B}"/>
                </a:ext>
              </a:extLst>
            </p:cNvPr>
            <p:cNvSpPr/>
            <p:nvPr/>
          </p:nvSpPr>
          <p:spPr>
            <a:xfrm>
              <a:off x="5274475" y="3367125"/>
              <a:ext cx="9650" cy="6750"/>
            </a:xfrm>
            <a:custGeom>
              <a:avLst/>
              <a:gdLst/>
              <a:ahLst/>
              <a:cxnLst/>
              <a:rect l="l" t="t" r="r" b="b"/>
              <a:pathLst>
                <a:path w="386" h="270" extrusionOk="0">
                  <a:moveTo>
                    <a:pt x="121" y="1"/>
                  </a:moveTo>
                  <a:cubicBezTo>
                    <a:pt x="78" y="1"/>
                    <a:pt x="37" y="27"/>
                    <a:pt x="21" y="70"/>
                  </a:cubicBezTo>
                  <a:cubicBezTo>
                    <a:pt x="0" y="124"/>
                    <a:pt x="29" y="186"/>
                    <a:pt x="82" y="207"/>
                  </a:cubicBezTo>
                  <a:lnTo>
                    <a:pt x="228" y="262"/>
                  </a:lnTo>
                  <a:cubicBezTo>
                    <a:pt x="240" y="267"/>
                    <a:pt x="253" y="270"/>
                    <a:pt x="265" y="270"/>
                  </a:cubicBezTo>
                  <a:cubicBezTo>
                    <a:pt x="307" y="270"/>
                    <a:pt x="347" y="244"/>
                    <a:pt x="364" y="204"/>
                  </a:cubicBezTo>
                  <a:cubicBezTo>
                    <a:pt x="386" y="150"/>
                    <a:pt x="362" y="89"/>
                    <a:pt x="310" y="66"/>
                  </a:cubicBezTo>
                  <a:lnTo>
                    <a:pt x="286" y="55"/>
                  </a:lnTo>
                  <a:cubicBezTo>
                    <a:pt x="285" y="54"/>
                    <a:pt x="282" y="52"/>
                    <a:pt x="279" y="52"/>
                  </a:cubicBezTo>
                  <a:lnTo>
                    <a:pt x="158" y="7"/>
                  </a:lnTo>
                  <a:cubicBezTo>
                    <a:pt x="146" y="3"/>
                    <a:pt x="133" y="1"/>
                    <a:pt x="12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12;p40">
              <a:extLst>
                <a:ext uri="{FF2B5EF4-FFF2-40B4-BE49-F238E27FC236}">
                  <a16:creationId xmlns:a16="http://schemas.microsoft.com/office/drawing/2014/main" id="{EDE23602-1330-810C-FEED-04B70BE44D7A}"/>
                </a:ext>
              </a:extLst>
            </p:cNvPr>
            <p:cNvSpPr/>
            <p:nvPr/>
          </p:nvSpPr>
          <p:spPr>
            <a:xfrm>
              <a:off x="5253800" y="3361050"/>
              <a:ext cx="13125" cy="4625"/>
            </a:xfrm>
            <a:custGeom>
              <a:avLst/>
              <a:gdLst/>
              <a:ahLst/>
              <a:cxnLst/>
              <a:rect l="l" t="t" r="r" b="b"/>
              <a:pathLst>
                <a:path w="525" h="185" extrusionOk="0">
                  <a:moveTo>
                    <a:pt x="1" y="0"/>
                  </a:moveTo>
                  <a:lnTo>
                    <a:pt x="104" y="38"/>
                  </a:lnTo>
                  <a:lnTo>
                    <a:pt x="113" y="38"/>
                  </a:lnTo>
                  <a:lnTo>
                    <a:pt x="1" y="0"/>
                  </a:lnTo>
                  <a:close/>
                  <a:moveTo>
                    <a:pt x="99" y="38"/>
                  </a:moveTo>
                  <a:lnTo>
                    <a:pt x="261" y="99"/>
                  </a:lnTo>
                  <a:lnTo>
                    <a:pt x="282" y="99"/>
                  </a:lnTo>
                  <a:lnTo>
                    <a:pt x="113" y="41"/>
                  </a:lnTo>
                  <a:lnTo>
                    <a:pt x="104" y="38"/>
                  </a:lnTo>
                  <a:close/>
                  <a:moveTo>
                    <a:pt x="282" y="99"/>
                  </a:moveTo>
                  <a:lnTo>
                    <a:pt x="289" y="101"/>
                  </a:lnTo>
                  <a:lnTo>
                    <a:pt x="289" y="101"/>
                  </a:lnTo>
                  <a:lnTo>
                    <a:pt x="282" y="99"/>
                  </a:lnTo>
                  <a:close/>
                  <a:moveTo>
                    <a:pt x="289" y="101"/>
                  </a:moveTo>
                  <a:lnTo>
                    <a:pt x="525" y="185"/>
                  </a:lnTo>
                  <a:lnTo>
                    <a:pt x="525" y="185"/>
                  </a:lnTo>
                  <a:lnTo>
                    <a:pt x="413" y="145"/>
                  </a:lnTo>
                  <a:lnTo>
                    <a:pt x="325" y="114"/>
                  </a:lnTo>
                  <a:lnTo>
                    <a:pt x="289" y="10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13;p40">
              <a:extLst>
                <a:ext uri="{FF2B5EF4-FFF2-40B4-BE49-F238E27FC236}">
                  <a16:creationId xmlns:a16="http://schemas.microsoft.com/office/drawing/2014/main" id="{5445BA53-B06B-7030-EAF9-4FA1525AD09A}"/>
                </a:ext>
              </a:extLst>
            </p:cNvPr>
            <p:cNvSpPr/>
            <p:nvPr/>
          </p:nvSpPr>
          <p:spPr>
            <a:xfrm>
              <a:off x="5250800" y="3358375"/>
              <a:ext cx="19150" cy="10000"/>
            </a:xfrm>
            <a:custGeom>
              <a:avLst/>
              <a:gdLst/>
              <a:ahLst/>
              <a:cxnLst/>
              <a:rect l="l" t="t" r="r" b="b"/>
              <a:pathLst>
                <a:path w="766" h="400" extrusionOk="0">
                  <a:moveTo>
                    <a:pt x="120" y="0"/>
                  </a:moveTo>
                  <a:cubicBezTo>
                    <a:pt x="77" y="0"/>
                    <a:pt x="36" y="27"/>
                    <a:pt x="21" y="70"/>
                  </a:cubicBezTo>
                  <a:cubicBezTo>
                    <a:pt x="0" y="127"/>
                    <a:pt x="29" y="186"/>
                    <a:pt x="84" y="207"/>
                  </a:cubicBezTo>
                  <a:lnTo>
                    <a:pt x="163" y="235"/>
                  </a:lnTo>
                  <a:cubicBezTo>
                    <a:pt x="169" y="240"/>
                    <a:pt x="175" y="243"/>
                    <a:pt x="182" y="246"/>
                  </a:cubicBezTo>
                  <a:lnTo>
                    <a:pt x="344" y="305"/>
                  </a:lnTo>
                  <a:cubicBezTo>
                    <a:pt x="356" y="310"/>
                    <a:pt x="368" y="311"/>
                    <a:pt x="381" y="311"/>
                  </a:cubicBezTo>
                  <a:lnTo>
                    <a:pt x="609" y="393"/>
                  </a:lnTo>
                  <a:cubicBezTo>
                    <a:pt x="621" y="398"/>
                    <a:pt x="633" y="399"/>
                    <a:pt x="645" y="399"/>
                  </a:cubicBezTo>
                  <a:cubicBezTo>
                    <a:pt x="690" y="399"/>
                    <a:pt x="730" y="372"/>
                    <a:pt x="746" y="328"/>
                  </a:cubicBezTo>
                  <a:cubicBezTo>
                    <a:pt x="766" y="273"/>
                    <a:pt x="737" y="212"/>
                    <a:pt x="681" y="192"/>
                  </a:cubicBezTo>
                  <a:lnTo>
                    <a:pt x="438" y="104"/>
                  </a:lnTo>
                  <a:cubicBezTo>
                    <a:pt x="435" y="103"/>
                    <a:pt x="431" y="101"/>
                    <a:pt x="426" y="101"/>
                  </a:cubicBezTo>
                  <a:lnTo>
                    <a:pt x="285" y="52"/>
                  </a:lnTo>
                  <a:cubicBezTo>
                    <a:pt x="279" y="49"/>
                    <a:pt x="273" y="46"/>
                    <a:pt x="267" y="45"/>
                  </a:cubicBezTo>
                  <a:lnTo>
                    <a:pt x="157" y="6"/>
                  </a:lnTo>
                  <a:cubicBezTo>
                    <a:pt x="145" y="2"/>
                    <a:pt x="132" y="0"/>
                    <a:pt x="12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714;p40">
              <a:extLst>
                <a:ext uri="{FF2B5EF4-FFF2-40B4-BE49-F238E27FC236}">
                  <a16:creationId xmlns:a16="http://schemas.microsoft.com/office/drawing/2014/main" id="{E6A0453E-F26A-328D-BB7D-C3603BF200C2}"/>
                </a:ext>
              </a:extLst>
            </p:cNvPr>
            <p:cNvSpPr/>
            <p:nvPr/>
          </p:nvSpPr>
          <p:spPr>
            <a:xfrm>
              <a:off x="5274575" y="3367225"/>
              <a:ext cx="5500" cy="5350"/>
            </a:xfrm>
            <a:custGeom>
              <a:avLst/>
              <a:gdLst/>
              <a:ahLst/>
              <a:cxnLst/>
              <a:rect l="l" t="t" r="r" b="b"/>
              <a:pathLst>
                <a:path w="220" h="214" extrusionOk="0">
                  <a:moveTo>
                    <a:pt x="102" y="1"/>
                  </a:moveTo>
                  <a:cubicBezTo>
                    <a:pt x="42" y="1"/>
                    <a:pt x="1" y="48"/>
                    <a:pt x="1" y="108"/>
                  </a:cubicBezTo>
                  <a:cubicBezTo>
                    <a:pt x="1" y="166"/>
                    <a:pt x="54" y="213"/>
                    <a:pt x="112" y="213"/>
                  </a:cubicBezTo>
                  <a:cubicBezTo>
                    <a:pt x="172" y="213"/>
                    <a:pt x="220" y="166"/>
                    <a:pt x="220" y="108"/>
                  </a:cubicBezTo>
                  <a:cubicBezTo>
                    <a:pt x="220" y="48"/>
                    <a:pt x="172" y="1"/>
                    <a:pt x="11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715;p40">
              <a:extLst>
                <a:ext uri="{FF2B5EF4-FFF2-40B4-BE49-F238E27FC236}">
                  <a16:creationId xmlns:a16="http://schemas.microsoft.com/office/drawing/2014/main" id="{D5A03A64-45E9-FDE4-3DFA-C6111FB9FEC3}"/>
                </a:ext>
              </a:extLst>
            </p:cNvPr>
            <p:cNvSpPr/>
            <p:nvPr/>
          </p:nvSpPr>
          <p:spPr>
            <a:xfrm>
              <a:off x="5239475" y="3356100"/>
              <a:ext cx="3975" cy="1325"/>
            </a:xfrm>
            <a:custGeom>
              <a:avLst/>
              <a:gdLst/>
              <a:ahLst/>
              <a:cxnLst/>
              <a:rect l="l" t="t" r="r" b="b"/>
              <a:pathLst>
                <a:path w="159" h="53" extrusionOk="0">
                  <a:moveTo>
                    <a:pt x="158" y="52"/>
                  </a:moveTo>
                  <a:lnTo>
                    <a:pt x="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716;p40">
              <a:extLst>
                <a:ext uri="{FF2B5EF4-FFF2-40B4-BE49-F238E27FC236}">
                  <a16:creationId xmlns:a16="http://schemas.microsoft.com/office/drawing/2014/main" id="{D1AEE7F9-5A70-D3CD-B283-560C7F326A28}"/>
                </a:ext>
              </a:extLst>
            </p:cNvPr>
            <p:cNvSpPr/>
            <p:nvPr/>
          </p:nvSpPr>
          <p:spPr>
            <a:xfrm>
              <a:off x="5236800" y="3353425"/>
              <a:ext cx="9300" cy="6675"/>
            </a:xfrm>
            <a:custGeom>
              <a:avLst/>
              <a:gdLst/>
              <a:ahLst/>
              <a:cxnLst/>
              <a:rect l="l" t="t" r="r" b="b"/>
              <a:pathLst>
                <a:path w="372" h="267" extrusionOk="0">
                  <a:moveTo>
                    <a:pt x="107" y="0"/>
                  </a:moveTo>
                  <a:cubicBezTo>
                    <a:pt x="62" y="0"/>
                    <a:pt x="22" y="28"/>
                    <a:pt x="6" y="73"/>
                  </a:cubicBezTo>
                  <a:cubicBezTo>
                    <a:pt x="2" y="83"/>
                    <a:pt x="0" y="95"/>
                    <a:pt x="0" y="107"/>
                  </a:cubicBezTo>
                  <a:cubicBezTo>
                    <a:pt x="0" y="152"/>
                    <a:pt x="29" y="192"/>
                    <a:pt x="73" y="207"/>
                  </a:cubicBezTo>
                  <a:lnTo>
                    <a:pt x="231" y="261"/>
                  </a:lnTo>
                  <a:cubicBezTo>
                    <a:pt x="242" y="265"/>
                    <a:pt x="254" y="267"/>
                    <a:pt x="265" y="267"/>
                  </a:cubicBezTo>
                  <a:cubicBezTo>
                    <a:pt x="310" y="267"/>
                    <a:pt x="350" y="238"/>
                    <a:pt x="365" y="194"/>
                  </a:cubicBezTo>
                  <a:cubicBezTo>
                    <a:pt x="370" y="183"/>
                    <a:pt x="371" y="171"/>
                    <a:pt x="371" y="159"/>
                  </a:cubicBezTo>
                  <a:cubicBezTo>
                    <a:pt x="371" y="115"/>
                    <a:pt x="343" y="75"/>
                    <a:pt x="300" y="60"/>
                  </a:cubicBezTo>
                  <a:lnTo>
                    <a:pt x="142" y="6"/>
                  </a:lnTo>
                  <a:cubicBezTo>
                    <a:pt x="130" y="2"/>
                    <a:pt x="118" y="0"/>
                    <a:pt x="10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717;p40">
              <a:extLst>
                <a:ext uri="{FF2B5EF4-FFF2-40B4-BE49-F238E27FC236}">
                  <a16:creationId xmlns:a16="http://schemas.microsoft.com/office/drawing/2014/main" id="{E1E1DA1B-7514-82B3-032D-781E0A4AA4B7}"/>
                </a:ext>
              </a:extLst>
            </p:cNvPr>
            <p:cNvSpPr/>
            <p:nvPr/>
          </p:nvSpPr>
          <p:spPr>
            <a:xfrm>
              <a:off x="5267775" y="3366000"/>
              <a:ext cx="12050" cy="4675"/>
            </a:xfrm>
            <a:custGeom>
              <a:avLst/>
              <a:gdLst/>
              <a:ahLst/>
              <a:cxnLst/>
              <a:rect l="l" t="t" r="r" b="b"/>
              <a:pathLst>
                <a:path w="482" h="187" extrusionOk="0">
                  <a:moveTo>
                    <a:pt x="0" y="0"/>
                  </a:moveTo>
                  <a:lnTo>
                    <a:pt x="64" y="26"/>
                  </a:lnTo>
                  <a:lnTo>
                    <a:pt x="42" y="26"/>
                  </a:lnTo>
                  <a:lnTo>
                    <a:pt x="185" y="81"/>
                  </a:lnTo>
                  <a:lnTo>
                    <a:pt x="230" y="90"/>
                  </a:lnTo>
                  <a:lnTo>
                    <a:pt x="230" y="90"/>
                  </a:lnTo>
                  <a:lnTo>
                    <a:pt x="481" y="186"/>
                  </a:lnTo>
                  <a:lnTo>
                    <a:pt x="481" y="186"/>
                  </a:lnTo>
                  <a:lnTo>
                    <a:pt x="350" y="136"/>
                  </a:lnTo>
                  <a:lnTo>
                    <a:pt x="255" y="99"/>
                  </a:lnTo>
                  <a:lnTo>
                    <a:pt x="67" y="26"/>
                  </a:lnTo>
                  <a:lnTo>
                    <a:pt x="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718;p40">
              <a:extLst>
                <a:ext uri="{FF2B5EF4-FFF2-40B4-BE49-F238E27FC236}">
                  <a16:creationId xmlns:a16="http://schemas.microsoft.com/office/drawing/2014/main" id="{00C696FE-39FB-5C59-DA3A-B161DDC658F0}"/>
                </a:ext>
              </a:extLst>
            </p:cNvPr>
            <p:cNvSpPr/>
            <p:nvPr/>
          </p:nvSpPr>
          <p:spPr>
            <a:xfrm>
              <a:off x="5264750" y="3363325"/>
              <a:ext cx="18075" cy="10000"/>
            </a:xfrm>
            <a:custGeom>
              <a:avLst/>
              <a:gdLst/>
              <a:ahLst/>
              <a:cxnLst/>
              <a:rect l="l" t="t" r="r" b="b"/>
              <a:pathLst>
                <a:path w="723" h="400" extrusionOk="0">
                  <a:moveTo>
                    <a:pt x="122" y="1"/>
                  </a:moveTo>
                  <a:cubicBezTo>
                    <a:pt x="80" y="1"/>
                    <a:pt x="39" y="26"/>
                    <a:pt x="23" y="69"/>
                  </a:cubicBezTo>
                  <a:cubicBezTo>
                    <a:pt x="1" y="122"/>
                    <a:pt x="27" y="185"/>
                    <a:pt x="83" y="206"/>
                  </a:cubicBezTo>
                  <a:lnTo>
                    <a:pt x="87" y="209"/>
                  </a:lnTo>
                  <a:cubicBezTo>
                    <a:pt x="97" y="219"/>
                    <a:pt x="109" y="226"/>
                    <a:pt x="124" y="232"/>
                  </a:cubicBezTo>
                  <a:lnTo>
                    <a:pt x="563" y="393"/>
                  </a:lnTo>
                  <a:cubicBezTo>
                    <a:pt x="577" y="398"/>
                    <a:pt x="589" y="399"/>
                    <a:pt x="602" y="399"/>
                  </a:cubicBezTo>
                  <a:cubicBezTo>
                    <a:pt x="645" y="399"/>
                    <a:pt x="686" y="374"/>
                    <a:pt x="702" y="331"/>
                  </a:cubicBezTo>
                  <a:cubicBezTo>
                    <a:pt x="723" y="276"/>
                    <a:pt x="694" y="215"/>
                    <a:pt x="639" y="194"/>
                  </a:cubicBezTo>
                  <a:lnTo>
                    <a:pt x="160" y="8"/>
                  </a:lnTo>
                  <a:cubicBezTo>
                    <a:pt x="148" y="3"/>
                    <a:pt x="135" y="1"/>
                    <a:pt x="12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719;p40">
              <a:extLst>
                <a:ext uri="{FF2B5EF4-FFF2-40B4-BE49-F238E27FC236}">
                  <a16:creationId xmlns:a16="http://schemas.microsoft.com/office/drawing/2014/main" id="{B867FE9A-F0BD-C816-64C3-1598053DAA31}"/>
                </a:ext>
              </a:extLst>
            </p:cNvPr>
            <p:cNvSpPr/>
            <p:nvPr/>
          </p:nvSpPr>
          <p:spPr>
            <a:xfrm>
              <a:off x="5243525" y="3357400"/>
              <a:ext cx="9800" cy="3400"/>
            </a:xfrm>
            <a:custGeom>
              <a:avLst/>
              <a:gdLst/>
              <a:ahLst/>
              <a:cxnLst/>
              <a:rect l="l" t="t" r="r" b="b"/>
              <a:pathLst>
                <a:path w="392" h="136" extrusionOk="0">
                  <a:moveTo>
                    <a:pt x="1" y="0"/>
                  </a:moveTo>
                  <a:lnTo>
                    <a:pt x="141" y="50"/>
                  </a:lnTo>
                  <a:lnTo>
                    <a:pt x="186" y="65"/>
                  </a:lnTo>
                  <a:lnTo>
                    <a:pt x="186" y="65"/>
                  </a:lnTo>
                  <a:lnTo>
                    <a:pt x="1" y="0"/>
                  </a:lnTo>
                  <a:close/>
                  <a:moveTo>
                    <a:pt x="186" y="65"/>
                  </a:moveTo>
                  <a:lnTo>
                    <a:pt x="214" y="75"/>
                  </a:lnTo>
                  <a:lnTo>
                    <a:pt x="235" y="82"/>
                  </a:lnTo>
                  <a:lnTo>
                    <a:pt x="235" y="82"/>
                  </a:lnTo>
                  <a:lnTo>
                    <a:pt x="186" y="65"/>
                  </a:lnTo>
                  <a:close/>
                  <a:moveTo>
                    <a:pt x="235" y="82"/>
                  </a:moveTo>
                  <a:lnTo>
                    <a:pt x="391" y="136"/>
                  </a:lnTo>
                  <a:lnTo>
                    <a:pt x="297" y="103"/>
                  </a:lnTo>
                  <a:lnTo>
                    <a:pt x="235" y="82"/>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720;p40">
              <a:extLst>
                <a:ext uri="{FF2B5EF4-FFF2-40B4-BE49-F238E27FC236}">
                  <a16:creationId xmlns:a16="http://schemas.microsoft.com/office/drawing/2014/main" id="{D8973240-3856-A7E2-E4F2-92DDB9670FDC}"/>
                </a:ext>
              </a:extLst>
            </p:cNvPr>
            <p:cNvSpPr/>
            <p:nvPr/>
          </p:nvSpPr>
          <p:spPr>
            <a:xfrm>
              <a:off x="5240525" y="3354750"/>
              <a:ext cx="15775" cy="8700"/>
            </a:xfrm>
            <a:custGeom>
              <a:avLst/>
              <a:gdLst/>
              <a:ahLst/>
              <a:cxnLst/>
              <a:rect l="l" t="t" r="r" b="b"/>
              <a:pathLst>
                <a:path w="631" h="348" extrusionOk="0">
                  <a:moveTo>
                    <a:pt x="120" y="1"/>
                  </a:moveTo>
                  <a:cubicBezTo>
                    <a:pt x="76" y="1"/>
                    <a:pt x="35" y="28"/>
                    <a:pt x="20" y="72"/>
                  </a:cubicBezTo>
                  <a:cubicBezTo>
                    <a:pt x="0" y="127"/>
                    <a:pt x="30" y="188"/>
                    <a:pt x="85" y="208"/>
                  </a:cubicBezTo>
                  <a:lnTo>
                    <a:pt x="477" y="342"/>
                  </a:lnTo>
                  <a:cubicBezTo>
                    <a:pt x="489" y="346"/>
                    <a:pt x="499" y="348"/>
                    <a:pt x="511" y="348"/>
                  </a:cubicBezTo>
                  <a:cubicBezTo>
                    <a:pt x="556" y="348"/>
                    <a:pt x="596" y="319"/>
                    <a:pt x="612" y="276"/>
                  </a:cubicBezTo>
                  <a:cubicBezTo>
                    <a:pt x="630" y="220"/>
                    <a:pt x="600" y="160"/>
                    <a:pt x="545" y="141"/>
                  </a:cubicBezTo>
                  <a:lnTo>
                    <a:pt x="155" y="7"/>
                  </a:lnTo>
                  <a:cubicBezTo>
                    <a:pt x="144" y="3"/>
                    <a:pt x="132" y="1"/>
                    <a:pt x="12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721;p40">
              <a:extLst>
                <a:ext uri="{FF2B5EF4-FFF2-40B4-BE49-F238E27FC236}">
                  <a16:creationId xmlns:a16="http://schemas.microsoft.com/office/drawing/2014/main" id="{03D3228C-6A8E-F70B-5298-7A333A52D9EE}"/>
                </a:ext>
              </a:extLst>
            </p:cNvPr>
            <p:cNvSpPr/>
            <p:nvPr/>
          </p:nvSpPr>
          <p:spPr>
            <a:xfrm>
              <a:off x="5138200" y="3329850"/>
              <a:ext cx="2550" cy="425"/>
            </a:xfrm>
            <a:custGeom>
              <a:avLst/>
              <a:gdLst/>
              <a:ahLst/>
              <a:cxnLst/>
              <a:rect l="l" t="t" r="r" b="b"/>
              <a:pathLst>
                <a:path w="102" h="17" extrusionOk="0">
                  <a:moveTo>
                    <a:pt x="0" y="1"/>
                  </a:moveTo>
                  <a:lnTo>
                    <a:pt x="102" y="17"/>
                  </a:lnTo>
                  <a:lnTo>
                    <a:pt x="102" y="17"/>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722;p40">
              <a:extLst>
                <a:ext uri="{FF2B5EF4-FFF2-40B4-BE49-F238E27FC236}">
                  <a16:creationId xmlns:a16="http://schemas.microsoft.com/office/drawing/2014/main" id="{7E308304-1487-55BD-F97B-267137CDDC66}"/>
                </a:ext>
              </a:extLst>
            </p:cNvPr>
            <p:cNvSpPr/>
            <p:nvPr/>
          </p:nvSpPr>
          <p:spPr>
            <a:xfrm>
              <a:off x="5135525" y="3327175"/>
              <a:ext cx="7900" cy="5800"/>
            </a:xfrm>
            <a:custGeom>
              <a:avLst/>
              <a:gdLst/>
              <a:ahLst/>
              <a:cxnLst/>
              <a:rect l="l" t="t" r="r" b="b"/>
              <a:pathLst>
                <a:path w="316" h="232" extrusionOk="0">
                  <a:moveTo>
                    <a:pt x="105" y="0"/>
                  </a:moveTo>
                  <a:cubicBezTo>
                    <a:pt x="54" y="0"/>
                    <a:pt x="10" y="38"/>
                    <a:pt x="2" y="90"/>
                  </a:cubicBezTo>
                  <a:cubicBezTo>
                    <a:pt x="0" y="96"/>
                    <a:pt x="0" y="102"/>
                    <a:pt x="0" y="108"/>
                  </a:cubicBezTo>
                  <a:cubicBezTo>
                    <a:pt x="0" y="158"/>
                    <a:pt x="37" y="204"/>
                    <a:pt x="89" y="213"/>
                  </a:cubicBezTo>
                  <a:lnTo>
                    <a:pt x="192" y="230"/>
                  </a:lnTo>
                  <a:cubicBezTo>
                    <a:pt x="198" y="231"/>
                    <a:pt x="204" y="231"/>
                    <a:pt x="209" y="231"/>
                  </a:cubicBezTo>
                  <a:cubicBezTo>
                    <a:pt x="261" y="231"/>
                    <a:pt x="305" y="194"/>
                    <a:pt x="314" y="142"/>
                  </a:cubicBezTo>
                  <a:cubicBezTo>
                    <a:pt x="316" y="136"/>
                    <a:pt x="316" y="130"/>
                    <a:pt x="316" y="124"/>
                  </a:cubicBezTo>
                  <a:cubicBezTo>
                    <a:pt x="316" y="73"/>
                    <a:pt x="279" y="27"/>
                    <a:pt x="226" y="20"/>
                  </a:cubicBezTo>
                  <a:lnTo>
                    <a:pt x="124" y="2"/>
                  </a:lnTo>
                  <a:cubicBezTo>
                    <a:pt x="117" y="1"/>
                    <a:pt x="111" y="0"/>
                    <a:pt x="10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723;p40">
              <a:extLst>
                <a:ext uri="{FF2B5EF4-FFF2-40B4-BE49-F238E27FC236}">
                  <a16:creationId xmlns:a16="http://schemas.microsoft.com/office/drawing/2014/main" id="{A4AFFEAA-8948-585A-B680-7D557A543715}"/>
                </a:ext>
              </a:extLst>
            </p:cNvPr>
            <p:cNvSpPr/>
            <p:nvPr/>
          </p:nvSpPr>
          <p:spPr>
            <a:xfrm>
              <a:off x="4846575" y="3893975"/>
              <a:ext cx="318750" cy="318725"/>
            </a:xfrm>
            <a:custGeom>
              <a:avLst/>
              <a:gdLst/>
              <a:ahLst/>
              <a:cxnLst/>
              <a:rect l="l" t="t" r="r" b="b"/>
              <a:pathLst>
                <a:path w="12750" h="12749" extrusionOk="0">
                  <a:moveTo>
                    <a:pt x="6375" y="0"/>
                  </a:moveTo>
                  <a:cubicBezTo>
                    <a:pt x="2855" y="0"/>
                    <a:pt x="1" y="2855"/>
                    <a:pt x="1" y="6375"/>
                  </a:cubicBezTo>
                  <a:cubicBezTo>
                    <a:pt x="1" y="9894"/>
                    <a:pt x="2855" y="12749"/>
                    <a:pt x="6375" y="12749"/>
                  </a:cubicBezTo>
                  <a:cubicBezTo>
                    <a:pt x="9895" y="12749"/>
                    <a:pt x="12749" y="9894"/>
                    <a:pt x="12749" y="6375"/>
                  </a:cubicBezTo>
                  <a:cubicBezTo>
                    <a:pt x="12749" y="2855"/>
                    <a:pt x="9895" y="0"/>
                    <a:pt x="63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724;p40">
              <a:extLst>
                <a:ext uri="{FF2B5EF4-FFF2-40B4-BE49-F238E27FC236}">
                  <a16:creationId xmlns:a16="http://schemas.microsoft.com/office/drawing/2014/main" id="{9C1975CA-0C47-E7A9-3570-5D892BB625F7}"/>
                </a:ext>
              </a:extLst>
            </p:cNvPr>
            <p:cNvSpPr/>
            <p:nvPr/>
          </p:nvSpPr>
          <p:spPr>
            <a:xfrm>
              <a:off x="4831800" y="3891300"/>
              <a:ext cx="348300" cy="324075"/>
            </a:xfrm>
            <a:custGeom>
              <a:avLst/>
              <a:gdLst/>
              <a:ahLst/>
              <a:cxnLst/>
              <a:rect l="l" t="t" r="r" b="b"/>
              <a:pathLst>
                <a:path w="13932" h="12963" extrusionOk="0">
                  <a:moveTo>
                    <a:pt x="6969" y="214"/>
                  </a:moveTo>
                  <a:cubicBezTo>
                    <a:pt x="9991" y="214"/>
                    <a:pt x="12660" y="2411"/>
                    <a:pt x="13154" y="5487"/>
                  </a:cubicBezTo>
                  <a:cubicBezTo>
                    <a:pt x="13702" y="8900"/>
                    <a:pt x="11373" y="12122"/>
                    <a:pt x="7961" y="12670"/>
                  </a:cubicBezTo>
                  <a:cubicBezTo>
                    <a:pt x="7624" y="12725"/>
                    <a:pt x="7292" y="12750"/>
                    <a:pt x="6963" y="12750"/>
                  </a:cubicBezTo>
                  <a:cubicBezTo>
                    <a:pt x="3941" y="12750"/>
                    <a:pt x="1272" y="10552"/>
                    <a:pt x="778" y="7476"/>
                  </a:cubicBezTo>
                  <a:cubicBezTo>
                    <a:pt x="230" y="4064"/>
                    <a:pt x="2559" y="842"/>
                    <a:pt x="5972" y="294"/>
                  </a:cubicBezTo>
                  <a:cubicBezTo>
                    <a:pt x="6307" y="240"/>
                    <a:pt x="6640" y="214"/>
                    <a:pt x="6969" y="214"/>
                  </a:cubicBezTo>
                  <a:close/>
                  <a:moveTo>
                    <a:pt x="6970" y="1"/>
                  </a:moveTo>
                  <a:cubicBezTo>
                    <a:pt x="6629" y="1"/>
                    <a:pt x="6284" y="28"/>
                    <a:pt x="5937" y="84"/>
                  </a:cubicBezTo>
                  <a:cubicBezTo>
                    <a:pt x="2410" y="649"/>
                    <a:pt x="1" y="3982"/>
                    <a:pt x="567" y="7510"/>
                  </a:cubicBezTo>
                  <a:cubicBezTo>
                    <a:pt x="1079" y="10692"/>
                    <a:pt x="3837" y="12963"/>
                    <a:pt x="6962" y="12963"/>
                  </a:cubicBezTo>
                  <a:lnTo>
                    <a:pt x="6962" y="12963"/>
                  </a:lnTo>
                  <a:cubicBezTo>
                    <a:pt x="7303" y="12963"/>
                    <a:pt x="7648" y="12936"/>
                    <a:pt x="7993" y="12881"/>
                  </a:cubicBezTo>
                  <a:cubicBezTo>
                    <a:pt x="11522" y="12314"/>
                    <a:pt x="13931" y="8982"/>
                    <a:pt x="13364" y="5453"/>
                  </a:cubicBezTo>
                  <a:cubicBezTo>
                    <a:pt x="12854" y="2272"/>
                    <a:pt x="10096" y="1"/>
                    <a:pt x="6970" y="1"/>
                  </a:cubicBezTo>
                  <a:close/>
                  <a:moveTo>
                    <a:pt x="6962" y="12963"/>
                  </a:moveTo>
                  <a:lnTo>
                    <a:pt x="6962" y="12963"/>
                  </a:lnTo>
                  <a:cubicBezTo>
                    <a:pt x="6962" y="12963"/>
                    <a:pt x="6962" y="12963"/>
                    <a:pt x="6962" y="12963"/>
                  </a:cubicBezTo>
                  <a:lnTo>
                    <a:pt x="6963" y="12963"/>
                  </a:lnTo>
                  <a:cubicBezTo>
                    <a:pt x="6963" y="12963"/>
                    <a:pt x="6963" y="12963"/>
                    <a:pt x="6962" y="12963"/>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725;p40">
              <a:extLst>
                <a:ext uri="{FF2B5EF4-FFF2-40B4-BE49-F238E27FC236}">
                  <a16:creationId xmlns:a16="http://schemas.microsoft.com/office/drawing/2014/main" id="{073ED5C0-50EA-BEEC-7D3A-E3281F094940}"/>
                </a:ext>
              </a:extLst>
            </p:cNvPr>
            <p:cNvSpPr/>
            <p:nvPr/>
          </p:nvSpPr>
          <p:spPr>
            <a:xfrm>
              <a:off x="4926100" y="3973450"/>
              <a:ext cx="159750" cy="159750"/>
            </a:xfrm>
            <a:custGeom>
              <a:avLst/>
              <a:gdLst/>
              <a:ahLst/>
              <a:cxnLst/>
              <a:rect l="l" t="t" r="r" b="b"/>
              <a:pathLst>
                <a:path w="6390" h="6390" extrusionOk="0">
                  <a:moveTo>
                    <a:pt x="3196" y="0"/>
                  </a:moveTo>
                  <a:cubicBezTo>
                    <a:pt x="1431" y="0"/>
                    <a:pt x="0" y="1431"/>
                    <a:pt x="0" y="3194"/>
                  </a:cubicBezTo>
                  <a:cubicBezTo>
                    <a:pt x="0" y="4958"/>
                    <a:pt x="1431" y="6389"/>
                    <a:pt x="3196" y="6389"/>
                  </a:cubicBezTo>
                  <a:cubicBezTo>
                    <a:pt x="4958" y="6389"/>
                    <a:pt x="6389" y="4958"/>
                    <a:pt x="6389" y="3194"/>
                  </a:cubicBezTo>
                  <a:cubicBezTo>
                    <a:pt x="6389" y="1431"/>
                    <a:pt x="4958" y="0"/>
                    <a:pt x="3196" y="0"/>
                  </a:cubicBezTo>
                  <a:close/>
                </a:path>
              </a:pathLst>
            </a:custGeom>
            <a:solidFill>
              <a:srgbClr val="BCC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726;p40">
              <a:extLst>
                <a:ext uri="{FF2B5EF4-FFF2-40B4-BE49-F238E27FC236}">
                  <a16:creationId xmlns:a16="http://schemas.microsoft.com/office/drawing/2014/main" id="{1758B5A2-C811-C492-A706-1421F1FA8DAE}"/>
                </a:ext>
              </a:extLst>
            </p:cNvPr>
            <p:cNvSpPr/>
            <p:nvPr/>
          </p:nvSpPr>
          <p:spPr>
            <a:xfrm>
              <a:off x="4923425" y="3970775"/>
              <a:ext cx="165100" cy="165100"/>
            </a:xfrm>
            <a:custGeom>
              <a:avLst/>
              <a:gdLst/>
              <a:ahLst/>
              <a:cxnLst/>
              <a:rect l="l" t="t" r="r" b="b"/>
              <a:pathLst>
                <a:path w="6604" h="6604" extrusionOk="0">
                  <a:moveTo>
                    <a:pt x="3303" y="215"/>
                  </a:moveTo>
                  <a:cubicBezTo>
                    <a:pt x="5004" y="215"/>
                    <a:pt x="6389" y="1599"/>
                    <a:pt x="6389" y="3303"/>
                  </a:cubicBezTo>
                  <a:cubicBezTo>
                    <a:pt x="6389" y="5004"/>
                    <a:pt x="5004" y="6389"/>
                    <a:pt x="3303" y="6389"/>
                  </a:cubicBezTo>
                  <a:cubicBezTo>
                    <a:pt x="1599" y="6389"/>
                    <a:pt x="215" y="5004"/>
                    <a:pt x="215" y="3303"/>
                  </a:cubicBezTo>
                  <a:cubicBezTo>
                    <a:pt x="215" y="1599"/>
                    <a:pt x="1599" y="215"/>
                    <a:pt x="3303" y="215"/>
                  </a:cubicBezTo>
                  <a:close/>
                  <a:moveTo>
                    <a:pt x="3303" y="0"/>
                  </a:moveTo>
                  <a:cubicBezTo>
                    <a:pt x="1482" y="0"/>
                    <a:pt x="0" y="1482"/>
                    <a:pt x="0" y="3303"/>
                  </a:cubicBezTo>
                  <a:cubicBezTo>
                    <a:pt x="0" y="5122"/>
                    <a:pt x="1482" y="6604"/>
                    <a:pt x="3303" y="6604"/>
                  </a:cubicBezTo>
                  <a:cubicBezTo>
                    <a:pt x="5122" y="6604"/>
                    <a:pt x="6604" y="5122"/>
                    <a:pt x="6604" y="3303"/>
                  </a:cubicBezTo>
                  <a:cubicBezTo>
                    <a:pt x="6604" y="1482"/>
                    <a:pt x="5122" y="0"/>
                    <a:pt x="330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727;p40">
              <a:extLst>
                <a:ext uri="{FF2B5EF4-FFF2-40B4-BE49-F238E27FC236}">
                  <a16:creationId xmlns:a16="http://schemas.microsoft.com/office/drawing/2014/main" id="{99B10526-2DEF-5D6F-BDB2-492E684C08C6}"/>
                </a:ext>
              </a:extLst>
            </p:cNvPr>
            <p:cNvSpPr/>
            <p:nvPr/>
          </p:nvSpPr>
          <p:spPr>
            <a:xfrm>
              <a:off x="4946050" y="3993400"/>
              <a:ext cx="119850" cy="119850"/>
            </a:xfrm>
            <a:custGeom>
              <a:avLst/>
              <a:gdLst/>
              <a:ahLst/>
              <a:cxnLst/>
              <a:rect l="l" t="t" r="r" b="b"/>
              <a:pathLst>
                <a:path w="4794" h="4794" extrusionOk="0">
                  <a:moveTo>
                    <a:pt x="2398" y="0"/>
                  </a:moveTo>
                  <a:cubicBezTo>
                    <a:pt x="1072" y="0"/>
                    <a:pt x="0" y="1072"/>
                    <a:pt x="0" y="2396"/>
                  </a:cubicBezTo>
                  <a:cubicBezTo>
                    <a:pt x="0" y="3721"/>
                    <a:pt x="1072" y="4793"/>
                    <a:pt x="2398" y="4793"/>
                  </a:cubicBezTo>
                  <a:cubicBezTo>
                    <a:pt x="3721" y="4793"/>
                    <a:pt x="4793" y="3721"/>
                    <a:pt x="4793" y="2396"/>
                  </a:cubicBezTo>
                  <a:cubicBezTo>
                    <a:pt x="4793" y="1072"/>
                    <a:pt x="3721" y="0"/>
                    <a:pt x="239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728;p40">
              <a:extLst>
                <a:ext uri="{FF2B5EF4-FFF2-40B4-BE49-F238E27FC236}">
                  <a16:creationId xmlns:a16="http://schemas.microsoft.com/office/drawing/2014/main" id="{0450074F-A7C9-73DB-8E4F-39D2986A269D}"/>
                </a:ext>
              </a:extLst>
            </p:cNvPr>
            <p:cNvSpPr/>
            <p:nvPr/>
          </p:nvSpPr>
          <p:spPr>
            <a:xfrm>
              <a:off x="4943375" y="3990725"/>
              <a:ext cx="125200" cy="125200"/>
            </a:xfrm>
            <a:custGeom>
              <a:avLst/>
              <a:gdLst/>
              <a:ahLst/>
              <a:cxnLst/>
              <a:rect l="l" t="t" r="r" b="b"/>
              <a:pathLst>
                <a:path w="5008" h="5008" extrusionOk="0">
                  <a:moveTo>
                    <a:pt x="2505" y="213"/>
                  </a:moveTo>
                  <a:cubicBezTo>
                    <a:pt x="3767" y="213"/>
                    <a:pt x="4795" y="1240"/>
                    <a:pt x="4795" y="2505"/>
                  </a:cubicBezTo>
                  <a:cubicBezTo>
                    <a:pt x="4795" y="3767"/>
                    <a:pt x="3767" y="4795"/>
                    <a:pt x="2505" y="4795"/>
                  </a:cubicBezTo>
                  <a:cubicBezTo>
                    <a:pt x="1240" y="4795"/>
                    <a:pt x="213" y="3767"/>
                    <a:pt x="213" y="2505"/>
                  </a:cubicBezTo>
                  <a:cubicBezTo>
                    <a:pt x="213" y="1240"/>
                    <a:pt x="1240" y="213"/>
                    <a:pt x="2505" y="213"/>
                  </a:cubicBezTo>
                  <a:close/>
                  <a:moveTo>
                    <a:pt x="2505" y="0"/>
                  </a:moveTo>
                  <a:cubicBezTo>
                    <a:pt x="1124" y="0"/>
                    <a:pt x="0" y="1123"/>
                    <a:pt x="0" y="2505"/>
                  </a:cubicBezTo>
                  <a:cubicBezTo>
                    <a:pt x="0" y="3885"/>
                    <a:pt x="1123" y="5007"/>
                    <a:pt x="2505" y="5007"/>
                  </a:cubicBezTo>
                  <a:cubicBezTo>
                    <a:pt x="3885" y="5007"/>
                    <a:pt x="5007" y="3883"/>
                    <a:pt x="5007" y="2505"/>
                  </a:cubicBezTo>
                  <a:cubicBezTo>
                    <a:pt x="5007" y="1124"/>
                    <a:pt x="3883" y="0"/>
                    <a:pt x="250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729;p40">
              <a:extLst>
                <a:ext uri="{FF2B5EF4-FFF2-40B4-BE49-F238E27FC236}">
                  <a16:creationId xmlns:a16="http://schemas.microsoft.com/office/drawing/2014/main" id="{0D080508-FFA3-9DEE-6928-AF4D92915755}"/>
                </a:ext>
              </a:extLst>
            </p:cNvPr>
            <p:cNvSpPr/>
            <p:nvPr/>
          </p:nvSpPr>
          <p:spPr>
            <a:xfrm>
              <a:off x="4971000" y="4018325"/>
              <a:ext cx="69950" cy="69975"/>
            </a:xfrm>
            <a:custGeom>
              <a:avLst/>
              <a:gdLst/>
              <a:ahLst/>
              <a:cxnLst/>
              <a:rect l="l" t="t" r="r" b="b"/>
              <a:pathLst>
                <a:path w="2798" h="2799" extrusionOk="0">
                  <a:moveTo>
                    <a:pt x="1400" y="1"/>
                  </a:moveTo>
                  <a:cubicBezTo>
                    <a:pt x="627" y="1"/>
                    <a:pt x="0" y="628"/>
                    <a:pt x="0" y="1399"/>
                  </a:cubicBezTo>
                  <a:cubicBezTo>
                    <a:pt x="0" y="2172"/>
                    <a:pt x="627" y="2799"/>
                    <a:pt x="1400" y="2799"/>
                  </a:cubicBezTo>
                  <a:cubicBezTo>
                    <a:pt x="2171" y="2799"/>
                    <a:pt x="2798" y="2172"/>
                    <a:pt x="2798" y="1399"/>
                  </a:cubicBezTo>
                  <a:cubicBezTo>
                    <a:pt x="2798" y="628"/>
                    <a:pt x="2171" y="1"/>
                    <a:pt x="1400"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730;p40">
              <a:extLst>
                <a:ext uri="{FF2B5EF4-FFF2-40B4-BE49-F238E27FC236}">
                  <a16:creationId xmlns:a16="http://schemas.microsoft.com/office/drawing/2014/main" id="{E83DCF71-8C0F-402E-6BA2-E8EFE484C7EB}"/>
                </a:ext>
              </a:extLst>
            </p:cNvPr>
            <p:cNvSpPr/>
            <p:nvPr/>
          </p:nvSpPr>
          <p:spPr>
            <a:xfrm>
              <a:off x="4968300" y="4015650"/>
              <a:ext cx="75325" cy="75325"/>
            </a:xfrm>
            <a:custGeom>
              <a:avLst/>
              <a:gdLst/>
              <a:ahLst/>
              <a:cxnLst/>
              <a:rect l="l" t="t" r="r" b="b"/>
              <a:pathLst>
                <a:path w="3013" h="3013" extrusionOk="0">
                  <a:moveTo>
                    <a:pt x="1508" y="215"/>
                  </a:moveTo>
                  <a:cubicBezTo>
                    <a:pt x="2219" y="215"/>
                    <a:pt x="2800" y="794"/>
                    <a:pt x="2800" y="1508"/>
                  </a:cubicBezTo>
                  <a:cubicBezTo>
                    <a:pt x="2800" y="2219"/>
                    <a:pt x="2219" y="2800"/>
                    <a:pt x="1508" y="2800"/>
                  </a:cubicBezTo>
                  <a:cubicBezTo>
                    <a:pt x="794" y="2800"/>
                    <a:pt x="215" y="2219"/>
                    <a:pt x="215" y="1508"/>
                  </a:cubicBezTo>
                  <a:cubicBezTo>
                    <a:pt x="215" y="794"/>
                    <a:pt x="794" y="215"/>
                    <a:pt x="1508" y="215"/>
                  </a:cubicBezTo>
                  <a:close/>
                  <a:moveTo>
                    <a:pt x="1508" y="1"/>
                  </a:moveTo>
                  <a:cubicBezTo>
                    <a:pt x="677" y="1"/>
                    <a:pt x="1" y="677"/>
                    <a:pt x="1" y="1508"/>
                  </a:cubicBezTo>
                  <a:cubicBezTo>
                    <a:pt x="1" y="2337"/>
                    <a:pt x="677" y="3013"/>
                    <a:pt x="1508" y="3013"/>
                  </a:cubicBezTo>
                  <a:cubicBezTo>
                    <a:pt x="2337" y="3013"/>
                    <a:pt x="3013" y="2337"/>
                    <a:pt x="3013" y="1508"/>
                  </a:cubicBezTo>
                  <a:cubicBezTo>
                    <a:pt x="3013" y="677"/>
                    <a:pt x="2337" y="1"/>
                    <a:pt x="15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731;p40">
              <a:extLst>
                <a:ext uri="{FF2B5EF4-FFF2-40B4-BE49-F238E27FC236}">
                  <a16:creationId xmlns:a16="http://schemas.microsoft.com/office/drawing/2014/main" id="{FA27B613-DECA-295F-5696-D4D9BFFB0735}"/>
                </a:ext>
              </a:extLst>
            </p:cNvPr>
            <p:cNvSpPr/>
            <p:nvPr/>
          </p:nvSpPr>
          <p:spPr>
            <a:xfrm>
              <a:off x="4475650" y="3893925"/>
              <a:ext cx="242050" cy="318750"/>
            </a:xfrm>
            <a:custGeom>
              <a:avLst/>
              <a:gdLst/>
              <a:ahLst/>
              <a:cxnLst/>
              <a:rect l="l" t="t" r="r" b="b"/>
              <a:pathLst>
                <a:path w="9682" h="12750" extrusionOk="0">
                  <a:moveTo>
                    <a:pt x="4841" y="1"/>
                  </a:moveTo>
                  <a:cubicBezTo>
                    <a:pt x="2169" y="1"/>
                    <a:pt x="1" y="2855"/>
                    <a:pt x="1" y="6375"/>
                  </a:cubicBezTo>
                  <a:cubicBezTo>
                    <a:pt x="1" y="9896"/>
                    <a:pt x="2169" y="12749"/>
                    <a:pt x="4841" y="12749"/>
                  </a:cubicBezTo>
                  <a:cubicBezTo>
                    <a:pt x="7515" y="12749"/>
                    <a:pt x="9682" y="9896"/>
                    <a:pt x="9682" y="6375"/>
                  </a:cubicBezTo>
                  <a:cubicBezTo>
                    <a:pt x="9682" y="2855"/>
                    <a:pt x="7515" y="1"/>
                    <a:pt x="484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732;p40">
              <a:extLst>
                <a:ext uri="{FF2B5EF4-FFF2-40B4-BE49-F238E27FC236}">
                  <a16:creationId xmlns:a16="http://schemas.microsoft.com/office/drawing/2014/main" id="{DBD6317E-EE60-013B-A8F7-7969B9FC00EC}"/>
                </a:ext>
              </a:extLst>
            </p:cNvPr>
            <p:cNvSpPr/>
            <p:nvPr/>
          </p:nvSpPr>
          <p:spPr>
            <a:xfrm>
              <a:off x="4472975" y="3891300"/>
              <a:ext cx="247425" cy="324050"/>
            </a:xfrm>
            <a:custGeom>
              <a:avLst/>
              <a:gdLst/>
              <a:ahLst/>
              <a:cxnLst/>
              <a:rect l="l" t="t" r="r" b="b"/>
              <a:pathLst>
                <a:path w="9897" h="12962" extrusionOk="0">
                  <a:moveTo>
                    <a:pt x="4948" y="213"/>
                  </a:moveTo>
                  <a:cubicBezTo>
                    <a:pt x="7558" y="213"/>
                    <a:pt x="9683" y="3026"/>
                    <a:pt x="9683" y="6482"/>
                  </a:cubicBezTo>
                  <a:cubicBezTo>
                    <a:pt x="9683" y="9937"/>
                    <a:pt x="7558" y="12749"/>
                    <a:pt x="4948" y="12749"/>
                  </a:cubicBezTo>
                  <a:cubicBezTo>
                    <a:pt x="2338" y="12749"/>
                    <a:pt x="214" y="9937"/>
                    <a:pt x="214" y="6482"/>
                  </a:cubicBezTo>
                  <a:cubicBezTo>
                    <a:pt x="214" y="3026"/>
                    <a:pt x="2338" y="213"/>
                    <a:pt x="4948" y="213"/>
                  </a:cubicBezTo>
                  <a:close/>
                  <a:moveTo>
                    <a:pt x="4948" y="0"/>
                  </a:moveTo>
                  <a:cubicBezTo>
                    <a:pt x="2221" y="0"/>
                    <a:pt x="1" y="2908"/>
                    <a:pt x="1" y="6482"/>
                  </a:cubicBezTo>
                  <a:cubicBezTo>
                    <a:pt x="1" y="10055"/>
                    <a:pt x="2221" y="12961"/>
                    <a:pt x="4948" y="12961"/>
                  </a:cubicBezTo>
                  <a:cubicBezTo>
                    <a:pt x="7676" y="12961"/>
                    <a:pt x="9896" y="10055"/>
                    <a:pt x="9896" y="6482"/>
                  </a:cubicBezTo>
                  <a:cubicBezTo>
                    <a:pt x="9896" y="2908"/>
                    <a:pt x="7676" y="0"/>
                    <a:pt x="494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733;p40">
              <a:extLst>
                <a:ext uri="{FF2B5EF4-FFF2-40B4-BE49-F238E27FC236}">
                  <a16:creationId xmlns:a16="http://schemas.microsoft.com/office/drawing/2014/main" id="{1842F0A4-2725-57F8-F11F-F71CE6A73E25}"/>
                </a:ext>
              </a:extLst>
            </p:cNvPr>
            <p:cNvSpPr/>
            <p:nvPr/>
          </p:nvSpPr>
          <p:spPr>
            <a:xfrm>
              <a:off x="4520100" y="3973450"/>
              <a:ext cx="121375" cy="159750"/>
            </a:xfrm>
            <a:custGeom>
              <a:avLst/>
              <a:gdLst/>
              <a:ahLst/>
              <a:cxnLst/>
              <a:rect l="l" t="t" r="r" b="b"/>
              <a:pathLst>
                <a:path w="4855" h="6390" extrusionOk="0">
                  <a:moveTo>
                    <a:pt x="2428" y="0"/>
                  </a:moveTo>
                  <a:cubicBezTo>
                    <a:pt x="1088" y="0"/>
                    <a:pt x="1" y="1431"/>
                    <a:pt x="1" y="3194"/>
                  </a:cubicBezTo>
                  <a:cubicBezTo>
                    <a:pt x="1" y="4958"/>
                    <a:pt x="1088" y="6389"/>
                    <a:pt x="2428" y="6389"/>
                  </a:cubicBezTo>
                  <a:cubicBezTo>
                    <a:pt x="3768" y="6389"/>
                    <a:pt x="4855" y="4958"/>
                    <a:pt x="4855" y="3194"/>
                  </a:cubicBezTo>
                  <a:cubicBezTo>
                    <a:pt x="4855" y="1431"/>
                    <a:pt x="3768" y="0"/>
                    <a:pt x="2428" y="0"/>
                  </a:cubicBezTo>
                  <a:close/>
                </a:path>
              </a:pathLst>
            </a:custGeom>
            <a:solidFill>
              <a:srgbClr val="BCC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734;p40">
              <a:extLst>
                <a:ext uri="{FF2B5EF4-FFF2-40B4-BE49-F238E27FC236}">
                  <a16:creationId xmlns:a16="http://schemas.microsoft.com/office/drawing/2014/main" id="{30680C25-7D72-DDB1-279D-26E45BFFD487}"/>
                </a:ext>
              </a:extLst>
            </p:cNvPr>
            <p:cNvSpPr/>
            <p:nvPr/>
          </p:nvSpPr>
          <p:spPr>
            <a:xfrm>
              <a:off x="4517450" y="3970775"/>
              <a:ext cx="126700" cy="165100"/>
            </a:xfrm>
            <a:custGeom>
              <a:avLst/>
              <a:gdLst/>
              <a:ahLst/>
              <a:cxnLst/>
              <a:rect l="l" t="t" r="r" b="b"/>
              <a:pathLst>
                <a:path w="5068" h="6604" extrusionOk="0">
                  <a:moveTo>
                    <a:pt x="2534" y="215"/>
                  </a:moveTo>
                  <a:cubicBezTo>
                    <a:pt x="3814" y="215"/>
                    <a:pt x="4855" y="1599"/>
                    <a:pt x="4855" y="3303"/>
                  </a:cubicBezTo>
                  <a:cubicBezTo>
                    <a:pt x="4855" y="5004"/>
                    <a:pt x="3813" y="6389"/>
                    <a:pt x="2534" y="6389"/>
                  </a:cubicBezTo>
                  <a:cubicBezTo>
                    <a:pt x="1255" y="6389"/>
                    <a:pt x="214" y="5004"/>
                    <a:pt x="214" y="3303"/>
                  </a:cubicBezTo>
                  <a:cubicBezTo>
                    <a:pt x="214" y="1599"/>
                    <a:pt x="1255" y="215"/>
                    <a:pt x="2534" y="215"/>
                  </a:cubicBezTo>
                  <a:close/>
                  <a:moveTo>
                    <a:pt x="2534" y="0"/>
                  </a:moveTo>
                  <a:cubicBezTo>
                    <a:pt x="1137" y="0"/>
                    <a:pt x="1" y="1482"/>
                    <a:pt x="1" y="3303"/>
                  </a:cubicBezTo>
                  <a:cubicBezTo>
                    <a:pt x="1" y="5122"/>
                    <a:pt x="1137" y="6604"/>
                    <a:pt x="2534" y="6604"/>
                  </a:cubicBezTo>
                  <a:cubicBezTo>
                    <a:pt x="3932" y="6604"/>
                    <a:pt x="5068" y="5122"/>
                    <a:pt x="5068" y="3303"/>
                  </a:cubicBezTo>
                  <a:cubicBezTo>
                    <a:pt x="5068" y="1482"/>
                    <a:pt x="3932" y="0"/>
                    <a:pt x="253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735;p40">
              <a:extLst>
                <a:ext uri="{FF2B5EF4-FFF2-40B4-BE49-F238E27FC236}">
                  <a16:creationId xmlns:a16="http://schemas.microsoft.com/office/drawing/2014/main" id="{6EB8C78D-8B4C-22A9-8C4D-856B4D405D1A}"/>
                </a:ext>
              </a:extLst>
            </p:cNvPr>
            <p:cNvSpPr/>
            <p:nvPr/>
          </p:nvSpPr>
          <p:spPr>
            <a:xfrm>
              <a:off x="4535250" y="3993400"/>
              <a:ext cx="91075" cy="119850"/>
            </a:xfrm>
            <a:custGeom>
              <a:avLst/>
              <a:gdLst/>
              <a:ahLst/>
              <a:cxnLst/>
              <a:rect l="l" t="t" r="r" b="b"/>
              <a:pathLst>
                <a:path w="3643" h="4794" extrusionOk="0">
                  <a:moveTo>
                    <a:pt x="1822" y="0"/>
                  </a:moveTo>
                  <a:cubicBezTo>
                    <a:pt x="817" y="0"/>
                    <a:pt x="1" y="1072"/>
                    <a:pt x="1" y="2396"/>
                  </a:cubicBezTo>
                  <a:cubicBezTo>
                    <a:pt x="1" y="3721"/>
                    <a:pt x="817" y="4793"/>
                    <a:pt x="1822" y="4793"/>
                  </a:cubicBezTo>
                  <a:cubicBezTo>
                    <a:pt x="2828" y="4793"/>
                    <a:pt x="3643" y="3721"/>
                    <a:pt x="3643" y="2396"/>
                  </a:cubicBezTo>
                  <a:cubicBezTo>
                    <a:pt x="3643" y="1072"/>
                    <a:pt x="2828" y="0"/>
                    <a:pt x="182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736;p40">
              <a:extLst>
                <a:ext uri="{FF2B5EF4-FFF2-40B4-BE49-F238E27FC236}">
                  <a16:creationId xmlns:a16="http://schemas.microsoft.com/office/drawing/2014/main" id="{9DADE166-6C73-E4C8-9125-237897E59F75}"/>
                </a:ext>
              </a:extLst>
            </p:cNvPr>
            <p:cNvSpPr/>
            <p:nvPr/>
          </p:nvSpPr>
          <p:spPr>
            <a:xfrm>
              <a:off x="4532600" y="3990725"/>
              <a:ext cx="96400" cy="125200"/>
            </a:xfrm>
            <a:custGeom>
              <a:avLst/>
              <a:gdLst/>
              <a:ahLst/>
              <a:cxnLst/>
              <a:rect l="l" t="t" r="r" b="b"/>
              <a:pathLst>
                <a:path w="3856" h="5008" extrusionOk="0">
                  <a:moveTo>
                    <a:pt x="1928" y="213"/>
                  </a:moveTo>
                  <a:cubicBezTo>
                    <a:pt x="2873" y="213"/>
                    <a:pt x="3643" y="1240"/>
                    <a:pt x="3643" y="2505"/>
                  </a:cubicBezTo>
                  <a:cubicBezTo>
                    <a:pt x="3643" y="3767"/>
                    <a:pt x="2873" y="4795"/>
                    <a:pt x="1928" y="4795"/>
                  </a:cubicBezTo>
                  <a:cubicBezTo>
                    <a:pt x="982" y="4795"/>
                    <a:pt x="214" y="3767"/>
                    <a:pt x="214" y="2505"/>
                  </a:cubicBezTo>
                  <a:cubicBezTo>
                    <a:pt x="214" y="1240"/>
                    <a:pt x="982" y="213"/>
                    <a:pt x="1928" y="213"/>
                  </a:cubicBezTo>
                  <a:close/>
                  <a:moveTo>
                    <a:pt x="1928" y="0"/>
                  </a:moveTo>
                  <a:cubicBezTo>
                    <a:pt x="864" y="0"/>
                    <a:pt x="1" y="1123"/>
                    <a:pt x="1" y="2505"/>
                  </a:cubicBezTo>
                  <a:cubicBezTo>
                    <a:pt x="1" y="3885"/>
                    <a:pt x="864" y="5007"/>
                    <a:pt x="1928" y="5007"/>
                  </a:cubicBezTo>
                  <a:cubicBezTo>
                    <a:pt x="2991" y="5007"/>
                    <a:pt x="3856" y="3883"/>
                    <a:pt x="3856" y="2505"/>
                  </a:cubicBezTo>
                  <a:cubicBezTo>
                    <a:pt x="3856" y="1124"/>
                    <a:pt x="2991" y="0"/>
                    <a:pt x="192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737;p40">
              <a:extLst>
                <a:ext uri="{FF2B5EF4-FFF2-40B4-BE49-F238E27FC236}">
                  <a16:creationId xmlns:a16="http://schemas.microsoft.com/office/drawing/2014/main" id="{44FA0332-F28D-4416-97E8-019855AAF8B1}"/>
                </a:ext>
              </a:extLst>
            </p:cNvPr>
            <p:cNvSpPr/>
            <p:nvPr/>
          </p:nvSpPr>
          <p:spPr>
            <a:xfrm>
              <a:off x="4554025" y="4018325"/>
              <a:ext cx="53350" cy="69950"/>
            </a:xfrm>
            <a:custGeom>
              <a:avLst/>
              <a:gdLst/>
              <a:ahLst/>
              <a:cxnLst/>
              <a:rect l="l" t="t" r="r" b="b"/>
              <a:pathLst>
                <a:path w="2134" h="2798" extrusionOk="0">
                  <a:moveTo>
                    <a:pt x="1066" y="1"/>
                  </a:moveTo>
                  <a:cubicBezTo>
                    <a:pt x="476" y="1"/>
                    <a:pt x="0" y="628"/>
                    <a:pt x="0" y="1401"/>
                  </a:cubicBezTo>
                  <a:cubicBezTo>
                    <a:pt x="0" y="2172"/>
                    <a:pt x="476" y="2797"/>
                    <a:pt x="1066" y="2797"/>
                  </a:cubicBezTo>
                  <a:cubicBezTo>
                    <a:pt x="1657" y="2797"/>
                    <a:pt x="2134" y="2172"/>
                    <a:pt x="2134" y="1401"/>
                  </a:cubicBezTo>
                  <a:cubicBezTo>
                    <a:pt x="2134" y="628"/>
                    <a:pt x="1657" y="1"/>
                    <a:pt x="1066"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738;p40">
              <a:extLst>
                <a:ext uri="{FF2B5EF4-FFF2-40B4-BE49-F238E27FC236}">
                  <a16:creationId xmlns:a16="http://schemas.microsoft.com/office/drawing/2014/main" id="{EA6152A2-E94C-6678-1DAB-897D164AEB79}"/>
                </a:ext>
              </a:extLst>
            </p:cNvPr>
            <p:cNvSpPr/>
            <p:nvPr/>
          </p:nvSpPr>
          <p:spPr>
            <a:xfrm>
              <a:off x="4551375" y="4015650"/>
              <a:ext cx="58650" cy="75250"/>
            </a:xfrm>
            <a:custGeom>
              <a:avLst/>
              <a:gdLst/>
              <a:ahLst/>
              <a:cxnLst/>
              <a:rect l="l" t="t" r="r" b="b"/>
              <a:pathLst>
                <a:path w="2346" h="3010" extrusionOk="0">
                  <a:moveTo>
                    <a:pt x="1172" y="215"/>
                  </a:moveTo>
                  <a:cubicBezTo>
                    <a:pt x="1702" y="215"/>
                    <a:pt x="2132" y="796"/>
                    <a:pt x="2132" y="1508"/>
                  </a:cubicBezTo>
                  <a:cubicBezTo>
                    <a:pt x="2132" y="2218"/>
                    <a:pt x="1702" y="2797"/>
                    <a:pt x="1172" y="2797"/>
                  </a:cubicBezTo>
                  <a:cubicBezTo>
                    <a:pt x="644" y="2797"/>
                    <a:pt x="213" y="2219"/>
                    <a:pt x="213" y="1508"/>
                  </a:cubicBezTo>
                  <a:cubicBezTo>
                    <a:pt x="213" y="794"/>
                    <a:pt x="644" y="215"/>
                    <a:pt x="1172" y="215"/>
                  </a:cubicBezTo>
                  <a:close/>
                  <a:moveTo>
                    <a:pt x="1172" y="1"/>
                  </a:moveTo>
                  <a:cubicBezTo>
                    <a:pt x="526" y="1"/>
                    <a:pt x="0" y="678"/>
                    <a:pt x="0" y="1508"/>
                  </a:cubicBezTo>
                  <a:cubicBezTo>
                    <a:pt x="0" y="2335"/>
                    <a:pt x="526" y="3010"/>
                    <a:pt x="1172" y="3010"/>
                  </a:cubicBezTo>
                  <a:cubicBezTo>
                    <a:pt x="1820" y="3010"/>
                    <a:pt x="2345" y="2337"/>
                    <a:pt x="2345" y="1508"/>
                  </a:cubicBezTo>
                  <a:cubicBezTo>
                    <a:pt x="2345" y="677"/>
                    <a:pt x="1820" y="1"/>
                    <a:pt x="117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739;p40">
              <a:extLst>
                <a:ext uri="{FF2B5EF4-FFF2-40B4-BE49-F238E27FC236}">
                  <a16:creationId xmlns:a16="http://schemas.microsoft.com/office/drawing/2014/main" id="{28987A69-6136-B818-5834-EF08E7BC6364}"/>
                </a:ext>
              </a:extLst>
            </p:cNvPr>
            <p:cNvSpPr/>
            <p:nvPr/>
          </p:nvSpPr>
          <p:spPr>
            <a:xfrm>
              <a:off x="4611675" y="4264750"/>
              <a:ext cx="240675" cy="151225"/>
            </a:xfrm>
            <a:custGeom>
              <a:avLst/>
              <a:gdLst/>
              <a:ahLst/>
              <a:cxnLst/>
              <a:rect l="l" t="t" r="r" b="b"/>
              <a:pathLst>
                <a:path w="9627" h="6049" extrusionOk="0">
                  <a:moveTo>
                    <a:pt x="3224" y="0"/>
                  </a:moveTo>
                  <a:cubicBezTo>
                    <a:pt x="2303" y="0"/>
                    <a:pt x="1611" y="737"/>
                    <a:pt x="1357" y="1564"/>
                  </a:cubicBezTo>
                  <a:cubicBezTo>
                    <a:pt x="864" y="3168"/>
                    <a:pt x="0" y="4401"/>
                    <a:pt x="740" y="5017"/>
                  </a:cubicBezTo>
                  <a:cubicBezTo>
                    <a:pt x="1480" y="5632"/>
                    <a:pt x="4668" y="6004"/>
                    <a:pt x="4668" y="6004"/>
                  </a:cubicBezTo>
                  <a:lnTo>
                    <a:pt x="4653" y="5965"/>
                  </a:lnTo>
                  <a:lnTo>
                    <a:pt x="4653" y="5965"/>
                  </a:lnTo>
                  <a:cubicBezTo>
                    <a:pt x="5014" y="5994"/>
                    <a:pt x="5801" y="6049"/>
                    <a:pt x="6607" y="6049"/>
                  </a:cubicBezTo>
                  <a:cubicBezTo>
                    <a:pt x="7522" y="6049"/>
                    <a:pt x="8462" y="5978"/>
                    <a:pt x="8827" y="5718"/>
                  </a:cubicBezTo>
                  <a:cubicBezTo>
                    <a:pt x="9626" y="5151"/>
                    <a:pt x="6992" y="2060"/>
                    <a:pt x="5276" y="802"/>
                  </a:cubicBezTo>
                  <a:cubicBezTo>
                    <a:pt x="4710" y="352"/>
                    <a:pt x="4026" y="74"/>
                    <a:pt x="3307" y="2"/>
                  </a:cubicBezTo>
                  <a:cubicBezTo>
                    <a:pt x="3279" y="1"/>
                    <a:pt x="3251" y="0"/>
                    <a:pt x="32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740;p40">
              <a:extLst>
                <a:ext uri="{FF2B5EF4-FFF2-40B4-BE49-F238E27FC236}">
                  <a16:creationId xmlns:a16="http://schemas.microsoft.com/office/drawing/2014/main" id="{C4E277C7-A87B-CD77-0FBF-5AC9BF62C6F5}"/>
                </a:ext>
              </a:extLst>
            </p:cNvPr>
            <p:cNvSpPr/>
            <p:nvPr/>
          </p:nvSpPr>
          <p:spPr>
            <a:xfrm>
              <a:off x="4613575" y="4262075"/>
              <a:ext cx="225325" cy="156625"/>
            </a:xfrm>
            <a:custGeom>
              <a:avLst/>
              <a:gdLst/>
              <a:ahLst/>
              <a:cxnLst/>
              <a:rect l="l" t="t" r="r" b="b"/>
              <a:pathLst>
                <a:path w="9013" h="6265" extrusionOk="0">
                  <a:moveTo>
                    <a:pt x="3131" y="214"/>
                  </a:moveTo>
                  <a:cubicBezTo>
                    <a:pt x="3160" y="214"/>
                    <a:pt x="3191" y="215"/>
                    <a:pt x="3221" y="216"/>
                  </a:cubicBezTo>
                  <a:cubicBezTo>
                    <a:pt x="3922" y="285"/>
                    <a:pt x="4583" y="554"/>
                    <a:pt x="5133" y="992"/>
                  </a:cubicBezTo>
                  <a:cubicBezTo>
                    <a:pt x="5134" y="994"/>
                    <a:pt x="5136" y="995"/>
                    <a:pt x="5137" y="995"/>
                  </a:cubicBezTo>
                  <a:cubicBezTo>
                    <a:pt x="6671" y="2121"/>
                    <a:pt x="8798" y="4600"/>
                    <a:pt x="8791" y="5502"/>
                  </a:cubicBezTo>
                  <a:cubicBezTo>
                    <a:pt x="8791" y="5612"/>
                    <a:pt x="8757" y="5690"/>
                    <a:pt x="8688" y="5739"/>
                  </a:cubicBezTo>
                  <a:cubicBezTo>
                    <a:pt x="8369" y="5966"/>
                    <a:pt x="7508" y="6049"/>
                    <a:pt x="6510" y="6049"/>
                  </a:cubicBezTo>
                  <a:cubicBezTo>
                    <a:pt x="5889" y="6049"/>
                    <a:pt x="5216" y="6017"/>
                    <a:pt x="4586" y="5967"/>
                  </a:cubicBezTo>
                  <a:cubicBezTo>
                    <a:pt x="4583" y="5967"/>
                    <a:pt x="4580" y="5965"/>
                    <a:pt x="4577" y="5965"/>
                  </a:cubicBezTo>
                  <a:cubicBezTo>
                    <a:pt x="4550" y="5965"/>
                    <a:pt x="4525" y="5976"/>
                    <a:pt x="4506" y="5992"/>
                  </a:cubicBezTo>
                  <a:cubicBezTo>
                    <a:pt x="3967" y="5925"/>
                    <a:pt x="1369" y="5571"/>
                    <a:pt x="733" y="5042"/>
                  </a:cubicBezTo>
                  <a:cubicBezTo>
                    <a:pt x="256" y="4645"/>
                    <a:pt x="538" y="3933"/>
                    <a:pt x="928" y="2949"/>
                  </a:cubicBezTo>
                  <a:cubicBezTo>
                    <a:pt x="1077" y="2573"/>
                    <a:pt x="1245" y="2149"/>
                    <a:pt x="1382" y="1702"/>
                  </a:cubicBezTo>
                  <a:cubicBezTo>
                    <a:pt x="1613" y="955"/>
                    <a:pt x="2242" y="214"/>
                    <a:pt x="3131" y="214"/>
                  </a:cubicBezTo>
                  <a:close/>
                  <a:moveTo>
                    <a:pt x="3136" y="1"/>
                  </a:moveTo>
                  <a:cubicBezTo>
                    <a:pt x="2129" y="1"/>
                    <a:pt x="1432" y="815"/>
                    <a:pt x="1178" y="1640"/>
                  </a:cubicBezTo>
                  <a:cubicBezTo>
                    <a:pt x="1044" y="2078"/>
                    <a:pt x="877" y="2497"/>
                    <a:pt x="730" y="2870"/>
                  </a:cubicBezTo>
                  <a:cubicBezTo>
                    <a:pt x="322" y="3897"/>
                    <a:pt x="0" y="4710"/>
                    <a:pt x="596" y="5204"/>
                  </a:cubicBezTo>
                  <a:cubicBezTo>
                    <a:pt x="1351" y="5834"/>
                    <a:pt x="4448" y="6202"/>
                    <a:pt x="4580" y="6217"/>
                  </a:cubicBezTo>
                  <a:cubicBezTo>
                    <a:pt x="4584" y="6217"/>
                    <a:pt x="4587" y="6217"/>
                    <a:pt x="4591" y="6217"/>
                  </a:cubicBezTo>
                  <a:cubicBezTo>
                    <a:pt x="4619" y="6217"/>
                    <a:pt x="4647" y="6207"/>
                    <a:pt x="4667" y="6187"/>
                  </a:cubicBezTo>
                  <a:cubicBezTo>
                    <a:pt x="5133" y="6223"/>
                    <a:pt x="5828" y="6265"/>
                    <a:pt x="6526" y="6265"/>
                  </a:cubicBezTo>
                  <a:cubicBezTo>
                    <a:pt x="7473" y="6265"/>
                    <a:pt x="8426" y="6187"/>
                    <a:pt x="8812" y="5912"/>
                  </a:cubicBezTo>
                  <a:cubicBezTo>
                    <a:pt x="8900" y="5851"/>
                    <a:pt x="9002" y="5730"/>
                    <a:pt x="9004" y="5504"/>
                  </a:cubicBezTo>
                  <a:cubicBezTo>
                    <a:pt x="9013" y="4441"/>
                    <a:pt x="6748" y="1912"/>
                    <a:pt x="5265" y="825"/>
                  </a:cubicBezTo>
                  <a:cubicBezTo>
                    <a:pt x="4681" y="361"/>
                    <a:pt x="3983" y="76"/>
                    <a:pt x="3237" y="4"/>
                  </a:cubicBezTo>
                  <a:cubicBezTo>
                    <a:pt x="3203" y="2"/>
                    <a:pt x="3170" y="1"/>
                    <a:pt x="313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741;p40">
              <a:extLst>
                <a:ext uri="{FF2B5EF4-FFF2-40B4-BE49-F238E27FC236}">
                  <a16:creationId xmlns:a16="http://schemas.microsoft.com/office/drawing/2014/main" id="{D59357B2-35D9-5BEB-E7B8-04274AA5E449}"/>
                </a:ext>
              </a:extLst>
            </p:cNvPr>
            <p:cNvSpPr/>
            <p:nvPr/>
          </p:nvSpPr>
          <p:spPr>
            <a:xfrm>
              <a:off x="4960800" y="4183425"/>
              <a:ext cx="461575" cy="392300"/>
            </a:xfrm>
            <a:custGeom>
              <a:avLst/>
              <a:gdLst/>
              <a:ahLst/>
              <a:cxnLst/>
              <a:rect l="l" t="t" r="r" b="b"/>
              <a:pathLst>
                <a:path w="18463" h="15692" extrusionOk="0">
                  <a:moveTo>
                    <a:pt x="13461" y="1"/>
                  </a:moveTo>
                  <a:cubicBezTo>
                    <a:pt x="12070" y="1"/>
                    <a:pt x="11011" y="714"/>
                    <a:pt x="11011" y="714"/>
                  </a:cubicBezTo>
                  <a:cubicBezTo>
                    <a:pt x="5944" y="3121"/>
                    <a:pt x="5944" y="9419"/>
                    <a:pt x="5944" y="9419"/>
                  </a:cubicBezTo>
                  <a:lnTo>
                    <a:pt x="1216" y="11684"/>
                  </a:lnTo>
                  <a:lnTo>
                    <a:pt x="399" y="13816"/>
                  </a:lnTo>
                  <a:lnTo>
                    <a:pt x="372" y="13816"/>
                  </a:lnTo>
                  <a:lnTo>
                    <a:pt x="389" y="13845"/>
                  </a:lnTo>
                  <a:lnTo>
                    <a:pt x="372" y="13886"/>
                  </a:lnTo>
                  <a:lnTo>
                    <a:pt x="412" y="13886"/>
                  </a:lnTo>
                  <a:lnTo>
                    <a:pt x="730" y="14430"/>
                  </a:lnTo>
                  <a:lnTo>
                    <a:pt x="0" y="14906"/>
                  </a:lnTo>
                  <a:cubicBezTo>
                    <a:pt x="359" y="14975"/>
                    <a:pt x="733" y="15036"/>
                    <a:pt x="1114" y="15091"/>
                  </a:cubicBezTo>
                  <a:lnTo>
                    <a:pt x="1216" y="15266"/>
                  </a:lnTo>
                  <a:cubicBezTo>
                    <a:pt x="1216" y="15266"/>
                    <a:pt x="4516" y="15692"/>
                    <a:pt x="7780" y="15692"/>
                  </a:cubicBezTo>
                  <a:cubicBezTo>
                    <a:pt x="8907" y="15692"/>
                    <a:pt x="10029" y="15641"/>
                    <a:pt x="11011" y="15505"/>
                  </a:cubicBezTo>
                  <a:cubicBezTo>
                    <a:pt x="11011" y="15505"/>
                    <a:pt x="14557" y="14458"/>
                    <a:pt x="15702" y="12577"/>
                  </a:cubicBezTo>
                  <a:cubicBezTo>
                    <a:pt x="16847" y="10695"/>
                    <a:pt x="18463" y="4962"/>
                    <a:pt x="18463" y="4962"/>
                  </a:cubicBezTo>
                  <a:cubicBezTo>
                    <a:pt x="17088" y="938"/>
                    <a:pt x="15056" y="1"/>
                    <a:pt x="1346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742;p40">
              <a:extLst>
                <a:ext uri="{FF2B5EF4-FFF2-40B4-BE49-F238E27FC236}">
                  <a16:creationId xmlns:a16="http://schemas.microsoft.com/office/drawing/2014/main" id="{598F8AD0-9D33-145F-7FD5-D12B46EF6383}"/>
                </a:ext>
              </a:extLst>
            </p:cNvPr>
            <p:cNvSpPr/>
            <p:nvPr/>
          </p:nvSpPr>
          <p:spPr>
            <a:xfrm>
              <a:off x="4958000" y="4180725"/>
              <a:ext cx="467050" cy="397600"/>
            </a:xfrm>
            <a:custGeom>
              <a:avLst/>
              <a:gdLst/>
              <a:ahLst/>
              <a:cxnLst/>
              <a:rect l="l" t="t" r="r" b="b"/>
              <a:pathLst>
                <a:path w="18682" h="15904" extrusionOk="0">
                  <a:moveTo>
                    <a:pt x="13580" y="218"/>
                  </a:moveTo>
                  <a:cubicBezTo>
                    <a:pt x="13959" y="218"/>
                    <a:pt x="14362" y="272"/>
                    <a:pt x="14774" y="411"/>
                  </a:cubicBezTo>
                  <a:cubicBezTo>
                    <a:pt x="16340" y="939"/>
                    <a:pt x="17580" y="2507"/>
                    <a:pt x="18462" y="5073"/>
                  </a:cubicBezTo>
                  <a:cubicBezTo>
                    <a:pt x="18331" y="5536"/>
                    <a:pt x="16803" y="10854"/>
                    <a:pt x="15723" y="12629"/>
                  </a:cubicBezTo>
                  <a:cubicBezTo>
                    <a:pt x="14613" y="14453"/>
                    <a:pt x="11127" y="15501"/>
                    <a:pt x="11108" y="15507"/>
                  </a:cubicBezTo>
                  <a:cubicBezTo>
                    <a:pt x="10140" y="15642"/>
                    <a:pt x="9027" y="15692"/>
                    <a:pt x="7908" y="15692"/>
                  </a:cubicBezTo>
                  <a:cubicBezTo>
                    <a:pt x="4893" y="15692"/>
                    <a:pt x="1827" y="15328"/>
                    <a:pt x="1394" y="15275"/>
                  </a:cubicBezTo>
                  <a:lnTo>
                    <a:pt x="1318" y="15145"/>
                  </a:lnTo>
                  <a:cubicBezTo>
                    <a:pt x="1302" y="15117"/>
                    <a:pt x="1273" y="15099"/>
                    <a:pt x="1241" y="15093"/>
                  </a:cubicBezTo>
                  <a:cubicBezTo>
                    <a:pt x="949" y="15051"/>
                    <a:pt x="666" y="15005"/>
                    <a:pt x="395" y="14958"/>
                  </a:cubicBezTo>
                  <a:lnTo>
                    <a:pt x="900" y="14627"/>
                  </a:lnTo>
                  <a:cubicBezTo>
                    <a:pt x="947" y="14596"/>
                    <a:pt x="962" y="14533"/>
                    <a:pt x="934" y="14484"/>
                  </a:cubicBezTo>
                  <a:lnTo>
                    <a:pt x="618" y="13944"/>
                  </a:lnTo>
                  <a:lnTo>
                    <a:pt x="1412" y="11870"/>
                  </a:lnTo>
                  <a:lnTo>
                    <a:pt x="6102" y="9623"/>
                  </a:lnTo>
                  <a:cubicBezTo>
                    <a:pt x="6139" y="9605"/>
                    <a:pt x="6163" y="9568"/>
                    <a:pt x="6163" y="9526"/>
                  </a:cubicBezTo>
                  <a:cubicBezTo>
                    <a:pt x="6163" y="9465"/>
                    <a:pt x="6223" y="3268"/>
                    <a:pt x="11169" y="918"/>
                  </a:cubicBezTo>
                  <a:cubicBezTo>
                    <a:pt x="11173" y="915"/>
                    <a:pt x="11178" y="912"/>
                    <a:pt x="11182" y="909"/>
                  </a:cubicBezTo>
                  <a:cubicBezTo>
                    <a:pt x="11195" y="901"/>
                    <a:pt x="12234" y="218"/>
                    <a:pt x="13580" y="218"/>
                  </a:cubicBezTo>
                  <a:close/>
                  <a:moveTo>
                    <a:pt x="13562" y="1"/>
                  </a:moveTo>
                  <a:cubicBezTo>
                    <a:pt x="12210" y="1"/>
                    <a:pt x="11177" y="658"/>
                    <a:pt x="11071" y="729"/>
                  </a:cubicBezTo>
                  <a:cubicBezTo>
                    <a:pt x="6291" y="3004"/>
                    <a:pt x="5972" y="8767"/>
                    <a:pt x="5952" y="9459"/>
                  </a:cubicBezTo>
                  <a:lnTo>
                    <a:pt x="1282" y="11695"/>
                  </a:lnTo>
                  <a:cubicBezTo>
                    <a:pt x="1257" y="11707"/>
                    <a:pt x="1238" y="11728"/>
                    <a:pt x="1229" y="11753"/>
                  </a:cubicBezTo>
                  <a:lnTo>
                    <a:pt x="434" y="13830"/>
                  </a:lnTo>
                  <a:cubicBezTo>
                    <a:pt x="416" y="13839"/>
                    <a:pt x="401" y="13854"/>
                    <a:pt x="390" y="13872"/>
                  </a:cubicBezTo>
                  <a:cubicBezTo>
                    <a:pt x="376" y="13899"/>
                    <a:pt x="373" y="13930"/>
                    <a:pt x="383" y="13959"/>
                  </a:cubicBezTo>
                  <a:cubicBezTo>
                    <a:pt x="373" y="13991"/>
                    <a:pt x="377" y="14026"/>
                    <a:pt x="395" y="14054"/>
                  </a:cubicBezTo>
                  <a:cubicBezTo>
                    <a:pt x="411" y="14078"/>
                    <a:pt x="435" y="14093"/>
                    <a:pt x="462" y="14098"/>
                  </a:cubicBezTo>
                  <a:lnTo>
                    <a:pt x="699" y="14503"/>
                  </a:lnTo>
                  <a:lnTo>
                    <a:pt x="54" y="14925"/>
                  </a:lnTo>
                  <a:cubicBezTo>
                    <a:pt x="18" y="14949"/>
                    <a:pt x="0" y="14992"/>
                    <a:pt x="8" y="15034"/>
                  </a:cubicBezTo>
                  <a:cubicBezTo>
                    <a:pt x="17" y="15077"/>
                    <a:pt x="50" y="15109"/>
                    <a:pt x="93" y="15118"/>
                  </a:cubicBezTo>
                  <a:cubicBezTo>
                    <a:pt x="428" y="15182"/>
                    <a:pt x="787" y="15242"/>
                    <a:pt x="1160" y="15297"/>
                  </a:cubicBezTo>
                  <a:lnTo>
                    <a:pt x="1236" y="15428"/>
                  </a:lnTo>
                  <a:cubicBezTo>
                    <a:pt x="1253" y="15456"/>
                    <a:pt x="1282" y="15476"/>
                    <a:pt x="1315" y="15480"/>
                  </a:cubicBezTo>
                  <a:cubicBezTo>
                    <a:pt x="1358" y="15486"/>
                    <a:pt x="4649" y="15903"/>
                    <a:pt x="7901" y="15903"/>
                  </a:cubicBezTo>
                  <a:cubicBezTo>
                    <a:pt x="9037" y="15903"/>
                    <a:pt x="10167" y="15852"/>
                    <a:pt x="11154" y="15715"/>
                  </a:cubicBezTo>
                  <a:cubicBezTo>
                    <a:pt x="11300" y="15672"/>
                    <a:pt x="14753" y="14634"/>
                    <a:pt x="15905" y="12741"/>
                  </a:cubicBezTo>
                  <a:cubicBezTo>
                    <a:pt x="17046" y="10869"/>
                    <a:pt x="18611" y="5333"/>
                    <a:pt x="18678" y="5099"/>
                  </a:cubicBezTo>
                  <a:cubicBezTo>
                    <a:pt x="18682" y="5079"/>
                    <a:pt x="18682" y="5056"/>
                    <a:pt x="18675" y="5035"/>
                  </a:cubicBezTo>
                  <a:cubicBezTo>
                    <a:pt x="17769" y="2384"/>
                    <a:pt x="16480" y="759"/>
                    <a:pt x="14839" y="208"/>
                  </a:cubicBezTo>
                  <a:cubicBezTo>
                    <a:pt x="14396" y="59"/>
                    <a:pt x="13965" y="1"/>
                    <a:pt x="1356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743;p40">
              <a:extLst>
                <a:ext uri="{FF2B5EF4-FFF2-40B4-BE49-F238E27FC236}">
                  <a16:creationId xmlns:a16="http://schemas.microsoft.com/office/drawing/2014/main" id="{7E83429E-E95B-7F93-6155-686BD5E9B27D}"/>
                </a:ext>
              </a:extLst>
            </p:cNvPr>
            <p:cNvSpPr/>
            <p:nvPr/>
          </p:nvSpPr>
          <p:spPr>
            <a:xfrm>
              <a:off x="4451750" y="4187925"/>
              <a:ext cx="170975" cy="386900"/>
            </a:xfrm>
            <a:custGeom>
              <a:avLst/>
              <a:gdLst/>
              <a:ahLst/>
              <a:cxnLst/>
              <a:rect l="l" t="t" r="r" b="b"/>
              <a:pathLst>
                <a:path w="6839" h="15476" extrusionOk="0">
                  <a:moveTo>
                    <a:pt x="428" y="1"/>
                  </a:moveTo>
                  <a:lnTo>
                    <a:pt x="428" y="1"/>
                  </a:lnTo>
                  <a:cubicBezTo>
                    <a:pt x="229" y="2636"/>
                    <a:pt x="1" y="5955"/>
                    <a:pt x="1165" y="9207"/>
                  </a:cubicBezTo>
                  <a:cubicBezTo>
                    <a:pt x="1788" y="10923"/>
                    <a:pt x="2727" y="13203"/>
                    <a:pt x="3696" y="15474"/>
                  </a:cubicBezTo>
                  <a:lnTo>
                    <a:pt x="3696" y="15475"/>
                  </a:lnTo>
                  <a:cubicBezTo>
                    <a:pt x="4541" y="15407"/>
                    <a:pt x="5377" y="15277"/>
                    <a:pt x="6202" y="15088"/>
                  </a:cubicBezTo>
                  <a:lnTo>
                    <a:pt x="6256" y="14914"/>
                  </a:lnTo>
                  <a:cubicBezTo>
                    <a:pt x="6457" y="14859"/>
                    <a:pt x="6650" y="14796"/>
                    <a:pt x="6838" y="14728"/>
                  </a:cubicBezTo>
                  <a:lnTo>
                    <a:pt x="6455" y="14253"/>
                  </a:lnTo>
                  <a:lnTo>
                    <a:pt x="6622" y="13709"/>
                  </a:lnTo>
                  <a:lnTo>
                    <a:pt x="6645" y="13709"/>
                  </a:lnTo>
                  <a:lnTo>
                    <a:pt x="6645" y="13638"/>
                  </a:lnTo>
                  <a:lnTo>
                    <a:pt x="6631" y="13638"/>
                  </a:lnTo>
                  <a:lnTo>
                    <a:pt x="6204" y="11506"/>
                  </a:lnTo>
                  <a:lnTo>
                    <a:pt x="3722" y="9239"/>
                  </a:lnTo>
                  <a:cubicBezTo>
                    <a:pt x="3722" y="9239"/>
                    <a:pt x="3722" y="2941"/>
                    <a:pt x="1067" y="534"/>
                  </a:cubicBezTo>
                  <a:cubicBezTo>
                    <a:pt x="888" y="319"/>
                    <a:pt x="671" y="138"/>
                    <a:pt x="42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744;p40">
              <a:extLst>
                <a:ext uri="{FF2B5EF4-FFF2-40B4-BE49-F238E27FC236}">
                  <a16:creationId xmlns:a16="http://schemas.microsoft.com/office/drawing/2014/main" id="{A29F48DE-4FC4-46BD-8BD9-854707AB9F16}"/>
                </a:ext>
              </a:extLst>
            </p:cNvPr>
            <p:cNvSpPr/>
            <p:nvPr/>
          </p:nvSpPr>
          <p:spPr>
            <a:xfrm>
              <a:off x="4448625" y="4185250"/>
              <a:ext cx="176875" cy="392200"/>
            </a:xfrm>
            <a:custGeom>
              <a:avLst/>
              <a:gdLst/>
              <a:ahLst/>
              <a:cxnLst/>
              <a:rect l="l" t="t" r="r" b="b"/>
              <a:pathLst>
                <a:path w="7075" h="15688" extrusionOk="0">
                  <a:moveTo>
                    <a:pt x="646" y="291"/>
                  </a:moveTo>
                  <a:lnTo>
                    <a:pt x="646" y="291"/>
                  </a:lnTo>
                  <a:cubicBezTo>
                    <a:pt x="820" y="407"/>
                    <a:pt x="978" y="550"/>
                    <a:pt x="1121" y="720"/>
                  </a:cubicBezTo>
                  <a:cubicBezTo>
                    <a:pt x="3710" y="3068"/>
                    <a:pt x="3741" y="9284"/>
                    <a:pt x="3741" y="9346"/>
                  </a:cubicBezTo>
                  <a:cubicBezTo>
                    <a:pt x="3741" y="9376"/>
                    <a:pt x="3753" y="9405"/>
                    <a:pt x="3775" y="9424"/>
                  </a:cubicBezTo>
                  <a:lnTo>
                    <a:pt x="6232" y="11668"/>
                  </a:lnTo>
                  <a:lnTo>
                    <a:pt x="6652" y="13766"/>
                  </a:lnTo>
                  <a:cubicBezTo>
                    <a:pt x="6652" y="13767"/>
                    <a:pt x="6652" y="13767"/>
                    <a:pt x="6652" y="13769"/>
                  </a:cubicBezTo>
                  <a:cubicBezTo>
                    <a:pt x="6650" y="13773"/>
                    <a:pt x="6647" y="13779"/>
                    <a:pt x="6646" y="13783"/>
                  </a:cubicBezTo>
                  <a:lnTo>
                    <a:pt x="6479" y="14328"/>
                  </a:lnTo>
                  <a:cubicBezTo>
                    <a:pt x="6469" y="14361"/>
                    <a:pt x="6476" y="14398"/>
                    <a:pt x="6499" y="14425"/>
                  </a:cubicBezTo>
                  <a:lnTo>
                    <a:pt x="6786" y="14784"/>
                  </a:lnTo>
                  <a:cubicBezTo>
                    <a:pt x="6644" y="14832"/>
                    <a:pt x="6500" y="14876"/>
                    <a:pt x="6353" y="14918"/>
                  </a:cubicBezTo>
                  <a:cubicBezTo>
                    <a:pt x="6317" y="14927"/>
                    <a:pt x="6290" y="14955"/>
                    <a:pt x="6280" y="14990"/>
                  </a:cubicBezTo>
                  <a:lnTo>
                    <a:pt x="6244" y="15106"/>
                  </a:lnTo>
                  <a:cubicBezTo>
                    <a:pt x="5470" y="15280"/>
                    <a:pt x="4679" y="15402"/>
                    <a:pt x="3890" y="15469"/>
                  </a:cubicBezTo>
                  <a:cubicBezTo>
                    <a:pt x="2772" y="12851"/>
                    <a:pt x="1932" y="10768"/>
                    <a:pt x="1391" y="9278"/>
                  </a:cubicBezTo>
                  <a:cubicBezTo>
                    <a:pt x="244" y="6074"/>
                    <a:pt x="461" y="2756"/>
                    <a:pt x="646" y="291"/>
                  </a:cubicBezTo>
                  <a:close/>
                  <a:moveTo>
                    <a:pt x="552" y="1"/>
                  </a:moveTo>
                  <a:cubicBezTo>
                    <a:pt x="535" y="1"/>
                    <a:pt x="518" y="5"/>
                    <a:pt x="503" y="14"/>
                  </a:cubicBezTo>
                  <a:cubicBezTo>
                    <a:pt x="470" y="30"/>
                    <a:pt x="449" y="63"/>
                    <a:pt x="446" y="100"/>
                  </a:cubicBezTo>
                  <a:cubicBezTo>
                    <a:pt x="258" y="2602"/>
                    <a:pt x="1" y="6026"/>
                    <a:pt x="1190" y="9351"/>
                  </a:cubicBezTo>
                  <a:cubicBezTo>
                    <a:pt x="1737" y="10858"/>
                    <a:pt x="2590" y="12968"/>
                    <a:pt x="3725" y="15624"/>
                  </a:cubicBezTo>
                  <a:cubicBezTo>
                    <a:pt x="3741" y="15663"/>
                    <a:pt x="3780" y="15688"/>
                    <a:pt x="3821" y="15688"/>
                  </a:cubicBezTo>
                  <a:lnTo>
                    <a:pt x="3830" y="15688"/>
                  </a:lnTo>
                  <a:cubicBezTo>
                    <a:pt x="4675" y="15619"/>
                    <a:pt x="5523" y="15488"/>
                    <a:pt x="6351" y="15299"/>
                  </a:cubicBezTo>
                  <a:cubicBezTo>
                    <a:pt x="6388" y="15290"/>
                    <a:pt x="6418" y="15263"/>
                    <a:pt x="6430" y="15226"/>
                  </a:cubicBezTo>
                  <a:lnTo>
                    <a:pt x="6466" y="15107"/>
                  </a:lnTo>
                  <a:cubicBezTo>
                    <a:pt x="6649" y="15055"/>
                    <a:pt x="6828" y="14998"/>
                    <a:pt x="7000" y="14936"/>
                  </a:cubicBezTo>
                  <a:cubicBezTo>
                    <a:pt x="7032" y="14924"/>
                    <a:pt x="7057" y="14897"/>
                    <a:pt x="7066" y="14863"/>
                  </a:cubicBezTo>
                  <a:cubicBezTo>
                    <a:pt x="7075" y="14830"/>
                    <a:pt x="7067" y="14794"/>
                    <a:pt x="7046" y="14768"/>
                  </a:cubicBezTo>
                  <a:lnTo>
                    <a:pt x="6700" y="14336"/>
                  </a:lnTo>
                  <a:lnTo>
                    <a:pt x="6834" y="13901"/>
                  </a:lnTo>
                  <a:cubicBezTo>
                    <a:pt x="6859" y="13882"/>
                    <a:pt x="6875" y="13850"/>
                    <a:pt x="6875" y="13815"/>
                  </a:cubicBezTo>
                  <a:lnTo>
                    <a:pt x="6875" y="13745"/>
                  </a:lnTo>
                  <a:cubicBezTo>
                    <a:pt x="6875" y="13722"/>
                    <a:pt x="6866" y="13702"/>
                    <a:pt x="6853" y="13685"/>
                  </a:cubicBezTo>
                  <a:lnTo>
                    <a:pt x="6435" y="11592"/>
                  </a:lnTo>
                  <a:cubicBezTo>
                    <a:pt x="6430" y="11569"/>
                    <a:pt x="6418" y="11549"/>
                    <a:pt x="6402" y="11534"/>
                  </a:cubicBezTo>
                  <a:lnTo>
                    <a:pt x="3954" y="9299"/>
                  </a:lnTo>
                  <a:cubicBezTo>
                    <a:pt x="3949" y="8670"/>
                    <a:pt x="3832" y="2890"/>
                    <a:pt x="1274" y="572"/>
                  </a:cubicBezTo>
                  <a:cubicBezTo>
                    <a:pt x="1086" y="346"/>
                    <a:pt x="861" y="158"/>
                    <a:pt x="605" y="15"/>
                  </a:cubicBezTo>
                  <a:cubicBezTo>
                    <a:pt x="589" y="5"/>
                    <a:pt x="570" y="1"/>
                    <a:pt x="55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745;p40">
              <a:extLst>
                <a:ext uri="{FF2B5EF4-FFF2-40B4-BE49-F238E27FC236}">
                  <a16:creationId xmlns:a16="http://schemas.microsoft.com/office/drawing/2014/main" id="{DE672737-6FB0-112C-D520-0296245BC0C9}"/>
                </a:ext>
              </a:extLst>
            </p:cNvPr>
            <p:cNvSpPr/>
            <p:nvPr/>
          </p:nvSpPr>
          <p:spPr>
            <a:xfrm>
              <a:off x="5316200" y="3862850"/>
              <a:ext cx="345375" cy="499600"/>
            </a:xfrm>
            <a:custGeom>
              <a:avLst/>
              <a:gdLst/>
              <a:ahLst/>
              <a:cxnLst/>
              <a:rect l="l" t="t" r="r" b="b"/>
              <a:pathLst>
                <a:path w="13815" h="19984" extrusionOk="0">
                  <a:moveTo>
                    <a:pt x="6907" y="1"/>
                  </a:moveTo>
                  <a:cubicBezTo>
                    <a:pt x="5076" y="1"/>
                    <a:pt x="3319" y="1053"/>
                    <a:pt x="2024" y="2928"/>
                  </a:cubicBezTo>
                  <a:cubicBezTo>
                    <a:pt x="728" y="4801"/>
                    <a:pt x="0" y="7343"/>
                    <a:pt x="0" y="9993"/>
                  </a:cubicBezTo>
                  <a:cubicBezTo>
                    <a:pt x="0" y="12642"/>
                    <a:pt x="728" y="15183"/>
                    <a:pt x="2024" y="17056"/>
                  </a:cubicBezTo>
                  <a:cubicBezTo>
                    <a:pt x="3319" y="18931"/>
                    <a:pt x="5076" y="19984"/>
                    <a:pt x="6907" y="19984"/>
                  </a:cubicBezTo>
                  <a:cubicBezTo>
                    <a:pt x="8739" y="19984"/>
                    <a:pt x="10496" y="18931"/>
                    <a:pt x="11791" y="17056"/>
                  </a:cubicBezTo>
                  <a:cubicBezTo>
                    <a:pt x="13087" y="15183"/>
                    <a:pt x="13815" y="12642"/>
                    <a:pt x="13815" y="9993"/>
                  </a:cubicBezTo>
                  <a:cubicBezTo>
                    <a:pt x="13815" y="7343"/>
                    <a:pt x="13087" y="4801"/>
                    <a:pt x="11791" y="2928"/>
                  </a:cubicBezTo>
                  <a:cubicBezTo>
                    <a:pt x="10496" y="1053"/>
                    <a:pt x="8739" y="1"/>
                    <a:pt x="69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746;p40">
              <a:extLst>
                <a:ext uri="{FF2B5EF4-FFF2-40B4-BE49-F238E27FC236}">
                  <a16:creationId xmlns:a16="http://schemas.microsoft.com/office/drawing/2014/main" id="{EADC8FD4-095A-0653-792F-D0393E527268}"/>
                </a:ext>
              </a:extLst>
            </p:cNvPr>
            <p:cNvSpPr/>
            <p:nvPr/>
          </p:nvSpPr>
          <p:spPr>
            <a:xfrm>
              <a:off x="5313525" y="3860200"/>
              <a:ext cx="350725" cy="504900"/>
            </a:xfrm>
            <a:custGeom>
              <a:avLst/>
              <a:gdLst/>
              <a:ahLst/>
              <a:cxnLst/>
              <a:rect l="l" t="t" r="r" b="b"/>
              <a:pathLst>
                <a:path w="14029" h="20196" extrusionOk="0">
                  <a:moveTo>
                    <a:pt x="7014" y="214"/>
                  </a:moveTo>
                  <a:cubicBezTo>
                    <a:pt x="10764" y="214"/>
                    <a:pt x="13814" y="4648"/>
                    <a:pt x="13814" y="10099"/>
                  </a:cubicBezTo>
                  <a:cubicBezTo>
                    <a:pt x="13814" y="15548"/>
                    <a:pt x="10764" y="19983"/>
                    <a:pt x="7014" y="19983"/>
                  </a:cubicBezTo>
                  <a:cubicBezTo>
                    <a:pt x="3265" y="19983"/>
                    <a:pt x="215" y="15548"/>
                    <a:pt x="215" y="10099"/>
                  </a:cubicBezTo>
                  <a:cubicBezTo>
                    <a:pt x="215" y="4648"/>
                    <a:pt x="3264" y="214"/>
                    <a:pt x="7014" y="214"/>
                  </a:cubicBezTo>
                  <a:close/>
                  <a:moveTo>
                    <a:pt x="7014" y="1"/>
                  </a:moveTo>
                  <a:cubicBezTo>
                    <a:pt x="3146" y="1"/>
                    <a:pt x="0" y="4530"/>
                    <a:pt x="0" y="10099"/>
                  </a:cubicBezTo>
                  <a:cubicBezTo>
                    <a:pt x="0" y="15666"/>
                    <a:pt x="3146" y="20195"/>
                    <a:pt x="7014" y="20195"/>
                  </a:cubicBezTo>
                  <a:cubicBezTo>
                    <a:pt x="10881" y="20195"/>
                    <a:pt x="14029" y="15666"/>
                    <a:pt x="14029" y="10099"/>
                  </a:cubicBezTo>
                  <a:cubicBezTo>
                    <a:pt x="14029" y="4530"/>
                    <a:pt x="10881" y="1"/>
                    <a:pt x="701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747;p40">
              <a:extLst>
                <a:ext uri="{FF2B5EF4-FFF2-40B4-BE49-F238E27FC236}">
                  <a16:creationId xmlns:a16="http://schemas.microsoft.com/office/drawing/2014/main" id="{C1EE58CF-AD90-7A60-53B8-F4DB11555701}"/>
                </a:ext>
              </a:extLst>
            </p:cNvPr>
            <p:cNvSpPr/>
            <p:nvPr/>
          </p:nvSpPr>
          <p:spPr>
            <a:xfrm>
              <a:off x="5368650" y="3938800"/>
              <a:ext cx="240475" cy="347725"/>
            </a:xfrm>
            <a:custGeom>
              <a:avLst/>
              <a:gdLst/>
              <a:ahLst/>
              <a:cxnLst/>
              <a:rect l="l" t="t" r="r" b="b"/>
              <a:pathLst>
                <a:path w="9619" h="13909" extrusionOk="0">
                  <a:moveTo>
                    <a:pt x="4809" y="0"/>
                  </a:moveTo>
                  <a:cubicBezTo>
                    <a:pt x="2153" y="0"/>
                    <a:pt x="0" y="3114"/>
                    <a:pt x="0" y="6955"/>
                  </a:cubicBezTo>
                  <a:cubicBezTo>
                    <a:pt x="0" y="8798"/>
                    <a:pt x="506" y="10567"/>
                    <a:pt x="1409" y="11871"/>
                  </a:cubicBezTo>
                  <a:cubicBezTo>
                    <a:pt x="2311" y="13176"/>
                    <a:pt x="3533" y="13908"/>
                    <a:pt x="4809" y="13908"/>
                  </a:cubicBezTo>
                  <a:cubicBezTo>
                    <a:pt x="6084" y="13908"/>
                    <a:pt x="7308" y="13176"/>
                    <a:pt x="8210" y="11871"/>
                  </a:cubicBezTo>
                  <a:cubicBezTo>
                    <a:pt x="9111" y="10567"/>
                    <a:pt x="9619" y="8798"/>
                    <a:pt x="9619" y="6955"/>
                  </a:cubicBezTo>
                  <a:cubicBezTo>
                    <a:pt x="9619" y="3114"/>
                    <a:pt x="7466" y="0"/>
                    <a:pt x="4809" y="0"/>
                  </a:cubicBezTo>
                  <a:close/>
                </a:path>
              </a:pathLst>
            </a:custGeom>
            <a:solidFill>
              <a:srgbClr val="5D6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748;p40">
              <a:extLst>
                <a:ext uri="{FF2B5EF4-FFF2-40B4-BE49-F238E27FC236}">
                  <a16:creationId xmlns:a16="http://schemas.microsoft.com/office/drawing/2014/main" id="{A5382851-D693-A3F2-ACB8-C7CB4C2C27E5}"/>
                </a:ext>
              </a:extLst>
            </p:cNvPr>
            <p:cNvSpPr/>
            <p:nvPr/>
          </p:nvSpPr>
          <p:spPr>
            <a:xfrm>
              <a:off x="5365975" y="3936150"/>
              <a:ext cx="245800" cy="353050"/>
            </a:xfrm>
            <a:custGeom>
              <a:avLst/>
              <a:gdLst/>
              <a:ahLst/>
              <a:cxnLst/>
              <a:rect l="l" t="t" r="r" b="b"/>
              <a:pathLst>
                <a:path w="9832" h="14122" extrusionOk="0">
                  <a:moveTo>
                    <a:pt x="4916" y="213"/>
                  </a:moveTo>
                  <a:cubicBezTo>
                    <a:pt x="7509" y="213"/>
                    <a:pt x="9619" y="3285"/>
                    <a:pt x="9619" y="7061"/>
                  </a:cubicBezTo>
                  <a:cubicBezTo>
                    <a:pt x="9619" y="10837"/>
                    <a:pt x="7509" y="13909"/>
                    <a:pt x="4916" y="13909"/>
                  </a:cubicBezTo>
                  <a:cubicBezTo>
                    <a:pt x="2324" y="13909"/>
                    <a:pt x="214" y="10837"/>
                    <a:pt x="214" y="7061"/>
                  </a:cubicBezTo>
                  <a:cubicBezTo>
                    <a:pt x="214" y="3285"/>
                    <a:pt x="2324" y="213"/>
                    <a:pt x="4916" y="213"/>
                  </a:cubicBezTo>
                  <a:close/>
                  <a:moveTo>
                    <a:pt x="4916" y="0"/>
                  </a:moveTo>
                  <a:cubicBezTo>
                    <a:pt x="2205" y="0"/>
                    <a:pt x="0" y="3167"/>
                    <a:pt x="0" y="7061"/>
                  </a:cubicBezTo>
                  <a:cubicBezTo>
                    <a:pt x="0" y="10953"/>
                    <a:pt x="2207" y="14121"/>
                    <a:pt x="4916" y="14121"/>
                  </a:cubicBezTo>
                  <a:cubicBezTo>
                    <a:pt x="7626" y="14121"/>
                    <a:pt x="9831" y="10953"/>
                    <a:pt x="9831" y="7061"/>
                  </a:cubicBezTo>
                  <a:cubicBezTo>
                    <a:pt x="9831" y="3167"/>
                    <a:pt x="7626" y="0"/>
                    <a:pt x="491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749;p40">
              <a:extLst>
                <a:ext uri="{FF2B5EF4-FFF2-40B4-BE49-F238E27FC236}">
                  <a16:creationId xmlns:a16="http://schemas.microsoft.com/office/drawing/2014/main" id="{66EDA67B-D394-43F4-6D91-343678DAB008}"/>
                </a:ext>
              </a:extLst>
            </p:cNvPr>
            <p:cNvSpPr/>
            <p:nvPr/>
          </p:nvSpPr>
          <p:spPr>
            <a:xfrm>
              <a:off x="5414850" y="4005500"/>
              <a:ext cx="148075" cy="214325"/>
            </a:xfrm>
            <a:custGeom>
              <a:avLst/>
              <a:gdLst/>
              <a:ahLst/>
              <a:cxnLst/>
              <a:rect l="l" t="t" r="r" b="b"/>
              <a:pathLst>
                <a:path w="5923" h="8573" extrusionOk="0">
                  <a:moveTo>
                    <a:pt x="2961" y="0"/>
                  </a:moveTo>
                  <a:cubicBezTo>
                    <a:pt x="1325" y="0"/>
                    <a:pt x="0" y="1920"/>
                    <a:pt x="0" y="4287"/>
                  </a:cubicBezTo>
                  <a:cubicBezTo>
                    <a:pt x="0" y="6654"/>
                    <a:pt x="1325" y="8572"/>
                    <a:pt x="2961" y="8572"/>
                  </a:cubicBezTo>
                  <a:cubicBezTo>
                    <a:pt x="4598" y="8572"/>
                    <a:pt x="5923" y="6654"/>
                    <a:pt x="5923" y="4287"/>
                  </a:cubicBezTo>
                  <a:cubicBezTo>
                    <a:pt x="5923" y="1920"/>
                    <a:pt x="4598" y="0"/>
                    <a:pt x="2961" y="0"/>
                  </a:cubicBezTo>
                  <a:close/>
                </a:path>
              </a:pathLst>
            </a:custGeom>
            <a:solidFill>
              <a:srgbClr val="5D65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750;p40">
              <a:extLst>
                <a:ext uri="{FF2B5EF4-FFF2-40B4-BE49-F238E27FC236}">
                  <a16:creationId xmlns:a16="http://schemas.microsoft.com/office/drawing/2014/main" id="{3478B8BB-7766-6E9E-218B-BFCBF081098D}"/>
                </a:ext>
              </a:extLst>
            </p:cNvPr>
            <p:cNvSpPr/>
            <p:nvPr/>
          </p:nvSpPr>
          <p:spPr>
            <a:xfrm>
              <a:off x="5412150" y="4002825"/>
              <a:ext cx="153475" cy="219675"/>
            </a:xfrm>
            <a:custGeom>
              <a:avLst/>
              <a:gdLst/>
              <a:ahLst/>
              <a:cxnLst/>
              <a:rect l="l" t="t" r="r" b="b"/>
              <a:pathLst>
                <a:path w="6139" h="8787" extrusionOk="0">
                  <a:moveTo>
                    <a:pt x="3069" y="215"/>
                  </a:moveTo>
                  <a:cubicBezTo>
                    <a:pt x="4643" y="215"/>
                    <a:pt x="5925" y="2089"/>
                    <a:pt x="5925" y="4394"/>
                  </a:cubicBezTo>
                  <a:cubicBezTo>
                    <a:pt x="5925" y="6699"/>
                    <a:pt x="4643" y="8573"/>
                    <a:pt x="3069" y="8573"/>
                  </a:cubicBezTo>
                  <a:cubicBezTo>
                    <a:pt x="1496" y="8573"/>
                    <a:pt x="214" y="6699"/>
                    <a:pt x="214" y="4394"/>
                  </a:cubicBezTo>
                  <a:cubicBezTo>
                    <a:pt x="214" y="2089"/>
                    <a:pt x="1496" y="215"/>
                    <a:pt x="3069" y="215"/>
                  </a:cubicBezTo>
                  <a:close/>
                  <a:moveTo>
                    <a:pt x="3069" y="0"/>
                  </a:moveTo>
                  <a:cubicBezTo>
                    <a:pt x="1377" y="0"/>
                    <a:pt x="1" y="1971"/>
                    <a:pt x="1" y="4394"/>
                  </a:cubicBezTo>
                  <a:cubicBezTo>
                    <a:pt x="1" y="6816"/>
                    <a:pt x="1378" y="8786"/>
                    <a:pt x="3069" y="8786"/>
                  </a:cubicBezTo>
                  <a:cubicBezTo>
                    <a:pt x="4761" y="8786"/>
                    <a:pt x="6138" y="6815"/>
                    <a:pt x="6138" y="4394"/>
                  </a:cubicBezTo>
                  <a:cubicBezTo>
                    <a:pt x="6138" y="1971"/>
                    <a:pt x="4761" y="0"/>
                    <a:pt x="306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751;p40">
              <a:extLst>
                <a:ext uri="{FF2B5EF4-FFF2-40B4-BE49-F238E27FC236}">
                  <a16:creationId xmlns:a16="http://schemas.microsoft.com/office/drawing/2014/main" id="{6BF8C689-C6DF-9E19-46D6-D9556E5F639B}"/>
                </a:ext>
              </a:extLst>
            </p:cNvPr>
            <p:cNvSpPr/>
            <p:nvPr/>
          </p:nvSpPr>
          <p:spPr>
            <a:xfrm>
              <a:off x="4593325" y="4534400"/>
              <a:ext cx="67725" cy="87175"/>
            </a:xfrm>
            <a:custGeom>
              <a:avLst/>
              <a:gdLst/>
              <a:ahLst/>
              <a:cxnLst/>
              <a:rect l="l" t="t" r="r" b="b"/>
              <a:pathLst>
                <a:path w="2709" h="3487" extrusionOk="0">
                  <a:moveTo>
                    <a:pt x="0" y="1"/>
                  </a:moveTo>
                  <a:lnTo>
                    <a:pt x="0" y="2693"/>
                  </a:lnTo>
                  <a:cubicBezTo>
                    <a:pt x="0" y="3130"/>
                    <a:pt x="355" y="3486"/>
                    <a:pt x="794" y="3486"/>
                  </a:cubicBezTo>
                  <a:lnTo>
                    <a:pt x="1915" y="3486"/>
                  </a:lnTo>
                  <a:cubicBezTo>
                    <a:pt x="2353" y="3486"/>
                    <a:pt x="2709" y="3130"/>
                    <a:pt x="2709" y="2693"/>
                  </a:cubicBezTo>
                  <a:lnTo>
                    <a:pt x="2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752;p40">
              <a:extLst>
                <a:ext uri="{FF2B5EF4-FFF2-40B4-BE49-F238E27FC236}">
                  <a16:creationId xmlns:a16="http://schemas.microsoft.com/office/drawing/2014/main" id="{13C6B0CB-C705-42BB-78AA-BD872186FEAF}"/>
                </a:ext>
              </a:extLst>
            </p:cNvPr>
            <p:cNvSpPr/>
            <p:nvPr/>
          </p:nvSpPr>
          <p:spPr>
            <a:xfrm>
              <a:off x="4590600" y="4531750"/>
              <a:ext cx="73100" cy="92450"/>
            </a:xfrm>
            <a:custGeom>
              <a:avLst/>
              <a:gdLst/>
              <a:ahLst/>
              <a:cxnLst/>
              <a:rect l="l" t="t" r="r" b="b"/>
              <a:pathLst>
                <a:path w="2924" h="3698" extrusionOk="0">
                  <a:moveTo>
                    <a:pt x="2710" y="214"/>
                  </a:moveTo>
                  <a:lnTo>
                    <a:pt x="2710" y="2799"/>
                  </a:lnTo>
                  <a:cubicBezTo>
                    <a:pt x="2710" y="3177"/>
                    <a:pt x="2402" y="3485"/>
                    <a:pt x="2024" y="3485"/>
                  </a:cubicBezTo>
                  <a:lnTo>
                    <a:pt x="903" y="3485"/>
                  </a:lnTo>
                  <a:cubicBezTo>
                    <a:pt x="523" y="3485"/>
                    <a:pt x="217" y="3177"/>
                    <a:pt x="217" y="2799"/>
                  </a:cubicBezTo>
                  <a:lnTo>
                    <a:pt x="217" y="214"/>
                  </a:lnTo>
                  <a:close/>
                  <a:moveTo>
                    <a:pt x="106" y="1"/>
                  </a:moveTo>
                  <a:cubicBezTo>
                    <a:pt x="48" y="1"/>
                    <a:pt x="1" y="49"/>
                    <a:pt x="1" y="107"/>
                  </a:cubicBezTo>
                  <a:cubicBezTo>
                    <a:pt x="1" y="114"/>
                    <a:pt x="1" y="122"/>
                    <a:pt x="2" y="127"/>
                  </a:cubicBezTo>
                  <a:lnTo>
                    <a:pt x="2" y="2799"/>
                  </a:lnTo>
                  <a:cubicBezTo>
                    <a:pt x="2" y="3294"/>
                    <a:pt x="406" y="3698"/>
                    <a:pt x="903" y="3698"/>
                  </a:cubicBezTo>
                  <a:lnTo>
                    <a:pt x="2024" y="3698"/>
                  </a:lnTo>
                  <a:cubicBezTo>
                    <a:pt x="2520" y="3698"/>
                    <a:pt x="2923" y="3294"/>
                    <a:pt x="2923" y="2799"/>
                  </a:cubicBezTo>
                  <a:lnTo>
                    <a:pt x="2923" y="107"/>
                  </a:lnTo>
                  <a:cubicBezTo>
                    <a:pt x="2923" y="49"/>
                    <a:pt x="2876" y="1"/>
                    <a:pt x="281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753;p40">
              <a:extLst>
                <a:ext uri="{FF2B5EF4-FFF2-40B4-BE49-F238E27FC236}">
                  <a16:creationId xmlns:a16="http://schemas.microsoft.com/office/drawing/2014/main" id="{1AD7244E-30B8-DF06-193C-95202CB082D4}"/>
                </a:ext>
              </a:extLst>
            </p:cNvPr>
            <p:cNvSpPr/>
            <p:nvPr/>
          </p:nvSpPr>
          <p:spPr>
            <a:xfrm>
              <a:off x="4660925" y="4534400"/>
              <a:ext cx="67775" cy="87175"/>
            </a:xfrm>
            <a:custGeom>
              <a:avLst/>
              <a:gdLst/>
              <a:ahLst/>
              <a:cxnLst/>
              <a:rect l="l" t="t" r="r" b="b"/>
              <a:pathLst>
                <a:path w="2711" h="3487" extrusionOk="0">
                  <a:moveTo>
                    <a:pt x="0" y="1"/>
                  </a:moveTo>
                  <a:lnTo>
                    <a:pt x="0" y="2693"/>
                  </a:lnTo>
                  <a:cubicBezTo>
                    <a:pt x="0" y="3130"/>
                    <a:pt x="356" y="3486"/>
                    <a:pt x="794" y="3486"/>
                  </a:cubicBezTo>
                  <a:lnTo>
                    <a:pt x="1918" y="3486"/>
                  </a:lnTo>
                  <a:cubicBezTo>
                    <a:pt x="2356" y="3486"/>
                    <a:pt x="2710" y="3130"/>
                    <a:pt x="2710" y="2693"/>
                  </a:cubicBezTo>
                  <a:lnTo>
                    <a:pt x="271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754;p40">
              <a:extLst>
                <a:ext uri="{FF2B5EF4-FFF2-40B4-BE49-F238E27FC236}">
                  <a16:creationId xmlns:a16="http://schemas.microsoft.com/office/drawing/2014/main" id="{D1C739C0-AA92-CFD8-DFB7-E34A2D0872F6}"/>
                </a:ext>
              </a:extLst>
            </p:cNvPr>
            <p:cNvSpPr/>
            <p:nvPr/>
          </p:nvSpPr>
          <p:spPr>
            <a:xfrm>
              <a:off x="4658250" y="4531750"/>
              <a:ext cx="73125" cy="92450"/>
            </a:xfrm>
            <a:custGeom>
              <a:avLst/>
              <a:gdLst/>
              <a:ahLst/>
              <a:cxnLst/>
              <a:rect l="l" t="t" r="r" b="b"/>
              <a:pathLst>
                <a:path w="2925" h="3698" extrusionOk="0">
                  <a:moveTo>
                    <a:pt x="2711" y="214"/>
                  </a:moveTo>
                  <a:lnTo>
                    <a:pt x="2711" y="2799"/>
                  </a:lnTo>
                  <a:cubicBezTo>
                    <a:pt x="2711" y="3177"/>
                    <a:pt x="2403" y="3485"/>
                    <a:pt x="2023" y="3485"/>
                  </a:cubicBezTo>
                  <a:lnTo>
                    <a:pt x="901" y="3485"/>
                  </a:lnTo>
                  <a:cubicBezTo>
                    <a:pt x="521" y="3485"/>
                    <a:pt x="214" y="3177"/>
                    <a:pt x="214" y="2799"/>
                  </a:cubicBezTo>
                  <a:lnTo>
                    <a:pt x="214" y="214"/>
                  </a:lnTo>
                  <a:close/>
                  <a:moveTo>
                    <a:pt x="107" y="1"/>
                  </a:moveTo>
                  <a:cubicBezTo>
                    <a:pt x="48" y="1"/>
                    <a:pt x="0" y="49"/>
                    <a:pt x="0" y="107"/>
                  </a:cubicBezTo>
                  <a:lnTo>
                    <a:pt x="0" y="2799"/>
                  </a:lnTo>
                  <a:cubicBezTo>
                    <a:pt x="0" y="3294"/>
                    <a:pt x="405" y="3698"/>
                    <a:pt x="901" y="3698"/>
                  </a:cubicBezTo>
                  <a:lnTo>
                    <a:pt x="2025" y="3698"/>
                  </a:lnTo>
                  <a:cubicBezTo>
                    <a:pt x="2521" y="3698"/>
                    <a:pt x="2924" y="3294"/>
                    <a:pt x="2924" y="2799"/>
                  </a:cubicBezTo>
                  <a:lnTo>
                    <a:pt x="2924" y="107"/>
                  </a:lnTo>
                  <a:cubicBezTo>
                    <a:pt x="2924" y="49"/>
                    <a:pt x="2877" y="1"/>
                    <a:pt x="281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755;p40">
              <a:extLst>
                <a:ext uri="{FF2B5EF4-FFF2-40B4-BE49-F238E27FC236}">
                  <a16:creationId xmlns:a16="http://schemas.microsoft.com/office/drawing/2014/main" id="{0BDAB2D4-C2CA-ED74-A723-DAC98D0011FD}"/>
                </a:ext>
              </a:extLst>
            </p:cNvPr>
            <p:cNvSpPr/>
            <p:nvPr/>
          </p:nvSpPr>
          <p:spPr>
            <a:xfrm>
              <a:off x="4728625" y="4534400"/>
              <a:ext cx="67850" cy="87175"/>
            </a:xfrm>
            <a:custGeom>
              <a:avLst/>
              <a:gdLst/>
              <a:ahLst/>
              <a:cxnLst/>
              <a:rect l="l" t="t" r="r" b="b"/>
              <a:pathLst>
                <a:path w="2714" h="3487" extrusionOk="0">
                  <a:moveTo>
                    <a:pt x="1" y="1"/>
                  </a:moveTo>
                  <a:lnTo>
                    <a:pt x="1" y="2693"/>
                  </a:lnTo>
                  <a:cubicBezTo>
                    <a:pt x="1" y="3130"/>
                    <a:pt x="356" y="3486"/>
                    <a:pt x="794" y="3486"/>
                  </a:cubicBezTo>
                  <a:lnTo>
                    <a:pt x="1920" y="3486"/>
                  </a:lnTo>
                  <a:cubicBezTo>
                    <a:pt x="2358" y="3486"/>
                    <a:pt x="2713" y="3130"/>
                    <a:pt x="2713" y="2693"/>
                  </a:cubicBezTo>
                  <a:lnTo>
                    <a:pt x="27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756;p40">
              <a:extLst>
                <a:ext uri="{FF2B5EF4-FFF2-40B4-BE49-F238E27FC236}">
                  <a16:creationId xmlns:a16="http://schemas.microsoft.com/office/drawing/2014/main" id="{DFC4E3AA-A3D4-5964-B5B2-7FC2EFB8E758}"/>
                </a:ext>
              </a:extLst>
            </p:cNvPr>
            <p:cNvSpPr/>
            <p:nvPr/>
          </p:nvSpPr>
          <p:spPr>
            <a:xfrm>
              <a:off x="4725900" y="4531750"/>
              <a:ext cx="73225" cy="92450"/>
            </a:xfrm>
            <a:custGeom>
              <a:avLst/>
              <a:gdLst/>
              <a:ahLst/>
              <a:cxnLst/>
              <a:rect l="l" t="t" r="r" b="b"/>
              <a:pathLst>
                <a:path w="2929" h="3698" extrusionOk="0">
                  <a:moveTo>
                    <a:pt x="2715" y="214"/>
                  </a:moveTo>
                  <a:lnTo>
                    <a:pt x="2715" y="2799"/>
                  </a:lnTo>
                  <a:cubicBezTo>
                    <a:pt x="2715" y="3177"/>
                    <a:pt x="2407" y="3485"/>
                    <a:pt x="2029" y="3485"/>
                  </a:cubicBezTo>
                  <a:lnTo>
                    <a:pt x="903" y="3485"/>
                  </a:lnTo>
                  <a:cubicBezTo>
                    <a:pt x="523" y="3485"/>
                    <a:pt x="215" y="3177"/>
                    <a:pt x="215" y="2799"/>
                  </a:cubicBezTo>
                  <a:lnTo>
                    <a:pt x="215" y="214"/>
                  </a:lnTo>
                  <a:close/>
                  <a:moveTo>
                    <a:pt x="107" y="1"/>
                  </a:moveTo>
                  <a:cubicBezTo>
                    <a:pt x="49" y="1"/>
                    <a:pt x="1" y="49"/>
                    <a:pt x="1" y="107"/>
                  </a:cubicBezTo>
                  <a:cubicBezTo>
                    <a:pt x="1" y="114"/>
                    <a:pt x="1" y="122"/>
                    <a:pt x="2" y="127"/>
                  </a:cubicBezTo>
                  <a:lnTo>
                    <a:pt x="2" y="2799"/>
                  </a:lnTo>
                  <a:cubicBezTo>
                    <a:pt x="2" y="3294"/>
                    <a:pt x="406" y="3698"/>
                    <a:pt x="903" y="3698"/>
                  </a:cubicBezTo>
                  <a:lnTo>
                    <a:pt x="2029" y="3698"/>
                  </a:lnTo>
                  <a:cubicBezTo>
                    <a:pt x="2525" y="3698"/>
                    <a:pt x="2928" y="3294"/>
                    <a:pt x="2928" y="2799"/>
                  </a:cubicBezTo>
                  <a:lnTo>
                    <a:pt x="2928" y="107"/>
                  </a:lnTo>
                  <a:cubicBezTo>
                    <a:pt x="2928" y="49"/>
                    <a:pt x="2880" y="1"/>
                    <a:pt x="282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757;p40">
              <a:extLst>
                <a:ext uri="{FF2B5EF4-FFF2-40B4-BE49-F238E27FC236}">
                  <a16:creationId xmlns:a16="http://schemas.microsoft.com/office/drawing/2014/main" id="{12287A55-83F2-A3F7-CAF0-E0F1907A3ABA}"/>
                </a:ext>
              </a:extLst>
            </p:cNvPr>
            <p:cNvSpPr/>
            <p:nvPr/>
          </p:nvSpPr>
          <p:spPr>
            <a:xfrm>
              <a:off x="4796475" y="4534400"/>
              <a:ext cx="67750" cy="87175"/>
            </a:xfrm>
            <a:custGeom>
              <a:avLst/>
              <a:gdLst/>
              <a:ahLst/>
              <a:cxnLst/>
              <a:rect l="l" t="t" r="r" b="b"/>
              <a:pathLst>
                <a:path w="2710" h="3487" extrusionOk="0">
                  <a:moveTo>
                    <a:pt x="1" y="1"/>
                  </a:moveTo>
                  <a:lnTo>
                    <a:pt x="1" y="2693"/>
                  </a:lnTo>
                  <a:cubicBezTo>
                    <a:pt x="1" y="3130"/>
                    <a:pt x="357" y="3486"/>
                    <a:pt x="794" y="3486"/>
                  </a:cubicBezTo>
                  <a:lnTo>
                    <a:pt x="1916" y="3486"/>
                  </a:lnTo>
                  <a:cubicBezTo>
                    <a:pt x="2355" y="3486"/>
                    <a:pt x="2709" y="3130"/>
                    <a:pt x="2709" y="2693"/>
                  </a:cubicBezTo>
                  <a:lnTo>
                    <a:pt x="2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758;p40">
              <a:extLst>
                <a:ext uri="{FF2B5EF4-FFF2-40B4-BE49-F238E27FC236}">
                  <a16:creationId xmlns:a16="http://schemas.microsoft.com/office/drawing/2014/main" id="{91013E51-9757-5AA8-47F4-3B031BEBAE8B}"/>
                </a:ext>
              </a:extLst>
            </p:cNvPr>
            <p:cNvSpPr/>
            <p:nvPr/>
          </p:nvSpPr>
          <p:spPr>
            <a:xfrm>
              <a:off x="4793775" y="4531750"/>
              <a:ext cx="73125" cy="92450"/>
            </a:xfrm>
            <a:custGeom>
              <a:avLst/>
              <a:gdLst/>
              <a:ahLst/>
              <a:cxnLst/>
              <a:rect l="l" t="t" r="r" b="b"/>
              <a:pathLst>
                <a:path w="2925" h="3698" extrusionOk="0">
                  <a:moveTo>
                    <a:pt x="2712" y="214"/>
                  </a:moveTo>
                  <a:lnTo>
                    <a:pt x="2712" y="2799"/>
                  </a:lnTo>
                  <a:cubicBezTo>
                    <a:pt x="2712" y="3177"/>
                    <a:pt x="2403" y="3485"/>
                    <a:pt x="2024" y="3485"/>
                  </a:cubicBezTo>
                  <a:lnTo>
                    <a:pt x="902" y="3485"/>
                  </a:lnTo>
                  <a:cubicBezTo>
                    <a:pt x="524" y="3485"/>
                    <a:pt x="216" y="3177"/>
                    <a:pt x="216" y="2799"/>
                  </a:cubicBezTo>
                  <a:lnTo>
                    <a:pt x="216" y="214"/>
                  </a:lnTo>
                  <a:close/>
                  <a:moveTo>
                    <a:pt x="107" y="1"/>
                  </a:moveTo>
                  <a:cubicBezTo>
                    <a:pt x="48" y="1"/>
                    <a:pt x="0" y="49"/>
                    <a:pt x="0" y="107"/>
                  </a:cubicBezTo>
                  <a:cubicBezTo>
                    <a:pt x="0" y="114"/>
                    <a:pt x="2" y="122"/>
                    <a:pt x="3" y="127"/>
                  </a:cubicBezTo>
                  <a:lnTo>
                    <a:pt x="3" y="2799"/>
                  </a:lnTo>
                  <a:cubicBezTo>
                    <a:pt x="3" y="3294"/>
                    <a:pt x="407" y="3698"/>
                    <a:pt x="902" y="3698"/>
                  </a:cubicBezTo>
                  <a:lnTo>
                    <a:pt x="2024" y="3698"/>
                  </a:lnTo>
                  <a:cubicBezTo>
                    <a:pt x="2521" y="3698"/>
                    <a:pt x="2924" y="3294"/>
                    <a:pt x="2924" y="2799"/>
                  </a:cubicBezTo>
                  <a:lnTo>
                    <a:pt x="2924" y="107"/>
                  </a:lnTo>
                  <a:cubicBezTo>
                    <a:pt x="2924" y="49"/>
                    <a:pt x="2877" y="1"/>
                    <a:pt x="281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759;p40">
              <a:extLst>
                <a:ext uri="{FF2B5EF4-FFF2-40B4-BE49-F238E27FC236}">
                  <a16:creationId xmlns:a16="http://schemas.microsoft.com/office/drawing/2014/main" id="{B549267F-76FA-2353-2929-248C5534E1D6}"/>
                </a:ext>
              </a:extLst>
            </p:cNvPr>
            <p:cNvSpPr/>
            <p:nvPr/>
          </p:nvSpPr>
          <p:spPr>
            <a:xfrm>
              <a:off x="4864000" y="4534400"/>
              <a:ext cx="67700" cy="87175"/>
            </a:xfrm>
            <a:custGeom>
              <a:avLst/>
              <a:gdLst/>
              <a:ahLst/>
              <a:cxnLst/>
              <a:rect l="l" t="t" r="r" b="b"/>
              <a:pathLst>
                <a:path w="2708" h="3487" extrusionOk="0">
                  <a:moveTo>
                    <a:pt x="1" y="1"/>
                  </a:moveTo>
                  <a:lnTo>
                    <a:pt x="1" y="2693"/>
                  </a:lnTo>
                  <a:cubicBezTo>
                    <a:pt x="1" y="3130"/>
                    <a:pt x="355" y="3486"/>
                    <a:pt x="793" y="3486"/>
                  </a:cubicBezTo>
                  <a:lnTo>
                    <a:pt x="1916" y="3486"/>
                  </a:lnTo>
                  <a:cubicBezTo>
                    <a:pt x="2353" y="3486"/>
                    <a:pt x="2708" y="3130"/>
                    <a:pt x="2708" y="2693"/>
                  </a:cubicBezTo>
                  <a:lnTo>
                    <a:pt x="27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760;p40">
              <a:extLst>
                <a:ext uri="{FF2B5EF4-FFF2-40B4-BE49-F238E27FC236}">
                  <a16:creationId xmlns:a16="http://schemas.microsoft.com/office/drawing/2014/main" id="{5EA94F29-C581-5437-B48F-0E900E5CD589}"/>
                </a:ext>
              </a:extLst>
            </p:cNvPr>
            <p:cNvSpPr/>
            <p:nvPr/>
          </p:nvSpPr>
          <p:spPr>
            <a:xfrm>
              <a:off x="4861250" y="4531750"/>
              <a:ext cx="73125" cy="92450"/>
            </a:xfrm>
            <a:custGeom>
              <a:avLst/>
              <a:gdLst/>
              <a:ahLst/>
              <a:cxnLst/>
              <a:rect l="l" t="t" r="r" b="b"/>
              <a:pathLst>
                <a:path w="2925" h="3698" extrusionOk="0">
                  <a:moveTo>
                    <a:pt x="2712" y="214"/>
                  </a:moveTo>
                  <a:lnTo>
                    <a:pt x="2712" y="2799"/>
                  </a:lnTo>
                  <a:cubicBezTo>
                    <a:pt x="2712" y="3177"/>
                    <a:pt x="2404" y="3485"/>
                    <a:pt x="2026" y="3485"/>
                  </a:cubicBezTo>
                  <a:lnTo>
                    <a:pt x="903" y="3485"/>
                  </a:lnTo>
                  <a:cubicBezTo>
                    <a:pt x="525" y="3485"/>
                    <a:pt x="217" y="3177"/>
                    <a:pt x="217" y="2799"/>
                  </a:cubicBezTo>
                  <a:lnTo>
                    <a:pt x="217" y="214"/>
                  </a:lnTo>
                  <a:close/>
                  <a:moveTo>
                    <a:pt x="108" y="1"/>
                  </a:moveTo>
                  <a:cubicBezTo>
                    <a:pt x="48" y="1"/>
                    <a:pt x="1" y="49"/>
                    <a:pt x="1" y="107"/>
                  </a:cubicBezTo>
                  <a:cubicBezTo>
                    <a:pt x="1" y="114"/>
                    <a:pt x="2" y="122"/>
                    <a:pt x="4" y="127"/>
                  </a:cubicBezTo>
                  <a:lnTo>
                    <a:pt x="4" y="2799"/>
                  </a:lnTo>
                  <a:cubicBezTo>
                    <a:pt x="4" y="3294"/>
                    <a:pt x="407" y="3698"/>
                    <a:pt x="903" y="3698"/>
                  </a:cubicBezTo>
                  <a:lnTo>
                    <a:pt x="2026" y="3698"/>
                  </a:lnTo>
                  <a:cubicBezTo>
                    <a:pt x="2521" y="3698"/>
                    <a:pt x="2925" y="3294"/>
                    <a:pt x="2925" y="2799"/>
                  </a:cubicBezTo>
                  <a:lnTo>
                    <a:pt x="2925" y="107"/>
                  </a:lnTo>
                  <a:cubicBezTo>
                    <a:pt x="2925" y="49"/>
                    <a:pt x="2877" y="1"/>
                    <a:pt x="281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761;p40">
              <a:extLst>
                <a:ext uri="{FF2B5EF4-FFF2-40B4-BE49-F238E27FC236}">
                  <a16:creationId xmlns:a16="http://schemas.microsoft.com/office/drawing/2014/main" id="{93529C14-5D52-DE8C-194D-01F9512ED2A3}"/>
                </a:ext>
              </a:extLst>
            </p:cNvPr>
            <p:cNvSpPr/>
            <p:nvPr/>
          </p:nvSpPr>
          <p:spPr>
            <a:xfrm>
              <a:off x="4931650" y="4534400"/>
              <a:ext cx="67725" cy="87175"/>
            </a:xfrm>
            <a:custGeom>
              <a:avLst/>
              <a:gdLst/>
              <a:ahLst/>
              <a:cxnLst/>
              <a:rect l="l" t="t" r="r" b="b"/>
              <a:pathLst>
                <a:path w="2709" h="3487" extrusionOk="0">
                  <a:moveTo>
                    <a:pt x="0" y="1"/>
                  </a:moveTo>
                  <a:lnTo>
                    <a:pt x="0" y="2693"/>
                  </a:lnTo>
                  <a:cubicBezTo>
                    <a:pt x="0" y="3130"/>
                    <a:pt x="356" y="3486"/>
                    <a:pt x="794" y="3486"/>
                  </a:cubicBezTo>
                  <a:lnTo>
                    <a:pt x="1915" y="3486"/>
                  </a:lnTo>
                  <a:cubicBezTo>
                    <a:pt x="2353" y="3486"/>
                    <a:pt x="2709" y="3130"/>
                    <a:pt x="2709" y="2693"/>
                  </a:cubicBezTo>
                  <a:lnTo>
                    <a:pt x="270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762;p40">
              <a:extLst>
                <a:ext uri="{FF2B5EF4-FFF2-40B4-BE49-F238E27FC236}">
                  <a16:creationId xmlns:a16="http://schemas.microsoft.com/office/drawing/2014/main" id="{1CDF9465-D2D2-BA0D-CB6A-6D7534FC751E}"/>
                </a:ext>
              </a:extLst>
            </p:cNvPr>
            <p:cNvSpPr/>
            <p:nvPr/>
          </p:nvSpPr>
          <p:spPr>
            <a:xfrm>
              <a:off x="4928925" y="4531750"/>
              <a:ext cx="73125" cy="92450"/>
            </a:xfrm>
            <a:custGeom>
              <a:avLst/>
              <a:gdLst/>
              <a:ahLst/>
              <a:cxnLst/>
              <a:rect l="l" t="t" r="r" b="b"/>
              <a:pathLst>
                <a:path w="2925" h="3698" extrusionOk="0">
                  <a:moveTo>
                    <a:pt x="2712" y="214"/>
                  </a:moveTo>
                  <a:lnTo>
                    <a:pt x="2712" y="2799"/>
                  </a:lnTo>
                  <a:cubicBezTo>
                    <a:pt x="2712" y="3177"/>
                    <a:pt x="2404" y="3485"/>
                    <a:pt x="2024" y="3485"/>
                  </a:cubicBezTo>
                  <a:lnTo>
                    <a:pt x="903" y="3485"/>
                  </a:lnTo>
                  <a:cubicBezTo>
                    <a:pt x="525" y="3485"/>
                    <a:pt x="216" y="3177"/>
                    <a:pt x="216" y="2799"/>
                  </a:cubicBezTo>
                  <a:lnTo>
                    <a:pt x="216" y="214"/>
                  </a:lnTo>
                  <a:close/>
                  <a:moveTo>
                    <a:pt x="108" y="1"/>
                  </a:moveTo>
                  <a:cubicBezTo>
                    <a:pt x="48" y="1"/>
                    <a:pt x="1" y="49"/>
                    <a:pt x="1" y="107"/>
                  </a:cubicBezTo>
                  <a:cubicBezTo>
                    <a:pt x="1" y="114"/>
                    <a:pt x="1" y="122"/>
                    <a:pt x="2" y="127"/>
                  </a:cubicBezTo>
                  <a:lnTo>
                    <a:pt x="2" y="2799"/>
                  </a:lnTo>
                  <a:cubicBezTo>
                    <a:pt x="2" y="3294"/>
                    <a:pt x="407" y="3698"/>
                    <a:pt x="903" y="3698"/>
                  </a:cubicBezTo>
                  <a:lnTo>
                    <a:pt x="2024" y="3698"/>
                  </a:lnTo>
                  <a:cubicBezTo>
                    <a:pt x="2520" y="3698"/>
                    <a:pt x="2925" y="3294"/>
                    <a:pt x="2925" y="2799"/>
                  </a:cubicBezTo>
                  <a:lnTo>
                    <a:pt x="2925" y="107"/>
                  </a:lnTo>
                  <a:cubicBezTo>
                    <a:pt x="2925" y="49"/>
                    <a:pt x="2877" y="1"/>
                    <a:pt x="281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763;p40">
              <a:extLst>
                <a:ext uri="{FF2B5EF4-FFF2-40B4-BE49-F238E27FC236}">
                  <a16:creationId xmlns:a16="http://schemas.microsoft.com/office/drawing/2014/main" id="{811E2B01-49E8-DDB3-B434-1DF3E9286FD2}"/>
                </a:ext>
              </a:extLst>
            </p:cNvPr>
            <p:cNvSpPr/>
            <p:nvPr/>
          </p:nvSpPr>
          <p:spPr>
            <a:xfrm>
              <a:off x="4593250" y="4448950"/>
              <a:ext cx="67725" cy="87150"/>
            </a:xfrm>
            <a:custGeom>
              <a:avLst/>
              <a:gdLst/>
              <a:ahLst/>
              <a:cxnLst/>
              <a:rect l="l" t="t" r="r" b="b"/>
              <a:pathLst>
                <a:path w="2709" h="3486" extrusionOk="0">
                  <a:moveTo>
                    <a:pt x="792" y="0"/>
                  </a:moveTo>
                  <a:cubicBezTo>
                    <a:pt x="355" y="2"/>
                    <a:pt x="0" y="357"/>
                    <a:pt x="0" y="797"/>
                  </a:cubicBezTo>
                  <a:lnTo>
                    <a:pt x="0" y="3486"/>
                  </a:lnTo>
                  <a:lnTo>
                    <a:pt x="2709" y="3486"/>
                  </a:lnTo>
                  <a:lnTo>
                    <a:pt x="2709" y="794"/>
                  </a:lnTo>
                  <a:cubicBezTo>
                    <a:pt x="2709" y="356"/>
                    <a:pt x="2354" y="0"/>
                    <a:pt x="19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764;p40">
              <a:extLst>
                <a:ext uri="{FF2B5EF4-FFF2-40B4-BE49-F238E27FC236}">
                  <a16:creationId xmlns:a16="http://schemas.microsoft.com/office/drawing/2014/main" id="{5C72B8F4-39CA-740C-1CD5-44C4904575FF}"/>
                </a:ext>
              </a:extLst>
            </p:cNvPr>
            <p:cNvSpPr/>
            <p:nvPr/>
          </p:nvSpPr>
          <p:spPr>
            <a:xfrm>
              <a:off x="4590575" y="4446300"/>
              <a:ext cx="73075" cy="92450"/>
            </a:xfrm>
            <a:custGeom>
              <a:avLst/>
              <a:gdLst/>
              <a:ahLst/>
              <a:cxnLst/>
              <a:rect l="l" t="t" r="r" b="b"/>
              <a:pathLst>
                <a:path w="2923" h="3698" extrusionOk="0">
                  <a:moveTo>
                    <a:pt x="2024" y="213"/>
                  </a:moveTo>
                  <a:cubicBezTo>
                    <a:pt x="2402" y="213"/>
                    <a:pt x="2710" y="521"/>
                    <a:pt x="2710" y="900"/>
                  </a:cubicBezTo>
                  <a:lnTo>
                    <a:pt x="2710" y="3484"/>
                  </a:lnTo>
                  <a:lnTo>
                    <a:pt x="215" y="3484"/>
                  </a:lnTo>
                  <a:lnTo>
                    <a:pt x="215" y="903"/>
                  </a:lnTo>
                  <a:cubicBezTo>
                    <a:pt x="215" y="718"/>
                    <a:pt x="286" y="545"/>
                    <a:pt x="414" y="416"/>
                  </a:cubicBezTo>
                  <a:cubicBezTo>
                    <a:pt x="544" y="286"/>
                    <a:pt x="716" y="213"/>
                    <a:pt x="899" y="213"/>
                  </a:cubicBezTo>
                  <a:close/>
                  <a:moveTo>
                    <a:pt x="899" y="0"/>
                  </a:moveTo>
                  <a:cubicBezTo>
                    <a:pt x="658" y="0"/>
                    <a:pt x="433" y="94"/>
                    <a:pt x="264" y="265"/>
                  </a:cubicBezTo>
                  <a:cubicBezTo>
                    <a:pt x="94" y="435"/>
                    <a:pt x="0" y="661"/>
                    <a:pt x="2" y="903"/>
                  </a:cubicBezTo>
                  <a:lnTo>
                    <a:pt x="2" y="3592"/>
                  </a:lnTo>
                  <a:cubicBezTo>
                    <a:pt x="2" y="3650"/>
                    <a:pt x="49" y="3697"/>
                    <a:pt x="109" y="3697"/>
                  </a:cubicBezTo>
                  <a:lnTo>
                    <a:pt x="2817" y="3697"/>
                  </a:lnTo>
                  <a:cubicBezTo>
                    <a:pt x="2875" y="3697"/>
                    <a:pt x="2923" y="3650"/>
                    <a:pt x="2923" y="3592"/>
                  </a:cubicBezTo>
                  <a:lnTo>
                    <a:pt x="2923" y="900"/>
                  </a:lnTo>
                  <a:cubicBezTo>
                    <a:pt x="2923" y="404"/>
                    <a:pt x="2519" y="0"/>
                    <a:pt x="20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765;p40">
              <a:extLst>
                <a:ext uri="{FF2B5EF4-FFF2-40B4-BE49-F238E27FC236}">
                  <a16:creationId xmlns:a16="http://schemas.microsoft.com/office/drawing/2014/main" id="{C9003593-0746-A933-DCE7-6F5DD14B9009}"/>
                </a:ext>
              </a:extLst>
            </p:cNvPr>
            <p:cNvSpPr/>
            <p:nvPr/>
          </p:nvSpPr>
          <p:spPr>
            <a:xfrm>
              <a:off x="4660875" y="4448950"/>
              <a:ext cx="67775" cy="87150"/>
            </a:xfrm>
            <a:custGeom>
              <a:avLst/>
              <a:gdLst/>
              <a:ahLst/>
              <a:cxnLst/>
              <a:rect l="l" t="t" r="r" b="b"/>
              <a:pathLst>
                <a:path w="2711" h="3486" extrusionOk="0">
                  <a:moveTo>
                    <a:pt x="793" y="0"/>
                  </a:moveTo>
                  <a:cubicBezTo>
                    <a:pt x="355" y="2"/>
                    <a:pt x="1" y="357"/>
                    <a:pt x="2" y="797"/>
                  </a:cubicBezTo>
                  <a:lnTo>
                    <a:pt x="2" y="3486"/>
                  </a:lnTo>
                  <a:lnTo>
                    <a:pt x="2711" y="3486"/>
                  </a:lnTo>
                  <a:lnTo>
                    <a:pt x="2711" y="794"/>
                  </a:lnTo>
                  <a:cubicBezTo>
                    <a:pt x="2711" y="356"/>
                    <a:pt x="2355" y="0"/>
                    <a:pt x="19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766;p40">
              <a:extLst>
                <a:ext uri="{FF2B5EF4-FFF2-40B4-BE49-F238E27FC236}">
                  <a16:creationId xmlns:a16="http://schemas.microsoft.com/office/drawing/2014/main" id="{4C9606F7-DDC8-063C-44C5-A624E98BED0B}"/>
                </a:ext>
              </a:extLst>
            </p:cNvPr>
            <p:cNvSpPr/>
            <p:nvPr/>
          </p:nvSpPr>
          <p:spPr>
            <a:xfrm>
              <a:off x="4658250" y="4446300"/>
              <a:ext cx="73075" cy="92450"/>
            </a:xfrm>
            <a:custGeom>
              <a:avLst/>
              <a:gdLst/>
              <a:ahLst/>
              <a:cxnLst/>
              <a:rect l="l" t="t" r="r" b="b"/>
              <a:pathLst>
                <a:path w="2923" h="3698" extrusionOk="0">
                  <a:moveTo>
                    <a:pt x="2022" y="213"/>
                  </a:moveTo>
                  <a:cubicBezTo>
                    <a:pt x="2402" y="213"/>
                    <a:pt x="2708" y="521"/>
                    <a:pt x="2708" y="900"/>
                  </a:cubicBezTo>
                  <a:lnTo>
                    <a:pt x="2708" y="3484"/>
                  </a:lnTo>
                  <a:lnTo>
                    <a:pt x="214" y="3484"/>
                  </a:lnTo>
                  <a:lnTo>
                    <a:pt x="214" y="903"/>
                  </a:lnTo>
                  <a:cubicBezTo>
                    <a:pt x="214" y="718"/>
                    <a:pt x="284" y="545"/>
                    <a:pt x="414" y="416"/>
                  </a:cubicBezTo>
                  <a:cubicBezTo>
                    <a:pt x="543" y="286"/>
                    <a:pt x="716" y="213"/>
                    <a:pt x="899" y="213"/>
                  </a:cubicBezTo>
                  <a:close/>
                  <a:moveTo>
                    <a:pt x="898" y="0"/>
                  </a:moveTo>
                  <a:cubicBezTo>
                    <a:pt x="658" y="0"/>
                    <a:pt x="432" y="94"/>
                    <a:pt x="262" y="265"/>
                  </a:cubicBezTo>
                  <a:cubicBezTo>
                    <a:pt x="92" y="435"/>
                    <a:pt x="0" y="661"/>
                    <a:pt x="0" y="903"/>
                  </a:cubicBezTo>
                  <a:lnTo>
                    <a:pt x="0" y="3592"/>
                  </a:lnTo>
                  <a:cubicBezTo>
                    <a:pt x="0" y="3650"/>
                    <a:pt x="48" y="3697"/>
                    <a:pt x="107" y="3697"/>
                  </a:cubicBezTo>
                  <a:lnTo>
                    <a:pt x="2816" y="3697"/>
                  </a:lnTo>
                  <a:cubicBezTo>
                    <a:pt x="2875" y="3697"/>
                    <a:pt x="2923" y="3650"/>
                    <a:pt x="2923" y="3592"/>
                  </a:cubicBezTo>
                  <a:lnTo>
                    <a:pt x="2923" y="900"/>
                  </a:lnTo>
                  <a:cubicBezTo>
                    <a:pt x="2923" y="404"/>
                    <a:pt x="2518" y="0"/>
                    <a:pt x="202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767;p40">
              <a:extLst>
                <a:ext uri="{FF2B5EF4-FFF2-40B4-BE49-F238E27FC236}">
                  <a16:creationId xmlns:a16="http://schemas.microsoft.com/office/drawing/2014/main" id="{807350B9-BF8D-C181-742E-69266D634D51}"/>
                </a:ext>
              </a:extLst>
            </p:cNvPr>
            <p:cNvSpPr/>
            <p:nvPr/>
          </p:nvSpPr>
          <p:spPr>
            <a:xfrm>
              <a:off x="4728550" y="4448950"/>
              <a:ext cx="67800" cy="87150"/>
            </a:xfrm>
            <a:custGeom>
              <a:avLst/>
              <a:gdLst/>
              <a:ahLst/>
              <a:cxnLst/>
              <a:rect l="l" t="t" r="r" b="b"/>
              <a:pathLst>
                <a:path w="2712" h="3486" extrusionOk="0">
                  <a:moveTo>
                    <a:pt x="793" y="0"/>
                  </a:moveTo>
                  <a:cubicBezTo>
                    <a:pt x="355" y="2"/>
                    <a:pt x="1" y="357"/>
                    <a:pt x="2" y="797"/>
                  </a:cubicBezTo>
                  <a:lnTo>
                    <a:pt x="2" y="3486"/>
                  </a:lnTo>
                  <a:lnTo>
                    <a:pt x="2712" y="3486"/>
                  </a:lnTo>
                  <a:lnTo>
                    <a:pt x="2712" y="794"/>
                  </a:lnTo>
                  <a:cubicBezTo>
                    <a:pt x="2712" y="356"/>
                    <a:pt x="2356" y="0"/>
                    <a:pt x="19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768;p40">
              <a:extLst>
                <a:ext uri="{FF2B5EF4-FFF2-40B4-BE49-F238E27FC236}">
                  <a16:creationId xmlns:a16="http://schemas.microsoft.com/office/drawing/2014/main" id="{09B3A9A8-4AF1-F9EE-BF53-B733AB981A95}"/>
                </a:ext>
              </a:extLst>
            </p:cNvPr>
            <p:cNvSpPr/>
            <p:nvPr/>
          </p:nvSpPr>
          <p:spPr>
            <a:xfrm>
              <a:off x="4725900" y="4446300"/>
              <a:ext cx="73150" cy="92450"/>
            </a:xfrm>
            <a:custGeom>
              <a:avLst/>
              <a:gdLst/>
              <a:ahLst/>
              <a:cxnLst/>
              <a:rect l="l" t="t" r="r" b="b"/>
              <a:pathLst>
                <a:path w="2926" h="3698" extrusionOk="0">
                  <a:moveTo>
                    <a:pt x="2024" y="213"/>
                  </a:moveTo>
                  <a:cubicBezTo>
                    <a:pt x="2403" y="213"/>
                    <a:pt x="2711" y="521"/>
                    <a:pt x="2711" y="900"/>
                  </a:cubicBezTo>
                  <a:lnTo>
                    <a:pt x="2711" y="3484"/>
                  </a:lnTo>
                  <a:lnTo>
                    <a:pt x="214" y="3484"/>
                  </a:lnTo>
                  <a:lnTo>
                    <a:pt x="214" y="903"/>
                  </a:lnTo>
                  <a:cubicBezTo>
                    <a:pt x="214" y="718"/>
                    <a:pt x="284" y="545"/>
                    <a:pt x="413" y="416"/>
                  </a:cubicBezTo>
                  <a:cubicBezTo>
                    <a:pt x="543" y="286"/>
                    <a:pt x="716" y="213"/>
                    <a:pt x="899" y="213"/>
                  </a:cubicBezTo>
                  <a:close/>
                  <a:moveTo>
                    <a:pt x="899" y="0"/>
                  </a:moveTo>
                  <a:cubicBezTo>
                    <a:pt x="658" y="0"/>
                    <a:pt x="433" y="94"/>
                    <a:pt x="263" y="265"/>
                  </a:cubicBezTo>
                  <a:cubicBezTo>
                    <a:pt x="93" y="435"/>
                    <a:pt x="1" y="661"/>
                    <a:pt x="1" y="903"/>
                  </a:cubicBezTo>
                  <a:lnTo>
                    <a:pt x="1" y="3592"/>
                  </a:lnTo>
                  <a:cubicBezTo>
                    <a:pt x="1" y="3650"/>
                    <a:pt x="49" y="3697"/>
                    <a:pt x="108" y="3697"/>
                  </a:cubicBezTo>
                  <a:lnTo>
                    <a:pt x="2818" y="3697"/>
                  </a:lnTo>
                  <a:cubicBezTo>
                    <a:pt x="2877" y="3697"/>
                    <a:pt x="2925" y="3650"/>
                    <a:pt x="2925" y="3592"/>
                  </a:cubicBezTo>
                  <a:lnTo>
                    <a:pt x="2925" y="900"/>
                  </a:lnTo>
                  <a:cubicBezTo>
                    <a:pt x="2925" y="404"/>
                    <a:pt x="2520" y="0"/>
                    <a:pt x="20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769;p40">
              <a:extLst>
                <a:ext uri="{FF2B5EF4-FFF2-40B4-BE49-F238E27FC236}">
                  <a16:creationId xmlns:a16="http://schemas.microsoft.com/office/drawing/2014/main" id="{CEF9EB44-F542-EB6B-2D0F-48954E83849E}"/>
                </a:ext>
              </a:extLst>
            </p:cNvPr>
            <p:cNvSpPr/>
            <p:nvPr/>
          </p:nvSpPr>
          <p:spPr>
            <a:xfrm>
              <a:off x="4796400" y="4448950"/>
              <a:ext cx="67900" cy="87150"/>
            </a:xfrm>
            <a:custGeom>
              <a:avLst/>
              <a:gdLst/>
              <a:ahLst/>
              <a:cxnLst/>
              <a:rect l="l" t="t" r="r" b="b"/>
              <a:pathLst>
                <a:path w="2716" h="3486" extrusionOk="0">
                  <a:moveTo>
                    <a:pt x="789" y="0"/>
                  </a:moveTo>
                  <a:cubicBezTo>
                    <a:pt x="352" y="4"/>
                    <a:pt x="1" y="359"/>
                    <a:pt x="2" y="797"/>
                  </a:cubicBezTo>
                  <a:lnTo>
                    <a:pt x="2" y="3486"/>
                  </a:lnTo>
                  <a:lnTo>
                    <a:pt x="2715" y="3486"/>
                  </a:lnTo>
                  <a:lnTo>
                    <a:pt x="2715" y="794"/>
                  </a:lnTo>
                  <a:cubicBezTo>
                    <a:pt x="2715" y="356"/>
                    <a:pt x="2359" y="0"/>
                    <a:pt x="19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770;p40">
              <a:extLst>
                <a:ext uri="{FF2B5EF4-FFF2-40B4-BE49-F238E27FC236}">
                  <a16:creationId xmlns:a16="http://schemas.microsoft.com/office/drawing/2014/main" id="{192DB610-24D8-A853-F392-2A2CA34253F6}"/>
                </a:ext>
              </a:extLst>
            </p:cNvPr>
            <p:cNvSpPr/>
            <p:nvPr/>
          </p:nvSpPr>
          <p:spPr>
            <a:xfrm>
              <a:off x="4793725" y="4446300"/>
              <a:ext cx="73200" cy="92450"/>
            </a:xfrm>
            <a:custGeom>
              <a:avLst/>
              <a:gdLst/>
              <a:ahLst/>
              <a:cxnLst/>
              <a:rect l="l" t="t" r="r" b="b"/>
              <a:pathLst>
                <a:path w="2928" h="3698" extrusionOk="0">
                  <a:moveTo>
                    <a:pt x="2029" y="213"/>
                  </a:moveTo>
                  <a:cubicBezTo>
                    <a:pt x="2407" y="213"/>
                    <a:pt x="2715" y="521"/>
                    <a:pt x="2715" y="900"/>
                  </a:cubicBezTo>
                  <a:lnTo>
                    <a:pt x="2715" y="3484"/>
                  </a:lnTo>
                  <a:lnTo>
                    <a:pt x="215" y="3484"/>
                  </a:lnTo>
                  <a:lnTo>
                    <a:pt x="215" y="901"/>
                  </a:lnTo>
                  <a:cubicBezTo>
                    <a:pt x="215" y="524"/>
                    <a:pt x="520" y="216"/>
                    <a:pt x="896" y="213"/>
                  </a:cubicBezTo>
                  <a:close/>
                  <a:moveTo>
                    <a:pt x="896" y="0"/>
                  </a:moveTo>
                  <a:cubicBezTo>
                    <a:pt x="401" y="3"/>
                    <a:pt x="1" y="408"/>
                    <a:pt x="2" y="903"/>
                  </a:cubicBezTo>
                  <a:lnTo>
                    <a:pt x="2" y="3592"/>
                  </a:lnTo>
                  <a:cubicBezTo>
                    <a:pt x="2" y="3650"/>
                    <a:pt x="50" y="3697"/>
                    <a:pt x="109" y="3697"/>
                  </a:cubicBezTo>
                  <a:lnTo>
                    <a:pt x="2822" y="3697"/>
                  </a:lnTo>
                  <a:cubicBezTo>
                    <a:pt x="2880" y="3697"/>
                    <a:pt x="2928" y="3650"/>
                    <a:pt x="2928" y="3592"/>
                  </a:cubicBezTo>
                  <a:lnTo>
                    <a:pt x="2928" y="900"/>
                  </a:lnTo>
                  <a:cubicBezTo>
                    <a:pt x="2928" y="404"/>
                    <a:pt x="2524" y="0"/>
                    <a:pt x="202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771;p40">
              <a:extLst>
                <a:ext uri="{FF2B5EF4-FFF2-40B4-BE49-F238E27FC236}">
                  <a16:creationId xmlns:a16="http://schemas.microsoft.com/office/drawing/2014/main" id="{BB5435CB-54EC-73A3-983D-963F3E0C5384}"/>
                </a:ext>
              </a:extLst>
            </p:cNvPr>
            <p:cNvSpPr/>
            <p:nvPr/>
          </p:nvSpPr>
          <p:spPr>
            <a:xfrm>
              <a:off x="4863900" y="4448950"/>
              <a:ext cx="67775" cy="87150"/>
            </a:xfrm>
            <a:custGeom>
              <a:avLst/>
              <a:gdLst/>
              <a:ahLst/>
              <a:cxnLst/>
              <a:rect l="l" t="t" r="r" b="b"/>
              <a:pathLst>
                <a:path w="2711" h="3486" extrusionOk="0">
                  <a:moveTo>
                    <a:pt x="792" y="0"/>
                  </a:moveTo>
                  <a:cubicBezTo>
                    <a:pt x="355" y="2"/>
                    <a:pt x="0" y="357"/>
                    <a:pt x="2" y="797"/>
                  </a:cubicBezTo>
                  <a:lnTo>
                    <a:pt x="2" y="3486"/>
                  </a:lnTo>
                  <a:lnTo>
                    <a:pt x="2710" y="3486"/>
                  </a:lnTo>
                  <a:lnTo>
                    <a:pt x="2710" y="794"/>
                  </a:lnTo>
                  <a:cubicBezTo>
                    <a:pt x="2710" y="356"/>
                    <a:pt x="2354" y="0"/>
                    <a:pt x="19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772;p40">
              <a:extLst>
                <a:ext uri="{FF2B5EF4-FFF2-40B4-BE49-F238E27FC236}">
                  <a16:creationId xmlns:a16="http://schemas.microsoft.com/office/drawing/2014/main" id="{F6A54B0D-2E88-9125-786F-E516CB9C06BD}"/>
                </a:ext>
              </a:extLst>
            </p:cNvPr>
            <p:cNvSpPr/>
            <p:nvPr/>
          </p:nvSpPr>
          <p:spPr>
            <a:xfrm>
              <a:off x="4861250" y="4446300"/>
              <a:ext cx="73100" cy="92450"/>
            </a:xfrm>
            <a:custGeom>
              <a:avLst/>
              <a:gdLst/>
              <a:ahLst/>
              <a:cxnLst/>
              <a:rect l="l" t="t" r="r" b="b"/>
              <a:pathLst>
                <a:path w="2924" h="3698" extrusionOk="0">
                  <a:moveTo>
                    <a:pt x="2023" y="213"/>
                  </a:moveTo>
                  <a:cubicBezTo>
                    <a:pt x="2402" y="213"/>
                    <a:pt x="2709" y="521"/>
                    <a:pt x="2709" y="900"/>
                  </a:cubicBezTo>
                  <a:lnTo>
                    <a:pt x="2709" y="3484"/>
                  </a:lnTo>
                  <a:lnTo>
                    <a:pt x="215" y="3484"/>
                  </a:lnTo>
                  <a:lnTo>
                    <a:pt x="215" y="903"/>
                  </a:lnTo>
                  <a:cubicBezTo>
                    <a:pt x="214" y="718"/>
                    <a:pt x="285" y="545"/>
                    <a:pt x="415" y="416"/>
                  </a:cubicBezTo>
                  <a:cubicBezTo>
                    <a:pt x="544" y="286"/>
                    <a:pt x="717" y="213"/>
                    <a:pt x="900" y="213"/>
                  </a:cubicBezTo>
                  <a:close/>
                  <a:moveTo>
                    <a:pt x="898" y="0"/>
                  </a:moveTo>
                  <a:cubicBezTo>
                    <a:pt x="659" y="0"/>
                    <a:pt x="432" y="94"/>
                    <a:pt x="263" y="265"/>
                  </a:cubicBezTo>
                  <a:cubicBezTo>
                    <a:pt x="93" y="435"/>
                    <a:pt x="1" y="661"/>
                    <a:pt x="1" y="903"/>
                  </a:cubicBezTo>
                  <a:lnTo>
                    <a:pt x="1" y="3592"/>
                  </a:lnTo>
                  <a:cubicBezTo>
                    <a:pt x="1" y="3650"/>
                    <a:pt x="48" y="3697"/>
                    <a:pt x="108" y="3697"/>
                  </a:cubicBezTo>
                  <a:lnTo>
                    <a:pt x="2816" y="3697"/>
                  </a:lnTo>
                  <a:cubicBezTo>
                    <a:pt x="2876" y="3697"/>
                    <a:pt x="2923" y="3650"/>
                    <a:pt x="2923" y="3592"/>
                  </a:cubicBezTo>
                  <a:lnTo>
                    <a:pt x="2923" y="900"/>
                  </a:lnTo>
                  <a:cubicBezTo>
                    <a:pt x="2923" y="404"/>
                    <a:pt x="2520" y="0"/>
                    <a:pt x="202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773;p40">
              <a:extLst>
                <a:ext uri="{FF2B5EF4-FFF2-40B4-BE49-F238E27FC236}">
                  <a16:creationId xmlns:a16="http://schemas.microsoft.com/office/drawing/2014/main" id="{23C8CD6C-06A2-8C06-0543-2975F0622368}"/>
                </a:ext>
              </a:extLst>
            </p:cNvPr>
            <p:cNvSpPr/>
            <p:nvPr/>
          </p:nvSpPr>
          <p:spPr>
            <a:xfrm>
              <a:off x="4931575" y="4448950"/>
              <a:ext cx="67800" cy="87150"/>
            </a:xfrm>
            <a:custGeom>
              <a:avLst/>
              <a:gdLst/>
              <a:ahLst/>
              <a:cxnLst/>
              <a:rect l="l" t="t" r="r" b="b"/>
              <a:pathLst>
                <a:path w="2712" h="3486" extrusionOk="0">
                  <a:moveTo>
                    <a:pt x="792" y="0"/>
                  </a:moveTo>
                  <a:cubicBezTo>
                    <a:pt x="355" y="2"/>
                    <a:pt x="0" y="357"/>
                    <a:pt x="2" y="797"/>
                  </a:cubicBezTo>
                  <a:lnTo>
                    <a:pt x="2" y="3486"/>
                  </a:lnTo>
                  <a:lnTo>
                    <a:pt x="2712" y="3486"/>
                  </a:lnTo>
                  <a:lnTo>
                    <a:pt x="2712" y="794"/>
                  </a:lnTo>
                  <a:cubicBezTo>
                    <a:pt x="2712" y="356"/>
                    <a:pt x="2356" y="0"/>
                    <a:pt x="19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774;p40">
              <a:extLst>
                <a:ext uri="{FF2B5EF4-FFF2-40B4-BE49-F238E27FC236}">
                  <a16:creationId xmlns:a16="http://schemas.microsoft.com/office/drawing/2014/main" id="{02D30190-6293-BF50-3ABF-7AB54240980C}"/>
                </a:ext>
              </a:extLst>
            </p:cNvPr>
            <p:cNvSpPr/>
            <p:nvPr/>
          </p:nvSpPr>
          <p:spPr>
            <a:xfrm>
              <a:off x="4928900" y="4446300"/>
              <a:ext cx="73150" cy="92450"/>
            </a:xfrm>
            <a:custGeom>
              <a:avLst/>
              <a:gdLst/>
              <a:ahLst/>
              <a:cxnLst/>
              <a:rect l="l" t="t" r="r" b="b"/>
              <a:pathLst>
                <a:path w="2926" h="3698" extrusionOk="0">
                  <a:moveTo>
                    <a:pt x="2025" y="213"/>
                  </a:moveTo>
                  <a:cubicBezTo>
                    <a:pt x="2403" y="213"/>
                    <a:pt x="2711" y="521"/>
                    <a:pt x="2711" y="900"/>
                  </a:cubicBezTo>
                  <a:lnTo>
                    <a:pt x="2711" y="3484"/>
                  </a:lnTo>
                  <a:lnTo>
                    <a:pt x="214" y="3484"/>
                  </a:lnTo>
                  <a:lnTo>
                    <a:pt x="214" y="903"/>
                  </a:lnTo>
                  <a:cubicBezTo>
                    <a:pt x="214" y="718"/>
                    <a:pt x="284" y="545"/>
                    <a:pt x="414" y="416"/>
                  </a:cubicBezTo>
                  <a:cubicBezTo>
                    <a:pt x="543" y="286"/>
                    <a:pt x="716" y="213"/>
                    <a:pt x="899" y="213"/>
                  </a:cubicBezTo>
                  <a:close/>
                  <a:moveTo>
                    <a:pt x="899" y="0"/>
                  </a:moveTo>
                  <a:cubicBezTo>
                    <a:pt x="658" y="0"/>
                    <a:pt x="433" y="94"/>
                    <a:pt x="264" y="265"/>
                  </a:cubicBezTo>
                  <a:cubicBezTo>
                    <a:pt x="94" y="435"/>
                    <a:pt x="0" y="661"/>
                    <a:pt x="2" y="903"/>
                  </a:cubicBezTo>
                  <a:lnTo>
                    <a:pt x="2" y="3592"/>
                  </a:lnTo>
                  <a:cubicBezTo>
                    <a:pt x="2" y="3650"/>
                    <a:pt x="49" y="3697"/>
                    <a:pt x="109" y="3697"/>
                  </a:cubicBezTo>
                  <a:lnTo>
                    <a:pt x="2819" y="3697"/>
                  </a:lnTo>
                  <a:cubicBezTo>
                    <a:pt x="2878" y="3697"/>
                    <a:pt x="2926" y="3650"/>
                    <a:pt x="2926" y="3592"/>
                  </a:cubicBezTo>
                  <a:lnTo>
                    <a:pt x="2926" y="900"/>
                  </a:lnTo>
                  <a:cubicBezTo>
                    <a:pt x="2926" y="404"/>
                    <a:pt x="2521" y="0"/>
                    <a:pt x="202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775;p40">
              <a:extLst>
                <a:ext uri="{FF2B5EF4-FFF2-40B4-BE49-F238E27FC236}">
                  <a16:creationId xmlns:a16="http://schemas.microsoft.com/office/drawing/2014/main" id="{94048CAE-7C21-5A55-D218-F76D8CD6A379}"/>
                </a:ext>
              </a:extLst>
            </p:cNvPr>
            <p:cNvSpPr/>
            <p:nvPr/>
          </p:nvSpPr>
          <p:spPr>
            <a:xfrm>
              <a:off x="5416700" y="4402625"/>
              <a:ext cx="71800" cy="90825"/>
            </a:xfrm>
            <a:custGeom>
              <a:avLst/>
              <a:gdLst/>
              <a:ahLst/>
              <a:cxnLst/>
              <a:rect l="l" t="t" r="r" b="b"/>
              <a:pathLst>
                <a:path w="2872" h="3633" extrusionOk="0">
                  <a:moveTo>
                    <a:pt x="1759" y="0"/>
                  </a:moveTo>
                  <a:cubicBezTo>
                    <a:pt x="1194" y="0"/>
                    <a:pt x="573" y="601"/>
                    <a:pt x="306" y="1466"/>
                  </a:cubicBezTo>
                  <a:cubicBezTo>
                    <a:pt x="0" y="2449"/>
                    <a:pt x="267" y="3403"/>
                    <a:pt x="883" y="3598"/>
                  </a:cubicBezTo>
                  <a:cubicBezTo>
                    <a:pt x="957" y="3621"/>
                    <a:pt x="1034" y="3633"/>
                    <a:pt x="1111" y="3633"/>
                  </a:cubicBezTo>
                  <a:cubicBezTo>
                    <a:pt x="1675" y="3633"/>
                    <a:pt x="2295" y="3032"/>
                    <a:pt x="2566" y="2167"/>
                  </a:cubicBezTo>
                  <a:cubicBezTo>
                    <a:pt x="2871" y="1184"/>
                    <a:pt x="2603" y="229"/>
                    <a:pt x="1988" y="35"/>
                  </a:cubicBezTo>
                  <a:cubicBezTo>
                    <a:pt x="1914" y="11"/>
                    <a:pt x="1837" y="0"/>
                    <a:pt x="175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776;p40">
              <a:extLst>
                <a:ext uri="{FF2B5EF4-FFF2-40B4-BE49-F238E27FC236}">
                  <a16:creationId xmlns:a16="http://schemas.microsoft.com/office/drawing/2014/main" id="{1DCD9406-9AEC-0B7F-E1C5-72E857A3CCA5}"/>
                </a:ext>
              </a:extLst>
            </p:cNvPr>
            <p:cNvSpPr/>
            <p:nvPr/>
          </p:nvSpPr>
          <p:spPr>
            <a:xfrm>
              <a:off x="5413725" y="4399950"/>
              <a:ext cx="77700" cy="96175"/>
            </a:xfrm>
            <a:custGeom>
              <a:avLst/>
              <a:gdLst/>
              <a:ahLst/>
              <a:cxnLst/>
              <a:rect l="l" t="t" r="r" b="b"/>
              <a:pathLst>
                <a:path w="3108" h="3847" extrusionOk="0">
                  <a:moveTo>
                    <a:pt x="1879" y="213"/>
                  </a:moveTo>
                  <a:cubicBezTo>
                    <a:pt x="1946" y="213"/>
                    <a:pt x="2012" y="224"/>
                    <a:pt x="2074" y="243"/>
                  </a:cubicBezTo>
                  <a:cubicBezTo>
                    <a:pt x="2631" y="419"/>
                    <a:pt x="2864" y="1335"/>
                    <a:pt x="2582" y="2243"/>
                  </a:cubicBezTo>
                  <a:cubicBezTo>
                    <a:pt x="2402" y="2822"/>
                    <a:pt x="2039" y="3313"/>
                    <a:pt x="1634" y="3525"/>
                  </a:cubicBezTo>
                  <a:cubicBezTo>
                    <a:pt x="1495" y="3597"/>
                    <a:pt x="1358" y="3633"/>
                    <a:pt x="1228" y="3633"/>
                  </a:cubicBezTo>
                  <a:cubicBezTo>
                    <a:pt x="1161" y="3633"/>
                    <a:pt x="1096" y="3623"/>
                    <a:pt x="1034" y="3604"/>
                  </a:cubicBezTo>
                  <a:cubicBezTo>
                    <a:pt x="477" y="3428"/>
                    <a:pt x="245" y="2512"/>
                    <a:pt x="526" y="1604"/>
                  </a:cubicBezTo>
                  <a:cubicBezTo>
                    <a:pt x="705" y="1025"/>
                    <a:pt x="1068" y="535"/>
                    <a:pt x="1471" y="324"/>
                  </a:cubicBezTo>
                  <a:cubicBezTo>
                    <a:pt x="1610" y="251"/>
                    <a:pt x="1748" y="213"/>
                    <a:pt x="1879" y="213"/>
                  </a:cubicBezTo>
                  <a:close/>
                  <a:moveTo>
                    <a:pt x="1881" y="0"/>
                  </a:moveTo>
                  <a:cubicBezTo>
                    <a:pt x="1716" y="0"/>
                    <a:pt x="1544" y="45"/>
                    <a:pt x="1373" y="135"/>
                  </a:cubicBezTo>
                  <a:cubicBezTo>
                    <a:pt x="913" y="374"/>
                    <a:pt x="520" y="900"/>
                    <a:pt x="322" y="1540"/>
                  </a:cubicBezTo>
                  <a:cubicBezTo>
                    <a:pt x="0" y="2576"/>
                    <a:pt x="291" y="3593"/>
                    <a:pt x="970" y="3806"/>
                  </a:cubicBezTo>
                  <a:cubicBezTo>
                    <a:pt x="1053" y="3833"/>
                    <a:pt x="1141" y="3846"/>
                    <a:pt x="1230" y="3846"/>
                  </a:cubicBezTo>
                  <a:cubicBezTo>
                    <a:pt x="1394" y="3846"/>
                    <a:pt x="1564" y="3802"/>
                    <a:pt x="1733" y="3714"/>
                  </a:cubicBezTo>
                  <a:cubicBezTo>
                    <a:pt x="2192" y="3473"/>
                    <a:pt x="2585" y="2947"/>
                    <a:pt x="2786" y="2305"/>
                  </a:cubicBezTo>
                  <a:cubicBezTo>
                    <a:pt x="3108" y="1271"/>
                    <a:pt x="2817" y="254"/>
                    <a:pt x="2138" y="39"/>
                  </a:cubicBezTo>
                  <a:cubicBezTo>
                    <a:pt x="2055" y="13"/>
                    <a:pt x="1969" y="0"/>
                    <a:pt x="188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777;p40">
              <a:extLst>
                <a:ext uri="{FF2B5EF4-FFF2-40B4-BE49-F238E27FC236}">
                  <a16:creationId xmlns:a16="http://schemas.microsoft.com/office/drawing/2014/main" id="{375DDE01-65B7-1361-231C-1376459C28E4}"/>
                </a:ext>
              </a:extLst>
            </p:cNvPr>
            <p:cNvSpPr/>
            <p:nvPr/>
          </p:nvSpPr>
          <p:spPr>
            <a:xfrm>
              <a:off x="5394075" y="4536725"/>
              <a:ext cx="39650" cy="50100"/>
            </a:xfrm>
            <a:custGeom>
              <a:avLst/>
              <a:gdLst/>
              <a:ahLst/>
              <a:cxnLst/>
              <a:rect l="l" t="t" r="r" b="b"/>
              <a:pathLst>
                <a:path w="1586" h="2004" extrusionOk="0">
                  <a:moveTo>
                    <a:pt x="973" y="0"/>
                  </a:moveTo>
                  <a:cubicBezTo>
                    <a:pt x="658" y="0"/>
                    <a:pt x="318" y="335"/>
                    <a:pt x="170" y="808"/>
                  </a:cubicBezTo>
                  <a:cubicBezTo>
                    <a:pt x="0" y="1346"/>
                    <a:pt x="142" y="1879"/>
                    <a:pt x="487" y="1985"/>
                  </a:cubicBezTo>
                  <a:cubicBezTo>
                    <a:pt x="529" y="1998"/>
                    <a:pt x="571" y="2004"/>
                    <a:pt x="614" y="2004"/>
                  </a:cubicBezTo>
                  <a:cubicBezTo>
                    <a:pt x="929" y="2004"/>
                    <a:pt x="1268" y="1672"/>
                    <a:pt x="1416" y="1196"/>
                  </a:cubicBezTo>
                  <a:cubicBezTo>
                    <a:pt x="1586" y="652"/>
                    <a:pt x="1444" y="125"/>
                    <a:pt x="1099" y="19"/>
                  </a:cubicBezTo>
                  <a:cubicBezTo>
                    <a:pt x="1058" y="6"/>
                    <a:pt x="1016" y="0"/>
                    <a:pt x="97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778;p40">
              <a:extLst>
                <a:ext uri="{FF2B5EF4-FFF2-40B4-BE49-F238E27FC236}">
                  <a16:creationId xmlns:a16="http://schemas.microsoft.com/office/drawing/2014/main" id="{8C8CFC8F-DC94-6453-34E9-4EBDFCFB02A5}"/>
                </a:ext>
              </a:extLst>
            </p:cNvPr>
            <p:cNvSpPr/>
            <p:nvPr/>
          </p:nvSpPr>
          <p:spPr>
            <a:xfrm>
              <a:off x="5392875" y="4534025"/>
              <a:ext cx="42025" cy="55500"/>
            </a:xfrm>
            <a:custGeom>
              <a:avLst/>
              <a:gdLst/>
              <a:ahLst/>
              <a:cxnLst/>
              <a:rect l="l" t="t" r="r" b="b"/>
              <a:pathLst>
                <a:path w="1681" h="2220" extrusionOk="0">
                  <a:moveTo>
                    <a:pt x="1022" y="215"/>
                  </a:moveTo>
                  <a:cubicBezTo>
                    <a:pt x="1053" y="215"/>
                    <a:pt x="1084" y="220"/>
                    <a:pt x="1116" y="229"/>
                  </a:cubicBezTo>
                  <a:cubicBezTo>
                    <a:pt x="1230" y="264"/>
                    <a:pt x="1300" y="358"/>
                    <a:pt x="1339" y="431"/>
                  </a:cubicBezTo>
                  <a:cubicBezTo>
                    <a:pt x="1449" y="641"/>
                    <a:pt x="1458" y="963"/>
                    <a:pt x="1363" y="1272"/>
                  </a:cubicBezTo>
                  <a:cubicBezTo>
                    <a:pt x="1230" y="1697"/>
                    <a:pt x="926" y="2005"/>
                    <a:pt x="661" y="2005"/>
                  </a:cubicBezTo>
                  <a:cubicBezTo>
                    <a:pt x="629" y="2005"/>
                    <a:pt x="597" y="2001"/>
                    <a:pt x="566" y="1991"/>
                  </a:cubicBezTo>
                  <a:cubicBezTo>
                    <a:pt x="452" y="1956"/>
                    <a:pt x="382" y="1860"/>
                    <a:pt x="343" y="1787"/>
                  </a:cubicBezTo>
                  <a:cubicBezTo>
                    <a:pt x="233" y="1576"/>
                    <a:pt x="222" y="1254"/>
                    <a:pt x="319" y="948"/>
                  </a:cubicBezTo>
                  <a:cubicBezTo>
                    <a:pt x="452" y="523"/>
                    <a:pt x="757" y="215"/>
                    <a:pt x="1022" y="215"/>
                  </a:cubicBezTo>
                  <a:close/>
                  <a:moveTo>
                    <a:pt x="1018" y="0"/>
                  </a:moveTo>
                  <a:cubicBezTo>
                    <a:pt x="656" y="0"/>
                    <a:pt x="281" y="356"/>
                    <a:pt x="115" y="884"/>
                  </a:cubicBezTo>
                  <a:cubicBezTo>
                    <a:pt x="1" y="1248"/>
                    <a:pt x="15" y="1622"/>
                    <a:pt x="155" y="1887"/>
                  </a:cubicBezTo>
                  <a:cubicBezTo>
                    <a:pt x="237" y="2044"/>
                    <a:pt x="358" y="2149"/>
                    <a:pt x="504" y="2195"/>
                  </a:cubicBezTo>
                  <a:cubicBezTo>
                    <a:pt x="556" y="2212"/>
                    <a:pt x="609" y="2219"/>
                    <a:pt x="664" y="2219"/>
                  </a:cubicBezTo>
                  <a:lnTo>
                    <a:pt x="664" y="2219"/>
                  </a:lnTo>
                  <a:cubicBezTo>
                    <a:pt x="1027" y="2219"/>
                    <a:pt x="1402" y="1865"/>
                    <a:pt x="1567" y="1335"/>
                  </a:cubicBezTo>
                  <a:cubicBezTo>
                    <a:pt x="1680" y="969"/>
                    <a:pt x="1665" y="593"/>
                    <a:pt x="1527" y="331"/>
                  </a:cubicBezTo>
                  <a:cubicBezTo>
                    <a:pt x="1445" y="176"/>
                    <a:pt x="1324" y="71"/>
                    <a:pt x="1178" y="25"/>
                  </a:cubicBezTo>
                  <a:cubicBezTo>
                    <a:pt x="1126" y="8"/>
                    <a:pt x="1072" y="0"/>
                    <a:pt x="1018" y="0"/>
                  </a:cubicBezTo>
                  <a:close/>
                  <a:moveTo>
                    <a:pt x="664" y="2219"/>
                  </a:moveTo>
                  <a:cubicBezTo>
                    <a:pt x="664" y="2219"/>
                    <a:pt x="663" y="2219"/>
                    <a:pt x="663" y="2219"/>
                  </a:cubicBezTo>
                  <a:lnTo>
                    <a:pt x="665" y="2219"/>
                  </a:lnTo>
                  <a:cubicBezTo>
                    <a:pt x="664" y="2219"/>
                    <a:pt x="664" y="2219"/>
                    <a:pt x="664" y="2219"/>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779;p40">
              <a:extLst>
                <a:ext uri="{FF2B5EF4-FFF2-40B4-BE49-F238E27FC236}">
                  <a16:creationId xmlns:a16="http://schemas.microsoft.com/office/drawing/2014/main" id="{CD7AB8A5-2107-0003-FE76-CC8FD0C9767C}"/>
                </a:ext>
              </a:extLst>
            </p:cNvPr>
            <p:cNvSpPr/>
            <p:nvPr/>
          </p:nvSpPr>
          <p:spPr>
            <a:xfrm>
              <a:off x="5121925" y="4050650"/>
              <a:ext cx="191875" cy="5350"/>
            </a:xfrm>
            <a:custGeom>
              <a:avLst/>
              <a:gdLst/>
              <a:ahLst/>
              <a:cxnLst/>
              <a:rect l="l" t="t" r="r" b="b"/>
              <a:pathLst>
                <a:path w="7675" h="214" extrusionOk="0">
                  <a:moveTo>
                    <a:pt x="1" y="0"/>
                  </a:moveTo>
                  <a:lnTo>
                    <a:pt x="1" y="213"/>
                  </a:lnTo>
                  <a:lnTo>
                    <a:pt x="7675" y="213"/>
                  </a:lnTo>
                  <a:lnTo>
                    <a:pt x="767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780;p40">
              <a:extLst>
                <a:ext uri="{FF2B5EF4-FFF2-40B4-BE49-F238E27FC236}">
                  <a16:creationId xmlns:a16="http://schemas.microsoft.com/office/drawing/2014/main" id="{E6F431E9-1370-8200-FBE3-210641C32559}"/>
                </a:ext>
              </a:extLst>
            </p:cNvPr>
            <p:cNvSpPr/>
            <p:nvPr/>
          </p:nvSpPr>
          <p:spPr>
            <a:xfrm>
              <a:off x="4937375" y="3371850"/>
              <a:ext cx="352450" cy="521625"/>
            </a:xfrm>
            <a:custGeom>
              <a:avLst/>
              <a:gdLst/>
              <a:ahLst/>
              <a:cxnLst/>
              <a:rect l="l" t="t" r="r" b="b"/>
              <a:pathLst>
                <a:path w="14098" h="20865" extrusionOk="0">
                  <a:moveTo>
                    <a:pt x="14029" y="0"/>
                  </a:moveTo>
                  <a:cubicBezTo>
                    <a:pt x="6328" y="2643"/>
                    <a:pt x="2998" y="8176"/>
                    <a:pt x="1558" y="12352"/>
                  </a:cubicBezTo>
                  <a:cubicBezTo>
                    <a:pt x="1" y="16874"/>
                    <a:pt x="266" y="20826"/>
                    <a:pt x="269" y="20865"/>
                  </a:cubicBezTo>
                  <a:lnTo>
                    <a:pt x="481" y="20850"/>
                  </a:lnTo>
                  <a:cubicBezTo>
                    <a:pt x="478" y="20811"/>
                    <a:pt x="216" y="16895"/>
                    <a:pt x="1762" y="12415"/>
                  </a:cubicBezTo>
                  <a:cubicBezTo>
                    <a:pt x="3187" y="8286"/>
                    <a:pt x="6482" y="2816"/>
                    <a:pt x="14098" y="203"/>
                  </a:cubicBezTo>
                  <a:lnTo>
                    <a:pt x="14029"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781;p40">
              <a:extLst>
                <a:ext uri="{FF2B5EF4-FFF2-40B4-BE49-F238E27FC236}">
                  <a16:creationId xmlns:a16="http://schemas.microsoft.com/office/drawing/2014/main" id="{CC933F82-6BE6-A533-FDFE-0C3D9C897FA0}"/>
                </a:ext>
              </a:extLst>
            </p:cNvPr>
            <p:cNvSpPr/>
            <p:nvPr/>
          </p:nvSpPr>
          <p:spPr>
            <a:xfrm>
              <a:off x="4590500" y="3317450"/>
              <a:ext cx="414725" cy="576025"/>
            </a:xfrm>
            <a:custGeom>
              <a:avLst/>
              <a:gdLst/>
              <a:ahLst/>
              <a:cxnLst/>
              <a:rect l="l" t="t" r="r" b="b"/>
              <a:pathLst>
                <a:path w="16589" h="23041" extrusionOk="0">
                  <a:moveTo>
                    <a:pt x="16523" y="1"/>
                  </a:moveTo>
                  <a:cubicBezTo>
                    <a:pt x="7454" y="2918"/>
                    <a:pt x="3530" y="9027"/>
                    <a:pt x="1835" y="13638"/>
                  </a:cubicBezTo>
                  <a:cubicBezTo>
                    <a:pt x="0" y="18633"/>
                    <a:pt x="313" y="22997"/>
                    <a:pt x="316" y="23041"/>
                  </a:cubicBezTo>
                  <a:lnTo>
                    <a:pt x="529" y="23024"/>
                  </a:lnTo>
                  <a:cubicBezTo>
                    <a:pt x="526" y="22981"/>
                    <a:pt x="216" y="18663"/>
                    <a:pt x="2036" y="13712"/>
                  </a:cubicBezTo>
                  <a:cubicBezTo>
                    <a:pt x="3714" y="9144"/>
                    <a:pt x="7601" y="3093"/>
                    <a:pt x="16588" y="203"/>
                  </a:cubicBezTo>
                  <a:lnTo>
                    <a:pt x="16523"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782;p40">
              <a:extLst>
                <a:ext uri="{FF2B5EF4-FFF2-40B4-BE49-F238E27FC236}">
                  <a16:creationId xmlns:a16="http://schemas.microsoft.com/office/drawing/2014/main" id="{CAB60A51-8EE2-9BA2-BE2D-F0E2B1A686D5}"/>
                </a:ext>
              </a:extLst>
            </p:cNvPr>
            <p:cNvSpPr/>
            <p:nvPr/>
          </p:nvSpPr>
          <p:spPr>
            <a:xfrm>
              <a:off x="5247375" y="3456150"/>
              <a:ext cx="179175" cy="217625"/>
            </a:xfrm>
            <a:custGeom>
              <a:avLst/>
              <a:gdLst/>
              <a:ahLst/>
              <a:cxnLst/>
              <a:rect l="l" t="t" r="r" b="b"/>
              <a:pathLst>
                <a:path w="7167" h="8705" extrusionOk="0">
                  <a:moveTo>
                    <a:pt x="6753" y="1"/>
                  </a:moveTo>
                  <a:cubicBezTo>
                    <a:pt x="5874" y="1"/>
                    <a:pt x="3614" y="304"/>
                    <a:pt x="46" y="2838"/>
                  </a:cubicBezTo>
                  <a:cubicBezTo>
                    <a:pt x="17" y="2861"/>
                    <a:pt x="0" y="2895"/>
                    <a:pt x="2" y="2932"/>
                  </a:cubicBezTo>
                  <a:cubicBezTo>
                    <a:pt x="5" y="2968"/>
                    <a:pt x="24" y="3001"/>
                    <a:pt x="55" y="3019"/>
                  </a:cubicBezTo>
                  <a:cubicBezTo>
                    <a:pt x="81" y="3034"/>
                    <a:pt x="2454" y="4394"/>
                    <a:pt x="3459" y="6558"/>
                  </a:cubicBezTo>
                  <a:lnTo>
                    <a:pt x="507" y="8528"/>
                  </a:lnTo>
                  <a:lnTo>
                    <a:pt x="624" y="8705"/>
                  </a:lnTo>
                  <a:lnTo>
                    <a:pt x="3653" y="6684"/>
                  </a:lnTo>
                  <a:cubicBezTo>
                    <a:pt x="3696" y="6656"/>
                    <a:pt x="3711" y="6600"/>
                    <a:pt x="3690" y="6553"/>
                  </a:cubicBezTo>
                  <a:cubicBezTo>
                    <a:pt x="2819" y="4591"/>
                    <a:pt x="849" y="3260"/>
                    <a:pt x="303" y="2919"/>
                  </a:cubicBezTo>
                  <a:cubicBezTo>
                    <a:pt x="3777" y="484"/>
                    <a:pt x="5988" y="218"/>
                    <a:pt x="6788" y="218"/>
                  </a:cubicBezTo>
                  <a:cubicBezTo>
                    <a:pt x="7007" y="218"/>
                    <a:pt x="7120" y="238"/>
                    <a:pt x="7125" y="239"/>
                  </a:cubicBezTo>
                  <a:lnTo>
                    <a:pt x="7167" y="30"/>
                  </a:lnTo>
                  <a:cubicBezTo>
                    <a:pt x="7144" y="26"/>
                    <a:pt x="7006" y="1"/>
                    <a:pt x="675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783;p40">
              <a:extLst>
                <a:ext uri="{FF2B5EF4-FFF2-40B4-BE49-F238E27FC236}">
                  <a16:creationId xmlns:a16="http://schemas.microsoft.com/office/drawing/2014/main" id="{3F0E4786-A48E-32A3-C495-51025DD5B059}"/>
                </a:ext>
              </a:extLst>
            </p:cNvPr>
            <p:cNvSpPr/>
            <p:nvPr/>
          </p:nvSpPr>
          <p:spPr>
            <a:xfrm>
              <a:off x="4856525" y="3326575"/>
              <a:ext cx="245800" cy="195075"/>
            </a:xfrm>
            <a:custGeom>
              <a:avLst/>
              <a:gdLst/>
              <a:ahLst/>
              <a:cxnLst/>
              <a:rect l="l" t="t" r="r" b="b"/>
              <a:pathLst>
                <a:path w="9832" h="7803" extrusionOk="0">
                  <a:moveTo>
                    <a:pt x="9763" y="1"/>
                  </a:moveTo>
                  <a:cubicBezTo>
                    <a:pt x="9702" y="21"/>
                    <a:pt x="3619" y="2134"/>
                    <a:pt x="1" y="7686"/>
                  </a:cubicBezTo>
                  <a:lnTo>
                    <a:pt x="179" y="7803"/>
                  </a:lnTo>
                  <a:cubicBezTo>
                    <a:pt x="3757" y="2314"/>
                    <a:pt x="9771" y="224"/>
                    <a:pt x="9832" y="203"/>
                  </a:cubicBezTo>
                  <a:lnTo>
                    <a:pt x="9763"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784;p40">
              <a:extLst>
                <a:ext uri="{FF2B5EF4-FFF2-40B4-BE49-F238E27FC236}">
                  <a16:creationId xmlns:a16="http://schemas.microsoft.com/office/drawing/2014/main" id="{E20AE505-875E-B9A8-8E24-859918F88B13}"/>
                </a:ext>
              </a:extLst>
            </p:cNvPr>
            <p:cNvSpPr/>
            <p:nvPr/>
          </p:nvSpPr>
          <p:spPr>
            <a:xfrm>
              <a:off x="5363500" y="3469325"/>
              <a:ext cx="151675" cy="179000"/>
            </a:xfrm>
            <a:custGeom>
              <a:avLst/>
              <a:gdLst/>
              <a:ahLst/>
              <a:cxnLst/>
              <a:rect l="l" t="t" r="r" b="b"/>
              <a:pathLst>
                <a:path w="6067" h="7160" extrusionOk="0">
                  <a:moveTo>
                    <a:pt x="84" y="1"/>
                  </a:moveTo>
                  <a:lnTo>
                    <a:pt x="1" y="196"/>
                  </a:lnTo>
                  <a:cubicBezTo>
                    <a:pt x="37" y="212"/>
                    <a:pt x="3638" y="1801"/>
                    <a:pt x="5870" y="7159"/>
                  </a:cubicBezTo>
                  <a:lnTo>
                    <a:pt x="6067" y="7078"/>
                  </a:lnTo>
                  <a:cubicBezTo>
                    <a:pt x="3799" y="1633"/>
                    <a:pt x="121" y="16"/>
                    <a:pt x="8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785;p40">
              <a:extLst>
                <a:ext uri="{FF2B5EF4-FFF2-40B4-BE49-F238E27FC236}">
                  <a16:creationId xmlns:a16="http://schemas.microsoft.com/office/drawing/2014/main" id="{73E693E2-2AD6-8C62-5297-0A8195A5B359}"/>
                </a:ext>
              </a:extLst>
            </p:cNvPr>
            <p:cNvSpPr/>
            <p:nvPr/>
          </p:nvSpPr>
          <p:spPr>
            <a:xfrm>
              <a:off x="4520700" y="3438325"/>
              <a:ext cx="162325" cy="250750"/>
            </a:xfrm>
            <a:custGeom>
              <a:avLst/>
              <a:gdLst/>
              <a:ahLst/>
              <a:cxnLst/>
              <a:rect l="l" t="t" r="r" b="b"/>
              <a:pathLst>
                <a:path w="6493" h="10030" extrusionOk="0">
                  <a:moveTo>
                    <a:pt x="6342" y="0"/>
                  </a:moveTo>
                  <a:cubicBezTo>
                    <a:pt x="6318" y="24"/>
                    <a:pt x="3892" y="2466"/>
                    <a:pt x="2963" y="4805"/>
                  </a:cubicBezTo>
                  <a:cubicBezTo>
                    <a:pt x="2743" y="4994"/>
                    <a:pt x="885" y="6638"/>
                    <a:pt x="11" y="8784"/>
                  </a:cubicBezTo>
                  <a:cubicBezTo>
                    <a:pt x="2" y="8806"/>
                    <a:pt x="0" y="8830"/>
                    <a:pt x="6" y="8852"/>
                  </a:cubicBezTo>
                  <a:lnTo>
                    <a:pt x="344" y="10030"/>
                  </a:lnTo>
                  <a:lnTo>
                    <a:pt x="548" y="9972"/>
                  </a:lnTo>
                  <a:lnTo>
                    <a:pt x="222" y="8830"/>
                  </a:lnTo>
                  <a:cubicBezTo>
                    <a:pt x="1133" y="6628"/>
                    <a:pt x="3100" y="4967"/>
                    <a:pt x="3121" y="4951"/>
                  </a:cubicBezTo>
                  <a:cubicBezTo>
                    <a:pt x="3135" y="4939"/>
                    <a:pt x="3145" y="4926"/>
                    <a:pt x="3151" y="4908"/>
                  </a:cubicBezTo>
                  <a:cubicBezTo>
                    <a:pt x="4058" y="2603"/>
                    <a:pt x="6468" y="175"/>
                    <a:pt x="6492" y="151"/>
                  </a:cubicBezTo>
                  <a:lnTo>
                    <a:pt x="6342"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786;p40">
              <a:extLst>
                <a:ext uri="{FF2B5EF4-FFF2-40B4-BE49-F238E27FC236}">
                  <a16:creationId xmlns:a16="http://schemas.microsoft.com/office/drawing/2014/main" id="{DB36C55E-9655-09AB-DA75-F527DBB22457}"/>
                </a:ext>
              </a:extLst>
            </p:cNvPr>
            <p:cNvSpPr/>
            <p:nvPr/>
          </p:nvSpPr>
          <p:spPr>
            <a:xfrm>
              <a:off x="4880875" y="4195250"/>
              <a:ext cx="14400" cy="21100"/>
            </a:xfrm>
            <a:custGeom>
              <a:avLst/>
              <a:gdLst/>
              <a:ahLst/>
              <a:cxnLst/>
              <a:rect l="l" t="t" r="r" b="b"/>
              <a:pathLst>
                <a:path w="576" h="844" extrusionOk="0">
                  <a:moveTo>
                    <a:pt x="392" y="1"/>
                  </a:moveTo>
                  <a:cubicBezTo>
                    <a:pt x="247" y="244"/>
                    <a:pt x="115" y="498"/>
                    <a:pt x="0" y="756"/>
                  </a:cubicBezTo>
                  <a:lnTo>
                    <a:pt x="194" y="844"/>
                  </a:lnTo>
                  <a:cubicBezTo>
                    <a:pt x="307" y="592"/>
                    <a:pt x="435" y="345"/>
                    <a:pt x="575" y="110"/>
                  </a:cubicBezTo>
                  <a:lnTo>
                    <a:pt x="392"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787;p40">
              <a:extLst>
                <a:ext uri="{FF2B5EF4-FFF2-40B4-BE49-F238E27FC236}">
                  <a16:creationId xmlns:a16="http://schemas.microsoft.com/office/drawing/2014/main" id="{8A6369AE-89A1-CA37-7D1D-8F4DD1733D58}"/>
                </a:ext>
              </a:extLst>
            </p:cNvPr>
            <p:cNvSpPr/>
            <p:nvPr/>
          </p:nvSpPr>
          <p:spPr>
            <a:xfrm>
              <a:off x="4831100" y="4239175"/>
              <a:ext cx="45100" cy="171150"/>
            </a:xfrm>
            <a:custGeom>
              <a:avLst/>
              <a:gdLst/>
              <a:ahLst/>
              <a:cxnLst/>
              <a:rect l="l" t="t" r="r" b="b"/>
              <a:pathLst>
                <a:path w="1804" h="6846" extrusionOk="0">
                  <a:moveTo>
                    <a:pt x="1600" y="1"/>
                  </a:moveTo>
                  <a:cubicBezTo>
                    <a:pt x="1110" y="1572"/>
                    <a:pt x="817" y="3202"/>
                    <a:pt x="727" y="4846"/>
                  </a:cubicBezTo>
                  <a:cubicBezTo>
                    <a:pt x="644" y="6299"/>
                    <a:pt x="7" y="6652"/>
                    <a:pt x="1" y="6655"/>
                  </a:cubicBezTo>
                  <a:lnTo>
                    <a:pt x="97" y="6845"/>
                  </a:lnTo>
                  <a:lnTo>
                    <a:pt x="97" y="6844"/>
                  </a:lnTo>
                  <a:cubicBezTo>
                    <a:pt x="129" y="6829"/>
                    <a:pt x="848" y="6446"/>
                    <a:pt x="940" y="4858"/>
                  </a:cubicBezTo>
                  <a:cubicBezTo>
                    <a:pt x="1028" y="3230"/>
                    <a:pt x="1318" y="1618"/>
                    <a:pt x="1804" y="63"/>
                  </a:cubicBezTo>
                  <a:lnTo>
                    <a:pt x="1600"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788;p40">
              <a:extLst>
                <a:ext uri="{FF2B5EF4-FFF2-40B4-BE49-F238E27FC236}">
                  <a16:creationId xmlns:a16="http://schemas.microsoft.com/office/drawing/2014/main" id="{B27C71D3-0C8E-968F-726A-88F0E0AD860C}"/>
                </a:ext>
              </a:extLst>
            </p:cNvPr>
            <p:cNvSpPr/>
            <p:nvPr/>
          </p:nvSpPr>
          <p:spPr>
            <a:xfrm>
              <a:off x="5048125" y="4853900"/>
              <a:ext cx="18450" cy="15325"/>
            </a:xfrm>
            <a:custGeom>
              <a:avLst/>
              <a:gdLst/>
              <a:ahLst/>
              <a:cxnLst/>
              <a:rect l="l" t="t" r="r" b="b"/>
              <a:pathLst>
                <a:path w="738" h="613" extrusionOk="0">
                  <a:moveTo>
                    <a:pt x="130" y="0"/>
                  </a:moveTo>
                  <a:lnTo>
                    <a:pt x="0" y="170"/>
                  </a:lnTo>
                  <a:cubicBezTo>
                    <a:pt x="204" y="325"/>
                    <a:pt x="411" y="474"/>
                    <a:pt x="616" y="612"/>
                  </a:cubicBezTo>
                  <a:lnTo>
                    <a:pt x="737" y="435"/>
                  </a:lnTo>
                  <a:cubicBezTo>
                    <a:pt x="533" y="299"/>
                    <a:pt x="329" y="152"/>
                    <a:pt x="13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789;p40">
              <a:extLst>
                <a:ext uri="{FF2B5EF4-FFF2-40B4-BE49-F238E27FC236}">
                  <a16:creationId xmlns:a16="http://schemas.microsoft.com/office/drawing/2014/main" id="{49787CEA-F3E2-89DC-BD1A-36F394A42AB0}"/>
                </a:ext>
              </a:extLst>
            </p:cNvPr>
            <p:cNvSpPr/>
            <p:nvPr/>
          </p:nvSpPr>
          <p:spPr>
            <a:xfrm>
              <a:off x="4633175" y="4670200"/>
              <a:ext cx="396500" cy="169125"/>
            </a:xfrm>
            <a:custGeom>
              <a:avLst/>
              <a:gdLst/>
              <a:ahLst/>
              <a:cxnLst/>
              <a:rect l="l" t="t" r="r" b="b"/>
              <a:pathLst>
                <a:path w="15860" h="6765" extrusionOk="0">
                  <a:moveTo>
                    <a:pt x="1868" y="0"/>
                  </a:moveTo>
                  <a:cubicBezTo>
                    <a:pt x="1825" y="0"/>
                    <a:pt x="1786" y="27"/>
                    <a:pt x="1768" y="66"/>
                  </a:cubicBezTo>
                  <a:lnTo>
                    <a:pt x="1" y="4312"/>
                  </a:lnTo>
                  <a:lnTo>
                    <a:pt x="197" y="4394"/>
                  </a:lnTo>
                  <a:lnTo>
                    <a:pt x="1938" y="215"/>
                  </a:lnTo>
                  <a:lnTo>
                    <a:pt x="11497" y="215"/>
                  </a:lnTo>
                  <a:cubicBezTo>
                    <a:pt x="11694" y="758"/>
                    <a:pt x="13016" y="4227"/>
                    <a:pt x="15714" y="6764"/>
                  </a:cubicBezTo>
                  <a:lnTo>
                    <a:pt x="15860" y="6608"/>
                  </a:lnTo>
                  <a:cubicBezTo>
                    <a:pt x="12980" y="3900"/>
                    <a:pt x="11686" y="112"/>
                    <a:pt x="11674" y="73"/>
                  </a:cubicBezTo>
                  <a:cubicBezTo>
                    <a:pt x="11659" y="30"/>
                    <a:pt x="11619" y="0"/>
                    <a:pt x="1157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790;p40">
              <a:extLst>
                <a:ext uri="{FF2B5EF4-FFF2-40B4-BE49-F238E27FC236}">
                  <a16:creationId xmlns:a16="http://schemas.microsoft.com/office/drawing/2014/main" id="{07898BE0-88C2-1E0E-CB9F-178C69D85E2D}"/>
                </a:ext>
              </a:extLst>
            </p:cNvPr>
            <p:cNvSpPr/>
            <p:nvPr/>
          </p:nvSpPr>
          <p:spPr>
            <a:xfrm>
              <a:off x="5242525" y="3648525"/>
              <a:ext cx="50550" cy="50525"/>
            </a:xfrm>
            <a:custGeom>
              <a:avLst/>
              <a:gdLst/>
              <a:ahLst/>
              <a:cxnLst/>
              <a:rect l="l" t="t" r="r" b="b"/>
              <a:pathLst>
                <a:path w="2022" h="2021" extrusionOk="0">
                  <a:moveTo>
                    <a:pt x="1010" y="0"/>
                  </a:moveTo>
                  <a:cubicBezTo>
                    <a:pt x="452" y="0"/>
                    <a:pt x="1" y="452"/>
                    <a:pt x="1" y="1010"/>
                  </a:cubicBezTo>
                  <a:cubicBezTo>
                    <a:pt x="1" y="1568"/>
                    <a:pt x="453" y="2021"/>
                    <a:pt x="1010" y="2021"/>
                  </a:cubicBezTo>
                  <a:lnTo>
                    <a:pt x="1013" y="2021"/>
                  </a:lnTo>
                  <a:cubicBezTo>
                    <a:pt x="1570" y="2021"/>
                    <a:pt x="2021" y="1570"/>
                    <a:pt x="2021" y="1013"/>
                  </a:cubicBezTo>
                  <a:lnTo>
                    <a:pt x="2021" y="1010"/>
                  </a:lnTo>
                  <a:cubicBezTo>
                    <a:pt x="2021" y="452"/>
                    <a:pt x="1569" y="0"/>
                    <a:pt x="1010"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791;p40">
              <a:extLst>
                <a:ext uri="{FF2B5EF4-FFF2-40B4-BE49-F238E27FC236}">
                  <a16:creationId xmlns:a16="http://schemas.microsoft.com/office/drawing/2014/main" id="{5C142287-68B1-A38F-55D6-5F7A13C5683C}"/>
                </a:ext>
              </a:extLst>
            </p:cNvPr>
            <p:cNvSpPr/>
            <p:nvPr/>
          </p:nvSpPr>
          <p:spPr>
            <a:xfrm>
              <a:off x="5239850" y="3645850"/>
              <a:ext cx="55900" cy="55900"/>
            </a:xfrm>
            <a:custGeom>
              <a:avLst/>
              <a:gdLst/>
              <a:ahLst/>
              <a:cxnLst/>
              <a:rect l="l" t="t" r="r" b="b"/>
              <a:pathLst>
                <a:path w="2236" h="2236" extrusionOk="0">
                  <a:moveTo>
                    <a:pt x="1117" y="213"/>
                  </a:moveTo>
                  <a:cubicBezTo>
                    <a:pt x="1616" y="213"/>
                    <a:pt x="2023" y="618"/>
                    <a:pt x="2023" y="1117"/>
                  </a:cubicBezTo>
                  <a:lnTo>
                    <a:pt x="2023" y="1120"/>
                  </a:lnTo>
                  <a:cubicBezTo>
                    <a:pt x="2023" y="1617"/>
                    <a:pt x="1616" y="2022"/>
                    <a:pt x="1117" y="2022"/>
                  </a:cubicBezTo>
                  <a:cubicBezTo>
                    <a:pt x="620" y="2022"/>
                    <a:pt x="213" y="1616"/>
                    <a:pt x="213" y="1117"/>
                  </a:cubicBezTo>
                  <a:cubicBezTo>
                    <a:pt x="213" y="620"/>
                    <a:pt x="618" y="213"/>
                    <a:pt x="1117" y="213"/>
                  </a:cubicBezTo>
                  <a:close/>
                  <a:moveTo>
                    <a:pt x="1117" y="0"/>
                  </a:moveTo>
                  <a:cubicBezTo>
                    <a:pt x="502" y="0"/>
                    <a:pt x="1" y="502"/>
                    <a:pt x="1" y="1117"/>
                  </a:cubicBezTo>
                  <a:cubicBezTo>
                    <a:pt x="1" y="1733"/>
                    <a:pt x="502" y="2235"/>
                    <a:pt x="1120" y="2235"/>
                  </a:cubicBezTo>
                  <a:cubicBezTo>
                    <a:pt x="1735" y="2235"/>
                    <a:pt x="2235" y="1735"/>
                    <a:pt x="2235" y="1120"/>
                  </a:cubicBezTo>
                  <a:lnTo>
                    <a:pt x="2235" y="1117"/>
                  </a:lnTo>
                  <a:cubicBezTo>
                    <a:pt x="2235" y="502"/>
                    <a:pt x="1734" y="0"/>
                    <a:pt x="111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792;p40">
              <a:extLst>
                <a:ext uri="{FF2B5EF4-FFF2-40B4-BE49-F238E27FC236}">
                  <a16:creationId xmlns:a16="http://schemas.microsoft.com/office/drawing/2014/main" id="{89E7AABF-21F4-1328-3DE6-D7BCD9DCEBC7}"/>
                </a:ext>
              </a:extLst>
            </p:cNvPr>
            <p:cNvSpPr/>
            <p:nvPr/>
          </p:nvSpPr>
          <p:spPr>
            <a:xfrm>
              <a:off x="5492975" y="3647750"/>
              <a:ext cx="53950" cy="50600"/>
            </a:xfrm>
            <a:custGeom>
              <a:avLst/>
              <a:gdLst/>
              <a:ahLst/>
              <a:cxnLst/>
              <a:rect l="l" t="t" r="r" b="b"/>
              <a:pathLst>
                <a:path w="2158" h="2024" extrusionOk="0">
                  <a:moveTo>
                    <a:pt x="1081" y="1"/>
                  </a:moveTo>
                  <a:cubicBezTo>
                    <a:pt x="1034" y="1"/>
                    <a:pt x="987" y="4"/>
                    <a:pt x="940" y="11"/>
                  </a:cubicBezTo>
                  <a:cubicBezTo>
                    <a:pt x="387" y="88"/>
                    <a:pt x="0" y="597"/>
                    <a:pt x="78" y="1151"/>
                  </a:cubicBezTo>
                  <a:cubicBezTo>
                    <a:pt x="147" y="1656"/>
                    <a:pt x="580" y="2023"/>
                    <a:pt x="1077" y="2023"/>
                  </a:cubicBezTo>
                  <a:cubicBezTo>
                    <a:pt x="1124" y="2023"/>
                    <a:pt x="1171" y="2020"/>
                    <a:pt x="1218" y="2013"/>
                  </a:cubicBezTo>
                  <a:cubicBezTo>
                    <a:pt x="1221" y="2013"/>
                    <a:pt x="1224" y="2012"/>
                    <a:pt x="1227" y="2012"/>
                  </a:cubicBezTo>
                  <a:cubicBezTo>
                    <a:pt x="1777" y="1931"/>
                    <a:pt x="2158" y="1422"/>
                    <a:pt x="2080" y="873"/>
                  </a:cubicBezTo>
                  <a:cubicBezTo>
                    <a:pt x="2010" y="368"/>
                    <a:pt x="1577" y="1"/>
                    <a:pt x="1081"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793;p40">
              <a:extLst>
                <a:ext uri="{FF2B5EF4-FFF2-40B4-BE49-F238E27FC236}">
                  <a16:creationId xmlns:a16="http://schemas.microsoft.com/office/drawing/2014/main" id="{C4E74C80-47B5-6EEB-4972-CC19ACCB4F81}"/>
                </a:ext>
              </a:extLst>
            </p:cNvPr>
            <p:cNvSpPr/>
            <p:nvPr/>
          </p:nvSpPr>
          <p:spPr>
            <a:xfrm>
              <a:off x="5490150" y="3645100"/>
              <a:ext cx="59600" cy="55900"/>
            </a:xfrm>
            <a:custGeom>
              <a:avLst/>
              <a:gdLst/>
              <a:ahLst/>
              <a:cxnLst/>
              <a:rect l="l" t="t" r="r" b="b"/>
              <a:pathLst>
                <a:path w="2384" h="2236" extrusionOk="0">
                  <a:moveTo>
                    <a:pt x="1193" y="213"/>
                  </a:moveTo>
                  <a:cubicBezTo>
                    <a:pt x="1636" y="213"/>
                    <a:pt x="2025" y="542"/>
                    <a:pt x="2088" y="994"/>
                  </a:cubicBezTo>
                  <a:cubicBezTo>
                    <a:pt x="2156" y="1483"/>
                    <a:pt x="1814" y="1941"/>
                    <a:pt x="1316" y="2013"/>
                  </a:cubicBezTo>
                  <a:cubicBezTo>
                    <a:pt x="1274" y="2019"/>
                    <a:pt x="1232" y="2022"/>
                    <a:pt x="1190" y="2022"/>
                  </a:cubicBezTo>
                  <a:cubicBezTo>
                    <a:pt x="993" y="2022"/>
                    <a:pt x="805" y="1959"/>
                    <a:pt x="646" y="1839"/>
                  </a:cubicBezTo>
                  <a:cubicBezTo>
                    <a:pt x="453" y="1693"/>
                    <a:pt x="329" y="1482"/>
                    <a:pt x="296" y="1242"/>
                  </a:cubicBezTo>
                  <a:cubicBezTo>
                    <a:pt x="228" y="748"/>
                    <a:pt x="573" y="291"/>
                    <a:pt x="1068" y="222"/>
                  </a:cubicBezTo>
                  <a:cubicBezTo>
                    <a:pt x="1109" y="216"/>
                    <a:pt x="1151" y="213"/>
                    <a:pt x="1193" y="213"/>
                  </a:cubicBezTo>
                  <a:close/>
                  <a:moveTo>
                    <a:pt x="1190" y="0"/>
                  </a:moveTo>
                  <a:cubicBezTo>
                    <a:pt x="1140" y="0"/>
                    <a:pt x="1089" y="4"/>
                    <a:pt x="1038" y="11"/>
                  </a:cubicBezTo>
                  <a:cubicBezTo>
                    <a:pt x="427" y="96"/>
                    <a:pt x="0" y="662"/>
                    <a:pt x="85" y="1272"/>
                  </a:cubicBezTo>
                  <a:cubicBezTo>
                    <a:pt x="125" y="1567"/>
                    <a:pt x="279" y="1829"/>
                    <a:pt x="517" y="2009"/>
                  </a:cubicBezTo>
                  <a:cubicBezTo>
                    <a:pt x="713" y="2156"/>
                    <a:pt x="946" y="2235"/>
                    <a:pt x="1191" y="2235"/>
                  </a:cubicBezTo>
                  <a:cubicBezTo>
                    <a:pt x="1245" y="2235"/>
                    <a:pt x="1300" y="2231"/>
                    <a:pt x="1355" y="2223"/>
                  </a:cubicBezTo>
                  <a:cubicBezTo>
                    <a:pt x="1961" y="2136"/>
                    <a:pt x="2384" y="1570"/>
                    <a:pt x="2299" y="964"/>
                  </a:cubicBezTo>
                  <a:cubicBezTo>
                    <a:pt x="2221" y="406"/>
                    <a:pt x="1739" y="0"/>
                    <a:pt x="119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794;p40">
              <a:extLst>
                <a:ext uri="{FF2B5EF4-FFF2-40B4-BE49-F238E27FC236}">
                  <a16:creationId xmlns:a16="http://schemas.microsoft.com/office/drawing/2014/main" id="{03348E33-5192-5C5B-9CF8-6F04CA284514}"/>
                </a:ext>
              </a:extLst>
            </p:cNvPr>
            <p:cNvSpPr/>
            <p:nvPr/>
          </p:nvSpPr>
          <p:spPr>
            <a:xfrm>
              <a:off x="4831200" y="3500825"/>
              <a:ext cx="57350" cy="47050"/>
            </a:xfrm>
            <a:custGeom>
              <a:avLst/>
              <a:gdLst/>
              <a:ahLst/>
              <a:cxnLst/>
              <a:rect l="l" t="t" r="r" b="b"/>
              <a:pathLst>
                <a:path w="2294" h="1882" extrusionOk="0">
                  <a:moveTo>
                    <a:pt x="1463" y="0"/>
                  </a:moveTo>
                  <a:cubicBezTo>
                    <a:pt x="1376" y="0"/>
                    <a:pt x="1285" y="9"/>
                    <a:pt x="1191" y="29"/>
                  </a:cubicBezTo>
                  <a:cubicBezTo>
                    <a:pt x="570" y="154"/>
                    <a:pt x="43" y="667"/>
                    <a:pt x="20" y="1168"/>
                  </a:cubicBezTo>
                  <a:cubicBezTo>
                    <a:pt x="0" y="1592"/>
                    <a:pt x="348" y="1882"/>
                    <a:pt x="837" y="1882"/>
                  </a:cubicBezTo>
                  <a:cubicBezTo>
                    <a:pt x="923" y="1882"/>
                    <a:pt x="1013" y="1873"/>
                    <a:pt x="1106" y="1854"/>
                  </a:cubicBezTo>
                  <a:cubicBezTo>
                    <a:pt x="1728" y="1727"/>
                    <a:pt x="2251" y="1218"/>
                    <a:pt x="2273" y="714"/>
                  </a:cubicBezTo>
                  <a:cubicBezTo>
                    <a:pt x="2293" y="287"/>
                    <a:pt x="1947" y="0"/>
                    <a:pt x="1463"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795;p40">
              <a:extLst>
                <a:ext uri="{FF2B5EF4-FFF2-40B4-BE49-F238E27FC236}">
                  <a16:creationId xmlns:a16="http://schemas.microsoft.com/office/drawing/2014/main" id="{221E9BBB-2B60-9860-2D0A-CDC4B24082DE}"/>
                </a:ext>
              </a:extLst>
            </p:cNvPr>
            <p:cNvSpPr/>
            <p:nvPr/>
          </p:nvSpPr>
          <p:spPr>
            <a:xfrm>
              <a:off x="4828725" y="3498175"/>
              <a:ext cx="62300" cy="52375"/>
            </a:xfrm>
            <a:custGeom>
              <a:avLst/>
              <a:gdLst/>
              <a:ahLst/>
              <a:cxnLst/>
              <a:rect l="l" t="t" r="r" b="b"/>
              <a:pathLst>
                <a:path w="2492" h="2095" extrusionOk="0">
                  <a:moveTo>
                    <a:pt x="1562" y="212"/>
                  </a:moveTo>
                  <a:cubicBezTo>
                    <a:pt x="1772" y="212"/>
                    <a:pt x="1955" y="270"/>
                    <a:pt x="2085" y="382"/>
                  </a:cubicBezTo>
                  <a:cubicBezTo>
                    <a:pt x="2211" y="490"/>
                    <a:pt x="2274" y="639"/>
                    <a:pt x="2266" y="814"/>
                  </a:cubicBezTo>
                  <a:cubicBezTo>
                    <a:pt x="2244" y="1272"/>
                    <a:pt x="1759" y="1738"/>
                    <a:pt x="1183" y="1856"/>
                  </a:cubicBezTo>
                  <a:cubicBezTo>
                    <a:pt x="1097" y="1873"/>
                    <a:pt x="1014" y="1881"/>
                    <a:pt x="935" y="1881"/>
                  </a:cubicBezTo>
                  <a:cubicBezTo>
                    <a:pt x="724" y="1881"/>
                    <a:pt x="539" y="1822"/>
                    <a:pt x="407" y="1710"/>
                  </a:cubicBezTo>
                  <a:cubicBezTo>
                    <a:pt x="280" y="1601"/>
                    <a:pt x="216" y="1451"/>
                    <a:pt x="225" y="1278"/>
                  </a:cubicBezTo>
                  <a:cubicBezTo>
                    <a:pt x="246" y="830"/>
                    <a:pt x="743" y="353"/>
                    <a:pt x="1311" y="239"/>
                  </a:cubicBezTo>
                  <a:cubicBezTo>
                    <a:pt x="1397" y="221"/>
                    <a:pt x="1482" y="212"/>
                    <a:pt x="1562" y="212"/>
                  </a:cubicBezTo>
                  <a:close/>
                  <a:moveTo>
                    <a:pt x="1562" y="0"/>
                  </a:moveTo>
                  <a:cubicBezTo>
                    <a:pt x="1468" y="0"/>
                    <a:pt x="1369" y="10"/>
                    <a:pt x="1269" y="30"/>
                  </a:cubicBezTo>
                  <a:cubicBezTo>
                    <a:pt x="602" y="164"/>
                    <a:pt x="38" y="720"/>
                    <a:pt x="12" y="1268"/>
                  </a:cubicBezTo>
                  <a:cubicBezTo>
                    <a:pt x="0" y="1506"/>
                    <a:pt x="93" y="1720"/>
                    <a:pt x="268" y="1871"/>
                  </a:cubicBezTo>
                  <a:cubicBezTo>
                    <a:pt x="438" y="2018"/>
                    <a:pt x="672" y="2094"/>
                    <a:pt x="934" y="2094"/>
                  </a:cubicBezTo>
                  <a:cubicBezTo>
                    <a:pt x="1028" y="2094"/>
                    <a:pt x="1126" y="2085"/>
                    <a:pt x="1226" y="2064"/>
                  </a:cubicBezTo>
                  <a:cubicBezTo>
                    <a:pt x="1903" y="1927"/>
                    <a:pt x="2454" y="1382"/>
                    <a:pt x="2479" y="824"/>
                  </a:cubicBezTo>
                  <a:cubicBezTo>
                    <a:pt x="2491" y="586"/>
                    <a:pt x="2400" y="371"/>
                    <a:pt x="2225" y="221"/>
                  </a:cubicBezTo>
                  <a:cubicBezTo>
                    <a:pt x="2056" y="76"/>
                    <a:pt x="1823" y="0"/>
                    <a:pt x="156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796;p40">
              <a:extLst>
                <a:ext uri="{FF2B5EF4-FFF2-40B4-BE49-F238E27FC236}">
                  <a16:creationId xmlns:a16="http://schemas.microsoft.com/office/drawing/2014/main" id="{25421846-1A40-F218-4F9A-006F09676156}"/>
                </a:ext>
              </a:extLst>
            </p:cNvPr>
            <p:cNvSpPr/>
            <p:nvPr/>
          </p:nvSpPr>
          <p:spPr>
            <a:xfrm>
              <a:off x="4517075" y="3667325"/>
              <a:ext cx="25300" cy="50500"/>
            </a:xfrm>
            <a:custGeom>
              <a:avLst/>
              <a:gdLst/>
              <a:ahLst/>
              <a:cxnLst/>
              <a:rect l="l" t="t" r="r" b="b"/>
              <a:pathLst>
                <a:path w="1012" h="2020" extrusionOk="0">
                  <a:moveTo>
                    <a:pt x="506" y="0"/>
                  </a:moveTo>
                  <a:cubicBezTo>
                    <a:pt x="227" y="0"/>
                    <a:pt x="1" y="453"/>
                    <a:pt x="1" y="1010"/>
                  </a:cubicBezTo>
                  <a:cubicBezTo>
                    <a:pt x="1" y="1565"/>
                    <a:pt x="227" y="2019"/>
                    <a:pt x="506" y="2019"/>
                  </a:cubicBezTo>
                  <a:cubicBezTo>
                    <a:pt x="786" y="2019"/>
                    <a:pt x="1012" y="1568"/>
                    <a:pt x="1012" y="1010"/>
                  </a:cubicBezTo>
                  <a:cubicBezTo>
                    <a:pt x="1012" y="453"/>
                    <a:pt x="786" y="0"/>
                    <a:pt x="506"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797;p40">
              <a:extLst>
                <a:ext uri="{FF2B5EF4-FFF2-40B4-BE49-F238E27FC236}">
                  <a16:creationId xmlns:a16="http://schemas.microsoft.com/office/drawing/2014/main" id="{8AB5BD05-9BB0-C5F7-F044-A07A2A1783A7}"/>
                </a:ext>
              </a:extLst>
            </p:cNvPr>
            <p:cNvSpPr/>
            <p:nvPr/>
          </p:nvSpPr>
          <p:spPr>
            <a:xfrm>
              <a:off x="4514400" y="3664650"/>
              <a:ext cx="30625" cy="55850"/>
            </a:xfrm>
            <a:custGeom>
              <a:avLst/>
              <a:gdLst/>
              <a:ahLst/>
              <a:cxnLst/>
              <a:rect l="l" t="t" r="r" b="b"/>
              <a:pathLst>
                <a:path w="1225" h="2234" extrusionOk="0">
                  <a:moveTo>
                    <a:pt x="613" y="215"/>
                  </a:moveTo>
                  <a:cubicBezTo>
                    <a:pt x="802" y="215"/>
                    <a:pt x="1012" y="584"/>
                    <a:pt x="1012" y="1117"/>
                  </a:cubicBezTo>
                  <a:cubicBezTo>
                    <a:pt x="1012" y="1650"/>
                    <a:pt x="802" y="2021"/>
                    <a:pt x="613" y="2021"/>
                  </a:cubicBezTo>
                  <a:cubicBezTo>
                    <a:pt x="425" y="2021"/>
                    <a:pt x="214" y="1648"/>
                    <a:pt x="214" y="1117"/>
                  </a:cubicBezTo>
                  <a:cubicBezTo>
                    <a:pt x="214" y="585"/>
                    <a:pt x="425" y="215"/>
                    <a:pt x="613" y="215"/>
                  </a:cubicBezTo>
                  <a:close/>
                  <a:moveTo>
                    <a:pt x="613" y="0"/>
                  </a:moveTo>
                  <a:cubicBezTo>
                    <a:pt x="270" y="0"/>
                    <a:pt x="1" y="490"/>
                    <a:pt x="1" y="1117"/>
                  </a:cubicBezTo>
                  <a:cubicBezTo>
                    <a:pt x="1" y="1742"/>
                    <a:pt x="270" y="2234"/>
                    <a:pt x="613" y="2234"/>
                  </a:cubicBezTo>
                  <a:cubicBezTo>
                    <a:pt x="957" y="2234"/>
                    <a:pt x="1225" y="1742"/>
                    <a:pt x="1225" y="1117"/>
                  </a:cubicBezTo>
                  <a:cubicBezTo>
                    <a:pt x="1225" y="490"/>
                    <a:pt x="957" y="0"/>
                    <a:pt x="61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798;p40">
              <a:extLst>
                <a:ext uri="{FF2B5EF4-FFF2-40B4-BE49-F238E27FC236}">
                  <a16:creationId xmlns:a16="http://schemas.microsoft.com/office/drawing/2014/main" id="{A5616DA3-F5C2-44A5-5BFE-2D277F3489D0}"/>
                </a:ext>
              </a:extLst>
            </p:cNvPr>
            <p:cNvSpPr/>
            <p:nvPr/>
          </p:nvSpPr>
          <p:spPr>
            <a:xfrm>
              <a:off x="5134800" y="3887825"/>
              <a:ext cx="33650" cy="33600"/>
            </a:xfrm>
            <a:custGeom>
              <a:avLst/>
              <a:gdLst/>
              <a:ahLst/>
              <a:cxnLst/>
              <a:rect l="l" t="t" r="r" b="b"/>
              <a:pathLst>
                <a:path w="1346" h="1344" extrusionOk="0">
                  <a:moveTo>
                    <a:pt x="674" y="1"/>
                  </a:moveTo>
                  <a:cubicBezTo>
                    <a:pt x="673" y="1"/>
                    <a:pt x="672" y="1"/>
                    <a:pt x="671" y="1"/>
                  </a:cubicBezTo>
                  <a:cubicBezTo>
                    <a:pt x="300" y="2"/>
                    <a:pt x="1" y="303"/>
                    <a:pt x="1" y="674"/>
                  </a:cubicBezTo>
                  <a:cubicBezTo>
                    <a:pt x="2" y="1045"/>
                    <a:pt x="303" y="1344"/>
                    <a:pt x="672" y="1344"/>
                  </a:cubicBezTo>
                  <a:cubicBezTo>
                    <a:pt x="1043" y="1344"/>
                    <a:pt x="1345" y="1043"/>
                    <a:pt x="1345" y="672"/>
                  </a:cubicBezTo>
                  <a:lnTo>
                    <a:pt x="1345" y="671"/>
                  </a:lnTo>
                  <a:cubicBezTo>
                    <a:pt x="1344" y="299"/>
                    <a:pt x="1043" y="1"/>
                    <a:pt x="674"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799;p40">
              <a:extLst>
                <a:ext uri="{FF2B5EF4-FFF2-40B4-BE49-F238E27FC236}">
                  <a16:creationId xmlns:a16="http://schemas.microsoft.com/office/drawing/2014/main" id="{6045C8DF-DC75-E580-5E76-FAAD3FD2C419}"/>
                </a:ext>
              </a:extLst>
            </p:cNvPr>
            <p:cNvSpPr/>
            <p:nvPr/>
          </p:nvSpPr>
          <p:spPr>
            <a:xfrm>
              <a:off x="5132125" y="3885150"/>
              <a:ext cx="38950" cy="38950"/>
            </a:xfrm>
            <a:custGeom>
              <a:avLst/>
              <a:gdLst/>
              <a:ahLst/>
              <a:cxnLst/>
              <a:rect l="l" t="t" r="r" b="b"/>
              <a:pathLst>
                <a:path w="1558" h="1558" extrusionOk="0">
                  <a:moveTo>
                    <a:pt x="779" y="213"/>
                  </a:moveTo>
                  <a:cubicBezTo>
                    <a:pt x="930" y="213"/>
                    <a:pt x="1071" y="273"/>
                    <a:pt x="1178" y="379"/>
                  </a:cubicBezTo>
                  <a:cubicBezTo>
                    <a:pt x="1286" y="484"/>
                    <a:pt x="1345" y="626"/>
                    <a:pt x="1345" y="778"/>
                  </a:cubicBezTo>
                  <a:lnTo>
                    <a:pt x="1452" y="778"/>
                  </a:lnTo>
                  <a:lnTo>
                    <a:pt x="1345" y="779"/>
                  </a:lnTo>
                  <a:cubicBezTo>
                    <a:pt x="1345" y="1090"/>
                    <a:pt x="1090" y="1345"/>
                    <a:pt x="781" y="1345"/>
                  </a:cubicBezTo>
                  <a:cubicBezTo>
                    <a:pt x="470" y="1345"/>
                    <a:pt x="216" y="1092"/>
                    <a:pt x="215" y="781"/>
                  </a:cubicBezTo>
                  <a:cubicBezTo>
                    <a:pt x="214" y="470"/>
                    <a:pt x="467" y="215"/>
                    <a:pt x="778" y="213"/>
                  </a:cubicBezTo>
                  <a:close/>
                  <a:moveTo>
                    <a:pt x="778" y="1"/>
                  </a:moveTo>
                  <a:cubicBezTo>
                    <a:pt x="569" y="2"/>
                    <a:pt x="374" y="82"/>
                    <a:pt x="228" y="231"/>
                  </a:cubicBezTo>
                  <a:cubicBezTo>
                    <a:pt x="81" y="379"/>
                    <a:pt x="1" y="574"/>
                    <a:pt x="2" y="782"/>
                  </a:cubicBezTo>
                  <a:cubicBezTo>
                    <a:pt x="4" y="1209"/>
                    <a:pt x="352" y="1558"/>
                    <a:pt x="780" y="1558"/>
                  </a:cubicBezTo>
                  <a:lnTo>
                    <a:pt x="780" y="1558"/>
                  </a:lnTo>
                  <a:cubicBezTo>
                    <a:pt x="1210" y="1558"/>
                    <a:pt x="1558" y="1208"/>
                    <a:pt x="1558" y="779"/>
                  </a:cubicBezTo>
                  <a:lnTo>
                    <a:pt x="1558" y="776"/>
                  </a:lnTo>
                  <a:cubicBezTo>
                    <a:pt x="1558" y="569"/>
                    <a:pt x="1476" y="374"/>
                    <a:pt x="1329" y="227"/>
                  </a:cubicBezTo>
                  <a:cubicBezTo>
                    <a:pt x="1181" y="81"/>
                    <a:pt x="986" y="1"/>
                    <a:pt x="779" y="1"/>
                  </a:cubicBezTo>
                  <a:close/>
                  <a:moveTo>
                    <a:pt x="780" y="1558"/>
                  </a:moveTo>
                  <a:cubicBezTo>
                    <a:pt x="780" y="1558"/>
                    <a:pt x="780" y="1558"/>
                    <a:pt x="779" y="1558"/>
                  </a:cubicBezTo>
                  <a:lnTo>
                    <a:pt x="781" y="1558"/>
                  </a:lnTo>
                  <a:cubicBezTo>
                    <a:pt x="781" y="1558"/>
                    <a:pt x="780" y="1558"/>
                    <a:pt x="780" y="1558"/>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800;p40">
              <a:extLst>
                <a:ext uri="{FF2B5EF4-FFF2-40B4-BE49-F238E27FC236}">
                  <a16:creationId xmlns:a16="http://schemas.microsoft.com/office/drawing/2014/main" id="{32CA4A27-AE63-9E11-DB04-22CB5A0EC25D}"/>
                </a:ext>
              </a:extLst>
            </p:cNvPr>
            <p:cNvSpPr/>
            <p:nvPr/>
          </p:nvSpPr>
          <p:spPr>
            <a:xfrm>
              <a:off x="4493625" y="3887375"/>
              <a:ext cx="24000" cy="35275"/>
            </a:xfrm>
            <a:custGeom>
              <a:avLst/>
              <a:gdLst/>
              <a:ahLst/>
              <a:cxnLst/>
              <a:rect l="l" t="t" r="r" b="b"/>
              <a:pathLst>
                <a:path w="960" h="1411" extrusionOk="0">
                  <a:moveTo>
                    <a:pt x="480" y="1"/>
                  </a:moveTo>
                  <a:cubicBezTo>
                    <a:pt x="214" y="1"/>
                    <a:pt x="1" y="317"/>
                    <a:pt x="1" y="705"/>
                  </a:cubicBezTo>
                  <a:cubicBezTo>
                    <a:pt x="1" y="1094"/>
                    <a:pt x="214" y="1411"/>
                    <a:pt x="480" y="1411"/>
                  </a:cubicBezTo>
                  <a:cubicBezTo>
                    <a:pt x="747" y="1411"/>
                    <a:pt x="960" y="1095"/>
                    <a:pt x="960" y="705"/>
                  </a:cubicBezTo>
                  <a:cubicBezTo>
                    <a:pt x="960" y="317"/>
                    <a:pt x="747" y="1"/>
                    <a:pt x="480"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801;p40">
              <a:extLst>
                <a:ext uri="{FF2B5EF4-FFF2-40B4-BE49-F238E27FC236}">
                  <a16:creationId xmlns:a16="http://schemas.microsoft.com/office/drawing/2014/main" id="{D2734D1A-19F7-AF2E-192A-C7F5C9AE66AF}"/>
                </a:ext>
              </a:extLst>
            </p:cNvPr>
            <p:cNvSpPr/>
            <p:nvPr/>
          </p:nvSpPr>
          <p:spPr>
            <a:xfrm>
              <a:off x="4490950" y="3884750"/>
              <a:ext cx="29375" cy="40600"/>
            </a:xfrm>
            <a:custGeom>
              <a:avLst/>
              <a:gdLst/>
              <a:ahLst/>
              <a:cxnLst/>
              <a:rect l="l" t="t" r="r" b="b"/>
              <a:pathLst>
                <a:path w="1175" h="1624" extrusionOk="0">
                  <a:moveTo>
                    <a:pt x="587" y="213"/>
                  </a:moveTo>
                  <a:cubicBezTo>
                    <a:pt x="790" y="213"/>
                    <a:pt x="960" y="486"/>
                    <a:pt x="960" y="810"/>
                  </a:cubicBezTo>
                  <a:cubicBezTo>
                    <a:pt x="960" y="1135"/>
                    <a:pt x="790" y="1410"/>
                    <a:pt x="587" y="1410"/>
                  </a:cubicBezTo>
                  <a:cubicBezTo>
                    <a:pt x="385" y="1410"/>
                    <a:pt x="214" y="1135"/>
                    <a:pt x="214" y="810"/>
                  </a:cubicBezTo>
                  <a:cubicBezTo>
                    <a:pt x="214" y="487"/>
                    <a:pt x="385" y="213"/>
                    <a:pt x="587" y="213"/>
                  </a:cubicBezTo>
                  <a:close/>
                  <a:moveTo>
                    <a:pt x="587" y="0"/>
                  </a:moveTo>
                  <a:cubicBezTo>
                    <a:pt x="258" y="0"/>
                    <a:pt x="1" y="355"/>
                    <a:pt x="1" y="810"/>
                  </a:cubicBezTo>
                  <a:cubicBezTo>
                    <a:pt x="1" y="1266"/>
                    <a:pt x="258" y="1623"/>
                    <a:pt x="587" y="1623"/>
                  </a:cubicBezTo>
                  <a:cubicBezTo>
                    <a:pt x="916" y="1623"/>
                    <a:pt x="1174" y="1264"/>
                    <a:pt x="1174" y="810"/>
                  </a:cubicBezTo>
                  <a:cubicBezTo>
                    <a:pt x="1174" y="356"/>
                    <a:pt x="916" y="0"/>
                    <a:pt x="58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802;p40">
              <a:extLst>
                <a:ext uri="{FF2B5EF4-FFF2-40B4-BE49-F238E27FC236}">
                  <a16:creationId xmlns:a16="http://schemas.microsoft.com/office/drawing/2014/main" id="{EB50217E-0C00-FA10-8DD3-B654AD80852D}"/>
                </a:ext>
              </a:extLst>
            </p:cNvPr>
            <p:cNvSpPr/>
            <p:nvPr/>
          </p:nvSpPr>
          <p:spPr>
            <a:xfrm>
              <a:off x="4474275" y="3928825"/>
              <a:ext cx="17550" cy="36125"/>
            </a:xfrm>
            <a:custGeom>
              <a:avLst/>
              <a:gdLst/>
              <a:ahLst/>
              <a:cxnLst/>
              <a:rect l="l" t="t" r="r" b="b"/>
              <a:pathLst>
                <a:path w="702" h="1445" extrusionOk="0">
                  <a:moveTo>
                    <a:pt x="351" y="0"/>
                  </a:moveTo>
                  <a:cubicBezTo>
                    <a:pt x="156" y="0"/>
                    <a:pt x="1" y="323"/>
                    <a:pt x="1" y="721"/>
                  </a:cubicBezTo>
                  <a:cubicBezTo>
                    <a:pt x="1" y="1120"/>
                    <a:pt x="159" y="1444"/>
                    <a:pt x="351" y="1444"/>
                  </a:cubicBezTo>
                  <a:cubicBezTo>
                    <a:pt x="541" y="1444"/>
                    <a:pt x="702" y="1120"/>
                    <a:pt x="702" y="721"/>
                  </a:cubicBezTo>
                  <a:cubicBezTo>
                    <a:pt x="702" y="323"/>
                    <a:pt x="544" y="0"/>
                    <a:pt x="351"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803;p40">
              <a:extLst>
                <a:ext uri="{FF2B5EF4-FFF2-40B4-BE49-F238E27FC236}">
                  <a16:creationId xmlns:a16="http://schemas.microsoft.com/office/drawing/2014/main" id="{ECC832DA-21B1-4F90-2E6D-89F14C8451F4}"/>
                </a:ext>
              </a:extLst>
            </p:cNvPr>
            <p:cNvSpPr/>
            <p:nvPr/>
          </p:nvSpPr>
          <p:spPr>
            <a:xfrm>
              <a:off x="4471600" y="3926175"/>
              <a:ext cx="22875" cy="41450"/>
            </a:xfrm>
            <a:custGeom>
              <a:avLst/>
              <a:gdLst/>
              <a:ahLst/>
              <a:cxnLst/>
              <a:rect l="l" t="t" r="r" b="b"/>
              <a:pathLst>
                <a:path w="915" h="1658" extrusionOk="0">
                  <a:moveTo>
                    <a:pt x="458" y="213"/>
                  </a:moveTo>
                  <a:cubicBezTo>
                    <a:pt x="557" y="213"/>
                    <a:pt x="702" y="457"/>
                    <a:pt x="702" y="827"/>
                  </a:cubicBezTo>
                  <a:cubicBezTo>
                    <a:pt x="702" y="1197"/>
                    <a:pt x="556" y="1443"/>
                    <a:pt x="458" y="1443"/>
                  </a:cubicBezTo>
                  <a:cubicBezTo>
                    <a:pt x="358" y="1443"/>
                    <a:pt x="213" y="1202"/>
                    <a:pt x="213" y="827"/>
                  </a:cubicBezTo>
                  <a:cubicBezTo>
                    <a:pt x="213" y="453"/>
                    <a:pt x="358" y="213"/>
                    <a:pt x="458" y="213"/>
                  </a:cubicBezTo>
                  <a:close/>
                  <a:moveTo>
                    <a:pt x="458" y="0"/>
                  </a:moveTo>
                  <a:cubicBezTo>
                    <a:pt x="197" y="0"/>
                    <a:pt x="1" y="355"/>
                    <a:pt x="1" y="827"/>
                  </a:cubicBezTo>
                  <a:cubicBezTo>
                    <a:pt x="1" y="1300"/>
                    <a:pt x="197" y="1658"/>
                    <a:pt x="458" y="1658"/>
                  </a:cubicBezTo>
                  <a:cubicBezTo>
                    <a:pt x="718" y="1658"/>
                    <a:pt x="915" y="1299"/>
                    <a:pt x="915" y="827"/>
                  </a:cubicBezTo>
                  <a:cubicBezTo>
                    <a:pt x="915" y="356"/>
                    <a:pt x="717" y="0"/>
                    <a:pt x="45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804;p40">
              <a:extLst>
                <a:ext uri="{FF2B5EF4-FFF2-40B4-BE49-F238E27FC236}">
                  <a16:creationId xmlns:a16="http://schemas.microsoft.com/office/drawing/2014/main" id="{D06C0420-B9A0-5D1E-6AEF-7247EDA9969B}"/>
                </a:ext>
              </a:extLst>
            </p:cNvPr>
            <p:cNvSpPr/>
            <p:nvPr/>
          </p:nvSpPr>
          <p:spPr>
            <a:xfrm>
              <a:off x="4463450" y="3974050"/>
              <a:ext cx="14950" cy="28600"/>
            </a:xfrm>
            <a:custGeom>
              <a:avLst/>
              <a:gdLst/>
              <a:ahLst/>
              <a:cxnLst/>
              <a:rect l="l" t="t" r="r" b="b"/>
              <a:pathLst>
                <a:path w="598" h="1144" extrusionOk="0">
                  <a:moveTo>
                    <a:pt x="298" y="0"/>
                  </a:moveTo>
                  <a:cubicBezTo>
                    <a:pt x="134" y="0"/>
                    <a:pt x="0" y="256"/>
                    <a:pt x="0" y="572"/>
                  </a:cubicBezTo>
                  <a:cubicBezTo>
                    <a:pt x="0" y="888"/>
                    <a:pt x="134" y="1144"/>
                    <a:pt x="298" y="1144"/>
                  </a:cubicBezTo>
                  <a:cubicBezTo>
                    <a:pt x="463" y="1144"/>
                    <a:pt x="597" y="885"/>
                    <a:pt x="597" y="572"/>
                  </a:cubicBezTo>
                  <a:cubicBezTo>
                    <a:pt x="597" y="256"/>
                    <a:pt x="463" y="0"/>
                    <a:pt x="298"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805;p40">
              <a:extLst>
                <a:ext uri="{FF2B5EF4-FFF2-40B4-BE49-F238E27FC236}">
                  <a16:creationId xmlns:a16="http://schemas.microsoft.com/office/drawing/2014/main" id="{3346401A-B4F8-7DC8-8A63-8C104BD3DF06}"/>
                </a:ext>
              </a:extLst>
            </p:cNvPr>
            <p:cNvSpPr/>
            <p:nvPr/>
          </p:nvSpPr>
          <p:spPr>
            <a:xfrm>
              <a:off x="4460775" y="3971350"/>
              <a:ext cx="20300" cy="33950"/>
            </a:xfrm>
            <a:custGeom>
              <a:avLst/>
              <a:gdLst/>
              <a:ahLst/>
              <a:cxnLst/>
              <a:rect l="l" t="t" r="r" b="b"/>
              <a:pathLst>
                <a:path w="812" h="1358" extrusionOk="0">
                  <a:moveTo>
                    <a:pt x="405" y="214"/>
                  </a:moveTo>
                  <a:cubicBezTo>
                    <a:pt x="483" y="214"/>
                    <a:pt x="597" y="400"/>
                    <a:pt x="597" y="680"/>
                  </a:cubicBezTo>
                  <a:cubicBezTo>
                    <a:pt x="597" y="958"/>
                    <a:pt x="483" y="1144"/>
                    <a:pt x="405" y="1144"/>
                  </a:cubicBezTo>
                  <a:cubicBezTo>
                    <a:pt x="329" y="1144"/>
                    <a:pt x="213" y="958"/>
                    <a:pt x="213" y="680"/>
                  </a:cubicBezTo>
                  <a:cubicBezTo>
                    <a:pt x="213" y="400"/>
                    <a:pt x="329" y="214"/>
                    <a:pt x="405" y="214"/>
                  </a:cubicBezTo>
                  <a:close/>
                  <a:moveTo>
                    <a:pt x="405" y="1"/>
                  </a:moveTo>
                  <a:cubicBezTo>
                    <a:pt x="174" y="1"/>
                    <a:pt x="0" y="293"/>
                    <a:pt x="0" y="680"/>
                  </a:cubicBezTo>
                  <a:cubicBezTo>
                    <a:pt x="0" y="1066"/>
                    <a:pt x="174" y="1357"/>
                    <a:pt x="405" y="1357"/>
                  </a:cubicBezTo>
                  <a:cubicBezTo>
                    <a:pt x="637" y="1357"/>
                    <a:pt x="812" y="1066"/>
                    <a:pt x="812" y="680"/>
                  </a:cubicBezTo>
                  <a:cubicBezTo>
                    <a:pt x="812" y="293"/>
                    <a:pt x="637" y="1"/>
                    <a:pt x="40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806;p40">
              <a:extLst>
                <a:ext uri="{FF2B5EF4-FFF2-40B4-BE49-F238E27FC236}">
                  <a16:creationId xmlns:a16="http://schemas.microsoft.com/office/drawing/2014/main" id="{B793FC2C-2C55-E25E-45C7-E3D06E3E6943}"/>
                </a:ext>
              </a:extLst>
            </p:cNvPr>
            <p:cNvSpPr/>
            <p:nvPr/>
          </p:nvSpPr>
          <p:spPr>
            <a:xfrm>
              <a:off x="5166550" y="3932600"/>
              <a:ext cx="33600" cy="33600"/>
            </a:xfrm>
            <a:custGeom>
              <a:avLst/>
              <a:gdLst/>
              <a:ahLst/>
              <a:cxnLst/>
              <a:rect l="l" t="t" r="r" b="b"/>
              <a:pathLst>
                <a:path w="1344" h="1344" extrusionOk="0">
                  <a:moveTo>
                    <a:pt x="672" y="1"/>
                  </a:moveTo>
                  <a:cubicBezTo>
                    <a:pt x="302" y="1"/>
                    <a:pt x="1" y="302"/>
                    <a:pt x="1" y="672"/>
                  </a:cubicBezTo>
                  <a:cubicBezTo>
                    <a:pt x="1" y="1043"/>
                    <a:pt x="302" y="1344"/>
                    <a:pt x="672" y="1344"/>
                  </a:cubicBezTo>
                  <a:cubicBezTo>
                    <a:pt x="1043" y="1344"/>
                    <a:pt x="1344" y="1043"/>
                    <a:pt x="1344" y="672"/>
                  </a:cubicBezTo>
                  <a:cubicBezTo>
                    <a:pt x="1344" y="302"/>
                    <a:pt x="1043" y="1"/>
                    <a:pt x="672"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807;p40">
              <a:extLst>
                <a:ext uri="{FF2B5EF4-FFF2-40B4-BE49-F238E27FC236}">
                  <a16:creationId xmlns:a16="http://schemas.microsoft.com/office/drawing/2014/main" id="{90AA1130-07B1-F056-5F3C-8AF340842BB3}"/>
                </a:ext>
              </a:extLst>
            </p:cNvPr>
            <p:cNvSpPr/>
            <p:nvPr/>
          </p:nvSpPr>
          <p:spPr>
            <a:xfrm>
              <a:off x="5163875" y="3929925"/>
              <a:ext cx="38975" cy="38975"/>
            </a:xfrm>
            <a:custGeom>
              <a:avLst/>
              <a:gdLst/>
              <a:ahLst/>
              <a:cxnLst/>
              <a:rect l="l" t="t" r="r" b="b"/>
              <a:pathLst>
                <a:path w="1559" h="1559" extrusionOk="0">
                  <a:moveTo>
                    <a:pt x="779" y="215"/>
                  </a:moveTo>
                  <a:cubicBezTo>
                    <a:pt x="1091" y="215"/>
                    <a:pt x="1344" y="468"/>
                    <a:pt x="1344" y="779"/>
                  </a:cubicBezTo>
                  <a:cubicBezTo>
                    <a:pt x="1344" y="1091"/>
                    <a:pt x="1091" y="1345"/>
                    <a:pt x="779" y="1345"/>
                  </a:cubicBezTo>
                  <a:cubicBezTo>
                    <a:pt x="467" y="1345"/>
                    <a:pt x="214" y="1092"/>
                    <a:pt x="214" y="779"/>
                  </a:cubicBezTo>
                  <a:cubicBezTo>
                    <a:pt x="214" y="468"/>
                    <a:pt x="467" y="215"/>
                    <a:pt x="779" y="215"/>
                  </a:cubicBezTo>
                  <a:close/>
                  <a:moveTo>
                    <a:pt x="779" y="1"/>
                  </a:moveTo>
                  <a:cubicBezTo>
                    <a:pt x="349" y="1"/>
                    <a:pt x="1" y="351"/>
                    <a:pt x="1" y="779"/>
                  </a:cubicBezTo>
                  <a:cubicBezTo>
                    <a:pt x="1" y="1208"/>
                    <a:pt x="349" y="1558"/>
                    <a:pt x="779" y="1558"/>
                  </a:cubicBezTo>
                  <a:cubicBezTo>
                    <a:pt x="1208" y="1558"/>
                    <a:pt x="1558" y="1210"/>
                    <a:pt x="1558" y="779"/>
                  </a:cubicBezTo>
                  <a:cubicBezTo>
                    <a:pt x="1558" y="351"/>
                    <a:pt x="1208" y="1"/>
                    <a:pt x="77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808;p40">
              <a:extLst>
                <a:ext uri="{FF2B5EF4-FFF2-40B4-BE49-F238E27FC236}">
                  <a16:creationId xmlns:a16="http://schemas.microsoft.com/office/drawing/2014/main" id="{EE919BCB-DEB4-FA9C-BE2F-F3BD71846303}"/>
                </a:ext>
              </a:extLst>
            </p:cNvPr>
            <p:cNvSpPr/>
            <p:nvPr/>
          </p:nvSpPr>
          <p:spPr>
            <a:xfrm>
              <a:off x="5179625" y="3983000"/>
              <a:ext cx="33600" cy="33625"/>
            </a:xfrm>
            <a:custGeom>
              <a:avLst/>
              <a:gdLst/>
              <a:ahLst/>
              <a:cxnLst/>
              <a:rect l="l" t="t" r="r" b="b"/>
              <a:pathLst>
                <a:path w="1344" h="1345" extrusionOk="0">
                  <a:moveTo>
                    <a:pt x="672" y="1"/>
                  </a:moveTo>
                  <a:cubicBezTo>
                    <a:pt x="301" y="1"/>
                    <a:pt x="0" y="302"/>
                    <a:pt x="0" y="673"/>
                  </a:cubicBezTo>
                  <a:cubicBezTo>
                    <a:pt x="0" y="1042"/>
                    <a:pt x="298" y="1341"/>
                    <a:pt x="668" y="1344"/>
                  </a:cubicBezTo>
                  <a:cubicBezTo>
                    <a:pt x="668" y="1344"/>
                    <a:pt x="669" y="1344"/>
                    <a:pt x="670" y="1344"/>
                  </a:cubicBezTo>
                  <a:cubicBezTo>
                    <a:pt x="1040" y="1344"/>
                    <a:pt x="1341" y="1047"/>
                    <a:pt x="1343" y="677"/>
                  </a:cubicBezTo>
                  <a:lnTo>
                    <a:pt x="1343" y="673"/>
                  </a:lnTo>
                  <a:cubicBezTo>
                    <a:pt x="1343" y="302"/>
                    <a:pt x="1043" y="1"/>
                    <a:pt x="672"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809;p40">
              <a:extLst>
                <a:ext uri="{FF2B5EF4-FFF2-40B4-BE49-F238E27FC236}">
                  <a16:creationId xmlns:a16="http://schemas.microsoft.com/office/drawing/2014/main" id="{9049ECCB-1C5C-6765-458E-C8A0303D0610}"/>
                </a:ext>
              </a:extLst>
            </p:cNvPr>
            <p:cNvSpPr/>
            <p:nvPr/>
          </p:nvSpPr>
          <p:spPr>
            <a:xfrm>
              <a:off x="5176950" y="3980325"/>
              <a:ext cx="38925" cy="38925"/>
            </a:xfrm>
            <a:custGeom>
              <a:avLst/>
              <a:gdLst/>
              <a:ahLst/>
              <a:cxnLst/>
              <a:rect l="l" t="t" r="r" b="b"/>
              <a:pathLst>
                <a:path w="1557" h="1557" extrusionOk="0">
                  <a:moveTo>
                    <a:pt x="779" y="214"/>
                  </a:moveTo>
                  <a:cubicBezTo>
                    <a:pt x="1090" y="214"/>
                    <a:pt x="1343" y="467"/>
                    <a:pt x="1343" y="780"/>
                  </a:cubicBezTo>
                  <a:lnTo>
                    <a:pt x="1450" y="780"/>
                  </a:lnTo>
                  <a:lnTo>
                    <a:pt x="1343" y="782"/>
                  </a:lnTo>
                  <a:cubicBezTo>
                    <a:pt x="1342" y="933"/>
                    <a:pt x="1282" y="1076"/>
                    <a:pt x="1175" y="1182"/>
                  </a:cubicBezTo>
                  <a:cubicBezTo>
                    <a:pt x="1069" y="1286"/>
                    <a:pt x="930" y="1344"/>
                    <a:pt x="780" y="1344"/>
                  </a:cubicBezTo>
                  <a:cubicBezTo>
                    <a:pt x="778" y="1344"/>
                    <a:pt x="776" y="1344"/>
                    <a:pt x="775" y="1344"/>
                  </a:cubicBezTo>
                  <a:cubicBezTo>
                    <a:pt x="465" y="1342"/>
                    <a:pt x="213" y="1091"/>
                    <a:pt x="213" y="780"/>
                  </a:cubicBezTo>
                  <a:cubicBezTo>
                    <a:pt x="213" y="467"/>
                    <a:pt x="466" y="214"/>
                    <a:pt x="779" y="214"/>
                  </a:cubicBezTo>
                  <a:close/>
                  <a:moveTo>
                    <a:pt x="779" y="1"/>
                  </a:moveTo>
                  <a:cubicBezTo>
                    <a:pt x="349" y="1"/>
                    <a:pt x="0" y="352"/>
                    <a:pt x="0" y="780"/>
                  </a:cubicBezTo>
                  <a:cubicBezTo>
                    <a:pt x="0" y="1205"/>
                    <a:pt x="347" y="1555"/>
                    <a:pt x="773" y="1557"/>
                  </a:cubicBezTo>
                  <a:lnTo>
                    <a:pt x="779" y="1557"/>
                  </a:lnTo>
                  <a:cubicBezTo>
                    <a:pt x="984" y="1557"/>
                    <a:pt x="1178" y="1478"/>
                    <a:pt x="1325" y="1333"/>
                  </a:cubicBezTo>
                  <a:cubicBezTo>
                    <a:pt x="1473" y="1187"/>
                    <a:pt x="1555" y="992"/>
                    <a:pt x="1556" y="782"/>
                  </a:cubicBezTo>
                  <a:lnTo>
                    <a:pt x="1556" y="780"/>
                  </a:lnTo>
                  <a:cubicBezTo>
                    <a:pt x="1556" y="349"/>
                    <a:pt x="1208" y="1"/>
                    <a:pt x="77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810;p40">
              <a:extLst>
                <a:ext uri="{FF2B5EF4-FFF2-40B4-BE49-F238E27FC236}">
                  <a16:creationId xmlns:a16="http://schemas.microsoft.com/office/drawing/2014/main" id="{2C52772D-0CDF-543B-F090-19190A2444A4}"/>
                </a:ext>
              </a:extLst>
            </p:cNvPr>
            <p:cNvSpPr/>
            <p:nvPr/>
          </p:nvSpPr>
          <p:spPr>
            <a:xfrm>
              <a:off x="5681550" y="3850825"/>
              <a:ext cx="72800" cy="230550"/>
            </a:xfrm>
            <a:custGeom>
              <a:avLst/>
              <a:gdLst/>
              <a:ahLst/>
              <a:cxnLst/>
              <a:rect l="l" t="t" r="r" b="b"/>
              <a:pathLst>
                <a:path w="2912" h="9222" extrusionOk="0">
                  <a:moveTo>
                    <a:pt x="320" y="1"/>
                  </a:moveTo>
                  <a:cubicBezTo>
                    <a:pt x="143" y="1"/>
                    <a:pt x="0" y="144"/>
                    <a:pt x="0" y="321"/>
                  </a:cubicBezTo>
                  <a:lnTo>
                    <a:pt x="0" y="8902"/>
                  </a:lnTo>
                  <a:cubicBezTo>
                    <a:pt x="0" y="9079"/>
                    <a:pt x="143" y="9222"/>
                    <a:pt x="320" y="9222"/>
                  </a:cubicBezTo>
                  <a:lnTo>
                    <a:pt x="2591" y="9222"/>
                  </a:lnTo>
                  <a:cubicBezTo>
                    <a:pt x="2768" y="9222"/>
                    <a:pt x="2911" y="9079"/>
                    <a:pt x="2911" y="8902"/>
                  </a:cubicBezTo>
                  <a:cubicBezTo>
                    <a:pt x="2911" y="8726"/>
                    <a:pt x="2768" y="8582"/>
                    <a:pt x="2591" y="8582"/>
                  </a:cubicBezTo>
                  <a:lnTo>
                    <a:pt x="640" y="8582"/>
                  </a:lnTo>
                  <a:lnTo>
                    <a:pt x="640" y="321"/>
                  </a:lnTo>
                  <a:cubicBezTo>
                    <a:pt x="640" y="144"/>
                    <a:pt x="496" y="1"/>
                    <a:pt x="320"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811;p40">
              <a:extLst>
                <a:ext uri="{FF2B5EF4-FFF2-40B4-BE49-F238E27FC236}">
                  <a16:creationId xmlns:a16="http://schemas.microsoft.com/office/drawing/2014/main" id="{445F3EDA-BA4C-A311-EFC8-37A4993BF61A}"/>
                </a:ext>
              </a:extLst>
            </p:cNvPr>
            <p:cNvSpPr/>
            <p:nvPr/>
          </p:nvSpPr>
          <p:spPr>
            <a:xfrm>
              <a:off x="5668925" y="4128475"/>
              <a:ext cx="79125" cy="233750"/>
            </a:xfrm>
            <a:custGeom>
              <a:avLst/>
              <a:gdLst/>
              <a:ahLst/>
              <a:cxnLst/>
              <a:rect l="l" t="t" r="r" b="b"/>
              <a:pathLst>
                <a:path w="3165" h="9350" extrusionOk="0">
                  <a:moveTo>
                    <a:pt x="321" y="1"/>
                  </a:moveTo>
                  <a:cubicBezTo>
                    <a:pt x="143" y="1"/>
                    <a:pt x="0" y="144"/>
                    <a:pt x="0" y="321"/>
                  </a:cubicBezTo>
                  <a:lnTo>
                    <a:pt x="0" y="9030"/>
                  </a:lnTo>
                  <a:cubicBezTo>
                    <a:pt x="0" y="9207"/>
                    <a:pt x="143" y="9350"/>
                    <a:pt x="321" y="9350"/>
                  </a:cubicBezTo>
                  <a:cubicBezTo>
                    <a:pt x="496" y="9350"/>
                    <a:pt x="639" y="9207"/>
                    <a:pt x="639" y="9030"/>
                  </a:cubicBezTo>
                  <a:lnTo>
                    <a:pt x="639" y="641"/>
                  </a:lnTo>
                  <a:lnTo>
                    <a:pt x="2844" y="641"/>
                  </a:lnTo>
                  <a:cubicBezTo>
                    <a:pt x="3021" y="641"/>
                    <a:pt x="3164" y="497"/>
                    <a:pt x="3164" y="321"/>
                  </a:cubicBezTo>
                  <a:cubicBezTo>
                    <a:pt x="3164" y="144"/>
                    <a:pt x="3021" y="1"/>
                    <a:pt x="2844"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812;p40">
              <a:extLst>
                <a:ext uri="{FF2B5EF4-FFF2-40B4-BE49-F238E27FC236}">
                  <a16:creationId xmlns:a16="http://schemas.microsoft.com/office/drawing/2014/main" id="{543154B4-7EC9-E26F-0FD9-1CCD4ED1DDEE}"/>
                </a:ext>
              </a:extLst>
            </p:cNvPr>
            <p:cNvSpPr/>
            <p:nvPr/>
          </p:nvSpPr>
          <p:spPr>
            <a:xfrm>
              <a:off x="5574225" y="4096925"/>
              <a:ext cx="158050" cy="16025"/>
            </a:xfrm>
            <a:custGeom>
              <a:avLst/>
              <a:gdLst/>
              <a:ahLst/>
              <a:cxnLst/>
              <a:rect l="l" t="t" r="r" b="b"/>
              <a:pathLst>
                <a:path w="6322" h="641" extrusionOk="0">
                  <a:moveTo>
                    <a:pt x="321" y="0"/>
                  </a:moveTo>
                  <a:cubicBezTo>
                    <a:pt x="144" y="0"/>
                    <a:pt x="1" y="143"/>
                    <a:pt x="1" y="320"/>
                  </a:cubicBezTo>
                  <a:cubicBezTo>
                    <a:pt x="1" y="497"/>
                    <a:pt x="144" y="640"/>
                    <a:pt x="321" y="640"/>
                  </a:cubicBezTo>
                  <a:lnTo>
                    <a:pt x="6001" y="640"/>
                  </a:lnTo>
                  <a:cubicBezTo>
                    <a:pt x="6178" y="640"/>
                    <a:pt x="6321" y="497"/>
                    <a:pt x="6321" y="320"/>
                  </a:cubicBezTo>
                  <a:cubicBezTo>
                    <a:pt x="6321" y="143"/>
                    <a:pt x="6178" y="0"/>
                    <a:pt x="6001"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813;p40">
              <a:extLst>
                <a:ext uri="{FF2B5EF4-FFF2-40B4-BE49-F238E27FC236}">
                  <a16:creationId xmlns:a16="http://schemas.microsoft.com/office/drawing/2014/main" id="{E9A2336F-5DC7-FE09-F5C2-77233F2A65A2}"/>
                </a:ext>
              </a:extLst>
            </p:cNvPr>
            <p:cNvSpPr/>
            <p:nvPr/>
          </p:nvSpPr>
          <p:spPr>
            <a:xfrm>
              <a:off x="5074875" y="4910950"/>
              <a:ext cx="23875" cy="3425"/>
            </a:xfrm>
            <a:custGeom>
              <a:avLst/>
              <a:gdLst/>
              <a:ahLst/>
              <a:cxnLst/>
              <a:rect l="l" t="t" r="r" b="b"/>
              <a:pathLst>
                <a:path w="955" h="137" extrusionOk="0">
                  <a:moveTo>
                    <a:pt x="1" y="1"/>
                  </a:moveTo>
                  <a:lnTo>
                    <a:pt x="1" y="1"/>
                  </a:lnTo>
                  <a:cubicBezTo>
                    <a:pt x="319" y="51"/>
                    <a:pt x="638" y="96"/>
                    <a:pt x="955" y="136"/>
                  </a:cubicBezTo>
                  <a:cubicBezTo>
                    <a:pt x="638" y="95"/>
                    <a:pt x="319" y="50"/>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814;p40">
              <a:extLst>
                <a:ext uri="{FF2B5EF4-FFF2-40B4-BE49-F238E27FC236}">
                  <a16:creationId xmlns:a16="http://schemas.microsoft.com/office/drawing/2014/main" id="{E02E0C9D-0A2D-1738-C774-64D107471034}"/>
                </a:ext>
              </a:extLst>
            </p:cNvPr>
            <p:cNvSpPr/>
            <p:nvPr/>
          </p:nvSpPr>
          <p:spPr>
            <a:xfrm>
              <a:off x="5072050" y="4908300"/>
              <a:ext cx="29550" cy="8700"/>
            </a:xfrm>
            <a:custGeom>
              <a:avLst/>
              <a:gdLst/>
              <a:ahLst/>
              <a:cxnLst/>
              <a:rect l="l" t="t" r="r" b="b"/>
              <a:pathLst>
                <a:path w="1182" h="348" extrusionOk="0">
                  <a:moveTo>
                    <a:pt x="112" y="1"/>
                  </a:moveTo>
                  <a:cubicBezTo>
                    <a:pt x="61" y="1"/>
                    <a:pt x="17" y="38"/>
                    <a:pt x="9" y="90"/>
                  </a:cubicBezTo>
                  <a:cubicBezTo>
                    <a:pt x="0" y="150"/>
                    <a:pt x="39" y="203"/>
                    <a:pt x="97" y="212"/>
                  </a:cubicBezTo>
                  <a:cubicBezTo>
                    <a:pt x="413" y="262"/>
                    <a:pt x="734" y="308"/>
                    <a:pt x="1055" y="348"/>
                  </a:cubicBezTo>
                  <a:lnTo>
                    <a:pt x="1068" y="348"/>
                  </a:lnTo>
                  <a:cubicBezTo>
                    <a:pt x="1120" y="348"/>
                    <a:pt x="1166" y="309"/>
                    <a:pt x="1174" y="256"/>
                  </a:cubicBezTo>
                  <a:cubicBezTo>
                    <a:pt x="1181" y="198"/>
                    <a:pt x="1139" y="144"/>
                    <a:pt x="1081" y="136"/>
                  </a:cubicBezTo>
                  <a:cubicBezTo>
                    <a:pt x="764" y="95"/>
                    <a:pt x="447" y="50"/>
                    <a:pt x="130" y="2"/>
                  </a:cubicBezTo>
                  <a:cubicBezTo>
                    <a:pt x="124" y="1"/>
                    <a:pt x="118" y="1"/>
                    <a:pt x="11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815;p40">
              <a:extLst>
                <a:ext uri="{FF2B5EF4-FFF2-40B4-BE49-F238E27FC236}">
                  <a16:creationId xmlns:a16="http://schemas.microsoft.com/office/drawing/2014/main" id="{3612419A-D62A-E4DB-10B4-29AE4247A193}"/>
                </a:ext>
              </a:extLst>
            </p:cNvPr>
            <p:cNvSpPr/>
            <p:nvPr/>
          </p:nvSpPr>
          <p:spPr>
            <a:xfrm>
              <a:off x="5073100" y="4910650"/>
              <a:ext cx="1800" cy="300"/>
            </a:xfrm>
            <a:custGeom>
              <a:avLst/>
              <a:gdLst/>
              <a:ahLst/>
              <a:cxnLst/>
              <a:rect l="l" t="t" r="r" b="b"/>
              <a:pathLst>
                <a:path w="72" h="12" extrusionOk="0">
                  <a:moveTo>
                    <a:pt x="0" y="1"/>
                  </a:moveTo>
                  <a:lnTo>
                    <a:pt x="72" y="1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816;p40">
              <a:extLst>
                <a:ext uri="{FF2B5EF4-FFF2-40B4-BE49-F238E27FC236}">
                  <a16:creationId xmlns:a16="http://schemas.microsoft.com/office/drawing/2014/main" id="{8626E058-D05B-ECCD-3A16-DC3C82024A18}"/>
                </a:ext>
              </a:extLst>
            </p:cNvPr>
            <p:cNvSpPr/>
            <p:nvPr/>
          </p:nvSpPr>
          <p:spPr>
            <a:xfrm>
              <a:off x="5070400" y="4907975"/>
              <a:ext cx="7175" cy="5600"/>
            </a:xfrm>
            <a:custGeom>
              <a:avLst/>
              <a:gdLst/>
              <a:ahLst/>
              <a:cxnLst/>
              <a:rect l="l" t="t" r="r" b="b"/>
              <a:pathLst>
                <a:path w="287" h="224" extrusionOk="0">
                  <a:moveTo>
                    <a:pt x="107" y="1"/>
                  </a:moveTo>
                  <a:cubicBezTo>
                    <a:pt x="55" y="1"/>
                    <a:pt x="11" y="39"/>
                    <a:pt x="2" y="91"/>
                  </a:cubicBezTo>
                  <a:cubicBezTo>
                    <a:pt x="2" y="97"/>
                    <a:pt x="1" y="102"/>
                    <a:pt x="1" y="108"/>
                  </a:cubicBezTo>
                  <a:cubicBezTo>
                    <a:pt x="1" y="160"/>
                    <a:pt x="40" y="205"/>
                    <a:pt x="93" y="214"/>
                  </a:cubicBezTo>
                  <a:lnTo>
                    <a:pt x="165" y="224"/>
                  </a:lnTo>
                  <a:lnTo>
                    <a:pt x="181" y="224"/>
                  </a:lnTo>
                  <a:cubicBezTo>
                    <a:pt x="233" y="224"/>
                    <a:pt x="278" y="187"/>
                    <a:pt x="285" y="133"/>
                  </a:cubicBezTo>
                  <a:cubicBezTo>
                    <a:pt x="287" y="129"/>
                    <a:pt x="287" y="123"/>
                    <a:pt x="287" y="118"/>
                  </a:cubicBezTo>
                  <a:cubicBezTo>
                    <a:pt x="287" y="66"/>
                    <a:pt x="250" y="20"/>
                    <a:pt x="196" y="12"/>
                  </a:cubicBezTo>
                  <a:lnTo>
                    <a:pt x="123" y="2"/>
                  </a:lnTo>
                  <a:cubicBezTo>
                    <a:pt x="118" y="1"/>
                    <a:pt x="112" y="1"/>
                    <a:pt x="1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817;p40">
              <a:extLst>
                <a:ext uri="{FF2B5EF4-FFF2-40B4-BE49-F238E27FC236}">
                  <a16:creationId xmlns:a16="http://schemas.microsoft.com/office/drawing/2014/main" id="{33076C56-537A-F430-5FDA-9612EE96ED52}"/>
                </a:ext>
              </a:extLst>
            </p:cNvPr>
            <p:cNvSpPr/>
            <p:nvPr/>
          </p:nvSpPr>
          <p:spPr>
            <a:xfrm>
              <a:off x="5122400" y="4916975"/>
              <a:ext cx="25300" cy="2150"/>
            </a:xfrm>
            <a:custGeom>
              <a:avLst/>
              <a:gdLst/>
              <a:ahLst/>
              <a:cxnLst/>
              <a:rect l="l" t="t" r="r" b="b"/>
              <a:pathLst>
                <a:path w="1012" h="86" extrusionOk="0">
                  <a:moveTo>
                    <a:pt x="1012" y="86"/>
                  </a:moveTo>
                  <a:cubicBezTo>
                    <a:pt x="678" y="63"/>
                    <a:pt x="342" y="35"/>
                    <a:pt x="1" y="1"/>
                  </a:cubicBezTo>
                  <a:cubicBezTo>
                    <a:pt x="342" y="35"/>
                    <a:pt x="678" y="63"/>
                    <a:pt x="1012" y="86"/>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818;p40">
              <a:extLst>
                <a:ext uri="{FF2B5EF4-FFF2-40B4-BE49-F238E27FC236}">
                  <a16:creationId xmlns:a16="http://schemas.microsoft.com/office/drawing/2014/main" id="{F3672396-E810-C549-29E2-217829EE2202}"/>
                </a:ext>
              </a:extLst>
            </p:cNvPr>
            <p:cNvSpPr/>
            <p:nvPr/>
          </p:nvSpPr>
          <p:spPr>
            <a:xfrm>
              <a:off x="5119725" y="4914325"/>
              <a:ext cx="30625" cy="7475"/>
            </a:xfrm>
            <a:custGeom>
              <a:avLst/>
              <a:gdLst/>
              <a:ahLst/>
              <a:cxnLst/>
              <a:rect l="l" t="t" r="r" b="b"/>
              <a:pathLst>
                <a:path w="1225" h="299" extrusionOk="0">
                  <a:moveTo>
                    <a:pt x="108" y="1"/>
                  </a:moveTo>
                  <a:cubicBezTo>
                    <a:pt x="55" y="1"/>
                    <a:pt x="6" y="42"/>
                    <a:pt x="1" y="96"/>
                  </a:cubicBezTo>
                  <a:cubicBezTo>
                    <a:pt x="1" y="99"/>
                    <a:pt x="1" y="104"/>
                    <a:pt x="1" y="107"/>
                  </a:cubicBezTo>
                  <a:cubicBezTo>
                    <a:pt x="1" y="161"/>
                    <a:pt x="42" y="208"/>
                    <a:pt x="98" y="213"/>
                  </a:cubicBezTo>
                  <a:cubicBezTo>
                    <a:pt x="425" y="247"/>
                    <a:pt x="757" y="274"/>
                    <a:pt x="1110" y="299"/>
                  </a:cubicBezTo>
                  <a:lnTo>
                    <a:pt x="1119" y="299"/>
                  </a:lnTo>
                  <a:cubicBezTo>
                    <a:pt x="1174" y="299"/>
                    <a:pt x="1220" y="256"/>
                    <a:pt x="1225" y="199"/>
                  </a:cubicBezTo>
                  <a:cubicBezTo>
                    <a:pt x="1225" y="198"/>
                    <a:pt x="1225" y="195"/>
                    <a:pt x="1225" y="192"/>
                  </a:cubicBezTo>
                  <a:cubicBezTo>
                    <a:pt x="1225" y="137"/>
                    <a:pt x="1181" y="89"/>
                    <a:pt x="1126" y="86"/>
                  </a:cubicBezTo>
                  <a:cubicBezTo>
                    <a:pt x="775" y="61"/>
                    <a:pt x="444" y="34"/>
                    <a:pt x="118" y="1"/>
                  </a:cubicBezTo>
                  <a:cubicBezTo>
                    <a:pt x="115" y="1"/>
                    <a:pt x="111" y="1"/>
                    <a:pt x="1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819;p40">
              <a:extLst>
                <a:ext uri="{FF2B5EF4-FFF2-40B4-BE49-F238E27FC236}">
                  <a16:creationId xmlns:a16="http://schemas.microsoft.com/office/drawing/2014/main" id="{E2FDDCE3-5914-3735-5875-94B4279CD0E7}"/>
                </a:ext>
              </a:extLst>
            </p:cNvPr>
            <p:cNvSpPr/>
            <p:nvPr/>
          </p:nvSpPr>
          <p:spPr>
            <a:xfrm>
              <a:off x="5148050" y="4919100"/>
              <a:ext cx="24825" cy="1325"/>
            </a:xfrm>
            <a:custGeom>
              <a:avLst/>
              <a:gdLst/>
              <a:ahLst/>
              <a:cxnLst/>
              <a:rect l="l" t="t" r="r" b="b"/>
              <a:pathLst>
                <a:path w="993" h="53" extrusionOk="0">
                  <a:moveTo>
                    <a:pt x="992" y="53"/>
                  </a:moveTo>
                  <a:cubicBezTo>
                    <a:pt x="668" y="39"/>
                    <a:pt x="337" y="25"/>
                    <a:pt x="1" y="1"/>
                  </a:cubicBezTo>
                  <a:cubicBezTo>
                    <a:pt x="337" y="25"/>
                    <a:pt x="668" y="39"/>
                    <a:pt x="992" y="53"/>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820;p40">
              <a:extLst>
                <a:ext uri="{FF2B5EF4-FFF2-40B4-BE49-F238E27FC236}">
                  <a16:creationId xmlns:a16="http://schemas.microsoft.com/office/drawing/2014/main" id="{7DD9AD3B-4486-4AF7-5B01-03385719C1DD}"/>
                </a:ext>
              </a:extLst>
            </p:cNvPr>
            <p:cNvSpPr/>
            <p:nvPr/>
          </p:nvSpPr>
          <p:spPr>
            <a:xfrm>
              <a:off x="5145375" y="4916450"/>
              <a:ext cx="30150" cy="6625"/>
            </a:xfrm>
            <a:custGeom>
              <a:avLst/>
              <a:gdLst/>
              <a:ahLst/>
              <a:cxnLst/>
              <a:rect l="l" t="t" r="r" b="b"/>
              <a:pathLst>
                <a:path w="1206" h="265" extrusionOk="0">
                  <a:moveTo>
                    <a:pt x="107" y="1"/>
                  </a:moveTo>
                  <a:cubicBezTo>
                    <a:pt x="51" y="1"/>
                    <a:pt x="5" y="44"/>
                    <a:pt x="1" y="99"/>
                  </a:cubicBezTo>
                  <a:cubicBezTo>
                    <a:pt x="1" y="102"/>
                    <a:pt x="1" y="105"/>
                    <a:pt x="1" y="107"/>
                  </a:cubicBezTo>
                  <a:cubicBezTo>
                    <a:pt x="1" y="163"/>
                    <a:pt x="44" y="210"/>
                    <a:pt x="100" y="214"/>
                  </a:cubicBezTo>
                  <a:cubicBezTo>
                    <a:pt x="444" y="238"/>
                    <a:pt x="782" y="253"/>
                    <a:pt x="1095" y="265"/>
                  </a:cubicBezTo>
                  <a:lnTo>
                    <a:pt x="1099" y="265"/>
                  </a:lnTo>
                  <a:cubicBezTo>
                    <a:pt x="1156" y="265"/>
                    <a:pt x="1204" y="220"/>
                    <a:pt x="1205" y="163"/>
                  </a:cubicBezTo>
                  <a:lnTo>
                    <a:pt x="1205" y="159"/>
                  </a:lnTo>
                  <a:cubicBezTo>
                    <a:pt x="1205" y="101"/>
                    <a:pt x="1161" y="55"/>
                    <a:pt x="1104" y="52"/>
                  </a:cubicBezTo>
                  <a:cubicBezTo>
                    <a:pt x="791" y="40"/>
                    <a:pt x="456" y="25"/>
                    <a:pt x="115" y="1"/>
                  </a:cubicBezTo>
                  <a:cubicBezTo>
                    <a:pt x="113" y="1"/>
                    <a:pt x="110" y="1"/>
                    <a:pt x="1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821;p40">
              <a:extLst>
                <a:ext uri="{FF2B5EF4-FFF2-40B4-BE49-F238E27FC236}">
                  <a16:creationId xmlns:a16="http://schemas.microsoft.com/office/drawing/2014/main" id="{34295DE3-0ADB-0049-4268-3229A928AA3D}"/>
                </a:ext>
              </a:extLst>
            </p:cNvPr>
            <p:cNvSpPr/>
            <p:nvPr/>
          </p:nvSpPr>
          <p:spPr>
            <a:xfrm>
              <a:off x="5098750" y="4914350"/>
              <a:ext cx="23600" cy="2650"/>
            </a:xfrm>
            <a:custGeom>
              <a:avLst/>
              <a:gdLst/>
              <a:ahLst/>
              <a:cxnLst/>
              <a:rect l="l" t="t" r="r" b="b"/>
              <a:pathLst>
                <a:path w="944" h="106" extrusionOk="0">
                  <a:moveTo>
                    <a:pt x="0" y="0"/>
                  </a:moveTo>
                  <a:cubicBezTo>
                    <a:pt x="32" y="4"/>
                    <a:pt x="64" y="8"/>
                    <a:pt x="96" y="12"/>
                  </a:cubicBezTo>
                  <a:lnTo>
                    <a:pt x="96" y="12"/>
                  </a:lnTo>
                  <a:cubicBezTo>
                    <a:pt x="64" y="8"/>
                    <a:pt x="32" y="4"/>
                    <a:pt x="0" y="0"/>
                  </a:cubicBezTo>
                  <a:close/>
                  <a:moveTo>
                    <a:pt x="96" y="12"/>
                  </a:moveTo>
                  <a:lnTo>
                    <a:pt x="96" y="12"/>
                  </a:lnTo>
                  <a:cubicBezTo>
                    <a:pt x="336" y="42"/>
                    <a:pt x="577" y="69"/>
                    <a:pt x="815" y="93"/>
                  </a:cubicBezTo>
                  <a:lnTo>
                    <a:pt x="815" y="93"/>
                  </a:lnTo>
                  <a:cubicBezTo>
                    <a:pt x="577" y="68"/>
                    <a:pt x="336" y="42"/>
                    <a:pt x="96" y="12"/>
                  </a:cubicBezTo>
                  <a:close/>
                  <a:moveTo>
                    <a:pt x="815" y="93"/>
                  </a:moveTo>
                  <a:cubicBezTo>
                    <a:pt x="822" y="94"/>
                    <a:pt x="829" y="95"/>
                    <a:pt x="835" y="95"/>
                  </a:cubicBezTo>
                  <a:lnTo>
                    <a:pt x="910" y="103"/>
                  </a:lnTo>
                  <a:lnTo>
                    <a:pt x="910" y="103"/>
                  </a:lnTo>
                  <a:cubicBezTo>
                    <a:pt x="879" y="100"/>
                    <a:pt x="847" y="97"/>
                    <a:pt x="815" y="93"/>
                  </a:cubicBezTo>
                  <a:close/>
                  <a:moveTo>
                    <a:pt x="910" y="103"/>
                  </a:moveTo>
                  <a:cubicBezTo>
                    <a:pt x="921" y="104"/>
                    <a:pt x="933" y="105"/>
                    <a:pt x="944" y="106"/>
                  </a:cubicBezTo>
                  <a:lnTo>
                    <a:pt x="910" y="103"/>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822;p40">
              <a:extLst>
                <a:ext uri="{FF2B5EF4-FFF2-40B4-BE49-F238E27FC236}">
                  <a16:creationId xmlns:a16="http://schemas.microsoft.com/office/drawing/2014/main" id="{487BDADD-382A-9462-22B3-0A27451CF060}"/>
                </a:ext>
              </a:extLst>
            </p:cNvPr>
            <p:cNvSpPr/>
            <p:nvPr/>
          </p:nvSpPr>
          <p:spPr>
            <a:xfrm>
              <a:off x="5095900" y="4911675"/>
              <a:ext cx="29250" cy="8025"/>
            </a:xfrm>
            <a:custGeom>
              <a:avLst/>
              <a:gdLst/>
              <a:ahLst/>
              <a:cxnLst/>
              <a:rect l="l" t="t" r="r" b="b"/>
              <a:pathLst>
                <a:path w="1170" h="321" extrusionOk="0">
                  <a:moveTo>
                    <a:pt x="114" y="1"/>
                  </a:moveTo>
                  <a:cubicBezTo>
                    <a:pt x="61" y="1"/>
                    <a:pt x="15" y="39"/>
                    <a:pt x="8" y="94"/>
                  </a:cubicBezTo>
                  <a:cubicBezTo>
                    <a:pt x="1" y="152"/>
                    <a:pt x="41" y="205"/>
                    <a:pt x="101" y="213"/>
                  </a:cubicBezTo>
                  <a:cubicBezTo>
                    <a:pt x="148" y="219"/>
                    <a:pt x="197" y="225"/>
                    <a:pt x="247" y="231"/>
                  </a:cubicBezTo>
                  <a:cubicBezTo>
                    <a:pt x="529" y="265"/>
                    <a:pt x="793" y="295"/>
                    <a:pt x="1048" y="320"/>
                  </a:cubicBezTo>
                  <a:lnTo>
                    <a:pt x="1058" y="320"/>
                  </a:lnTo>
                  <a:cubicBezTo>
                    <a:pt x="1113" y="320"/>
                    <a:pt x="1159" y="278"/>
                    <a:pt x="1164" y="223"/>
                  </a:cubicBezTo>
                  <a:cubicBezTo>
                    <a:pt x="1170" y="165"/>
                    <a:pt x="1128" y="113"/>
                    <a:pt x="1068" y="107"/>
                  </a:cubicBezTo>
                  <a:lnTo>
                    <a:pt x="933" y="94"/>
                  </a:lnTo>
                  <a:cubicBezTo>
                    <a:pt x="714" y="70"/>
                    <a:pt x="494" y="46"/>
                    <a:pt x="272" y="19"/>
                  </a:cubicBezTo>
                  <a:cubicBezTo>
                    <a:pt x="224" y="13"/>
                    <a:pt x="177" y="7"/>
                    <a:pt x="127" y="1"/>
                  </a:cubicBezTo>
                  <a:cubicBezTo>
                    <a:pt x="123" y="1"/>
                    <a:pt x="118" y="1"/>
                    <a:pt x="11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823;p40">
              <a:extLst>
                <a:ext uri="{FF2B5EF4-FFF2-40B4-BE49-F238E27FC236}">
                  <a16:creationId xmlns:a16="http://schemas.microsoft.com/office/drawing/2014/main" id="{1D16C69F-0832-2BB0-FBCE-15431B8F9B2C}"/>
                </a:ext>
              </a:extLst>
            </p:cNvPr>
            <p:cNvSpPr/>
            <p:nvPr/>
          </p:nvSpPr>
          <p:spPr>
            <a:xfrm>
              <a:off x="5546825" y="3360675"/>
              <a:ext cx="3600" cy="1250"/>
            </a:xfrm>
            <a:custGeom>
              <a:avLst/>
              <a:gdLst/>
              <a:ahLst/>
              <a:cxnLst/>
              <a:rect l="l" t="t" r="r" b="b"/>
              <a:pathLst>
                <a:path w="144" h="50" extrusionOk="0">
                  <a:moveTo>
                    <a:pt x="1" y="0"/>
                  </a:moveTo>
                  <a:lnTo>
                    <a:pt x="45" y="17"/>
                  </a:lnTo>
                  <a:lnTo>
                    <a:pt x="144" y="50"/>
                  </a:lnTo>
                  <a:lnTo>
                    <a:pt x="144" y="50"/>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824;p40">
              <a:extLst>
                <a:ext uri="{FF2B5EF4-FFF2-40B4-BE49-F238E27FC236}">
                  <a16:creationId xmlns:a16="http://schemas.microsoft.com/office/drawing/2014/main" id="{39A770C5-67D6-A977-6605-21055991B73A}"/>
                </a:ext>
              </a:extLst>
            </p:cNvPr>
            <p:cNvSpPr/>
            <p:nvPr/>
          </p:nvSpPr>
          <p:spPr>
            <a:xfrm>
              <a:off x="5543825" y="3358000"/>
              <a:ext cx="9575" cy="6575"/>
            </a:xfrm>
            <a:custGeom>
              <a:avLst/>
              <a:gdLst/>
              <a:ahLst/>
              <a:cxnLst/>
              <a:rect l="l" t="t" r="r" b="b"/>
              <a:pathLst>
                <a:path w="383" h="263" extrusionOk="0">
                  <a:moveTo>
                    <a:pt x="120" y="0"/>
                  </a:moveTo>
                  <a:cubicBezTo>
                    <a:pt x="77" y="0"/>
                    <a:pt x="36" y="28"/>
                    <a:pt x="20" y="70"/>
                  </a:cubicBezTo>
                  <a:cubicBezTo>
                    <a:pt x="0" y="125"/>
                    <a:pt x="28" y="186"/>
                    <a:pt x="82" y="207"/>
                  </a:cubicBezTo>
                  <a:lnTo>
                    <a:pt x="229" y="258"/>
                  </a:lnTo>
                  <a:cubicBezTo>
                    <a:pt x="241" y="261"/>
                    <a:pt x="252" y="262"/>
                    <a:pt x="264" y="262"/>
                  </a:cubicBezTo>
                  <a:cubicBezTo>
                    <a:pt x="308" y="262"/>
                    <a:pt x="350" y="234"/>
                    <a:pt x="365" y="189"/>
                  </a:cubicBezTo>
                  <a:cubicBezTo>
                    <a:pt x="383" y="134"/>
                    <a:pt x="353" y="75"/>
                    <a:pt x="298" y="55"/>
                  </a:cubicBezTo>
                  <a:lnTo>
                    <a:pt x="155" y="6"/>
                  </a:lnTo>
                  <a:cubicBezTo>
                    <a:pt x="144" y="2"/>
                    <a:pt x="132" y="0"/>
                    <a:pt x="12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825;p40">
              <a:extLst>
                <a:ext uri="{FF2B5EF4-FFF2-40B4-BE49-F238E27FC236}">
                  <a16:creationId xmlns:a16="http://schemas.microsoft.com/office/drawing/2014/main" id="{27575358-5CDF-1621-5D53-2EC8A0906B3B}"/>
                </a:ext>
              </a:extLst>
            </p:cNvPr>
            <p:cNvSpPr/>
            <p:nvPr/>
          </p:nvSpPr>
          <p:spPr>
            <a:xfrm>
              <a:off x="4964925" y="3338000"/>
              <a:ext cx="967975" cy="1582775"/>
            </a:xfrm>
            <a:custGeom>
              <a:avLst/>
              <a:gdLst/>
              <a:ahLst/>
              <a:cxnLst/>
              <a:rect l="l" t="t" r="r" b="b"/>
              <a:pathLst>
                <a:path w="38719" h="63311" extrusionOk="0">
                  <a:moveTo>
                    <a:pt x="14846" y="23454"/>
                  </a:moveTo>
                  <a:cubicBezTo>
                    <a:pt x="16444" y="23454"/>
                    <a:pt x="18581" y="25076"/>
                    <a:pt x="20153" y="26499"/>
                  </a:cubicBezTo>
                  <a:cubicBezTo>
                    <a:pt x="21319" y="27555"/>
                    <a:pt x="21408" y="29358"/>
                    <a:pt x="20353" y="30524"/>
                  </a:cubicBezTo>
                  <a:cubicBezTo>
                    <a:pt x="20288" y="30594"/>
                    <a:pt x="20223" y="30661"/>
                    <a:pt x="20153" y="30725"/>
                  </a:cubicBezTo>
                  <a:cubicBezTo>
                    <a:pt x="18581" y="32148"/>
                    <a:pt x="16444" y="33770"/>
                    <a:pt x="14846" y="33770"/>
                  </a:cubicBezTo>
                  <a:cubicBezTo>
                    <a:pt x="13249" y="33770"/>
                    <a:pt x="11112" y="32148"/>
                    <a:pt x="9541" y="30725"/>
                  </a:cubicBezTo>
                  <a:cubicBezTo>
                    <a:pt x="8374" y="29668"/>
                    <a:pt x="8285" y="27866"/>
                    <a:pt x="9340" y="26700"/>
                  </a:cubicBezTo>
                  <a:cubicBezTo>
                    <a:pt x="9404" y="26630"/>
                    <a:pt x="9471" y="26563"/>
                    <a:pt x="9541" y="26499"/>
                  </a:cubicBezTo>
                  <a:cubicBezTo>
                    <a:pt x="11112" y="25076"/>
                    <a:pt x="13249" y="23454"/>
                    <a:pt x="14846" y="23454"/>
                  </a:cubicBezTo>
                  <a:close/>
                  <a:moveTo>
                    <a:pt x="20132" y="1"/>
                  </a:moveTo>
                  <a:cubicBezTo>
                    <a:pt x="19942" y="16"/>
                    <a:pt x="10266" y="793"/>
                    <a:pt x="5460" y="7279"/>
                  </a:cubicBezTo>
                  <a:cubicBezTo>
                    <a:pt x="606" y="13833"/>
                    <a:pt x="2670" y="24510"/>
                    <a:pt x="2549" y="27539"/>
                  </a:cubicBezTo>
                  <a:cubicBezTo>
                    <a:pt x="2427" y="30567"/>
                    <a:pt x="2062" y="34090"/>
                    <a:pt x="1336" y="35546"/>
                  </a:cubicBezTo>
                  <a:cubicBezTo>
                    <a:pt x="608" y="37002"/>
                    <a:pt x="0" y="36882"/>
                    <a:pt x="364" y="37851"/>
                  </a:cubicBezTo>
                  <a:cubicBezTo>
                    <a:pt x="725" y="38822"/>
                    <a:pt x="2308" y="43074"/>
                    <a:pt x="2308" y="43074"/>
                  </a:cubicBezTo>
                  <a:lnTo>
                    <a:pt x="1217" y="45863"/>
                  </a:lnTo>
                  <a:lnTo>
                    <a:pt x="2308" y="48047"/>
                  </a:lnTo>
                  <a:cubicBezTo>
                    <a:pt x="2308" y="48047"/>
                    <a:pt x="1337" y="49503"/>
                    <a:pt x="2065" y="50717"/>
                  </a:cubicBezTo>
                  <a:cubicBezTo>
                    <a:pt x="2450" y="51402"/>
                    <a:pt x="2990" y="51987"/>
                    <a:pt x="3644" y="52423"/>
                  </a:cubicBezTo>
                  <a:cubicBezTo>
                    <a:pt x="3644" y="52423"/>
                    <a:pt x="4248" y="55942"/>
                    <a:pt x="3400" y="58126"/>
                  </a:cubicBezTo>
                  <a:cubicBezTo>
                    <a:pt x="2679" y="59977"/>
                    <a:pt x="3703" y="62085"/>
                    <a:pt x="4327" y="62907"/>
                  </a:cubicBezTo>
                  <a:lnTo>
                    <a:pt x="4400" y="62917"/>
                  </a:lnTo>
                  <a:cubicBezTo>
                    <a:pt x="5002" y="63011"/>
                    <a:pt x="5599" y="63085"/>
                    <a:pt x="6190" y="63148"/>
                  </a:cubicBezTo>
                  <a:lnTo>
                    <a:pt x="6300" y="63158"/>
                  </a:lnTo>
                  <a:cubicBezTo>
                    <a:pt x="6644" y="63193"/>
                    <a:pt x="6985" y="63219"/>
                    <a:pt x="7321" y="63243"/>
                  </a:cubicBezTo>
                  <a:cubicBezTo>
                    <a:pt x="7658" y="63264"/>
                    <a:pt x="7988" y="63282"/>
                    <a:pt x="8314" y="63294"/>
                  </a:cubicBezTo>
                  <a:cubicBezTo>
                    <a:pt x="8638" y="63305"/>
                    <a:pt x="8956" y="63310"/>
                    <a:pt x="9267" y="63310"/>
                  </a:cubicBezTo>
                  <a:cubicBezTo>
                    <a:pt x="10890" y="63310"/>
                    <a:pt x="12315" y="63160"/>
                    <a:pt x="13346" y="62858"/>
                  </a:cubicBezTo>
                  <a:cubicBezTo>
                    <a:pt x="15411" y="62249"/>
                    <a:pt x="29606" y="55090"/>
                    <a:pt x="31668" y="52907"/>
                  </a:cubicBezTo>
                  <a:cubicBezTo>
                    <a:pt x="33162" y="51318"/>
                    <a:pt x="34091" y="44338"/>
                    <a:pt x="34481" y="40652"/>
                  </a:cubicBezTo>
                  <a:lnTo>
                    <a:pt x="34481" y="40652"/>
                  </a:lnTo>
                  <a:cubicBezTo>
                    <a:pt x="33924" y="40865"/>
                    <a:pt x="33332" y="40975"/>
                    <a:pt x="32734" y="40975"/>
                  </a:cubicBezTo>
                  <a:cubicBezTo>
                    <a:pt x="28920" y="40975"/>
                    <a:pt x="25827" y="36498"/>
                    <a:pt x="25827" y="30984"/>
                  </a:cubicBezTo>
                  <a:cubicBezTo>
                    <a:pt x="25827" y="25472"/>
                    <a:pt x="28920" y="20996"/>
                    <a:pt x="32734" y="20996"/>
                  </a:cubicBezTo>
                  <a:cubicBezTo>
                    <a:pt x="35126" y="20996"/>
                    <a:pt x="37233" y="22753"/>
                    <a:pt x="38471" y="25423"/>
                  </a:cubicBezTo>
                  <a:cubicBezTo>
                    <a:pt x="38641" y="24157"/>
                    <a:pt x="38718" y="22880"/>
                    <a:pt x="38707" y="21604"/>
                  </a:cubicBezTo>
                  <a:cubicBezTo>
                    <a:pt x="38586" y="13720"/>
                    <a:pt x="32033" y="5590"/>
                    <a:pt x="27666" y="2920"/>
                  </a:cubicBezTo>
                  <a:lnTo>
                    <a:pt x="27665" y="2920"/>
                  </a:lnTo>
                  <a:cubicBezTo>
                    <a:pt x="27665" y="2920"/>
                    <a:pt x="27514" y="2822"/>
                    <a:pt x="27239" y="2666"/>
                  </a:cubicBezTo>
                  <a:cubicBezTo>
                    <a:pt x="27062" y="2566"/>
                    <a:pt x="26831" y="2440"/>
                    <a:pt x="26552" y="2298"/>
                  </a:cubicBezTo>
                  <a:lnTo>
                    <a:pt x="26533" y="2298"/>
                  </a:lnTo>
                  <a:lnTo>
                    <a:pt x="26258" y="2158"/>
                  </a:lnTo>
                  <a:lnTo>
                    <a:pt x="26223" y="2142"/>
                  </a:lnTo>
                  <a:lnTo>
                    <a:pt x="25930" y="2000"/>
                  </a:lnTo>
                  <a:lnTo>
                    <a:pt x="25876" y="1975"/>
                  </a:lnTo>
                  <a:lnTo>
                    <a:pt x="25562" y="1831"/>
                  </a:lnTo>
                  <a:lnTo>
                    <a:pt x="25498" y="1801"/>
                  </a:lnTo>
                  <a:lnTo>
                    <a:pt x="25157" y="1649"/>
                  </a:lnTo>
                  <a:lnTo>
                    <a:pt x="25092" y="1622"/>
                  </a:lnTo>
                  <a:lnTo>
                    <a:pt x="24718" y="1464"/>
                  </a:lnTo>
                  <a:lnTo>
                    <a:pt x="24554" y="1397"/>
                  </a:lnTo>
                  <a:lnTo>
                    <a:pt x="24249" y="1277"/>
                  </a:lnTo>
                  <a:lnTo>
                    <a:pt x="24055" y="1201"/>
                  </a:lnTo>
                  <a:lnTo>
                    <a:pt x="23774" y="1095"/>
                  </a:lnTo>
                  <a:lnTo>
                    <a:pt x="23913" y="1146"/>
                  </a:lnTo>
                  <a:lnTo>
                    <a:pt x="23838" y="1116"/>
                  </a:lnTo>
                  <a:lnTo>
                    <a:pt x="23581" y="1025"/>
                  </a:lnTo>
                  <a:cubicBezTo>
                    <a:pt x="23497" y="992"/>
                    <a:pt x="23409" y="963"/>
                    <a:pt x="23321" y="933"/>
                  </a:cubicBezTo>
                  <a:lnTo>
                    <a:pt x="23043" y="834"/>
                  </a:lnTo>
                  <a:lnTo>
                    <a:pt x="22759" y="741"/>
                  </a:lnTo>
                  <a:lnTo>
                    <a:pt x="22896" y="785"/>
                  </a:lnTo>
                  <a:lnTo>
                    <a:pt x="22739" y="732"/>
                  </a:lnTo>
                  <a:lnTo>
                    <a:pt x="22729" y="732"/>
                  </a:lnTo>
                  <a:cubicBezTo>
                    <a:pt x="22500" y="656"/>
                    <a:pt x="22258" y="581"/>
                    <a:pt x="22011" y="508"/>
                  </a:cubicBezTo>
                  <a:lnTo>
                    <a:pt x="21797" y="447"/>
                  </a:lnTo>
                  <a:lnTo>
                    <a:pt x="21780" y="447"/>
                  </a:lnTo>
                  <a:cubicBezTo>
                    <a:pt x="21608" y="395"/>
                    <a:pt x="21430" y="346"/>
                    <a:pt x="21252" y="300"/>
                  </a:cubicBezTo>
                  <a:lnTo>
                    <a:pt x="21003" y="211"/>
                  </a:lnTo>
                  <a:lnTo>
                    <a:pt x="20409" y="65"/>
                  </a:lnTo>
                  <a:lnTo>
                    <a:pt x="20196" y="14"/>
                  </a:lnTo>
                  <a:lnTo>
                    <a:pt x="201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826;p40">
              <a:extLst>
                <a:ext uri="{FF2B5EF4-FFF2-40B4-BE49-F238E27FC236}">
                  <a16:creationId xmlns:a16="http://schemas.microsoft.com/office/drawing/2014/main" id="{051B1976-AB10-0F2E-7DB9-A3E61A3C5627}"/>
                </a:ext>
              </a:extLst>
            </p:cNvPr>
            <p:cNvSpPr/>
            <p:nvPr/>
          </p:nvSpPr>
          <p:spPr>
            <a:xfrm>
              <a:off x="4965375" y="3335325"/>
              <a:ext cx="970200" cy="1588125"/>
            </a:xfrm>
            <a:custGeom>
              <a:avLst/>
              <a:gdLst/>
              <a:ahLst/>
              <a:cxnLst/>
              <a:rect l="l" t="t" r="r" b="b"/>
              <a:pathLst>
                <a:path w="38808" h="63525" extrusionOk="0">
                  <a:moveTo>
                    <a:pt x="14828" y="23667"/>
                  </a:moveTo>
                  <a:lnTo>
                    <a:pt x="14828" y="23669"/>
                  </a:lnTo>
                  <a:cubicBezTo>
                    <a:pt x="16402" y="23669"/>
                    <a:pt x="18543" y="25309"/>
                    <a:pt x="20062" y="26685"/>
                  </a:cubicBezTo>
                  <a:cubicBezTo>
                    <a:pt x="20605" y="27177"/>
                    <a:pt x="20924" y="27851"/>
                    <a:pt x="20961" y="28582"/>
                  </a:cubicBezTo>
                  <a:cubicBezTo>
                    <a:pt x="20997" y="29315"/>
                    <a:pt x="20747" y="30016"/>
                    <a:pt x="20256" y="30559"/>
                  </a:cubicBezTo>
                  <a:cubicBezTo>
                    <a:pt x="20195" y="30626"/>
                    <a:pt x="20131" y="30692"/>
                    <a:pt x="20062" y="30752"/>
                  </a:cubicBezTo>
                  <a:cubicBezTo>
                    <a:pt x="18543" y="32129"/>
                    <a:pt x="16402" y="33770"/>
                    <a:pt x="14828" y="33770"/>
                  </a:cubicBezTo>
                  <a:cubicBezTo>
                    <a:pt x="13255" y="33770"/>
                    <a:pt x="11114" y="32129"/>
                    <a:pt x="9595" y="30752"/>
                  </a:cubicBezTo>
                  <a:cubicBezTo>
                    <a:pt x="8474" y="29738"/>
                    <a:pt x="8387" y="28000"/>
                    <a:pt x="9401" y="26879"/>
                  </a:cubicBezTo>
                  <a:cubicBezTo>
                    <a:pt x="9462" y="26810"/>
                    <a:pt x="9526" y="26746"/>
                    <a:pt x="9595" y="26685"/>
                  </a:cubicBezTo>
                  <a:cubicBezTo>
                    <a:pt x="11114" y="25309"/>
                    <a:pt x="13255" y="23667"/>
                    <a:pt x="14828" y="23667"/>
                  </a:cubicBezTo>
                  <a:close/>
                  <a:moveTo>
                    <a:pt x="14828" y="23454"/>
                  </a:moveTo>
                  <a:cubicBezTo>
                    <a:pt x="13186" y="23454"/>
                    <a:pt x="10997" y="25126"/>
                    <a:pt x="9452" y="26527"/>
                  </a:cubicBezTo>
                  <a:cubicBezTo>
                    <a:pt x="9379" y="26593"/>
                    <a:pt x="9309" y="26663"/>
                    <a:pt x="9243" y="26736"/>
                  </a:cubicBezTo>
                  <a:cubicBezTo>
                    <a:pt x="8151" y="27943"/>
                    <a:pt x="8243" y="29816"/>
                    <a:pt x="9452" y="30909"/>
                  </a:cubicBezTo>
                  <a:cubicBezTo>
                    <a:pt x="10997" y="32312"/>
                    <a:pt x="13186" y="33982"/>
                    <a:pt x="14828" y="33982"/>
                  </a:cubicBezTo>
                  <a:cubicBezTo>
                    <a:pt x="16471" y="33982"/>
                    <a:pt x="18659" y="32312"/>
                    <a:pt x="20206" y="30911"/>
                  </a:cubicBezTo>
                  <a:cubicBezTo>
                    <a:pt x="20278" y="30844"/>
                    <a:pt x="20348" y="30775"/>
                    <a:pt x="20413" y="30702"/>
                  </a:cubicBezTo>
                  <a:cubicBezTo>
                    <a:pt x="20943" y="30117"/>
                    <a:pt x="21213" y="29361"/>
                    <a:pt x="21174" y="28572"/>
                  </a:cubicBezTo>
                  <a:cubicBezTo>
                    <a:pt x="21136" y="27784"/>
                    <a:pt x="20792" y="27057"/>
                    <a:pt x="20206" y="26527"/>
                  </a:cubicBezTo>
                  <a:cubicBezTo>
                    <a:pt x="18659" y="25126"/>
                    <a:pt x="16471" y="23454"/>
                    <a:pt x="14828" y="23454"/>
                  </a:cubicBezTo>
                  <a:close/>
                  <a:moveTo>
                    <a:pt x="20107" y="215"/>
                  </a:moveTo>
                  <a:lnTo>
                    <a:pt x="20949" y="417"/>
                  </a:lnTo>
                  <a:lnTo>
                    <a:pt x="21206" y="510"/>
                  </a:lnTo>
                  <a:cubicBezTo>
                    <a:pt x="21384" y="556"/>
                    <a:pt x="21560" y="605"/>
                    <a:pt x="21731" y="656"/>
                  </a:cubicBezTo>
                  <a:cubicBezTo>
                    <a:pt x="21742" y="659"/>
                    <a:pt x="21752" y="660"/>
                    <a:pt x="21762" y="660"/>
                  </a:cubicBezTo>
                  <a:lnTo>
                    <a:pt x="21962" y="718"/>
                  </a:lnTo>
                  <a:cubicBezTo>
                    <a:pt x="22208" y="790"/>
                    <a:pt x="22447" y="864"/>
                    <a:pt x="22677" y="940"/>
                  </a:cubicBezTo>
                  <a:cubicBezTo>
                    <a:pt x="22681" y="941"/>
                    <a:pt x="22687" y="943"/>
                    <a:pt x="22694" y="944"/>
                  </a:cubicBezTo>
                  <a:cubicBezTo>
                    <a:pt x="22699" y="946"/>
                    <a:pt x="22702" y="947"/>
                    <a:pt x="22706" y="949"/>
                  </a:cubicBezTo>
                  <a:lnTo>
                    <a:pt x="23269" y="1141"/>
                  </a:lnTo>
                  <a:cubicBezTo>
                    <a:pt x="23356" y="1169"/>
                    <a:pt x="23442" y="1199"/>
                    <a:pt x="23525" y="1232"/>
                  </a:cubicBezTo>
                  <a:lnTo>
                    <a:pt x="23704" y="1296"/>
                  </a:lnTo>
                  <a:cubicBezTo>
                    <a:pt x="23708" y="1297"/>
                    <a:pt x="23713" y="1300"/>
                    <a:pt x="23717" y="1302"/>
                  </a:cubicBezTo>
                  <a:lnTo>
                    <a:pt x="23999" y="1408"/>
                  </a:lnTo>
                  <a:lnTo>
                    <a:pt x="25032" y="1827"/>
                  </a:lnTo>
                  <a:lnTo>
                    <a:pt x="25812" y="2179"/>
                  </a:lnTo>
                  <a:lnTo>
                    <a:pt x="26467" y="2499"/>
                  </a:lnTo>
                  <a:cubicBezTo>
                    <a:pt x="26475" y="2503"/>
                    <a:pt x="26490" y="2506"/>
                    <a:pt x="26503" y="2509"/>
                  </a:cubicBezTo>
                  <a:cubicBezTo>
                    <a:pt x="26737" y="2628"/>
                    <a:pt x="26962" y="2749"/>
                    <a:pt x="27169" y="2867"/>
                  </a:cubicBezTo>
                  <a:cubicBezTo>
                    <a:pt x="27437" y="3019"/>
                    <a:pt x="27587" y="3115"/>
                    <a:pt x="27589" y="3117"/>
                  </a:cubicBezTo>
                  <a:cubicBezTo>
                    <a:pt x="27590" y="3117"/>
                    <a:pt x="27590" y="3117"/>
                    <a:pt x="27592" y="3118"/>
                  </a:cubicBezTo>
                  <a:cubicBezTo>
                    <a:pt x="32009" y="5818"/>
                    <a:pt x="38464" y="13994"/>
                    <a:pt x="38580" y="21711"/>
                  </a:cubicBezTo>
                  <a:cubicBezTo>
                    <a:pt x="38592" y="22859"/>
                    <a:pt x="38529" y="24017"/>
                    <a:pt x="38392" y="25159"/>
                  </a:cubicBezTo>
                  <a:cubicBezTo>
                    <a:pt x="37075" y="22544"/>
                    <a:pt x="34972" y="20996"/>
                    <a:pt x="32716" y="20996"/>
                  </a:cubicBezTo>
                  <a:cubicBezTo>
                    <a:pt x="28848" y="20996"/>
                    <a:pt x="25702" y="25524"/>
                    <a:pt x="25702" y="31091"/>
                  </a:cubicBezTo>
                  <a:cubicBezTo>
                    <a:pt x="25702" y="36660"/>
                    <a:pt x="28848" y="41189"/>
                    <a:pt x="32716" y="41189"/>
                  </a:cubicBezTo>
                  <a:cubicBezTo>
                    <a:pt x="33270" y="41187"/>
                    <a:pt x="33815" y="41097"/>
                    <a:pt x="34338" y="40916"/>
                  </a:cubicBezTo>
                  <a:lnTo>
                    <a:pt x="34338" y="40916"/>
                  </a:lnTo>
                  <a:cubicBezTo>
                    <a:pt x="33992" y="44136"/>
                    <a:pt x="33065" y="51352"/>
                    <a:pt x="31573" y="52941"/>
                  </a:cubicBezTo>
                  <a:cubicBezTo>
                    <a:pt x="29482" y="55154"/>
                    <a:pt x="15189" y="62305"/>
                    <a:pt x="13298" y="62862"/>
                  </a:cubicBezTo>
                  <a:cubicBezTo>
                    <a:pt x="12296" y="63156"/>
                    <a:pt x="10876" y="63311"/>
                    <a:pt x="9233" y="63311"/>
                  </a:cubicBezTo>
                  <a:cubicBezTo>
                    <a:pt x="8929" y="63311"/>
                    <a:pt x="8618" y="63306"/>
                    <a:pt x="8301" y="63295"/>
                  </a:cubicBezTo>
                  <a:cubicBezTo>
                    <a:pt x="7975" y="63282"/>
                    <a:pt x="7646" y="63265"/>
                    <a:pt x="7311" y="63243"/>
                  </a:cubicBezTo>
                  <a:cubicBezTo>
                    <a:pt x="6943" y="63218"/>
                    <a:pt x="6610" y="63191"/>
                    <a:pt x="6292" y="63158"/>
                  </a:cubicBezTo>
                  <a:lnTo>
                    <a:pt x="6182" y="63148"/>
                  </a:lnTo>
                  <a:cubicBezTo>
                    <a:pt x="5542" y="63081"/>
                    <a:pt x="4958" y="63006"/>
                    <a:pt x="4397" y="62918"/>
                  </a:cubicBezTo>
                  <a:lnTo>
                    <a:pt x="4367" y="62914"/>
                  </a:lnTo>
                  <a:lnTo>
                    <a:pt x="4369" y="62914"/>
                  </a:lnTo>
                  <a:cubicBezTo>
                    <a:pt x="3854" y="62216"/>
                    <a:pt x="2759" y="60127"/>
                    <a:pt x="3481" y="58270"/>
                  </a:cubicBezTo>
                  <a:cubicBezTo>
                    <a:pt x="4331" y="56084"/>
                    <a:pt x="3755" y="52657"/>
                    <a:pt x="3730" y="52512"/>
                  </a:cubicBezTo>
                  <a:cubicBezTo>
                    <a:pt x="3725" y="52483"/>
                    <a:pt x="3709" y="52457"/>
                    <a:pt x="3684" y="52441"/>
                  </a:cubicBezTo>
                  <a:cubicBezTo>
                    <a:pt x="3048" y="52017"/>
                    <a:pt x="2513" y="51439"/>
                    <a:pt x="2138" y="50769"/>
                  </a:cubicBezTo>
                  <a:cubicBezTo>
                    <a:pt x="1455" y="49628"/>
                    <a:pt x="2369" y="48227"/>
                    <a:pt x="2378" y="48214"/>
                  </a:cubicBezTo>
                  <a:cubicBezTo>
                    <a:pt x="2400" y="48181"/>
                    <a:pt x="2402" y="48141"/>
                    <a:pt x="2385" y="48107"/>
                  </a:cubicBezTo>
                  <a:lnTo>
                    <a:pt x="1315" y="45965"/>
                  </a:lnTo>
                  <a:lnTo>
                    <a:pt x="2388" y="43220"/>
                  </a:lnTo>
                  <a:cubicBezTo>
                    <a:pt x="2399" y="43195"/>
                    <a:pt x="2399" y="43168"/>
                    <a:pt x="2390" y="43144"/>
                  </a:cubicBezTo>
                  <a:cubicBezTo>
                    <a:pt x="2390" y="43144"/>
                    <a:pt x="807" y="38892"/>
                    <a:pt x="445" y="37921"/>
                  </a:cubicBezTo>
                  <a:cubicBezTo>
                    <a:pt x="241" y="37379"/>
                    <a:pt x="358" y="37234"/>
                    <a:pt x="666" y="36847"/>
                  </a:cubicBezTo>
                  <a:cubicBezTo>
                    <a:pt x="861" y="36603"/>
                    <a:pt x="1129" y="36268"/>
                    <a:pt x="1413" y="35701"/>
                  </a:cubicBezTo>
                  <a:cubicBezTo>
                    <a:pt x="2298" y="33929"/>
                    <a:pt x="2564" y="29480"/>
                    <a:pt x="2637" y="27650"/>
                  </a:cubicBezTo>
                  <a:cubicBezTo>
                    <a:pt x="2661" y="27038"/>
                    <a:pt x="2600" y="26139"/>
                    <a:pt x="2521" y="25000"/>
                  </a:cubicBezTo>
                  <a:cubicBezTo>
                    <a:pt x="2201" y="20386"/>
                    <a:pt x="1666" y="12661"/>
                    <a:pt x="5527" y="7450"/>
                  </a:cubicBezTo>
                  <a:cubicBezTo>
                    <a:pt x="10217" y="1120"/>
                    <a:pt x="19533" y="263"/>
                    <a:pt x="20107" y="215"/>
                  </a:cubicBezTo>
                  <a:close/>
                  <a:moveTo>
                    <a:pt x="20105" y="0"/>
                  </a:moveTo>
                  <a:cubicBezTo>
                    <a:pt x="19700" y="33"/>
                    <a:pt x="10150" y="852"/>
                    <a:pt x="5356" y="7322"/>
                  </a:cubicBezTo>
                  <a:cubicBezTo>
                    <a:pt x="1449" y="12597"/>
                    <a:pt x="1986" y="20371"/>
                    <a:pt x="2308" y="25015"/>
                  </a:cubicBezTo>
                  <a:cubicBezTo>
                    <a:pt x="2387" y="26146"/>
                    <a:pt x="2448" y="27041"/>
                    <a:pt x="2424" y="27641"/>
                  </a:cubicBezTo>
                  <a:cubicBezTo>
                    <a:pt x="2272" y="31425"/>
                    <a:pt x="1823" y="34401"/>
                    <a:pt x="1221" y="35605"/>
                  </a:cubicBezTo>
                  <a:cubicBezTo>
                    <a:pt x="949" y="36152"/>
                    <a:pt x="690" y="36478"/>
                    <a:pt x="499" y="36715"/>
                  </a:cubicBezTo>
                  <a:cubicBezTo>
                    <a:pt x="177" y="37118"/>
                    <a:pt x="0" y="37340"/>
                    <a:pt x="244" y="37995"/>
                  </a:cubicBezTo>
                  <a:cubicBezTo>
                    <a:pt x="587" y="38911"/>
                    <a:pt x="2018" y="42755"/>
                    <a:pt x="2176" y="43180"/>
                  </a:cubicBezTo>
                  <a:lnTo>
                    <a:pt x="1099" y="45931"/>
                  </a:lnTo>
                  <a:cubicBezTo>
                    <a:pt x="1087" y="45960"/>
                    <a:pt x="1089" y="45991"/>
                    <a:pt x="1102" y="46018"/>
                  </a:cubicBezTo>
                  <a:lnTo>
                    <a:pt x="2167" y="48148"/>
                  </a:lnTo>
                  <a:cubicBezTo>
                    <a:pt x="1995" y="48430"/>
                    <a:pt x="1272" y="49740"/>
                    <a:pt x="1954" y="50876"/>
                  </a:cubicBezTo>
                  <a:cubicBezTo>
                    <a:pt x="2336" y="51559"/>
                    <a:pt x="2880" y="52152"/>
                    <a:pt x="3526" y="52593"/>
                  </a:cubicBezTo>
                  <a:cubicBezTo>
                    <a:pt x="3591" y="53007"/>
                    <a:pt x="4059" y="56194"/>
                    <a:pt x="3282" y="58194"/>
                  </a:cubicBezTo>
                  <a:cubicBezTo>
                    <a:pt x="2592" y="59963"/>
                    <a:pt x="3468" y="62085"/>
                    <a:pt x="4224" y="63078"/>
                  </a:cubicBezTo>
                  <a:cubicBezTo>
                    <a:pt x="4241" y="63100"/>
                    <a:pt x="4266" y="63115"/>
                    <a:pt x="4294" y="63120"/>
                  </a:cubicBezTo>
                  <a:lnTo>
                    <a:pt x="4366" y="63130"/>
                  </a:lnTo>
                  <a:cubicBezTo>
                    <a:pt x="4929" y="63218"/>
                    <a:pt x="5515" y="63292"/>
                    <a:pt x="6160" y="63361"/>
                  </a:cubicBezTo>
                  <a:lnTo>
                    <a:pt x="6272" y="63371"/>
                  </a:lnTo>
                  <a:cubicBezTo>
                    <a:pt x="6590" y="63402"/>
                    <a:pt x="6927" y="63431"/>
                    <a:pt x="7296" y="63456"/>
                  </a:cubicBezTo>
                  <a:cubicBezTo>
                    <a:pt x="7634" y="63478"/>
                    <a:pt x="7966" y="63495"/>
                    <a:pt x="8294" y="63508"/>
                  </a:cubicBezTo>
                  <a:cubicBezTo>
                    <a:pt x="8612" y="63519"/>
                    <a:pt x="8925" y="63524"/>
                    <a:pt x="9232" y="63524"/>
                  </a:cubicBezTo>
                  <a:lnTo>
                    <a:pt x="9232" y="63523"/>
                  </a:lnTo>
                  <a:cubicBezTo>
                    <a:pt x="10896" y="63523"/>
                    <a:pt x="12337" y="63365"/>
                    <a:pt x="13357" y="63066"/>
                  </a:cubicBezTo>
                  <a:cubicBezTo>
                    <a:pt x="15257" y="62508"/>
                    <a:pt x="29624" y="55314"/>
                    <a:pt x="31728" y="53087"/>
                  </a:cubicBezTo>
                  <a:cubicBezTo>
                    <a:pt x="33236" y="51482"/>
                    <a:pt x="34155" y="44681"/>
                    <a:pt x="34569" y="40769"/>
                  </a:cubicBezTo>
                  <a:cubicBezTo>
                    <a:pt x="34573" y="40732"/>
                    <a:pt x="34558" y="40696"/>
                    <a:pt x="34528" y="40672"/>
                  </a:cubicBezTo>
                  <a:cubicBezTo>
                    <a:pt x="34509" y="40658"/>
                    <a:pt x="34486" y="40650"/>
                    <a:pt x="34463" y="40650"/>
                  </a:cubicBezTo>
                  <a:cubicBezTo>
                    <a:pt x="34451" y="40650"/>
                    <a:pt x="34438" y="40653"/>
                    <a:pt x="34426" y="40657"/>
                  </a:cubicBezTo>
                  <a:cubicBezTo>
                    <a:pt x="33878" y="40867"/>
                    <a:pt x="33303" y="40975"/>
                    <a:pt x="32716" y="40975"/>
                  </a:cubicBezTo>
                  <a:cubicBezTo>
                    <a:pt x="28967" y="40975"/>
                    <a:pt x="25917" y="36540"/>
                    <a:pt x="25917" y="31091"/>
                  </a:cubicBezTo>
                  <a:cubicBezTo>
                    <a:pt x="25917" y="25641"/>
                    <a:pt x="28967" y="21209"/>
                    <a:pt x="32716" y="21209"/>
                  </a:cubicBezTo>
                  <a:cubicBezTo>
                    <a:pt x="34980" y="21209"/>
                    <a:pt x="37088" y="22841"/>
                    <a:pt x="38357" y="25574"/>
                  </a:cubicBezTo>
                  <a:cubicBezTo>
                    <a:pt x="38374" y="25611"/>
                    <a:pt x="38410" y="25635"/>
                    <a:pt x="38453" y="25635"/>
                  </a:cubicBezTo>
                  <a:cubicBezTo>
                    <a:pt x="38458" y="25635"/>
                    <a:pt x="38464" y="25635"/>
                    <a:pt x="38470" y="25634"/>
                  </a:cubicBezTo>
                  <a:cubicBezTo>
                    <a:pt x="38516" y="25627"/>
                    <a:pt x="38552" y="25589"/>
                    <a:pt x="38559" y="25543"/>
                  </a:cubicBezTo>
                  <a:cubicBezTo>
                    <a:pt x="38729" y="24276"/>
                    <a:pt x="38808" y="22985"/>
                    <a:pt x="38794" y="21708"/>
                  </a:cubicBezTo>
                  <a:cubicBezTo>
                    <a:pt x="38677" y="13915"/>
                    <a:pt x="32163" y="5661"/>
                    <a:pt x="27705" y="2937"/>
                  </a:cubicBezTo>
                  <a:cubicBezTo>
                    <a:pt x="27687" y="2925"/>
                    <a:pt x="27538" y="2829"/>
                    <a:pt x="27273" y="2681"/>
                  </a:cubicBezTo>
                  <a:cubicBezTo>
                    <a:pt x="27059" y="2558"/>
                    <a:pt x="26826" y="2433"/>
                    <a:pt x="26584" y="2308"/>
                  </a:cubicBezTo>
                  <a:cubicBezTo>
                    <a:pt x="26575" y="2304"/>
                    <a:pt x="26560" y="2301"/>
                    <a:pt x="26545" y="2299"/>
                  </a:cubicBezTo>
                  <a:lnTo>
                    <a:pt x="25590" y="1841"/>
                  </a:lnTo>
                  <a:lnTo>
                    <a:pt x="24740" y="1472"/>
                  </a:lnTo>
                  <a:lnTo>
                    <a:pt x="23947" y="1159"/>
                  </a:lnTo>
                  <a:cubicBezTo>
                    <a:pt x="23942" y="1157"/>
                    <a:pt x="23938" y="1154"/>
                    <a:pt x="23935" y="1153"/>
                  </a:cubicBezTo>
                  <a:lnTo>
                    <a:pt x="23600" y="1031"/>
                  </a:lnTo>
                  <a:cubicBezTo>
                    <a:pt x="23516" y="998"/>
                    <a:pt x="23427" y="968"/>
                    <a:pt x="23339" y="939"/>
                  </a:cubicBezTo>
                  <a:lnTo>
                    <a:pt x="22919" y="794"/>
                  </a:lnTo>
                  <a:cubicBezTo>
                    <a:pt x="22916" y="793"/>
                    <a:pt x="22913" y="791"/>
                    <a:pt x="22912" y="791"/>
                  </a:cubicBezTo>
                  <a:lnTo>
                    <a:pt x="22756" y="738"/>
                  </a:lnTo>
                  <a:cubicBezTo>
                    <a:pt x="22750" y="736"/>
                    <a:pt x="22741" y="735"/>
                    <a:pt x="22732" y="733"/>
                  </a:cubicBezTo>
                  <a:cubicBezTo>
                    <a:pt x="22504" y="657"/>
                    <a:pt x="22266" y="584"/>
                    <a:pt x="22021" y="513"/>
                  </a:cubicBezTo>
                  <a:lnTo>
                    <a:pt x="21843" y="461"/>
                  </a:lnTo>
                  <a:cubicBezTo>
                    <a:pt x="21826" y="452"/>
                    <a:pt x="21809" y="446"/>
                    <a:pt x="21789" y="446"/>
                  </a:cubicBezTo>
                  <a:lnTo>
                    <a:pt x="21777" y="446"/>
                  </a:lnTo>
                  <a:cubicBezTo>
                    <a:pt x="21609" y="397"/>
                    <a:pt x="21435" y="349"/>
                    <a:pt x="21270" y="306"/>
                  </a:cubicBezTo>
                  <a:lnTo>
                    <a:pt x="21010" y="213"/>
                  </a:lnTo>
                  <a:lnTo>
                    <a:pt x="20415" y="67"/>
                  </a:lnTo>
                  <a:lnTo>
                    <a:pt x="20135" y="3"/>
                  </a:lnTo>
                  <a:cubicBezTo>
                    <a:pt x="20125" y="0"/>
                    <a:pt x="20116" y="0"/>
                    <a:pt x="2010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827;p40">
              <a:extLst>
                <a:ext uri="{FF2B5EF4-FFF2-40B4-BE49-F238E27FC236}">
                  <a16:creationId xmlns:a16="http://schemas.microsoft.com/office/drawing/2014/main" id="{7D0C8275-FAC6-F7CE-B88C-17D2E8BF32D5}"/>
                </a:ext>
              </a:extLst>
            </p:cNvPr>
            <p:cNvSpPr/>
            <p:nvPr/>
          </p:nvSpPr>
          <p:spPr>
            <a:xfrm>
              <a:off x="5431625" y="4823225"/>
              <a:ext cx="18825" cy="4750"/>
            </a:xfrm>
            <a:custGeom>
              <a:avLst/>
              <a:gdLst/>
              <a:ahLst/>
              <a:cxnLst/>
              <a:rect l="l" t="t" r="r" b="b"/>
              <a:pathLst>
                <a:path w="753" h="190" extrusionOk="0">
                  <a:moveTo>
                    <a:pt x="1" y="0"/>
                  </a:moveTo>
                  <a:cubicBezTo>
                    <a:pt x="245" y="69"/>
                    <a:pt x="495" y="133"/>
                    <a:pt x="752" y="189"/>
                  </a:cubicBez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828;p40">
              <a:extLst>
                <a:ext uri="{FF2B5EF4-FFF2-40B4-BE49-F238E27FC236}">
                  <a16:creationId xmlns:a16="http://schemas.microsoft.com/office/drawing/2014/main" id="{BDC3F9C9-8BD3-8C11-6140-8123017C1F8A}"/>
                </a:ext>
              </a:extLst>
            </p:cNvPr>
            <p:cNvSpPr/>
            <p:nvPr/>
          </p:nvSpPr>
          <p:spPr>
            <a:xfrm>
              <a:off x="5430925" y="4820650"/>
              <a:ext cx="20125" cy="9925"/>
            </a:xfrm>
            <a:custGeom>
              <a:avLst/>
              <a:gdLst/>
              <a:ahLst/>
              <a:cxnLst/>
              <a:rect l="l" t="t" r="r" b="b"/>
              <a:pathLst>
                <a:path w="805" h="397" extrusionOk="0">
                  <a:moveTo>
                    <a:pt x="57" y="1"/>
                  </a:moveTo>
                  <a:lnTo>
                    <a:pt x="0" y="206"/>
                  </a:lnTo>
                  <a:cubicBezTo>
                    <a:pt x="267" y="280"/>
                    <a:pt x="514" y="343"/>
                    <a:pt x="758" y="397"/>
                  </a:cubicBezTo>
                  <a:lnTo>
                    <a:pt x="804" y="188"/>
                  </a:lnTo>
                  <a:cubicBezTo>
                    <a:pt x="565" y="135"/>
                    <a:pt x="320" y="73"/>
                    <a:pt x="5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829;p40">
              <a:extLst>
                <a:ext uri="{FF2B5EF4-FFF2-40B4-BE49-F238E27FC236}">
                  <a16:creationId xmlns:a16="http://schemas.microsoft.com/office/drawing/2014/main" id="{BCFCC0F9-5E81-35D6-1C43-6ADFD03B3EB2}"/>
                </a:ext>
              </a:extLst>
            </p:cNvPr>
            <p:cNvSpPr/>
            <p:nvPr/>
          </p:nvSpPr>
          <p:spPr>
            <a:xfrm>
              <a:off x="5166625" y="4541250"/>
              <a:ext cx="239000" cy="273950"/>
            </a:xfrm>
            <a:custGeom>
              <a:avLst/>
              <a:gdLst/>
              <a:ahLst/>
              <a:cxnLst/>
              <a:rect l="l" t="t" r="r" b="b"/>
              <a:pathLst>
                <a:path w="9560" h="10958" extrusionOk="0">
                  <a:moveTo>
                    <a:pt x="1" y="1"/>
                  </a:moveTo>
                  <a:cubicBezTo>
                    <a:pt x="1" y="1"/>
                    <a:pt x="1228" y="8065"/>
                    <a:pt x="9560" y="10958"/>
                  </a:cubicBez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830;p40">
              <a:extLst>
                <a:ext uri="{FF2B5EF4-FFF2-40B4-BE49-F238E27FC236}">
                  <a16:creationId xmlns:a16="http://schemas.microsoft.com/office/drawing/2014/main" id="{36A3FA11-34C5-3426-BFA4-E06E9A084955}"/>
                </a:ext>
              </a:extLst>
            </p:cNvPr>
            <p:cNvSpPr/>
            <p:nvPr/>
          </p:nvSpPr>
          <p:spPr>
            <a:xfrm>
              <a:off x="5164025" y="4540850"/>
              <a:ext cx="242450" cy="276850"/>
            </a:xfrm>
            <a:custGeom>
              <a:avLst/>
              <a:gdLst/>
              <a:ahLst/>
              <a:cxnLst/>
              <a:rect l="l" t="t" r="r" b="b"/>
              <a:pathLst>
                <a:path w="9698" h="11074" extrusionOk="0">
                  <a:moveTo>
                    <a:pt x="211" y="0"/>
                  </a:moveTo>
                  <a:lnTo>
                    <a:pt x="1" y="31"/>
                  </a:lnTo>
                  <a:cubicBezTo>
                    <a:pt x="13" y="113"/>
                    <a:pt x="1332" y="8194"/>
                    <a:pt x="9628" y="11073"/>
                  </a:cubicBezTo>
                  <a:lnTo>
                    <a:pt x="9698" y="10872"/>
                  </a:lnTo>
                  <a:cubicBezTo>
                    <a:pt x="1527" y="8036"/>
                    <a:pt x="222" y="81"/>
                    <a:pt x="21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831;p40">
              <a:extLst>
                <a:ext uri="{FF2B5EF4-FFF2-40B4-BE49-F238E27FC236}">
                  <a16:creationId xmlns:a16="http://schemas.microsoft.com/office/drawing/2014/main" id="{A5F10699-4914-D853-B6CA-E95ABD8608E8}"/>
                </a:ext>
              </a:extLst>
            </p:cNvPr>
            <p:cNvSpPr/>
            <p:nvPr/>
          </p:nvSpPr>
          <p:spPr>
            <a:xfrm>
              <a:off x="5571400" y="3369800"/>
              <a:ext cx="3625" cy="1400"/>
            </a:xfrm>
            <a:custGeom>
              <a:avLst/>
              <a:gdLst/>
              <a:ahLst/>
              <a:cxnLst/>
              <a:rect l="l" t="t" r="r" b="b"/>
              <a:pathLst>
                <a:path w="145" h="56" extrusionOk="0">
                  <a:moveTo>
                    <a:pt x="0" y="0"/>
                  </a:moveTo>
                  <a:lnTo>
                    <a:pt x="145" y="55"/>
                  </a:lnTo>
                  <a:lnTo>
                    <a:pt x="123" y="45"/>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832;p40">
              <a:extLst>
                <a:ext uri="{FF2B5EF4-FFF2-40B4-BE49-F238E27FC236}">
                  <a16:creationId xmlns:a16="http://schemas.microsoft.com/office/drawing/2014/main" id="{0BB59E7E-8FB2-96F0-F1E3-3BBA7CE410A1}"/>
                </a:ext>
              </a:extLst>
            </p:cNvPr>
            <p:cNvSpPr/>
            <p:nvPr/>
          </p:nvSpPr>
          <p:spPr>
            <a:xfrm>
              <a:off x="5568375" y="3367125"/>
              <a:ext cx="9675" cy="6750"/>
            </a:xfrm>
            <a:custGeom>
              <a:avLst/>
              <a:gdLst/>
              <a:ahLst/>
              <a:cxnLst/>
              <a:rect l="l" t="t" r="r" b="b"/>
              <a:pathLst>
                <a:path w="387" h="270" extrusionOk="0">
                  <a:moveTo>
                    <a:pt x="121" y="1"/>
                  </a:moveTo>
                  <a:cubicBezTo>
                    <a:pt x="78" y="1"/>
                    <a:pt x="38" y="27"/>
                    <a:pt x="22" y="70"/>
                  </a:cubicBezTo>
                  <a:cubicBezTo>
                    <a:pt x="1" y="124"/>
                    <a:pt x="29" y="186"/>
                    <a:pt x="84" y="207"/>
                  </a:cubicBezTo>
                  <a:lnTo>
                    <a:pt x="229" y="262"/>
                  </a:lnTo>
                  <a:cubicBezTo>
                    <a:pt x="240" y="266"/>
                    <a:pt x="253" y="269"/>
                    <a:pt x="267" y="270"/>
                  </a:cubicBezTo>
                  <a:lnTo>
                    <a:pt x="267" y="270"/>
                  </a:lnTo>
                  <a:cubicBezTo>
                    <a:pt x="308" y="269"/>
                    <a:pt x="348" y="244"/>
                    <a:pt x="364" y="204"/>
                  </a:cubicBezTo>
                  <a:cubicBezTo>
                    <a:pt x="386" y="150"/>
                    <a:pt x="363" y="89"/>
                    <a:pt x="311" y="66"/>
                  </a:cubicBezTo>
                  <a:lnTo>
                    <a:pt x="287" y="55"/>
                  </a:lnTo>
                  <a:cubicBezTo>
                    <a:pt x="285" y="54"/>
                    <a:pt x="282" y="52"/>
                    <a:pt x="279" y="52"/>
                  </a:cubicBezTo>
                  <a:lnTo>
                    <a:pt x="159" y="7"/>
                  </a:lnTo>
                  <a:cubicBezTo>
                    <a:pt x="146" y="3"/>
                    <a:pt x="134" y="1"/>
                    <a:pt x="121" y="1"/>
                  </a:cubicBezTo>
                  <a:close/>
                  <a:moveTo>
                    <a:pt x="267" y="270"/>
                  </a:moveTo>
                  <a:lnTo>
                    <a:pt x="267" y="270"/>
                  </a:lnTo>
                  <a:cubicBezTo>
                    <a:pt x="266" y="270"/>
                    <a:pt x="266" y="270"/>
                    <a:pt x="266" y="270"/>
                  </a:cubicBezTo>
                  <a:lnTo>
                    <a:pt x="267" y="270"/>
                  </a:lnTo>
                  <a:cubicBezTo>
                    <a:pt x="267" y="270"/>
                    <a:pt x="267" y="270"/>
                    <a:pt x="267" y="27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833;p40">
              <a:extLst>
                <a:ext uri="{FF2B5EF4-FFF2-40B4-BE49-F238E27FC236}">
                  <a16:creationId xmlns:a16="http://schemas.microsoft.com/office/drawing/2014/main" id="{95A76A2E-6F05-514E-C773-6118D57F8813}"/>
                </a:ext>
              </a:extLst>
            </p:cNvPr>
            <p:cNvSpPr/>
            <p:nvPr/>
          </p:nvSpPr>
          <p:spPr>
            <a:xfrm>
              <a:off x="5547725" y="3361050"/>
              <a:ext cx="13125" cy="4625"/>
            </a:xfrm>
            <a:custGeom>
              <a:avLst/>
              <a:gdLst/>
              <a:ahLst/>
              <a:cxnLst/>
              <a:rect l="l" t="t" r="r" b="b"/>
              <a:pathLst>
                <a:path w="525" h="185" extrusionOk="0">
                  <a:moveTo>
                    <a:pt x="0" y="0"/>
                  </a:moveTo>
                  <a:lnTo>
                    <a:pt x="104" y="38"/>
                  </a:lnTo>
                  <a:lnTo>
                    <a:pt x="112" y="38"/>
                  </a:lnTo>
                  <a:lnTo>
                    <a:pt x="0" y="0"/>
                  </a:lnTo>
                  <a:close/>
                  <a:moveTo>
                    <a:pt x="99" y="38"/>
                  </a:moveTo>
                  <a:lnTo>
                    <a:pt x="258" y="99"/>
                  </a:lnTo>
                  <a:lnTo>
                    <a:pt x="282" y="99"/>
                  </a:lnTo>
                  <a:lnTo>
                    <a:pt x="112" y="41"/>
                  </a:lnTo>
                  <a:lnTo>
                    <a:pt x="104" y="38"/>
                  </a:lnTo>
                  <a:close/>
                  <a:moveTo>
                    <a:pt x="282" y="99"/>
                  </a:moveTo>
                  <a:lnTo>
                    <a:pt x="289" y="101"/>
                  </a:lnTo>
                  <a:lnTo>
                    <a:pt x="289" y="101"/>
                  </a:lnTo>
                  <a:lnTo>
                    <a:pt x="282" y="99"/>
                  </a:lnTo>
                  <a:close/>
                  <a:moveTo>
                    <a:pt x="289" y="101"/>
                  </a:moveTo>
                  <a:lnTo>
                    <a:pt x="525" y="185"/>
                  </a:lnTo>
                  <a:lnTo>
                    <a:pt x="413" y="145"/>
                  </a:lnTo>
                  <a:lnTo>
                    <a:pt x="325" y="114"/>
                  </a:lnTo>
                  <a:lnTo>
                    <a:pt x="289" y="10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834;p40">
              <a:extLst>
                <a:ext uri="{FF2B5EF4-FFF2-40B4-BE49-F238E27FC236}">
                  <a16:creationId xmlns:a16="http://schemas.microsoft.com/office/drawing/2014/main" id="{961027B8-3BDB-6502-2B3A-0D01D0A787AE}"/>
                </a:ext>
              </a:extLst>
            </p:cNvPr>
            <p:cNvSpPr/>
            <p:nvPr/>
          </p:nvSpPr>
          <p:spPr>
            <a:xfrm>
              <a:off x="5544700" y="3358375"/>
              <a:ext cx="19175" cy="10000"/>
            </a:xfrm>
            <a:custGeom>
              <a:avLst/>
              <a:gdLst/>
              <a:ahLst/>
              <a:cxnLst/>
              <a:rect l="l" t="t" r="r" b="b"/>
              <a:pathLst>
                <a:path w="767" h="400" extrusionOk="0">
                  <a:moveTo>
                    <a:pt x="123" y="0"/>
                  </a:moveTo>
                  <a:cubicBezTo>
                    <a:pt x="79" y="0"/>
                    <a:pt x="37" y="28"/>
                    <a:pt x="22" y="72"/>
                  </a:cubicBezTo>
                  <a:cubicBezTo>
                    <a:pt x="1" y="127"/>
                    <a:pt x="31" y="186"/>
                    <a:pt x="86" y="207"/>
                  </a:cubicBezTo>
                  <a:lnTo>
                    <a:pt x="163" y="235"/>
                  </a:lnTo>
                  <a:cubicBezTo>
                    <a:pt x="169" y="240"/>
                    <a:pt x="175" y="243"/>
                    <a:pt x="183" y="246"/>
                  </a:cubicBezTo>
                  <a:lnTo>
                    <a:pt x="342" y="305"/>
                  </a:lnTo>
                  <a:cubicBezTo>
                    <a:pt x="354" y="310"/>
                    <a:pt x="367" y="311"/>
                    <a:pt x="379" y="311"/>
                  </a:cubicBezTo>
                  <a:lnTo>
                    <a:pt x="610" y="393"/>
                  </a:lnTo>
                  <a:cubicBezTo>
                    <a:pt x="622" y="398"/>
                    <a:pt x="634" y="399"/>
                    <a:pt x="646" y="399"/>
                  </a:cubicBezTo>
                  <a:cubicBezTo>
                    <a:pt x="690" y="399"/>
                    <a:pt x="730" y="372"/>
                    <a:pt x="747" y="328"/>
                  </a:cubicBezTo>
                  <a:cubicBezTo>
                    <a:pt x="766" y="273"/>
                    <a:pt x="738" y="212"/>
                    <a:pt x="681" y="192"/>
                  </a:cubicBezTo>
                  <a:lnTo>
                    <a:pt x="439" y="104"/>
                  </a:lnTo>
                  <a:cubicBezTo>
                    <a:pt x="436" y="103"/>
                    <a:pt x="431" y="101"/>
                    <a:pt x="428" y="101"/>
                  </a:cubicBezTo>
                  <a:lnTo>
                    <a:pt x="285" y="52"/>
                  </a:lnTo>
                  <a:cubicBezTo>
                    <a:pt x="281" y="49"/>
                    <a:pt x="273" y="46"/>
                    <a:pt x="267" y="45"/>
                  </a:cubicBezTo>
                  <a:lnTo>
                    <a:pt x="157" y="6"/>
                  </a:lnTo>
                  <a:cubicBezTo>
                    <a:pt x="146" y="2"/>
                    <a:pt x="134" y="0"/>
                    <a:pt x="123"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835;p40">
              <a:extLst>
                <a:ext uri="{FF2B5EF4-FFF2-40B4-BE49-F238E27FC236}">
                  <a16:creationId xmlns:a16="http://schemas.microsoft.com/office/drawing/2014/main" id="{C5C66689-9816-7D27-DB1D-6D375873030E}"/>
                </a:ext>
              </a:extLst>
            </p:cNvPr>
            <p:cNvSpPr/>
            <p:nvPr/>
          </p:nvSpPr>
          <p:spPr>
            <a:xfrm>
              <a:off x="5568450" y="3367225"/>
              <a:ext cx="5475" cy="5350"/>
            </a:xfrm>
            <a:custGeom>
              <a:avLst/>
              <a:gdLst/>
              <a:ahLst/>
              <a:cxnLst/>
              <a:rect l="l" t="t" r="r" b="b"/>
              <a:pathLst>
                <a:path w="219" h="214" extrusionOk="0">
                  <a:moveTo>
                    <a:pt x="102" y="1"/>
                  </a:moveTo>
                  <a:cubicBezTo>
                    <a:pt x="43" y="1"/>
                    <a:pt x="1" y="48"/>
                    <a:pt x="1" y="108"/>
                  </a:cubicBezTo>
                  <a:cubicBezTo>
                    <a:pt x="1" y="166"/>
                    <a:pt x="53" y="213"/>
                    <a:pt x="113" y="213"/>
                  </a:cubicBezTo>
                  <a:cubicBezTo>
                    <a:pt x="171" y="213"/>
                    <a:pt x="218" y="166"/>
                    <a:pt x="218" y="108"/>
                  </a:cubicBezTo>
                  <a:cubicBezTo>
                    <a:pt x="218" y="48"/>
                    <a:pt x="171" y="1"/>
                    <a:pt x="11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836;p40">
              <a:extLst>
                <a:ext uri="{FF2B5EF4-FFF2-40B4-BE49-F238E27FC236}">
                  <a16:creationId xmlns:a16="http://schemas.microsoft.com/office/drawing/2014/main" id="{3A4E9666-881C-E617-48BF-799B7443AF0B}"/>
                </a:ext>
              </a:extLst>
            </p:cNvPr>
            <p:cNvSpPr/>
            <p:nvPr/>
          </p:nvSpPr>
          <p:spPr>
            <a:xfrm>
              <a:off x="5533550" y="3356100"/>
              <a:ext cx="3975" cy="1325"/>
            </a:xfrm>
            <a:custGeom>
              <a:avLst/>
              <a:gdLst/>
              <a:ahLst/>
              <a:cxnLst/>
              <a:rect l="l" t="t" r="r" b="b"/>
              <a:pathLst>
                <a:path w="159" h="53" extrusionOk="0">
                  <a:moveTo>
                    <a:pt x="158" y="52"/>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837;p40">
              <a:extLst>
                <a:ext uri="{FF2B5EF4-FFF2-40B4-BE49-F238E27FC236}">
                  <a16:creationId xmlns:a16="http://schemas.microsoft.com/office/drawing/2014/main" id="{0E2BCD1E-6BC6-2B99-F73D-F7B6486DCCE3}"/>
                </a:ext>
              </a:extLst>
            </p:cNvPr>
            <p:cNvSpPr/>
            <p:nvPr/>
          </p:nvSpPr>
          <p:spPr>
            <a:xfrm>
              <a:off x="5530900" y="3353425"/>
              <a:ext cx="9300" cy="6675"/>
            </a:xfrm>
            <a:custGeom>
              <a:avLst/>
              <a:gdLst/>
              <a:ahLst/>
              <a:cxnLst/>
              <a:rect l="l" t="t" r="r" b="b"/>
              <a:pathLst>
                <a:path w="372" h="267" extrusionOk="0">
                  <a:moveTo>
                    <a:pt x="106" y="0"/>
                  </a:moveTo>
                  <a:cubicBezTo>
                    <a:pt x="62" y="0"/>
                    <a:pt x="20" y="28"/>
                    <a:pt x="5" y="73"/>
                  </a:cubicBezTo>
                  <a:cubicBezTo>
                    <a:pt x="2" y="83"/>
                    <a:pt x="1" y="95"/>
                    <a:pt x="1" y="107"/>
                  </a:cubicBezTo>
                  <a:cubicBezTo>
                    <a:pt x="1" y="152"/>
                    <a:pt x="27" y="192"/>
                    <a:pt x="72" y="207"/>
                  </a:cubicBezTo>
                  <a:lnTo>
                    <a:pt x="230" y="261"/>
                  </a:lnTo>
                  <a:cubicBezTo>
                    <a:pt x="242" y="265"/>
                    <a:pt x="254" y="267"/>
                    <a:pt x="264" y="267"/>
                  </a:cubicBezTo>
                  <a:cubicBezTo>
                    <a:pt x="309" y="267"/>
                    <a:pt x="350" y="238"/>
                    <a:pt x="365" y="194"/>
                  </a:cubicBezTo>
                  <a:cubicBezTo>
                    <a:pt x="368" y="183"/>
                    <a:pt x="371" y="171"/>
                    <a:pt x="371" y="159"/>
                  </a:cubicBezTo>
                  <a:cubicBezTo>
                    <a:pt x="371" y="115"/>
                    <a:pt x="343" y="75"/>
                    <a:pt x="298" y="60"/>
                  </a:cubicBezTo>
                  <a:lnTo>
                    <a:pt x="140" y="6"/>
                  </a:lnTo>
                  <a:cubicBezTo>
                    <a:pt x="129" y="2"/>
                    <a:pt x="117" y="0"/>
                    <a:pt x="10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838;p40">
              <a:extLst>
                <a:ext uri="{FF2B5EF4-FFF2-40B4-BE49-F238E27FC236}">
                  <a16:creationId xmlns:a16="http://schemas.microsoft.com/office/drawing/2014/main" id="{988551F9-5356-03A7-5160-C0B01D10A5EF}"/>
                </a:ext>
              </a:extLst>
            </p:cNvPr>
            <p:cNvSpPr/>
            <p:nvPr/>
          </p:nvSpPr>
          <p:spPr>
            <a:xfrm>
              <a:off x="5562700" y="3366625"/>
              <a:ext cx="10950" cy="4050"/>
            </a:xfrm>
            <a:custGeom>
              <a:avLst/>
              <a:gdLst/>
              <a:ahLst/>
              <a:cxnLst/>
              <a:rect l="l" t="t" r="r" b="b"/>
              <a:pathLst>
                <a:path w="438" h="162" extrusionOk="0">
                  <a:moveTo>
                    <a:pt x="0" y="1"/>
                  </a:moveTo>
                  <a:lnTo>
                    <a:pt x="143" y="56"/>
                  </a:lnTo>
                  <a:lnTo>
                    <a:pt x="189" y="64"/>
                  </a:lnTo>
                  <a:lnTo>
                    <a:pt x="189" y="64"/>
                  </a:lnTo>
                  <a:lnTo>
                    <a:pt x="438" y="161"/>
                  </a:lnTo>
                  <a:lnTo>
                    <a:pt x="310" y="111"/>
                  </a:lnTo>
                  <a:lnTo>
                    <a:pt x="214" y="74"/>
                  </a:lnTo>
                  <a:lnTo>
                    <a:pt x="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839;p40">
              <a:extLst>
                <a:ext uri="{FF2B5EF4-FFF2-40B4-BE49-F238E27FC236}">
                  <a16:creationId xmlns:a16="http://schemas.microsoft.com/office/drawing/2014/main" id="{D5B418C8-ADCC-2679-9676-C208EF09C979}"/>
                </a:ext>
              </a:extLst>
            </p:cNvPr>
            <p:cNvSpPr/>
            <p:nvPr/>
          </p:nvSpPr>
          <p:spPr>
            <a:xfrm>
              <a:off x="5558975" y="3363325"/>
              <a:ext cx="17700" cy="10000"/>
            </a:xfrm>
            <a:custGeom>
              <a:avLst/>
              <a:gdLst/>
              <a:ahLst/>
              <a:cxnLst/>
              <a:rect l="l" t="t" r="r" b="b"/>
              <a:pathLst>
                <a:path w="708" h="400" extrusionOk="0">
                  <a:moveTo>
                    <a:pt x="108" y="1"/>
                  </a:moveTo>
                  <a:cubicBezTo>
                    <a:pt x="64" y="1"/>
                    <a:pt x="24" y="26"/>
                    <a:pt x="8" y="69"/>
                  </a:cubicBezTo>
                  <a:cubicBezTo>
                    <a:pt x="3" y="81"/>
                    <a:pt x="0" y="94"/>
                    <a:pt x="0" y="107"/>
                  </a:cubicBezTo>
                  <a:cubicBezTo>
                    <a:pt x="0" y="151"/>
                    <a:pt x="27" y="191"/>
                    <a:pt x="69" y="207"/>
                  </a:cubicBezTo>
                  <a:lnTo>
                    <a:pt x="76" y="210"/>
                  </a:lnTo>
                  <a:cubicBezTo>
                    <a:pt x="85" y="219"/>
                    <a:pt x="98" y="226"/>
                    <a:pt x="112" y="232"/>
                  </a:cubicBezTo>
                  <a:lnTo>
                    <a:pt x="550" y="392"/>
                  </a:lnTo>
                  <a:cubicBezTo>
                    <a:pt x="561" y="398"/>
                    <a:pt x="575" y="399"/>
                    <a:pt x="587" y="399"/>
                  </a:cubicBezTo>
                  <a:cubicBezTo>
                    <a:pt x="630" y="399"/>
                    <a:pt x="670" y="374"/>
                    <a:pt x="687" y="331"/>
                  </a:cubicBezTo>
                  <a:cubicBezTo>
                    <a:pt x="707" y="276"/>
                    <a:pt x="681" y="215"/>
                    <a:pt x="626" y="194"/>
                  </a:cubicBezTo>
                  <a:lnTo>
                    <a:pt x="146" y="8"/>
                  </a:lnTo>
                  <a:cubicBezTo>
                    <a:pt x="133" y="3"/>
                    <a:pt x="120" y="1"/>
                    <a:pt x="10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840;p40">
              <a:extLst>
                <a:ext uri="{FF2B5EF4-FFF2-40B4-BE49-F238E27FC236}">
                  <a16:creationId xmlns:a16="http://schemas.microsoft.com/office/drawing/2014/main" id="{FD300497-09D5-6D17-38F8-1AC3BD45653F}"/>
                </a:ext>
              </a:extLst>
            </p:cNvPr>
            <p:cNvSpPr/>
            <p:nvPr/>
          </p:nvSpPr>
          <p:spPr>
            <a:xfrm>
              <a:off x="5537500" y="3357350"/>
              <a:ext cx="9725" cy="3450"/>
            </a:xfrm>
            <a:custGeom>
              <a:avLst/>
              <a:gdLst/>
              <a:ahLst/>
              <a:cxnLst/>
              <a:rect l="l" t="t" r="r" b="b"/>
              <a:pathLst>
                <a:path w="389" h="138" extrusionOk="0">
                  <a:moveTo>
                    <a:pt x="0" y="1"/>
                  </a:moveTo>
                  <a:lnTo>
                    <a:pt x="139" y="52"/>
                  </a:lnTo>
                  <a:lnTo>
                    <a:pt x="389" y="138"/>
                  </a:lnTo>
                  <a:lnTo>
                    <a:pt x="295" y="105"/>
                  </a:lnTo>
                  <a:lnTo>
                    <a:pt x="213" y="7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841;p40">
              <a:extLst>
                <a:ext uri="{FF2B5EF4-FFF2-40B4-BE49-F238E27FC236}">
                  <a16:creationId xmlns:a16="http://schemas.microsoft.com/office/drawing/2014/main" id="{107C6EEE-137B-E385-D8D1-249B9EF0C108}"/>
                </a:ext>
              </a:extLst>
            </p:cNvPr>
            <p:cNvSpPr/>
            <p:nvPr/>
          </p:nvSpPr>
          <p:spPr>
            <a:xfrm>
              <a:off x="5534475" y="3354675"/>
              <a:ext cx="15725" cy="8775"/>
            </a:xfrm>
            <a:custGeom>
              <a:avLst/>
              <a:gdLst/>
              <a:ahLst/>
              <a:cxnLst/>
              <a:rect l="l" t="t" r="r" b="b"/>
              <a:pathLst>
                <a:path w="629" h="351" extrusionOk="0">
                  <a:moveTo>
                    <a:pt x="122" y="1"/>
                  </a:moveTo>
                  <a:cubicBezTo>
                    <a:pt x="77" y="1"/>
                    <a:pt x="37" y="29"/>
                    <a:pt x="21" y="72"/>
                  </a:cubicBezTo>
                  <a:cubicBezTo>
                    <a:pt x="0" y="127"/>
                    <a:pt x="29" y="188"/>
                    <a:pt x="84" y="208"/>
                  </a:cubicBezTo>
                  <a:lnTo>
                    <a:pt x="222" y="260"/>
                  </a:lnTo>
                  <a:lnTo>
                    <a:pt x="225" y="260"/>
                  </a:lnTo>
                  <a:lnTo>
                    <a:pt x="475" y="345"/>
                  </a:lnTo>
                  <a:cubicBezTo>
                    <a:pt x="487" y="349"/>
                    <a:pt x="498" y="351"/>
                    <a:pt x="510" y="351"/>
                  </a:cubicBezTo>
                  <a:cubicBezTo>
                    <a:pt x="554" y="351"/>
                    <a:pt x="595" y="324"/>
                    <a:pt x="611" y="279"/>
                  </a:cubicBezTo>
                  <a:cubicBezTo>
                    <a:pt x="629" y="223"/>
                    <a:pt x="599" y="163"/>
                    <a:pt x="544" y="144"/>
                  </a:cubicBezTo>
                  <a:lnTo>
                    <a:pt x="157" y="7"/>
                  </a:lnTo>
                  <a:cubicBezTo>
                    <a:pt x="145" y="3"/>
                    <a:pt x="133" y="1"/>
                    <a:pt x="12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842;p40">
              <a:extLst>
                <a:ext uri="{FF2B5EF4-FFF2-40B4-BE49-F238E27FC236}">
                  <a16:creationId xmlns:a16="http://schemas.microsoft.com/office/drawing/2014/main" id="{716175BD-4A08-57DD-7B2B-71AEB1889F83}"/>
                </a:ext>
              </a:extLst>
            </p:cNvPr>
            <p:cNvSpPr/>
            <p:nvPr/>
          </p:nvSpPr>
          <p:spPr>
            <a:xfrm>
              <a:off x="4971100" y="4267275"/>
              <a:ext cx="161750" cy="148075"/>
            </a:xfrm>
            <a:custGeom>
              <a:avLst/>
              <a:gdLst/>
              <a:ahLst/>
              <a:cxnLst/>
              <a:rect l="l" t="t" r="r" b="b"/>
              <a:pathLst>
                <a:path w="6470" h="5923" extrusionOk="0">
                  <a:moveTo>
                    <a:pt x="934" y="1"/>
                  </a:moveTo>
                  <a:cubicBezTo>
                    <a:pt x="419" y="1"/>
                    <a:pt x="51" y="111"/>
                    <a:pt x="51" y="111"/>
                  </a:cubicBezTo>
                  <a:lnTo>
                    <a:pt x="20" y="111"/>
                  </a:lnTo>
                  <a:cubicBezTo>
                    <a:pt x="0" y="314"/>
                    <a:pt x="35" y="518"/>
                    <a:pt x="118" y="704"/>
                  </a:cubicBezTo>
                  <a:cubicBezTo>
                    <a:pt x="481" y="1673"/>
                    <a:pt x="2060" y="5923"/>
                    <a:pt x="2060" y="5923"/>
                  </a:cubicBezTo>
                  <a:cubicBezTo>
                    <a:pt x="2060" y="5923"/>
                    <a:pt x="5472" y="4926"/>
                    <a:pt x="5971" y="3941"/>
                  </a:cubicBezTo>
                  <a:cubicBezTo>
                    <a:pt x="6470" y="2955"/>
                    <a:pt x="3505" y="970"/>
                    <a:pt x="2396" y="358"/>
                  </a:cubicBezTo>
                  <a:lnTo>
                    <a:pt x="2398" y="358"/>
                  </a:lnTo>
                  <a:cubicBezTo>
                    <a:pt x="1893" y="77"/>
                    <a:pt x="1363" y="1"/>
                    <a:pt x="93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843;p40">
              <a:extLst>
                <a:ext uri="{FF2B5EF4-FFF2-40B4-BE49-F238E27FC236}">
                  <a16:creationId xmlns:a16="http://schemas.microsoft.com/office/drawing/2014/main" id="{2C9A9AF8-F672-A615-4E3E-ED718433ED26}"/>
                </a:ext>
              </a:extLst>
            </p:cNvPr>
            <p:cNvSpPr/>
            <p:nvPr/>
          </p:nvSpPr>
          <p:spPr>
            <a:xfrm>
              <a:off x="4968425" y="4264550"/>
              <a:ext cx="170700" cy="153450"/>
            </a:xfrm>
            <a:custGeom>
              <a:avLst/>
              <a:gdLst/>
              <a:ahLst/>
              <a:cxnLst/>
              <a:rect l="l" t="t" r="r" b="b"/>
              <a:pathLst>
                <a:path w="6828" h="6138" extrusionOk="0">
                  <a:moveTo>
                    <a:pt x="1041" y="217"/>
                  </a:moveTo>
                  <a:cubicBezTo>
                    <a:pt x="1456" y="217"/>
                    <a:pt x="1968" y="290"/>
                    <a:pt x="2453" y="560"/>
                  </a:cubicBezTo>
                  <a:cubicBezTo>
                    <a:pt x="3845" y="1329"/>
                    <a:pt x="6395" y="3188"/>
                    <a:pt x="5983" y="4002"/>
                  </a:cubicBezTo>
                  <a:cubicBezTo>
                    <a:pt x="5555" y="4845"/>
                    <a:pt x="2783" y="5731"/>
                    <a:pt x="2232" y="5900"/>
                  </a:cubicBezTo>
                  <a:cubicBezTo>
                    <a:pt x="1998" y="5271"/>
                    <a:pt x="657" y="1660"/>
                    <a:pt x="322" y="770"/>
                  </a:cubicBezTo>
                  <a:cubicBezTo>
                    <a:pt x="258" y="625"/>
                    <a:pt x="225" y="469"/>
                    <a:pt x="228" y="311"/>
                  </a:cubicBezTo>
                  <a:cubicBezTo>
                    <a:pt x="334" y="285"/>
                    <a:pt x="642" y="217"/>
                    <a:pt x="1041" y="217"/>
                  </a:cubicBezTo>
                  <a:close/>
                  <a:moveTo>
                    <a:pt x="1043" y="1"/>
                  </a:moveTo>
                  <a:cubicBezTo>
                    <a:pt x="574" y="1"/>
                    <a:pt x="224" y="91"/>
                    <a:pt x="143" y="113"/>
                  </a:cubicBezTo>
                  <a:lnTo>
                    <a:pt x="127" y="113"/>
                  </a:lnTo>
                  <a:cubicBezTo>
                    <a:pt x="72" y="113"/>
                    <a:pt x="26" y="155"/>
                    <a:pt x="20" y="210"/>
                  </a:cubicBezTo>
                  <a:cubicBezTo>
                    <a:pt x="0" y="430"/>
                    <a:pt x="37" y="653"/>
                    <a:pt x="125" y="850"/>
                  </a:cubicBezTo>
                  <a:cubicBezTo>
                    <a:pt x="490" y="1821"/>
                    <a:pt x="2067" y="6067"/>
                    <a:pt x="2067" y="6067"/>
                  </a:cubicBezTo>
                  <a:cubicBezTo>
                    <a:pt x="2083" y="6110"/>
                    <a:pt x="2123" y="6137"/>
                    <a:pt x="2167" y="6137"/>
                  </a:cubicBezTo>
                  <a:cubicBezTo>
                    <a:pt x="2177" y="6137"/>
                    <a:pt x="2188" y="6136"/>
                    <a:pt x="2198" y="6133"/>
                  </a:cubicBezTo>
                  <a:cubicBezTo>
                    <a:pt x="2338" y="6093"/>
                    <a:pt x="5660" y="5113"/>
                    <a:pt x="6173" y="4097"/>
                  </a:cubicBezTo>
                  <a:cubicBezTo>
                    <a:pt x="6827" y="2809"/>
                    <a:pt x="2621" y="409"/>
                    <a:pt x="2557" y="374"/>
                  </a:cubicBezTo>
                  <a:cubicBezTo>
                    <a:pt x="2032" y="81"/>
                    <a:pt x="1485" y="1"/>
                    <a:pt x="104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844;p40">
              <a:extLst>
                <a:ext uri="{FF2B5EF4-FFF2-40B4-BE49-F238E27FC236}">
                  <a16:creationId xmlns:a16="http://schemas.microsoft.com/office/drawing/2014/main" id="{ACFAD8C3-19E5-1929-0B0C-A06379374272}"/>
                </a:ext>
              </a:extLst>
            </p:cNvPr>
            <p:cNvSpPr/>
            <p:nvPr/>
          </p:nvSpPr>
          <p:spPr>
            <a:xfrm>
              <a:off x="4995300" y="4478750"/>
              <a:ext cx="171175" cy="62525"/>
            </a:xfrm>
            <a:custGeom>
              <a:avLst/>
              <a:gdLst/>
              <a:ahLst/>
              <a:cxnLst/>
              <a:rect l="l" t="t" r="r" b="b"/>
              <a:pathLst>
                <a:path w="6847" h="2501" extrusionOk="0">
                  <a:moveTo>
                    <a:pt x="1399" y="0"/>
                  </a:moveTo>
                  <a:cubicBezTo>
                    <a:pt x="534" y="0"/>
                    <a:pt x="0" y="242"/>
                    <a:pt x="0" y="242"/>
                  </a:cubicBezTo>
                  <a:cubicBezTo>
                    <a:pt x="176" y="2054"/>
                    <a:pt x="1089" y="2501"/>
                    <a:pt x="1089" y="2501"/>
                  </a:cubicBezTo>
                  <a:lnTo>
                    <a:pt x="6846" y="2501"/>
                  </a:lnTo>
                  <a:cubicBezTo>
                    <a:pt x="5870" y="1707"/>
                    <a:pt x="4795" y="1044"/>
                    <a:pt x="3647" y="528"/>
                  </a:cubicBezTo>
                  <a:cubicBezTo>
                    <a:pt x="2781" y="120"/>
                    <a:pt x="2008" y="0"/>
                    <a:pt x="139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845;p40">
              <a:extLst>
                <a:ext uri="{FF2B5EF4-FFF2-40B4-BE49-F238E27FC236}">
                  <a16:creationId xmlns:a16="http://schemas.microsoft.com/office/drawing/2014/main" id="{25151762-0F23-B77B-8858-8C206DABC2DA}"/>
                </a:ext>
              </a:extLst>
            </p:cNvPr>
            <p:cNvSpPr/>
            <p:nvPr/>
          </p:nvSpPr>
          <p:spPr>
            <a:xfrm>
              <a:off x="4992550" y="4476000"/>
              <a:ext cx="176800" cy="67925"/>
            </a:xfrm>
            <a:custGeom>
              <a:avLst/>
              <a:gdLst/>
              <a:ahLst/>
              <a:cxnLst/>
              <a:rect l="l" t="t" r="r" b="b"/>
              <a:pathLst>
                <a:path w="7072" h="2717" extrusionOk="0">
                  <a:moveTo>
                    <a:pt x="1511" y="219"/>
                  </a:moveTo>
                  <a:cubicBezTo>
                    <a:pt x="2108" y="219"/>
                    <a:pt x="2867" y="336"/>
                    <a:pt x="3713" y="735"/>
                  </a:cubicBezTo>
                  <a:cubicBezTo>
                    <a:pt x="4759" y="1207"/>
                    <a:pt x="5746" y="1801"/>
                    <a:pt x="6650" y="2503"/>
                  </a:cubicBezTo>
                  <a:lnTo>
                    <a:pt x="1225" y="2503"/>
                  </a:lnTo>
                  <a:cubicBezTo>
                    <a:pt x="1099" y="2427"/>
                    <a:pt x="393" y="1935"/>
                    <a:pt x="225" y="422"/>
                  </a:cubicBezTo>
                  <a:cubicBezTo>
                    <a:pt x="393" y="360"/>
                    <a:pt x="855" y="219"/>
                    <a:pt x="1511" y="219"/>
                  </a:cubicBezTo>
                  <a:close/>
                  <a:moveTo>
                    <a:pt x="1507" y="1"/>
                  </a:moveTo>
                  <a:cubicBezTo>
                    <a:pt x="645" y="1"/>
                    <a:pt x="104" y="238"/>
                    <a:pt x="66" y="255"/>
                  </a:cubicBezTo>
                  <a:cubicBezTo>
                    <a:pt x="25" y="273"/>
                    <a:pt x="0" y="316"/>
                    <a:pt x="5" y="362"/>
                  </a:cubicBezTo>
                  <a:cubicBezTo>
                    <a:pt x="183" y="2213"/>
                    <a:pt x="1112" y="2687"/>
                    <a:pt x="1151" y="2706"/>
                  </a:cubicBezTo>
                  <a:cubicBezTo>
                    <a:pt x="1166" y="2713"/>
                    <a:pt x="1182" y="2716"/>
                    <a:pt x="1199" y="2716"/>
                  </a:cubicBezTo>
                  <a:lnTo>
                    <a:pt x="6956" y="2716"/>
                  </a:lnTo>
                  <a:cubicBezTo>
                    <a:pt x="7001" y="2716"/>
                    <a:pt x="7041" y="2688"/>
                    <a:pt x="7056" y="2645"/>
                  </a:cubicBezTo>
                  <a:cubicBezTo>
                    <a:pt x="7071" y="2603"/>
                    <a:pt x="7058" y="2555"/>
                    <a:pt x="7023" y="2527"/>
                  </a:cubicBezTo>
                  <a:cubicBezTo>
                    <a:pt x="6039" y="1729"/>
                    <a:pt x="4955" y="1061"/>
                    <a:pt x="3803" y="541"/>
                  </a:cubicBezTo>
                  <a:cubicBezTo>
                    <a:pt x="2916" y="124"/>
                    <a:pt x="2128" y="1"/>
                    <a:pt x="15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846;p40">
              <a:extLst>
                <a:ext uri="{FF2B5EF4-FFF2-40B4-BE49-F238E27FC236}">
                  <a16:creationId xmlns:a16="http://schemas.microsoft.com/office/drawing/2014/main" id="{06393076-3042-4DAC-B269-630DE3E76406}"/>
                </a:ext>
              </a:extLst>
            </p:cNvPr>
            <p:cNvSpPr/>
            <p:nvPr/>
          </p:nvSpPr>
          <p:spPr>
            <a:xfrm>
              <a:off x="5000125" y="4541250"/>
              <a:ext cx="166525" cy="107375"/>
            </a:xfrm>
            <a:custGeom>
              <a:avLst/>
              <a:gdLst/>
              <a:ahLst/>
              <a:cxnLst/>
              <a:rect l="l" t="t" r="r" b="b"/>
              <a:pathLst>
                <a:path w="6661" h="4295" extrusionOk="0">
                  <a:moveTo>
                    <a:pt x="899" y="1"/>
                  </a:moveTo>
                  <a:cubicBezTo>
                    <a:pt x="899" y="1"/>
                    <a:pt x="1" y="371"/>
                    <a:pt x="370" y="1851"/>
                  </a:cubicBezTo>
                  <a:cubicBezTo>
                    <a:pt x="739" y="3331"/>
                    <a:pt x="2234" y="4295"/>
                    <a:pt x="2234" y="4295"/>
                  </a:cubicBezTo>
                  <a:cubicBezTo>
                    <a:pt x="2234" y="4295"/>
                    <a:pt x="6286" y="3948"/>
                    <a:pt x="66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847;p40">
              <a:extLst>
                <a:ext uri="{FF2B5EF4-FFF2-40B4-BE49-F238E27FC236}">
                  <a16:creationId xmlns:a16="http://schemas.microsoft.com/office/drawing/2014/main" id="{077447C2-906F-59F2-77B2-3E9750573EC4}"/>
                </a:ext>
              </a:extLst>
            </p:cNvPr>
            <p:cNvSpPr/>
            <p:nvPr/>
          </p:nvSpPr>
          <p:spPr>
            <a:xfrm>
              <a:off x="4997125" y="4538575"/>
              <a:ext cx="172275" cy="112725"/>
            </a:xfrm>
            <a:custGeom>
              <a:avLst/>
              <a:gdLst/>
              <a:ahLst/>
              <a:cxnLst/>
              <a:rect l="l" t="t" r="r" b="b"/>
              <a:pathLst>
                <a:path w="6891" h="4509" extrusionOk="0">
                  <a:moveTo>
                    <a:pt x="6663" y="213"/>
                  </a:moveTo>
                  <a:cubicBezTo>
                    <a:pt x="6252" y="3764"/>
                    <a:pt x="2804" y="4247"/>
                    <a:pt x="2383" y="4291"/>
                  </a:cubicBezTo>
                  <a:cubicBezTo>
                    <a:pt x="2171" y="4147"/>
                    <a:pt x="920" y="3240"/>
                    <a:pt x="594" y="1933"/>
                  </a:cubicBezTo>
                  <a:cubicBezTo>
                    <a:pt x="277" y="664"/>
                    <a:pt x="923" y="274"/>
                    <a:pt x="1042" y="213"/>
                  </a:cubicBezTo>
                  <a:close/>
                  <a:moveTo>
                    <a:pt x="1019" y="0"/>
                  </a:moveTo>
                  <a:cubicBezTo>
                    <a:pt x="1005" y="0"/>
                    <a:pt x="992" y="3"/>
                    <a:pt x="978" y="9"/>
                  </a:cubicBezTo>
                  <a:cubicBezTo>
                    <a:pt x="968" y="12"/>
                    <a:pt x="0" y="432"/>
                    <a:pt x="387" y="1984"/>
                  </a:cubicBezTo>
                  <a:cubicBezTo>
                    <a:pt x="761" y="3487"/>
                    <a:pt x="2234" y="4451"/>
                    <a:pt x="2296" y="4491"/>
                  </a:cubicBezTo>
                  <a:cubicBezTo>
                    <a:pt x="2314" y="4503"/>
                    <a:pt x="2333" y="4509"/>
                    <a:pt x="2354" y="4509"/>
                  </a:cubicBezTo>
                  <a:lnTo>
                    <a:pt x="2363" y="4509"/>
                  </a:lnTo>
                  <a:cubicBezTo>
                    <a:pt x="2405" y="4504"/>
                    <a:pt x="6508" y="4107"/>
                    <a:pt x="6888" y="117"/>
                  </a:cubicBezTo>
                  <a:cubicBezTo>
                    <a:pt x="6891" y="87"/>
                    <a:pt x="6881" y="57"/>
                    <a:pt x="6860" y="36"/>
                  </a:cubicBezTo>
                  <a:cubicBezTo>
                    <a:pt x="6840" y="14"/>
                    <a:pt x="6812" y="0"/>
                    <a:pt x="678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848;p40">
              <a:extLst>
                <a:ext uri="{FF2B5EF4-FFF2-40B4-BE49-F238E27FC236}">
                  <a16:creationId xmlns:a16="http://schemas.microsoft.com/office/drawing/2014/main" id="{4AAFE0F7-22DA-D055-4A81-473067F182E2}"/>
                </a:ext>
              </a:extLst>
            </p:cNvPr>
            <p:cNvSpPr/>
            <p:nvPr/>
          </p:nvSpPr>
          <p:spPr>
            <a:xfrm>
              <a:off x="5724950" y="3496975"/>
              <a:ext cx="33700" cy="8300"/>
            </a:xfrm>
            <a:custGeom>
              <a:avLst/>
              <a:gdLst/>
              <a:ahLst/>
              <a:cxnLst/>
              <a:rect l="l" t="t" r="r" b="b"/>
              <a:pathLst>
                <a:path w="1348" h="332" extrusionOk="0">
                  <a:moveTo>
                    <a:pt x="0" y="1"/>
                  </a:moveTo>
                  <a:lnTo>
                    <a:pt x="1348" y="331"/>
                  </a:lnTo>
                  <a:cubicBezTo>
                    <a:pt x="1178" y="214"/>
                    <a:pt x="694" y="81"/>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849;p40">
              <a:extLst>
                <a:ext uri="{FF2B5EF4-FFF2-40B4-BE49-F238E27FC236}">
                  <a16:creationId xmlns:a16="http://schemas.microsoft.com/office/drawing/2014/main" id="{C832392B-8234-7B30-14F2-8A8B73C02E8C}"/>
                </a:ext>
              </a:extLst>
            </p:cNvPr>
            <p:cNvSpPr/>
            <p:nvPr/>
          </p:nvSpPr>
          <p:spPr>
            <a:xfrm>
              <a:off x="5724650" y="3494350"/>
              <a:ext cx="35525" cy="13125"/>
            </a:xfrm>
            <a:custGeom>
              <a:avLst/>
              <a:gdLst/>
              <a:ahLst/>
              <a:cxnLst/>
              <a:rect l="l" t="t" r="r" b="b"/>
              <a:pathLst>
                <a:path w="1421" h="525" extrusionOk="0">
                  <a:moveTo>
                    <a:pt x="24" y="0"/>
                  </a:moveTo>
                  <a:lnTo>
                    <a:pt x="0" y="212"/>
                  </a:lnTo>
                  <a:cubicBezTo>
                    <a:pt x="752" y="300"/>
                    <a:pt x="1171" y="435"/>
                    <a:pt x="1300" y="524"/>
                  </a:cubicBezTo>
                  <a:lnTo>
                    <a:pt x="1421" y="349"/>
                  </a:lnTo>
                  <a:cubicBezTo>
                    <a:pt x="1217" y="209"/>
                    <a:pt x="696" y="79"/>
                    <a:pt x="2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850;p40">
              <a:extLst>
                <a:ext uri="{FF2B5EF4-FFF2-40B4-BE49-F238E27FC236}">
                  <a16:creationId xmlns:a16="http://schemas.microsoft.com/office/drawing/2014/main" id="{C55E4297-B14B-E1E3-3155-290E56DD55F1}"/>
                </a:ext>
              </a:extLst>
            </p:cNvPr>
            <p:cNvSpPr/>
            <p:nvPr/>
          </p:nvSpPr>
          <p:spPr>
            <a:xfrm>
              <a:off x="5336850" y="3492075"/>
              <a:ext cx="365525" cy="420525"/>
            </a:xfrm>
            <a:custGeom>
              <a:avLst/>
              <a:gdLst/>
              <a:ahLst/>
              <a:cxnLst/>
              <a:rect l="l" t="t" r="r" b="b"/>
              <a:pathLst>
                <a:path w="14621" h="16821" extrusionOk="0">
                  <a:moveTo>
                    <a:pt x="13860" y="1"/>
                  </a:moveTo>
                  <a:cubicBezTo>
                    <a:pt x="10178" y="1"/>
                    <a:pt x="5660" y="1210"/>
                    <a:pt x="3209" y="4661"/>
                  </a:cubicBezTo>
                  <a:cubicBezTo>
                    <a:pt x="376" y="8651"/>
                    <a:pt x="1" y="13993"/>
                    <a:pt x="29" y="16821"/>
                  </a:cubicBezTo>
                  <a:lnTo>
                    <a:pt x="242" y="16819"/>
                  </a:lnTo>
                  <a:cubicBezTo>
                    <a:pt x="214" y="14016"/>
                    <a:pt x="584" y="8726"/>
                    <a:pt x="3384" y="4784"/>
                  </a:cubicBezTo>
                  <a:cubicBezTo>
                    <a:pt x="6328" y="636"/>
                    <a:pt x="11869" y="218"/>
                    <a:pt x="13983" y="218"/>
                  </a:cubicBezTo>
                  <a:cubicBezTo>
                    <a:pt x="14251" y="218"/>
                    <a:pt x="14465" y="224"/>
                    <a:pt x="14610" y="231"/>
                  </a:cubicBezTo>
                  <a:lnTo>
                    <a:pt x="14621" y="18"/>
                  </a:lnTo>
                  <a:cubicBezTo>
                    <a:pt x="14372" y="7"/>
                    <a:pt x="14118" y="1"/>
                    <a:pt x="1386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851;p40">
              <a:extLst>
                <a:ext uri="{FF2B5EF4-FFF2-40B4-BE49-F238E27FC236}">
                  <a16:creationId xmlns:a16="http://schemas.microsoft.com/office/drawing/2014/main" id="{FFEE07B5-0B48-126B-97FB-B0150E0E74BF}"/>
                </a:ext>
              </a:extLst>
            </p:cNvPr>
            <p:cNvSpPr/>
            <p:nvPr/>
          </p:nvSpPr>
          <p:spPr>
            <a:xfrm>
              <a:off x="5464725" y="4053000"/>
              <a:ext cx="149025" cy="5350"/>
            </a:xfrm>
            <a:custGeom>
              <a:avLst/>
              <a:gdLst/>
              <a:ahLst/>
              <a:cxnLst/>
              <a:rect l="l" t="t" r="r" b="b"/>
              <a:pathLst>
                <a:path w="5961" h="214" extrusionOk="0">
                  <a:moveTo>
                    <a:pt x="0" y="0"/>
                  </a:moveTo>
                  <a:lnTo>
                    <a:pt x="0" y="213"/>
                  </a:lnTo>
                  <a:lnTo>
                    <a:pt x="5960" y="213"/>
                  </a:lnTo>
                  <a:lnTo>
                    <a:pt x="596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852;p40">
              <a:extLst>
                <a:ext uri="{FF2B5EF4-FFF2-40B4-BE49-F238E27FC236}">
                  <a16:creationId xmlns:a16="http://schemas.microsoft.com/office/drawing/2014/main" id="{DA1211FD-E671-3008-3569-D23C4207E8CE}"/>
                </a:ext>
              </a:extLst>
            </p:cNvPr>
            <p:cNvSpPr/>
            <p:nvPr/>
          </p:nvSpPr>
          <p:spPr>
            <a:xfrm>
              <a:off x="5706025" y="4032525"/>
              <a:ext cx="196275" cy="159975"/>
            </a:xfrm>
            <a:custGeom>
              <a:avLst/>
              <a:gdLst/>
              <a:ahLst/>
              <a:cxnLst/>
              <a:rect l="l" t="t" r="r" b="b"/>
              <a:pathLst>
                <a:path w="7851" h="6399" extrusionOk="0">
                  <a:moveTo>
                    <a:pt x="2216" y="0"/>
                  </a:moveTo>
                  <a:cubicBezTo>
                    <a:pt x="991" y="0"/>
                    <a:pt x="1" y="1436"/>
                    <a:pt x="1" y="3199"/>
                  </a:cubicBezTo>
                  <a:cubicBezTo>
                    <a:pt x="1" y="4963"/>
                    <a:pt x="993" y="6398"/>
                    <a:pt x="2216" y="6398"/>
                  </a:cubicBezTo>
                  <a:lnTo>
                    <a:pt x="7851" y="6398"/>
                  </a:lnTo>
                  <a:lnTo>
                    <a:pt x="7851"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853;p40">
              <a:extLst>
                <a:ext uri="{FF2B5EF4-FFF2-40B4-BE49-F238E27FC236}">
                  <a16:creationId xmlns:a16="http://schemas.microsoft.com/office/drawing/2014/main" id="{8839A6E1-3C78-AB68-156E-B1A35553A4D9}"/>
                </a:ext>
              </a:extLst>
            </p:cNvPr>
            <p:cNvSpPr/>
            <p:nvPr/>
          </p:nvSpPr>
          <p:spPr>
            <a:xfrm>
              <a:off x="5703350" y="4029850"/>
              <a:ext cx="201600" cy="165275"/>
            </a:xfrm>
            <a:custGeom>
              <a:avLst/>
              <a:gdLst/>
              <a:ahLst/>
              <a:cxnLst/>
              <a:rect l="l" t="t" r="r" b="b"/>
              <a:pathLst>
                <a:path w="8064" h="6611" extrusionOk="0">
                  <a:moveTo>
                    <a:pt x="7850" y="214"/>
                  </a:moveTo>
                  <a:lnTo>
                    <a:pt x="7850" y="6398"/>
                  </a:lnTo>
                  <a:lnTo>
                    <a:pt x="2323" y="6398"/>
                  </a:lnTo>
                  <a:cubicBezTo>
                    <a:pt x="1161" y="6398"/>
                    <a:pt x="214" y="5010"/>
                    <a:pt x="214" y="3306"/>
                  </a:cubicBezTo>
                  <a:cubicBezTo>
                    <a:pt x="214" y="1601"/>
                    <a:pt x="1161" y="214"/>
                    <a:pt x="2323" y="214"/>
                  </a:cubicBezTo>
                  <a:close/>
                  <a:moveTo>
                    <a:pt x="2323" y="0"/>
                  </a:moveTo>
                  <a:cubicBezTo>
                    <a:pt x="1043" y="0"/>
                    <a:pt x="1" y="1483"/>
                    <a:pt x="1" y="3306"/>
                  </a:cubicBezTo>
                  <a:cubicBezTo>
                    <a:pt x="1" y="5129"/>
                    <a:pt x="1043" y="6611"/>
                    <a:pt x="2323" y="6611"/>
                  </a:cubicBezTo>
                  <a:lnTo>
                    <a:pt x="7958" y="6611"/>
                  </a:lnTo>
                  <a:cubicBezTo>
                    <a:pt x="8016" y="6611"/>
                    <a:pt x="8063" y="6563"/>
                    <a:pt x="8063" y="6505"/>
                  </a:cubicBezTo>
                  <a:lnTo>
                    <a:pt x="8063" y="107"/>
                  </a:lnTo>
                  <a:cubicBezTo>
                    <a:pt x="8063" y="48"/>
                    <a:pt x="8016" y="0"/>
                    <a:pt x="795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854;p40">
              <a:extLst>
                <a:ext uri="{FF2B5EF4-FFF2-40B4-BE49-F238E27FC236}">
                  <a16:creationId xmlns:a16="http://schemas.microsoft.com/office/drawing/2014/main" id="{07073437-BECA-DE4D-86AD-28C99CDC427E}"/>
                </a:ext>
              </a:extLst>
            </p:cNvPr>
            <p:cNvSpPr/>
            <p:nvPr/>
          </p:nvSpPr>
          <p:spPr>
            <a:xfrm>
              <a:off x="5847025" y="4032450"/>
              <a:ext cx="110925" cy="160425"/>
            </a:xfrm>
            <a:custGeom>
              <a:avLst/>
              <a:gdLst/>
              <a:ahLst/>
              <a:cxnLst/>
              <a:rect l="l" t="t" r="r" b="b"/>
              <a:pathLst>
                <a:path w="4437" h="6417" extrusionOk="0">
                  <a:moveTo>
                    <a:pt x="2218" y="0"/>
                  </a:moveTo>
                  <a:cubicBezTo>
                    <a:pt x="994" y="0"/>
                    <a:pt x="1" y="1437"/>
                    <a:pt x="1" y="3209"/>
                  </a:cubicBezTo>
                  <a:cubicBezTo>
                    <a:pt x="1" y="4979"/>
                    <a:pt x="994" y="6416"/>
                    <a:pt x="2218" y="6416"/>
                  </a:cubicBezTo>
                  <a:cubicBezTo>
                    <a:pt x="3443" y="6416"/>
                    <a:pt x="4437" y="4979"/>
                    <a:pt x="4437" y="3209"/>
                  </a:cubicBezTo>
                  <a:cubicBezTo>
                    <a:pt x="4437" y="1437"/>
                    <a:pt x="3443" y="0"/>
                    <a:pt x="221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855;p40">
              <a:extLst>
                <a:ext uri="{FF2B5EF4-FFF2-40B4-BE49-F238E27FC236}">
                  <a16:creationId xmlns:a16="http://schemas.microsoft.com/office/drawing/2014/main" id="{E527111B-8898-E163-A709-0EBE1698A4D5}"/>
                </a:ext>
              </a:extLst>
            </p:cNvPr>
            <p:cNvSpPr/>
            <p:nvPr/>
          </p:nvSpPr>
          <p:spPr>
            <a:xfrm>
              <a:off x="5844350" y="4029800"/>
              <a:ext cx="116275" cy="165700"/>
            </a:xfrm>
            <a:custGeom>
              <a:avLst/>
              <a:gdLst/>
              <a:ahLst/>
              <a:cxnLst/>
              <a:rect l="l" t="t" r="r" b="b"/>
              <a:pathLst>
                <a:path w="4651" h="6628" extrusionOk="0">
                  <a:moveTo>
                    <a:pt x="2325" y="214"/>
                  </a:moveTo>
                  <a:cubicBezTo>
                    <a:pt x="3489" y="214"/>
                    <a:pt x="4436" y="1604"/>
                    <a:pt x="4436" y="3315"/>
                  </a:cubicBezTo>
                  <a:cubicBezTo>
                    <a:pt x="4436" y="5024"/>
                    <a:pt x="3489" y="6415"/>
                    <a:pt x="2325" y="6415"/>
                  </a:cubicBezTo>
                  <a:cubicBezTo>
                    <a:pt x="1161" y="6415"/>
                    <a:pt x="214" y="5024"/>
                    <a:pt x="214" y="3315"/>
                  </a:cubicBezTo>
                  <a:cubicBezTo>
                    <a:pt x="214" y="1604"/>
                    <a:pt x="1162" y="214"/>
                    <a:pt x="2325" y="214"/>
                  </a:cubicBezTo>
                  <a:close/>
                  <a:moveTo>
                    <a:pt x="2325" y="1"/>
                  </a:moveTo>
                  <a:cubicBezTo>
                    <a:pt x="1045" y="1"/>
                    <a:pt x="1" y="1487"/>
                    <a:pt x="1" y="3315"/>
                  </a:cubicBezTo>
                  <a:cubicBezTo>
                    <a:pt x="1" y="5142"/>
                    <a:pt x="1043" y="6628"/>
                    <a:pt x="2325" y="6628"/>
                  </a:cubicBezTo>
                  <a:cubicBezTo>
                    <a:pt x="3607" y="6628"/>
                    <a:pt x="4651" y="5142"/>
                    <a:pt x="4651" y="3315"/>
                  </a:cubicBezTo>
                  <a:cubicBezTo>
                    <a:pt x="4651" y="1487"/>
                    <a:pt x="3607" y="1"/>
                    <a:pt x="232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856;p40">
              <a:extLst>
                <a:ext uri="{FF2B5EF4-FFF2-40B4-BE49-F238E27FC236}">
                  <a16:creationId xmlns:a16="http://schemas.microsoft.com/office/drawing/2014/main" id="{FF35007E-838B-A2CA-CB3C-7D41929A6D0B}"/>
                </a:ext>
              </a:extLst>
            </p:cNvPr>
            <p:cNvSpPr/>
            <p:nvPr/>
          </p:nvSpPr>
          <p:spPr>
            <a:xfrm>
              <a:off x="5831250" y="3947900"/>
              <a:ext cx="256100" cy="329575"/>
            </a:xfrm>
            <a:custGeom>
              <a:avLst/>
              <a:gdLst/>
              <a:ahLst/>
              <a:cxnLst/>
              <a:rect l="l" t="t" r="r" b="b"/>
              <a:pathLst>
                <a:path w="10244" h="13183" extrusionOk="0">
                  <a:moveTo>
                    <a:pt x="4558" y="1"/>
                  </a:moveTo>
                  <a:cubicBezTo>
                    <a:pt x="2042" y="1"/>
                    <a:pt x="1" y="2951"/>
                    <a:pt x="1" y="6591"/>
                  </a:cubicBezTo>
                  <a:cubicBezTo>
                    <a:pt x="1" y="10231"/>
                    <a:pt x="2042" y="13182"/>
                    <a:pt x="4558" y="13182"/>
                  </a:cubicBezTo>
                  <a:lnTo>
                    <a:pt x="10243" y="13182"/>
                  </a:lnTo>
                  <a:lnTo>
                    <a:pt x="102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857;p40">
              <a:extLst>
                <a:ext uri="{FF2B5EF4-FFF2-40B4-BE49-F238E27FC236}">
                  <a16:creationId xmlns:a16="http://schemas.microsoft.com/office/drawing/2014/main" id="{4636A0E3-0597-F517-4F56-02AB94892556}"/>
                </a:ext>
              </a:extLst>
            </p:cNvPr>
            <p:cNvSpPr/>
            <p:nvPr/>
          </p:nvSpPr>
          <p:spPr>
            <a:xfrm>
              <a:off x="5828575" y="3945225"/>
              <a:ext cx="261450" cy="334925"/>
            </a:xfrm>
            <a:custGeom>
              <a:avLst/>
              <a:gdLst/>
              <a:ahLst/>
              <a:cxnLst/>
              <a:rect l="l" t="t" r="r" b="b"/>
              <a:pathLst>
                <a:path w="10458" h="13397" extrusionOk="0">
                  <a:moveTo>
                    <a:pt x="10243" y="215"/>
                  </a:moveTo>
                  <a:lnTo>
                    <a:pt x="10243" y="13182"/>
                  </a:lnTo>
                  <a:lnTo>
                    <a:pt x="4665" y="13182"/>
                  </a:lnTo>
                  <a:cubicBezTo>
                    <a:pt x="2210" y="13182"/>
                    <a:pt x="215" y="10271"/>
                    <a:pt x="215" y="6698"/>
                  </a:cubicBezTo>
                  <a:cubicBezTo>
                    <a:pt x="215" y="3123"/>
                    <a:pt x="2210" y="215"/>
                    <a:pt x="4665" y="215"/>
                  </a:cubicBezTo>
                  <a:close/>
                  <a:moveTo>
                    <a:pt x="4665" y="1"/>
                  </a:moveTo>
                  <a:cubicBezTo>
                    <a:pt x="2092" y="1"/>
                    <a:pt x="0" y="3004"/>
                    <a:pt x="0" y="6698"/>
                  </a:cubicBezTo>
                  <a:cubicBezTo>
                    <a:pt x="0" y="10391"/>
                    <a:pt x="2092" y="13397"/>
                    <a:pt x="4665" y="13397"/>
                  </a:cubicBezTo>
                  <a:lnTo>
                    <a:pt x="10350" y="13397"/>
                  </a:lnTo>
                  <a:cubicBezTo>
                    <a:pt x="10410" y="13397"/>
                    <a:pt x="10457" y="13349"/>
                    <a:pt x="10457" y="13289"/>
                  </a:cubicBezTo>
                  <a:lnTo>
                    <a:pt x="10457" y="108"/>
                  </a:lnTo>
                  <a:cubicBezTo>
                    <a:pt x="10457" y="48"/>
                    <a:pt x="10410" y="1"/>
                    <a:pt x="1035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858;p40">
              <a:extLst>
                <a:ext uri="{FF2B5EF4-FFF2-40B4-BE49-F238E27FC236}">
                  <a16:creationId xmlns:a16="http://schemas.microsoft.com/office/drawing/2014/main" id="{7EF558F5-78A0-9CF1-BBFE-CCCE8BADB82D}"/>
                </a:ext>
              </a:extLst>
            </p:cNvPr>
            <p:cNvSpPr/>
            <p:nvPr/>
          </p:nvSpPr>
          <p:spPr>
            <a:xfrm>
              <a:off x="5973375" y="3947825"/>
              <a:ext cx="227900" cy="329650"/>
            </a:xfrm>
            <a:custGeom>
              <a:avLst/>
              <a:gdLst/>
              <a:ahLst/>
              <a:cxnLst/>
              <a:rect l="l" t="t" r="r" b="b"/>
              <a:pathLst>
                <a:path w="9116" h="13186" extrusionOk="0">
                  <a:moveTo>
                    <a:pt x="4558" y="1"/>
                  </a:moveTo>
                  <a:cubicBezTo>
                    <a:pt x="2042" y="1"/>
                    <a:pt x="0" y="2954"/>
                    <a:pt x="0" y="6594"/>
                  </a:cubicBezTo>
                  <a:cubicBezTo>
                    <a:pt x="0" y="10234"/>
                    <a:pt x="2042" y="13185"/>
                    <a:pt x="4558" y="13185"/>
                  </a:cubicBezTo>
                  <a:cubicBezTo>
                    <a:pt x="7074" y="13185"/>
                    <a:pt x="9116" y="10234"/>
                    <a:pt x="9116" y="6594"/>
                  </a:cubicBezTo>
                  <a:cubicBezTo>
                    <a:pt x="9116" y="2954"/>
                    <a:pt x="7074" y="1"/>
                    <a:pt x="45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859;p40">
              <a:extLst>
                <a:ext uri="{FF2B5EF4-FFF2-40B4-BE49-F238E27FC236}">
                  <a16:creationId xmlns:a16="http://schemas.microsoft.com/office/drawing/2014/main" id="{2F884497-50B8-14A5-5697-57BDFC8BB542}"/>
                </a:ext>
              </a:extLst>
            </p:cNvPr>
            <p:cNvSpPr/>
            <p:nvPr/>
          </p:nvSpPr>
          <p:spPr>
            <a:xfrm>
              <a:off x="5970725" y="3945200"/>
              <a:ext cx="233200" cy="334950"/>
            </a:xfrm>
            <a:custGeom>
              <a:avLst/>
              <a:gdLst/>
              <a:ahLst/>
              <a:cxnLst/>
              <a:rect l="l" t="t" r="r" b="b"/>
              <a:pathLst>
                <a:path w="9328" h="13398" extrusionOk="0">
                  <a:moveTo>
                    <a:pt x="4664" y="213"/>
                  </a:moveTo>
                  <a:cubicBezTo>
                    <a:pt x="7118" y="213"/>
                    <a:pt x="9114" y="3123"/>
                    <a:pt x="9114" y="6699"/>
                  </a:cubicBezTo>
                  <a:cubicBezTo>
                    <a:pt x="9114" y="10275"/>
                    <a:pt x="7118" y="13183"/>
                    <a:pt x="4664" y="13183"/>
                  </a:cubicBezTo>
                  <a:cubicBezTo>
                    <a:pt x="2210" y="13183"/>
                    <a:pt x="214" y="10274"/>
                    <a:pt x="214" y="6699"/>
                  </a:cubicBezTo>
                  <a:cubicBezTo>
                    <a:pt x="214" y="3123"/>
                    <a:pt x="2210" y="213"/>
                    <a:pt x="4664" y="213"/>
                  </a:cubicBezTo>
                  <a:close/>
                  <a:moveTo>
                    <a:pt x="4664" y="0"/>
                  </a:moveTo>
                  <a:cubicBezTo>
                    <a:pt x="2093" y="0"/>
                    <a:pt x="1" y="3005"/>
                    <a:pt x="1" y="6699"/>
                  </a:cubicBezTo>
                  <a:cubicBezTo>
                    <a:pt x="1" y="10392"/>
                    <a:pt x="2093" y="13398"/>
                    <a:pt x="4664" y="13398"/>
                  </a:cubicBezTo>
                  <a:cubicBezTo>
                    <a:pt x="7235" y="13398"/>
                    <a:pt x="9327" y="10392"/>
                    <a:pt x="9327" y="6699"/>
                  </a:cubicBezTo>
                  <a:cubicBezTo>
                    <a:pt x="9327" y="3005"/>
                    <a:pt x="7235" y="0"/>
                    <a:pt x="466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860;p40">
              <a:extLst>
                <a:ext uri="{FF2B5EF4-FFF2-40B4-BE49-F238E27FC236}">
                  <a16:creationId xmlns:a16="http://schemas.microsoft.com/office/drawing/2014/main" id="{22B88EE4-C320-092F-6006-E9B32B0665A9}"/>
                </a:ext>
              </a:extLst>
            </p:cNvPr>
            <p:cNvSpPr/>
            <p:nvPr/>
          </p:nvSpPr>
          <p:spPr>
            <a:xfrm>
              <a:off x="5934375" y="3862850"/>
              <a:ext cx="345375" cy="499600"/>
            </a:xfrm>
            <a:custGeom>
              <a:avLst/>
              <a:gdLst/>
              <a:ahLst/>
              <a:cxnLst/>
              <a:rect l="l" t="t" r="r" b="b"/>
              <a:pathLst>
                <a:path w="13815" h="19984" extrusionOk="0">
                  <a:moveTo>
                    <a:pt x="6907" y="1"/>
                  </a:moveTo>
                  <a:cubicBezTo>
                    <a:pt x="5076" y="1"/>
                    <a:pt x="3319" y="1053"/>
                    <a:pt x="2023" y="2928"/>
                  </a:cubicBezTo>
                  <a:cubicBezTo>
                    <a:pt x="728" y="4801"/>
                    <a:pt x="0" y="7343"/>
                    <a:pt x="0" y="9993"/>
                  </a:cubicBezTo>
                  <a:cubicBezTo>
                    <a:pt x="0" y="12642"/>
                    <a:pt x="728" y="15183"/>
                    <a:pt x="2023" y="17056"/>
                  </a:cubicBezTo>
                  <a:cubicBezTo>
                    <a:pt x="3319" y="18931"/>
                    <a:pt x="5076" y="19984"/>
                    <a:pt x="6907" y="19984"/>
                  </a:cubicBezTo>
                  <a:cubicBezTo>
                    <a:pt x="8739" y="19984"/>
                    <a:pt x="10495" y="18931"/>
                    <a:pt x="11791" y="17056"/>
                  </a:cubicBezTo>
                  <a:cubicBezTo>
                    <a:pt x="13086" y="15183"/>
                    <a:pt x="13814" y="12642"/>
                    <a:pt x="13814" y="9993"/>
                  </a:cubicBezTo>
                  <a:cubicBezTo>
                    <a:pt x="13814" y="7343"/>
                    <a:pt x="13086" y="4801"/>
                    <a:pt x="11791" y="2928"/>
                  </a:cubicBezTo>
                  <a:cubicBezTo>
                    <a:pt x="10495" y="1053"/>
                    <a:pt x="8739" y="1"/>
                    <a:pt x="69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861;p40">
              <a:extLst>
                <a:ext uri="{FF2B5EF4-FFF2-40B4-BE49-F238E27FC236}">
                  <a16:creationId xmlns:a16="http://schemas.microsoft.com/office/drawing/2014/main" id="{08A89C1E-F0CC-4EE6-8D01-9C877AFE1509}"/>
                </a:ext>
              </a:extLst>
            </p:cNvPr>
            <p:cNvSpPr/>
            <p:nvPr/>
          </p:nvSpPr>
          <p:spPr>
            <a:xfrm>
              <a:off x="5931675" y="3860200"/>
              <a:ext cx="350750" cy="504900"/>
            </a:xfrm>
            <a:custGeom>
              <a:avLst/>
              <a:gdLst/>
              <a:ahLst/>
              <a:cxnLst/>
              <a:rect l="l" t="t" r="r" b="b"/>
              <a:pathLst>
                <a:path w="14030" h="20196" extrusionOk="0">
                  <a:moveTo>
                    <a:pt x="7015" y="214"/>
                  </a:moveTo>
                  <a:cubicBezTo>
                    <a:pt x="10764" y="214"/>
                    <a:pt x="13815" y="4648"/>
                    <a:pt x="13815" y="10099"/>
                  </a:cubicBezTo>
                  <a:cubicBezTo>
                    <a:pt x="13815" y="15548"/>
                    <a:pt x="10764" y="19983"/>
                    <a:pt x="7015" y="19983"/>
                  </a:cubicBezTo>
                  <a:cubicBezTo>
                    <a:pt x="3266" y="19983"/>
                    <a:pt x="215" y="15548"/>
                    <a:pt x="215" y="10099"/>
                  </a:cubicBezTo>
                  <a:cubicBezTo>
                    <a:pt x="215" y="4648"/>
                    <a:pt x="3266" y="214"/>
                    <a:pt x="7015" y="214"/>
                  </a:cubicBezTo>
                  <a:close/>
                  <a:moveTo>
                    <a:pt x="7015" y="1"/>
                  </a:moveTo>
                  <a:cubicBezTo>
                    <a:pt x="3147" y="1"/>
                    <a:pt x="1" y="4530"/>
                    <a:pt x="1" y="10099"/>
                  </a:cubicBezTo>
                  <a:cubicBezTo>
                    <a:pt x="1" y="15666"/>
                    <a:pt x="3148" y="20195"/>
                    <a:pt x="7015" y="20195"/>
                  </a:cubicBezTo>
                  <a:cubicBezTo>
                    <a:pt x="10883" y="20195"/>
                    <a:pt x="14030" y="15666"/>
                    <a:pt x="14030" y="10099"/>
                  </a:cubicBezTo>
                  <a:cubicBezTo>
                    <a:pt x="14030" y="4530"/>
                    <a:pt x="10883" y="1"/>
                    <a:pt x="701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862;p40">
              <a:extLst>
                <a:ext uri="{FF2B5EF4-FFF2-40B4-BE49-F238E27FC236}">
                  <a16:creationId xmlns:a16="http://schemas.microsoft.com/office/drawing/2014/main" id="{3D8BC213-5540-B0B5-95CF-AE9C72A479DB}"/>
                </a:ext>
              </a:extLst>
            </p:cNvPr>
            <p:cNvSpPr/>
            <p:nvPr/>
          </p:nvSpPr>
          <p:spPr>
            <a:xfrm>
              <a:off x="5974450" y="3862850"/>
              <a:ext cx="345375" cy="499600"/>
            </a:xfrm>
            <a:custGeom>
              <a:avLst/>
              <a:gdLst/>
              <a:ahLst/>
              <a:cxnLst/>
              <a:rect l="l" t="t" r="r" b="b"/>
              <a:pathLst>
                <a:path w="13815" h="19984" extrusionOk="0">
                  <a:moveTo>
                    <a:pt x="6908" y="1"/>
                  </a:moveTo>
                  <a:cubicBezTo>
                    <a:pt x="5076" y="1"/>
                    <a:pt x="3319" y="1053"/>
                    <a:pt x="2024" y="2928"/>
                  </a:cubicBezTo>
                  <a:cubicBezTo>
                    <a:pt x="729" y="4801"/>
                    <a:pt x="1" y="7343"/>
                    <a:pt x="1" y="9993"/>
                  </a:cubicBezTo>
                  <a:cubicBezTo>
                    <a:pt x="1" y="12642"/>
                    <a:pt x="729" y="15183"/>
                    <a:pt x="2024" y="17056"/>
                  </a:cubicBezTo>
                  <a:cubicBezTo>
                    <a:pt x="3319" y="18931"/>
                    <a:pt x="5076" y="19984"/>
                    <a:pt x="6908" y="19984"/>
                  </a:cubicBezTo>
                  <a:cubicBezTo>
                    <a:pt x="8739" y="19984"/>
                    <a:pt x="10496" y="18931"/>
                    <a:pt x="11791" y="17056"/>
                  </a:cubicBezTo>
                  <a:cubicBezTo>
                    <a:pt x="13087" y="15183"/>
                    <a:pt x="13815" y="12642"/>
                    <a:pt x="13815" y="9993"/>
                  </a:cubicBezTo>
                  <a:cubicBezTo>
                    <a:pt x="13815" y="7343"/>
                    <a:pt x="13087" y="4801"/>
                    <a:pt x="11791" y="2928"/>
                  </a:cubicBezTo>
                  <a:cubicBezTo>
                    <a:pt x="10496" y="1053"/>
                    <a:pt x="8739" y="1"/>
                    <a:pt x="69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863;p40">
              <a:extLst>
                <a:ext uri="{FF2B5EF4-FFF2-40B4-BE49-F238E27FC236}">
                  <a16:creationId xmlns:a16="http://schemas.microsoft.com/office/drawing/2014/main" id="{4D10C8B0-F117-256D-42FC-8414151CB7EC}"/>
                </a:ext>
              </a:extLst>
            </p:cNvPr>
            <p:cNvSpPr/>
            <p:nvPr/>
          </p:nvSpPr>
          <p:spPr>
            <a:xfrm>
              <a:off x="5971775" y="3860200"/>
              <a:ext cx="350750" cy="504900"/>
            </a:xfrm>
            <a:custGeom>
              <a:avLst/>
              <a:gdLst/>
              <a:ahLst/>
              <a:cxnLst/>
              <a:rect l="l" t="t" r="r" b="b"/>
              <a:pathLst>
                <a:path w="14030" h="20196" extrusionOk="0">
                  <a:moveTo>
                    <a:pt x="7015" y="214"/>
                  </a:moveTo>
                  <a:cubicBezTo>
                    <a:pt x="10764" y="214"/>
                    <a:pt x="13815" y="4648"/>
                    <a:pt x="13815" y="10099"/>
                  </a:cubicBezTo>
                  <a:cubicBezTo>
                    <a:pt x="13815" y="15548"/>
                    <a:pt x="10764" y="19983"/>
                    <a:pt x="7015" y="19983"/>
                  </a:cubicBezTo>
                  <a:cubicBezTo>
                    <a:pt x="3266" y="19983"/>
                    <a:pt x="215" y="15548"/>
                    <a:pt x="215" y="10099"/>
                  </a:cubicBezTo>
                  <a:cubicBezTo>
                    <a:pt x="215" y="4648"/>
                    <a:pt x="3264" y="214"/>
                    <a:pt x="7015" y="214"/>
                  </a:cubicBezTo>
                  <a:close/>
                  <a:moveTo>
                    <a:pt x="7015" y="1"/>
                  </a:moveTo>
                  <a:cubicBezTo>
                    <a:pt x="3147" y="1"/>
                    <a:pt x="0" y="4530"/>
                    <a:pt x="0" y="10099"/>
                  </a:cubicBezTo>
                  <a:cubicBezTo>
                    <a:pt x="0" y="15666"/>
                    <a:pt x="3147" y="20195"/>
                    <a:pt x="7015" y="20195"/>
                  </a:cubicBezTo>
                  <a:cubicBezTo>
                    <a:pt x="10882" y="20195"/>
                    <a:pt x="14029" y="15666"/>
                    <a:pt x="14029" y="10099"/>
                  </a:cubicBezTo>
                  <a:cubicBezTo>
                    <a:pt x="14029" y="4530"/>
                    <a:pt x="10882" y="1"/>
                    <a:pt x="701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864;p40">
              <a:extLst>
                <a:ext uri="{FF2B5EF4-FFF2-40B4-BE49-F238E27FC236}">
                  <a16:creationId xmlns:a16="http://schemas.microsoft.com/office/drawing/2014/main" id="{2BDBA5F2-DC5B-B242-8F0C-7C65C2FAE02A}"/>
                </a:ext>
              </a:extLst>
            </p:cNvPr>
            <p:cNvSpPr/>
            <p:nvPr/>
          </p:nvSpPr>
          <p:spPr>
            <a:xfrm>
              <a:off x="6075850" y="4009600"/>
              <a:ext cx="142600" cy="206125"/>
            </a:xfrm>
            <a:custGeom>
              <a:avLst/>
              <a:gdLst/>
              <a:ahLst/>
              <a:cxnLst/>
              <a:rect l="l" t="t" r="r" b="b"/>
              <a:pathLst>
                <a:path w="5704" h="8245" extrusionOk="0">
                  <a:moveTo>
                    <a:pt x="2852" y="0"/>
                  </a:moveTo>
                  <a:cubicBezTo>
                    <a:pt x="1276" y="0"/>
                    <a:pt x="0" y="1846"/>
                    <a:pt x="0" y="4123"/>
                  </a:cubicBezTo>
                  <a:cubicBezTo>
                    <a:pt x="0" y="6400"/>
                    <a:pt x="1276" y="8244"/>
                    <a:pt x="2852" y="8244"/>
                  </a:cubicBezTo>
                  <a:cubicBezTo>
                    <a:pt x="4427" y="8244"/>
                    <a:pt x="5703" y="6400"/>
                    <a:pt x="5703" y="4123"/>
                  </a:cubicBezTo>
                  <a:cubicBezTo>
                    <a:pt x="5703" y="1846"/>
                    <a:pt x="4427" y="0"/>
                    <a:pt x="285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865;p40">
              <a:extLst>
                <a:ext uri="{FF2B5EF4-FFF2-40B4-BE49-F238E27FC236}">
                  <a16:creationId xmlns:a16="http://schemas.microsoft.com/office/drawing/2014/main" id="{EF8457E3-E1F5-19F3-6D94-1DB031D43AB8}"/>
                </a:ext>
              </a:extLst>
            </p:cNvPr>
            <p:cNvSpPr/>
            <p:nvPr/>
          </p:nvSpPr>
          <p:spPr>
            <a:xfrm>
              <a:off x="6073175" y="4006950"/>
              <a:ext cx="147900" cy="211450"/>
            </a:xfrm>
            <a:custGeom>
              <a:avLst/>
              <a:gdLst/>
              <a:ahLst/>
              <a:cxnLst/>
              <a:rect l="l" t="t" r="r" b="b"/>
              <a:pathLst>
                <a:path w="5916" h="8458" extrusionOk="0">
                  <a:moveTo>
                    <a:pt x="2959" y="213"/>
                  </a:moveTo>
                  <a:cubicBezTo>
                    <a:pt x="4472" y="213"/>
                    <a:pt x="5703" y="2015"/>
                    <a:pt x="5703" y="4229"/>
                  </a:cubicBezTo>
                  <a:cubicBezTo>
                    <a:pt x="5703" y="6443"/>
                    <a:pt x="4472" y="8245"/>
                    <a:pt x="2959" y="8245"/>
                  </a:cubicBezTo>
                  <a:cubicBezTo>
                    <a:pt x="1446" y="8245"/>
                    <a:pt x="215" y="6443"/>
                    <a:pt x="215" y="4229"/>
                  </a:cubicBezTo>
                  <a:cubicBezTo>
                    <a:pt x="215" y="2013"/>
                    <a:pt x="1446" y="213"/>
                    <a:pt x="2959" y="213"/>
                  </a:cubicBezTo>
                  <a:close/>
                  <a:moveTo>
                    <a:pt x="2959" y="0"/>
                  </a:moveTo>
                  <a:cubicBezTo>
                    <a:pt x="1328" y="0"/>
                    <a:pt x="0" y="1897"/>
                    <a:pt x="0" y="4229"/>
                  </a:cubicBezTo>
                  <a:cubicBezTo>
                    <a:pt x="0" y="6561"/>
                    <a:pt x="1328" y="8458"/>
                    <a:pt x="2959" y="8458"/>
                  </a:cubicBezTo>
                  <a:cubicBezTo>
                    <a:pt x="4589" y="8458"/>
                    <a:pt x="5916" y="6561"/>
                    <a:pt x="5916" y="4229"/>
                  </a:cubicBezTo>
                  <a:cubicBezTo>
                    <a:pt x="5916" y="1897"/>
                    <a:pt x="4589" y="0"/>
                    <a:pt x="295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866;p40">
              <a:extLst>
                <a:ext uri="{FF2B5EF4-FFF2-40B4-BE49-F238E27FC236}">
                  <a16:creationId xmlns:a16="http://schemas.microsoft.com/office/drawing/2014/main" id="{2CE7609E-BA6C-A111-4312-29CC3610E147}"/>
                </a:ext>
              </a:extLst>
            </p:cNvPr>
            <p:cNvSpPr/>
            <p:nvPr/>
          </p:nvSpPr>
          <p:spPr>
            <a:xfrm>
              <a:off x="6093575" y="4009600"/>
              <a:ext cx="142550" cy="206125"/>
            </a:xfrm>
            <a:custGeom>
              <a:avLst/>
              <a:gdLst/>
              <a:ahLst/>
              <a:cxnLst/>
              <a:rect l="l" t="t" r="r" b="b"/>
              <a:pathLst>
                <a:path w="5702" h="8245" extrusionOk="0">
                  <a:moveTo>
                    <a:pt x="2850" y="0"/>
                  </a:moveTo>
                  <a:cubicBezTo>
                    <a:pt x="1276" y="0"/>
                    <a:pt x="0" y="1846"/>
                    <a:pt x="0" y="4123"/>
                  </a:cubicBezTo>
                  <a:cubicBezTo>
                    <a:pt x="0" y="6400"/>
                    <a:pt x="1276" y="8244"/>
                    <a:pt x="2850" y="8244"/>
                  </a:cubicBezTo>
                  <a:cubicBezTo>
                    <a:pt x="4425" y="8244"/>
                    <a:pt x="5701" y="6400"/>
                    <a:pt x="5701" y="4123"/>
                  </a:cubicBezTo>
                  <a:cubicBezTo>
                    <a:pt x="5701" y="1846"/>
                    <a:pt x="4425" y="0"/>
                    <a:pt x="28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867;p40">
              <a:extLst>
                <a:ext uri="{FF2B5EF4-FFF2-40B4-BE49-F238E27FC236}">
                  <a16:creationId xmlns:a16="http://schemas.microsoft.com/office/drawing/2014/main" id="{EC2946B1-EFC7-A4B7-C848-6C585082A4FE}"/>
                </a:ext>
              </a:extLst>
            </p:cNvPr>
            <p:cNvSpPr/>
            <p:nvPr/>
          </p:nvSpPr>
          <p:spPr>
            <a:xfrm>
              <a:off x="6090875" y="4006950"/>
              <a:ext cx="147925" cy="211450"/>
            </a:xfrm>
            <a:custGeom>
              <a:avLst/>
              <a:gdLst/>
              <a:ahLst/>
              <a:cxnLst/>
              <a:rect l="l" t="t" r="r" b="b"/>
              <a:pathLst>
                <a:path w="5917" h="8458" extrusionOk="0">
                  <a:moveTo>
                    <a:pt x="2959" y="213"/>
                  </a:moveTo>
                  <a:cubicBezTo>
                    <a:pt x="4472" y="213"/>
                    <a:pt x="5704" y="2015"/>
                    <a:pt x="5704" y="4229"/>
                  </a:cubicBezTo>
                  <a:cubicBezTo>
                    <a:pt x="5704" y="6443"/>
                    <a:pt x="4472" y="8245"/>
                    <a:pt x="2959" y="8245"/>
                  </a:cubicBezTo>
                  <a:cubicBezTo>
                    <a:pt x="1445" y="8245"/>
                    <a:pt x="214" y="6443"/>
                    <a:pt x="214" y="4229"/>
                  </a:cubicBezTo>
                  <a:cubicBezTo>
                    <a:pt x="214" y="2013"/>
                    <a:pt x="1445" y="213"/>
                    <a:pt x="2959" y="213"/>
                  </a:cubicBezTo>
                  <a:close/>
                  <a:moveTo>
                    <a:pt x="2959" y="0"/>
                  </a:moveTo>
                  <a:cubicBezTo>
                    <a:pt x="1328" y="0"/>
                    <a:pt x="1" y="1897"/>
                    <a:pt x="1" y="4229"/>
                  </a:cubicBezTo>
                  <a:cubicBezTo>
                    <a:pt x="1" y="6561"/>
                    <a:pt x="1328" y="8458"/>
                    <a:pt x="2959" y="8458"/>
                  </a:cubicBezTo>
                  <a:cubicBezTo>
                    <a:pt x="4590" y="8458"/>
                    <a:pt x="5916" y="6561"/>
                    <a:pt x="5916" y="4229"/>
                  </a:cubicBezTo>
                  <a:cubicBezTo>
                    <a:pt x="5916" y="1897"/>
                    <a:pt x="4590" y="0"/>
                    <a:pt x="295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868;p40">
              <a:extLst>
                <a:ext uri="{FF2B5EF4-FFF2-40B4-BE49-F238E27FC236}">
                  <a16:creationId xmlns:a16="http://schemas.microsoft.com/office/drawing/2014/main" id="{99D717A5-058B-97AD-6341-8838457D8054}"/>
                </a:ext>
              </a:extLst>
            </p:cNvPr>
            <p:cNvSpPr/>
            <p:nvPr/>
          </p:nvSpPr>
          <p:spPr>
            <a:xfrm>
              <a:off x="6144575" y="4020600"/>
              <a:ext cx="59200" cy="195900"/>
            </a:xfrm>
            <a:custGeom>
              <a:avLst/>
              <a:gdLst/>
              <a:ahLst/>
              <a:cxnLst/>
              <a:rect l="l" t="t" r="r" b="b"/>
              <a:pathLst>
                <a:path w="2368" h="7836" extrusionOk="0">
                  <a:moveTo>
                    <a:pt x="2162" y="1"/>
                  </a:moveTo>
                  <a:lnTo>
                    <a:pt x="0" y="7778"/>
                  </a:lnTo>
                  <a:lnTo>
                    <a:pt x="205" y="7836"/>
                  </a:lnTo>
                  <a:lnTo>
                    <a:pt x="2367" y="57"/>
                  </a:lnTo>
                  <a:lnTo>
                    <a:pt x="2162"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869;p40">
              <a:extLst>
                <a:ext uri="{FF2B5EF4-FFF2-40B4-BE49-F238E27FC236}">
                  <a16:creationId xmlns:a16="http://schemas.microsoft.com/office/drawing/2014/main" id="{323BF9B1-F7EF-2C27-2656-F7BFA27BA023}"/>
                </a:ext>
              </a:extLst>
            </p:cNvPr>
            <p:cNvSpPr/>
            <p:nvPr/>
          </p:nvSpPr>
          <p:spPr>
            <a:xfrm>
              <a:off x="5723725" y="4075225"/>
              <a:ext cx="79975" cy="16025"/>
            </a:xfrm>
            <a:custGeom>
              <a:avLst/>
              <a:gdLst/>
              <a:ahLst/>
              <a:cxnLst/>
              <a:rect l="l" t="t" r="r" b="b"/>
              <a:pathLst>
                <a:path w="3199" h="641" extrusionOk="0">
                  <a:moveTo>
                    <a:pt x="320" y="0"/>
                  </a:moveTo>
                  <a:cubicBezTo>
                    <a:pt x="143" y="0"/>
                    <a:pt x="0" y="143"/>
                    <a:pt x="0" y="320"/>
                  </a:cubicBezTo>
                  <a:cubicBezTo>
                    <a:pt x="0" y="497"/>
                    <a:pt x="143" y="640"/>
                    <a:pt x="320" y="640"/>
                  </a:cubicBezTo>
                  <a:lnTo>
                    <a:pt x="2880" y="640"/>
                  </a:lnTo>
                  <a:cubicBezTo>
                    <a:pt x="3055" y="640"/>
                    <a:pt x="3198" y="497"/>
                    <a:pt x="3198" y="320"/>
                  </a:cubicBezTo>
                  <a:cubicBezTo>
                    <a:pt x="3198" y="143"/>
                    <a:pt x="3055" y="0"/>
                    <a:pt x="2880" y="0"/>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870;p40">
              <a:extLst>
                <a:ext uri="{FF2B5EF4-FFF2-40B4-BE49-F238E27FC236}">
                  <a16:creationId xmlns:a16="http://schemas.microsoft.com/office/drawing/2014/main" id="{20D3A895-CCBE-6EAF-1DDC-EF78A5B78D16}"/>
                </a:ext>
              </a:extLst>
            </p:cNvPr>
            <p:cNvSpPr/>
            <p:nvPr/>
          </p:nvSpPr>
          <p:spPr>
            <a:xfrm>
              <a:off x="5754175" y="4035825"/>
              <a:ext cx="79975" cy="16050"/>
            </a:xfrm>
            <a:custGeom>
              <a:avLst/>
              <a:gdLst/>
              <a:ahLst/>
              <a:cxnLst/>
              <a:rect l="l" t="t" r="r" b="b"/>
              <a:pathLst>
                <a:path w="3199" h="642" extrusionOk="0">
                  <a:moveTo>
                    <a:pt x="320" y="1"/>
                  </a:moveTo>
                  <a:cubicBezTo>
                    <a:pt x="143" y="1"/>
                    <a:pt x="0" y="144"/>
                    <a:pt x="0" y="321"/>
                  </a:cubicBezTo>
                  <a:cubicBezTo>
                    <a:pt x="0" y="497"/>
                    <a:pt x="143" y="641"/>
                    <a:pt x="320" y="641"/>
                  </a:cubicBezTo>
                  <a:lnTo>
                    <a:pt x="2878" y="641"/>
                  </a:lnTo>
                  <a:cubicBezTo>
                    <a:pt x="3055" y="641"/>
                    <a:pt x="3198" y="497"/>
                    <a:pt x="3198" y="321"/>
                  </a:cubicBezTo>
                  <a:cubicBezTo>
                    <a:pt x="3198" y="144"/>
                    <a:pt x="3055" y="1"/>
                    <a:pt x="2878"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871;p40">
              <a:extLst>
                <a:ext uri="{FF2B5EF4-FFF2-40B4-BE49-F238E27FC236}">
                  <a16:creationId xmlns:a16="http://schemas.microsoft.com/office/drawing/2014/main" id="{867273F7-CCCE-8044-FC1C-A49CDB2234CC}"/>
                </a:ext>
              </a:extLst>
            </p:cNvPr>
            <p:cNvSpPr/>
            <p:nvPr/>
          </p:nvSpPr>
          <p:spPr>
            <a:xfrm>
              <a:off x="5719150" y="4116525"/>
              <a:ext cx="79975" cy="16050"/>
            </a:xfrm>
            <a:custGeom>
              <a:avLst/>
              <a:gdLst/>
              <a:ahLst/>
              <a:cxnLst/>
              <a:rect l="l" t="t" r="r" b="b"/>
              <a:pathLst>
                <a:path w="3199" h="642" extrusionOk="0">
                  <a:moveTo>
                    <a:pt x="320" y="1"/>
                  </a:moveTo>
                  <a:cubicBezTo>
                    <a:pt x="143" y="1"/>
                    <a:pt x="0" y="144"/>
                    <a:pt x="0" y="321"/>
                  </a:cubicBezTo>
                  <a:cubicBezTo>
                    <a:pt x="0" y="498"/>
                    <a:pt x="143" y="641"/>
                    <a:pt x="320" y="641"/>
                  </a:cubicBezTo>
                  <a:lnTo>
                    <a:pt x="2878" y="641"/>
                  </a:lnTo>
                  <a:cubicBezTo>
                    <a:pt x="3055" y="641"/>
                    <a:pt x="3198" y="498"/>
                    <a:pt x="3198" y="321"/>
                  </a:cubicBezTo>
                  <a:cubicBezTo>
                    <a:pt x="3198" y="144"/>
                    <a:pt x="3055" y="1"/>
                    <a:pt x="2878"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872;p40">
              <a:extLst>
                <a:ext uri="{FF2B5EF4-FFF2-40B4-BE49-F238E27FC236}">
                  <a16:creationId xmlns:a16="http://schemas.microsoft.com/office/drawing/2014/main" id="{5417893A-5AE2-AF29-5183-E98DE97EFE09}"/>
                </a:ext>
              </a:extLst>
            </p:cNvPr>
            <p:cNvSpPr/>
            <p:nvPr/>
          </p:nvSpPr>
          <p:spPr>
            <a:xfrm>
              <a:off x="5743550" y="4156250"/>
              <a:ext cx="79975" cy="16025"/>
            </a:xfrm>
            <a:custGeom>
              <a:avLst/>
              <a:gdLst/>
              <a:ahLst/>
              <a:cxnLst/>
              <a:rect l="l" t="t" r="r" b="b"/>
              <a:pathLst>
                <a:path w="3199" h="641" extrusionOk="0">
                  <a:moveTo>
                    <a:pt x="321" y="1"/>
                  </a:moveTo>
                  <a:cubicBezTo>
                    <a:pt x="144" y="1"/>
                    <a:pt x="1" y="143"/>
                    <a:pt x="1" y="321"/>
                  </a:cubicBezTo>
                  <a:cubicBezTo>
                    <a:pt x="1" y="498"/>
                    <a:pt x="144" y="641"/>
                    <a:pt x="321" y="641"/>
                  </a:cubicBezTo>
                  <a:lnTo>
                    <a:pt x="2879" y="641"/>
                  </a:lnTo>
                  <a:cubicBezTo>
                    <a:pt x="3056" y="641"/>
                    <a:pt x="3199" y="498"/>
                    <a:pt x="3199" y="321"/>
                  </a:cubicBezTo>
                  <a:cubicBezTo>
                    <a:pt x="3199" y="143"/>
                    <a:pt x="3056" y="1"/>
                    <a:pt x="2879"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873;p40">
              <a:extLst>
                <a:ext uri="{FF2B5EF4-FFF2-40B4-BE49-F238E27FC236}">
                  <a16:creationId xmlns:a16="http://schemas.microsoft.com/office/drawing/2014/main" id="{0E6535C7-BA6E-FA13-E0BE-59EF91004EDF}"/>
                </a:ext>
              </a:extLst>
            </p:cNvPr>
            <p:cNvSpPr/>
            <p:nvPr/>
          </p:nvSpPr>
          <p:spPr>
            <a:xfrm>
              <a:off x="5376175" y="4923975"/>
              <a:ext cx="53050" cy="43400"/>
            </a:xfrm>
            <a:custGeom>
              <a:avLst/>
              <a:gdLst/>
              <a:ahLst/>
              <a:cxnLst/>
              <a:rect l="l" t="t" r="r" b="b"/>
              <a:pathLst>
                <a:path w="2122" h="1736" extrusionOk="0">
                  <a:moveTo>
                    <a:pt x="600" y="1"/>
                  </a:moveTo>
                  <a:cubicBezTo>
                    <a:pt x="270" y="1"/>
                    <a:pt x="0" y="388"/>
                    <a:pt x="0" y="869"/>
                  </a:cubicBezTo>
                  <a:cubicBezTo>
                    <a:pt x="0" y="1348"/>
                    <a:pt x="270" y="1735"/>
                    <a:pt x="600" y="1735"/>
                  </a:cubicBezTo>
                  <a:lnTo>
                    <a:pt x="2122" y="1735"/>
                  </a:lnTo>
                  <a:lnTo>
                    <a:pt x="2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874;p40">
              <a:extLst>
                <a:ext uri="{FF2B5EF4-FFF2-40B4-BE49-F238E27FC236}">
                  <a16:creationId xmlns:a16="http://schemas.microsoft.com/office/drawing/2014/main" id="{ECD4FCAC-BEB8-7C72-972E-3DF38D7478A6}"/>
                </a:ext>
              </a:extLst>
            </p:cNvPr>
            <p:cNvSpPr/>
            <p:nvPr/>
          </p:nvSpPr>
          <p:spPr>
            <a:xfrm>
              <a:off x="5373525" y="4921300"/>
              <a:ext cx="58375" cy="48750"/>
            </a:xfrm>
            <a:custGeom>
              <a:avLst/>
              <a:gdLst/>
              <a:ahLst/>
              <a:cxnLst/>
              <a:rect l="l" t="t" r="r" b="b"/>
              <a:pathLst>
                <a:path w="2335" h="1950" extrusionOk="0">
                  <a:moveTo>
                    <a:pt x="2122" y="214"/>
                  </a:moveTo>
                  <a:lnTo>
                    <a:pt x="2122" y="1737"/>
                  </a:lnTo>
                  <a:lnTo>
                    <a:pt x="706" y="1737"/>
                  </a:lnTo>
                  <a:cubicBezTo>
                    <a:pt x="438" y="1737"/>
                    <a:pt x="213" y="1388"/>
                    <a:pt x="213" y="976"/>
                  </a:cubicBezTo>
                  <a:cubicBezTo>
                    <a:pt x="213" y="563"/>
                    <a:pt x="438" y="214"/>
                    <a:pt x="706" y="214"/>
                  </a:cubicBezTo>
                  <a:close/>
                  <a:moveTo>
                    <a:pt x="706" y="1"/>
                  </a:moveTo>
                  <a:cubicBezTo>
                    <a:pt x="316" y="1"/>
                    <a:pt x="0" y="438"/>
                    <a:pt x="0" y="976"/>
                  </a:cubicBezTo>
                  <a:cubicBezTo>
                    <a:pt x="0" y="1513"/>
                    <a:pt x="316" y="1950"/>
                    <a:pt x="706" y="1950"/>
                  </a:cubicBezTo>
                  <a:lnTo>
                    <a:pt x="2228" y="1950"/>
                  </a:lnTo>
                  <a:cubicBezTo>
                    <a:pt x="2287" y="1950"/>
                    <a:pt x="2335" y="1902"/>
                    <a:pt x="2335" y="1842"/>
                  </a:cubicBezTo>
                  <a:lnTo>
                    <a:pt x="2335" y="108"/>
                  </a:lnTo>
                  <a:cubicBezTo>
                    <a:pt x="2335" y="48"/>
                    <a:pt x="2287" y="1"/>
                    <a:pt x="222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875;p40">
              <a:extLst>
                <a:ext uri="{FF2B5EF4-FFF2-40B4-BE49-F238E27FC236}">
                  <a16:creationId xmlns:a16="http://schemas.microsoft.com/office/drawing/2014/main" id="{9AD5080F-0D15-17A3-E84C-C9190A15D6E1}"/>
                </a:ext>
              </a:extLst>
            </p:cNvPr>
            <p:cNvSpPr/>
            <p:nvPr/>
          </p:nvSpPr>
          <p:spPr>
            <a:xfrm>
              <a:off x="5414250" y="4923975"/>
              <a:ext cx="30025" cy="43400"/>
            </a:xfrm>
            <a:custGeom>
              <a:avLst/>
              <a:gdLst/>
              <a:ahLst/>
              <a:cxnLst/>
              <a:rect l="l" t="t" r="r" b="b"/>
              <a:pathLst>
                <a:path w="1201" h="1736" extrusionOk="0">
                  <a:moveTo>
                    <a:pt x="599" y="1"/>
                  </a:moveTo>
                  <a:cubicBezTo>
                    <a:pt x="268" y="1"/>
                    <a:pt x="0" y="388"/>
                    <a:pt x="0" y="869"/>
                  </a:cubicBezTo>
                  <a:cubicBezTo>
                    <a:pt x="0" y="1348"/>
                    <a:pt x="267" y="1735"/>
                    <a:pt x="599" y="1735"/>
                  </a:cubicBezTo>
                  <a:cubicBezTo>
                    <a:pt x="932" y="1735"/>
                    <a:pt x="1200" y="1348"/>
                    <a:pt x="1200" y="869"/>
                  </a:cubicBezTo>
                  <a:cubicBezTo>
                    <a:pt x="1200"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876;p40">
              <a:extLst>
                <a:ext uri="{FF2B5EF4-FFF2-40B4-BE49-F238E27FC236}">
                  <a16:creationId xmlns:a16="http://schemas.microsoft.com/office/drawing/2014/main" id="{8597ABEA-DF5D-2931-404A-C96AA89E8626}"/>
                </a:ext>
              </a:extLst>
            </p:cNvPr>
            <p:cNvSpPr/>
            <p:nvPr/>
          </p:nvSpPr>
          <p:spPr>
            <a:xfrm>
              <a:off x="5411550" y="4921300"/>
              <a:ext cx="35400" cy="48750"/>
            </a:xfrm>
            <a:custGeom>
              <a:avLst/>
              <a:gdLst/>
              <a:ahLst/>
              <a:cxnLst/>
              <a:rect l="l" t="t" r="r" b="b"/>
              <a:pathLst>
                <a:path w="1416" h="1950" extrusionOk="0">
                  <a:moveTo>
                    <a:pt x="707" y="214"/>
                  </a:moveTo>
                  <a:cubicBezTo>
                    <a:pt x="975" y="214"/>
                    <a:pt x="1203" y="556"/>
                    <a:pt x="1203" y="976"/>
                  </a:cubicBezTo>
                  <a:cubicBezTo>
                    <a:pt x="1203" y="1396"/>
                    <a:pt x="979" y="1737"/>
                    <a:pt x="707" y="1737"/>
                  </a:cubicBezTo>
                  <a:cubicBezTo>
                    <a:pt x="436" y="1737"/>
                    <a:pt x="214" y="1388"/>
                    <a:pt x="214" y="976"/>
                  </a:cubicBezTo>
                  <a:cubicBezTo>
                    <a:pt x="214" y="563"/>
                    <a:pt x="440" y="214"/>
                    <a:pt x="707" y="214"/>
                  </a:cubicBezTo>
                  <a:close/>
                  <a:moveTo>
                    <a:pt x="707" y="1"/>
                  </a:moveTo>
                  <a:cubicBezTo>
                    <a:pt x="318" y="1"/>
                    <a:pt x="1" y="428"/>
                    <a:pt x="1" y="976"/>
                  </a:cubicBezTo>
                  <a:cubicBezTo>
                    <a:pt x="1" y="1522"/>
                    <a:pt x="311" y="1950"/>
                    <a:pt x="707" y="1950"/>
                  </a:cubicBezTo>
                  <a:cubicBezTo>
                    <a:pt x="1104" y="1950"/>
                    <a:pt x="1415" y="1513"/>
                    <a:pt x="1415" y="976"/>
                  </a:cubicBezTo>
                  <a:cubicBezTo>
                    <a:pt x="1415"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877;p40">
              <a:extLst>
                <a:ext uri="{FF2B5EF4-FFF2-40B4-BE49-F238E27FC236}">
                  <a16:creationId xmlns:a16="http://schemas.microsoft.com/office/drawing/2014/main" id="{E149ED06-9B2E-991D-7289-3E2A3C2AC2A2}"/>
                </a:ext>
              </a:extLst>
            </p:cNvPr>
            <p:cNvSpPr/>
            <p:nvPr/>
          </p:nvSpPr>
          <p:spPr>
            <a:xfrm>
              <a:off x="5409950" y="4901100"/>
              <a:ext cx="69300" cy="89175"/>
            </a:xfrm>
            <a:custGeom>
              <a:avLst/>
              <a:gdLst/>
              <a:ahLst/>
              <a:cxnLst/>
              <a:rect l="l" t="t" r="r" b="b"/>
              <a:pathLst>
                <a:path w="2772" h="3567" extrusionOk="0">
                  <a:moveTo>
                    <a:pt x="1234" y="0"/>
                  </a:moveTo>
                  <a:cubicBezTo>
                    <a:pt x="553" y="0"/>
                    <a:pt x="1" y="798"/>
                    <a:pt x="1" y="1784"/>
                  </a:cubicBezTo>
                  <a:cubicBezTo>
                    <a:pt x="1" y="2770"/>
                    <a:pt x="553" y="3566"/>
                    <a:pt x="1234" y="3566"/>
                  </a:cubicBezTo>
                  <a:lnTo>
                    <a:pt x="2772" y="3566"/>
                  </a:lnTo>
                  <a:lnTo>
                    <a:pt x="27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878;p40">
              <a:extLst>
                <a:ext uri="{FF2B5EF4-FFF2-40B4-BE49-F238E27FC236}">
                  <a16:creationId xmlns:a16="http://schemas.microsoft.com/office/drawing/2014/main" id="{C38F798A-8327-C0FF-020C-DADC8D621ACE}"/>
                </a:ext>
              </a:extLst>
            </p:cNvPr>
            <p:cNvSpPr/>
            <p:nvPr/>
          </p:nvSpPr>
          <p:spPr>
            <a:xfrm>
              <a:off x="5407325" y="4898450"/>
              <a:ext cx="74575" cy="94500"/>
            </a:xfrm>
            <a:custGeom>
              <a:avLst/>
              <a:gdLst/>
              <a:ahLst/>
              <a:cxnLst/>
              <a:rect l="l" t="t" r="r" b="b"/>
              <a:pathLst>
                <a:path w="2983" h="3780" extrusionOk="0">
                  <a:moveTo>
                    <a:pt x="2770" y="213"/>
                  </a:moveTo>
                  <a:lnTo>
                    <a:pt x="2770" y="3565"/>
                  </a:lnTo>
                  <a:lnTo>
                    <a:pt x="1339" y="3565"/>
                  </a:lnTo>
                  <a:cubicBezTo>
                    <a:pt x="718" y="3565"/>
                    <a:pt x="213" y="2813"/>
                    <a:pt x="213" y="1890"/>
                  </a:cubicBezTo>
                  <a:cubicBezTo>
                    <a:pt x="213" y="965"/>
                    <a:pt x="718" y="213"/>
                    <a:pt x="1339" y="213"/>
                  </a:cubicBezTo>
                  <a:close/>
                  <a:moveTo>
                    <a:pt x="1339" y="0"/>
                  </a:moveTo>
                  <a:cubicBezTo>
                    <a:pt x="600" y="0"/>
                    <a:pt x="0" y="848"/>
                    <a:pt x="0" y="1890"/>
                  </a:cubicBezTo>
                  <a:cubicBezTo>
                    <a:pt x="0" y="2931"/>
                    <a:pt x="600" y="3779"/>
                    <a:pt x="1339" y="3779"/>
                  </a:cubicBezTo>
                  <a:lnTo>
                    <a:pt x="2877" y="3779"/>
                  </a:lnTo>
                  <a:cubicBezTo>
                    <a:pt x="2935" y="3779"/>
                    <a:pt x="2983" y="3732"/>
                    <a:pt x="2983" y="3672"/>
                  </a:cubicBezTo>
                  <a:lnTo>
                    <a:pt x="2983" y="106"/>
                  </a:lnTo>
                  <a:cubicBezTo>
                    <a:pt x="2983" y="48"/>
                    <a:pt x="2935" y="0"/>
                    <a:pt x="287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879;p40">
              <a:extLst>
                <a:ext uri="{FF2B5EF4-FFF2-40B4-BE49-F238E27FC236}">
                  <a16:creationId xmlns:a16="http://schemas.microsoft.com/office/drawing/2014/main" id="{D579D1B6-CB48-1D5B-5B99-F5043AAF17C1}"/>
                </a:ext>
              </a:extLst>
            </p:cNvPr>
            <p:cNvSpPr/>
            <p:nvPr/>
          </p:nvSpPr>
          <p:spPr>
            <a:xfrm>
              <a:off x="5448425" y="4901100"/>
              <a:ext cx="61650" cy="89175"/>
            </a:xfrm>
            <a:custGeom>
              <a:avLst/>
              <a:gdLst/>
              <a:ahLst/>
              <a:cxnLst/>
              <a:rect l="l" t="t" r="r" b="b"/>
              <a:pathLst>
                <a:path w="2466" h="3567" extrusionOk="0">
                  <a:moveTo>
                    <a:pt x="1233" y="0"/>
                  </a:moveTo>
                  <a:cubicBezTo>
                    <a:pt x="552" y="0"/>
                    <a:pt x="0" y="798"/>
                    <a:pt x="0" y="1784"/>
                  </a:cubicBezTo>
                  <a:cubicBezTo>
                    <a:pt x="0" y="2768"/>
                    <a:pt x="552" y="3566"/>
                    <a:pt x="1233" y="3566"/>
                  </a:cubicBezTo>
                  <a:cubicBezTo>
                    <a:pt x="1912" y="3566"/>
                    <a:pt x="2466" y="2768"/>
                    <a:pt x="2466" y="1784"/>
                  </a:cubicBezTo>
                  <a:cubicBezTo>
                    <a:pt x="2466" y="809"/>
                    <a:pt x="1912"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880;p40">
              <a:extLst>
                <a:ext uri="{FF2B5EF4-FFF2-40B4-BE49-F238E27FC236}">
                  <a16:creationId xmlns:a16="http://schemas.microsoft.com/office/drawing/2014/main" id="{B6ABA9B6-877C-6444-CCDA-4D637EF91BA1}"/>
                </a:ext>
              </a:extLst>
            </p:cNvPr>
            <p:cNvSpPr/>
            <p:nvPr/>
          </p:nvSpPr>
          <p:spPr>
            <a:xfrm>
              <a:off x="5445725" y="4898450"/>
              <a:ext cx="67000" cy="94500"/>
            </a:xfrm>
            <a:custGeom>
              <a:avLst/>
              <a:gdLst/>
              <a:ahLst/>
              <a:cxnLst/>
              <a:rect l="l" t="t" r="r" b="b"/>
              <a:pathLst>
                <a:path w="2680" h="3780" extrusionOk="0">
                  <a:moveTo>
                    <a:pt x="1341" y="213"/>
                  </a:moveTo>
                  <a:cubicBezTo>
                    <a:pt x="1951" y="213"/>
                    <a:pt x="2466" y="965"/>
                    <a:pt x="2466" y="1890"/>
                  </a:cubicBezTo>
                  <a:cubicBezTo>
                    <a:pt x="2466" y="2813"/>
                    <a:pt x="1962" y="3565"/>
                    <a:pt x="1341" y="3565"/>
                  </a:cubicBezTo>
                  <a:cubicBezTo>
                    <a:pt x="720" y="3565"/>
                    <a:pt x="215" y="2813"/>
                    <a:pt x="215" y="1890"/>
                  </a:cubicBezTo>
                  <a:cubicBezTo>
                    <a:pt x="215" y="965"/>
                    <a:pt x="720" y="213"/>
                    <a:pt x="1341" y="213"/>
                  </a:cubicBezTo>
                  <a:close/>
                  <a:moveTo>
                    <a:pt x="1341" y="0"/>
                  </a:moveTo>
                  <a:cubicBezTo>
                    <a:pt x="602" y="0"/>
                    <a:pt x="1" y="848"/>
                    <a:pt x="1" y="1890"/>
                  </a:cubicBezTo>
                  <a:cubicBezTo>
                    <a:pt x="1" y="2931"/>
                    <a:pt x="602" y="3779"/>
                    <a:pt x="1341" y="3779"/>
                  </a:cubicBezTo>
                  <a:cubicBezTo>
                    <a:pt x="2079" y="3779"/>
                    <a:pt x="2679" y="2932"/>
                    <a:pt x="2679" y="1890"/>
                  </a:cubicBezTo>
                  <a:cubicBezTo>
                    <a:pt x="2679" y="848"/>
                    <a:pt x="2079" y="0"/>
                    <a:pt x="134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881;p40">
              <a:extLst>
                <a:ext uri="{FF2B5EF4-FFF2-40B4-BE49-F238E27FC236}">
                  <a16:creationId xmlns:a16="http://schemas.microsoft.com/office/drawing/2014/main" id="{EC2EE7C6-54ED-AEA5-F8B1-5F72B8E5D899}"/>
                </a:ext>
              </a:extLst>
            </p:cNvPr>
            <p:cNvSpPr/>
            <p:nvPr/>
          </p:nvSpPr>
          <p:spPr>
            <a:xfrm>
              <a:off x="5437850" y="4878125"/>
              <a:ext cx="93400" cy="135100"/>
            </a:xfrm>
            <a:custGeom>
              <a:avLst/>
              <a:gdLst/>
              <a:ahLst/>
              <a:cxnLst/>
              <a:rect l="l" t="t" r="r" b="b"/>
              <a:pathLst>
                <a:path w="3736" h="5404" extrusionOk="0">
                  <a:moveTo>
                    <a:pt x="1869" y="0"/>
                  </a:moveTo>
                  <a:cubicBezTo>
                    <a:pt x="837" y="0"/>
                    <a:pt x="0" y="1209"/>
                    <a:pt x="0" y="2703"/>
                  </a:cubicBezTo>
                  <a:cubicBezTo>
                    <a:pt x="0"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882;p40">
              <a:extLst>
                <a:ext uri="{FF2B5EF4-FFF2-40B4-BE49-F238E27FC236}">
                  <a16:creationId xmlns:a16="http://schemas.microsoft.com/office/drawing/2014/main" id="{8C338AE1-4112-CEC9-A40D-3803C7F6821F}"/>
                </a:ext>
              </a:extLst>
            </p:cNvPr>
            <p:cNvSpPr/>
            <p:nvPr/>
          </p:nvSpPr>
          <p:spPr>
            <a:xfrm>
              <a:off x="5435200" y="4875475"/>
              <a:ext cx="98750" cy="140425"/>
            </a:xfrm>
            <a:custGeom>
              <a:avLst/>
              <a:gdLst/>
              <a:ahLst/>
              <a:cxnLst/>
              <a:rect l="l" t="t" r="r" b="b"/>
              <a:pathLst>
                <a:path w="3950" h="5617" extrusionOk="0">
                  <a:moveTo>
                    <a:pt x="1975" y="214"/>
                  </a:moveTo>
                  <a:cubicBezTo>
                    <a:pt x="2946" y="214"/>
                    <a:pt x="3736" y="1377"/>
                    <a:pt x="3736" y="2809"/>
                  </a:cubicBezTo>
                  <a:cubicBezTo>
                    <a:pt x="3736" y="4240"/>
                    <a:pt x="2946" y="5404"/>
                    <a:pt x="1975" y="5404"/>
                  </a:cubicBezTo>
                  <a:cubicBezTo>
                    <a:pt x="1004" y="5404"/>
                    <a:pt x="213" y="4240"/>
                    <a:pt x="213" y="2809"/>
                  </a:cubicBezTo>
                  <a:cubicBezTo>
                    <a:pt x="213" y="1377"/>
                    <a:pt x="1004" y="214"/>
                    <a:pt x="1975" y="214"/>
                  </a:cubicBezTo>
                  <a:close/>
                  <a:moveTo>
                    <a:pt x="1975" y="1"/>
                  </a:moveTo>
                  <a:cubicBezTo>
                    <a:pt x="886" y="1"/>
                    <a:pt x="0" y="1260"/>
                    <a:pt x="0" y="2809"/>
                  </a:cubicBezTo>
                  <a:cubicBezTo>
                    <a:pt x="0" y="4357"/>
                    <a:pt x="886" y="5617"/>
                    <a:pt x="1975" y="5617"/>
                  </a:cubicBezTo>
                  <a:cubicBezTo>
                    <a:pt x="3063" y="5617"/>
                    <a:pt x="3949" y="4357"/>
                    <a:pt x="3949" y="2809"/>
                  </a:cubicBezTo>
                  <a:cubicBezTo>
                    <a:pt x="3949" y="1260"/>
                    <a:pt x="3063" y="1"/>
                    <a:pt x="197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883;p40">
              <a:extLst>
                <a:ext uri="{FF2B5EF4-FFF2-40B4-BE49-F238E27FC236}">
                  <a16:creationId xmlns:a16="http://schemas.microsoft.com/office/drawing/2014/main" id="{83257DFD-F01C-3426-D868-865B6488C2C6}"/>
                </a:ext>
              </a:extLst>
            </p:cNvPr>
            <p:cNvSpPr/>
            <p:nvPr/>
          </p:nvSpPr>
          <p:spPr>
            <a:xfrm>
              <a:off x="5448700" y="4878125"/>
              <a:ext cx="93475" cy="135100"/>
            </a:xfrm>
            <a:custGeom>
              <a:avLst/>
              <a:gdLst/>
              <a:ahLst/>
              <a:cxnLst/>
              <a:rect l="l" t="t" r="r" b="b"/>
              <a:pathLst>
                <a:path w="3739" h="5404" extrusionOk="0">
                  <a:moveTo>
                    <a:pt x="1870" y="0"/>
                  </a:moveTo>
                  <a:cubicBezTo>
                    <a:pt x="838" y="0"/>
                    <a:pt x="1" y="1209"/>
                    <a:pt x="1" y="2703"/>
                  </a:cubicBezTo>
                  <a:cubicBezTo>
                    <a:pt x="1" y="4195"/>
                    <a:pt x="838" y="5404"/>
                    <a:pt x="1870" y="5404"/>
                  </a:cubicBezTo>
                  <a:cubicBezTo>
                    <a:pt x="2901" y="5404"/>
                    <a:pt x="3738" y="4195"/>
                    <a:pt x="3738" y="2703"/>
                  </a:cubicBezTo>
                  <a:cubicBezTo>
                    <a:pt x="3738" y="1209"/>
                    <a:pt x="2901" y="0"/>
                    <a:pt x="18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884;p40">
              <a:extLst>
                <a:ext uri="{FF2B5EF4-FFF2-40B4-BE49-F238E27FC236}">
                  <a16:creationId xmlns:a16="http://schemas.microsoft.com/office/drawing/2014/main" id="{4C952B06-E9B5-EEFD-FECA-5526C36EEE28}"/>
                </a:ext>
              </a:extLst>
            </p:cNvPr>
            <p:cNvSpPr/>
            <p:nvPr/>
          </p:nvSpPr>
          <p:spPr>
            <a:xfrm>
              <a:off x="5446075" y="4875475"/>
              <a:ext cx="98725" cy="140425"/>
            </a:xfrm>
            <a:custGeom>
              <a:avLst/>
              <a:gdLst/>
              <a:ahLst/>
              <a:cxnLst/>
              <a:rect l="l" t="t" r="r" b="b"/>
              <a:pathLst>
                <a:path w="3949" h="5617" extrusionOk="0">
                  <a:moveTo>
                    <a:pt x="1975" y="214"/>
                  </a:moveTo>
                  <a:cubicBezTo>
                    <a:pt x="2945" y="214"/>
                    <a:pt x="3736" y="1377"/>
                    <a:pt x="3736" y="2809"/>
                  </a:cubicBezTo>
                  <a:cubicBezTo>
                    <a:pt x="3736" y="4240"/>
                    <a:pt x="2947" y="5404"/>
                    <a:pt x="1975" y="5404"/>
                  </a:cubicBezTo>
                  <a:cubicBezTo>
                    <a:pt x="1004" y="5404"/>
                    <a:pt x="213" y="4240"/>
                    <a:pt x="213" y="2809"/>
                  </a:cubicBezTo>
                  <a:cubicBezTo>
                    <a:pt x="213" y="1377"/>
                    <a:pt x="1004" y="214"/>
                    <a:pt x="1975" y="214"/>
                  </a:cubicBezTo>
                  <a:close/>
                  <a:moveTo>
                    <a:pt x="1975" y="1"/>
                  </a:moveTo>
                  <a:cubicBezTo>
                    <a:pt x="886" y="1"/>
                    <a:pt x="0" y="1260"/>
                    <a:pt x="0" y="2809"/>
                  </a:cubicBezTo>
                  <a:cubicBezTo>
                    <a:pt x="0" y="4357"/>
                    <a:pt x="886" y="5617"/>
                    <a:pt x="1975" y="5617"/>
                  </a:cubicBezTo>
                  <a:cubicBezTo>
                    <a:pt x="3063" y="5617"/>
                    <a:pt x="3949" y="4357"/>
                    <a:pt x="3949" y="2809"/>
                  </a:cubicBezTo>
                  <a:cubicBezTo>
                    <a:pt x="3949" y="1260"/>
                    <a:pt x="3064" y="1"/>
                    <a:pt x="197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885;p40">
              <a:extLst>
                <a:ext uri="{FF2B5EF4-FFF2-40B4-BE49-F238E27FC236}">
                  <a16:creationId xmlns:a16="http://schemas.microsoft.com/office/drawing/2014/main" id="{F5849A61-4C9F-6187-6798-F39344F299B9}"/>
                </a:ext>
              </a:extLst>
            </p:cNvPr>
            <p:cNvSpPr/>
            <p:nvPr/>
          </p:nvSpPr>
          <p:spPr>
            <a:xfrm>
              <a:off x="5476150" y="4917800"/>
              <a:ext cx="38550" cy="55800"/>
            </a:xfrm>
            <a:custGeom>
              <a:avLst/>
              <a:gdLst/>
              <a:ahLst/>
              <a:cxnLst/>
              <a:rect l="l" t="t" r="r" b="b"/>
              <a:pathLst>
                <a:path w="1542" h="2232" extrusionOk="0">
                  <a:moveTo>
                    <a:pt x="772" y="1"/>
                  </a:moveTo>
                  <a:cubicBezTo>
                    <a:pt x="346" y="1"/>
                    <a:pt x="0" y="499"/>
                    <a:pt x="0" y="1116"/>
                  </a:cubicBezTo>
                  <a:cubicBezTo>
                    <a:pt x="0" y="1732"/>
                    <a:pt x="347" y="2231"/>
                    <a:pt x="772" y="2231"/>
                  </a:cubicBezTo>
                  <a:cubicBezTo>
                    <a:pt x="1196" y="2231"/>
                    <a:pt x="1541" y="1732"/>
                    <a:pt x="1541" y="1116"/>
                  </a:cubicBezTo>
                  <a:cubicBezTo>
                    <a:pt x="1541" y="499"/>
                    <a:pt x="1199" y="1"/>
                    <a:pt x="7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886;p40">
              <a:extLst>
                <a:ext uri="{FF2B5EF4-FFF2-40B4-BE49-F238E27FC236}">
                  <a16:creationId xmlns:a16="http://schemas.microsoft.com/office/drawing/2014/main" id="{A743F71D-B5DF-44B1-CBE7-2EC180DDAE22}"/>
                </a:ext>
              </a:extLst>
            </p:cNvPr>
            <p:cNvSpPr/>
            <p:nvPr/>
          </p:nvSpPr>
          <p:spPr>
            <a:xfrm>
              <a:off x="5473475" y="4915125"/>
              <a:ext cx="43900" cy="61100"/>
            </a:xfrm>
            <a:custGeom>
              <a:avLst/>
              <a:gdLst/>
              <a:ahLst/>
              <a:cxnLst/>
              <a:rect l="l" t="t" r="r" b="b"/>
              <a:pathLst>
                <a:path w="1756" h="2444" extrusionOk="0">
                  <a:moveTo>
                    <a:pt x="879" y="213"/>
                  </a:moveTo>
                  <a:cubicBezTo>
                    <a:pt x="1245"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2" y="2444"/>
                    <a:pt x="1756" y="1908"/>
                    <a:pt x="1756" y="1223"/>
                  </a:cubicBezTo>
                  <a:cubicBezTo>
                    <a:pt x="1756" y="538"/>
                    <a:pt x="1362"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887;p40">
              <a:extLst>
                <a:ext uri="{FF2B5EF4-FFF2-40B4-BE49-F238E27FC236}">
                  <a16:creationId xmlns:a16="http://schemas.microsoft.com/office/drawing/2014/main" id="{E522100D-1D20-BC5F-2365-2EB9DC87F8BB}"/>
                </a:ext>
              </a:extLst>
            </p:cNvPr>
            <p:cNvSpPr/>
            <p:nvPr/>
          </p:nvSpPr>
          <p:spPr>
            <a:xfrm>
              <a:off x="5480950" y="4917800"/>
              <a:ext cx="38550" cy="55800"/>
            </a:xfrm>
            <a:custGeom>
              <a:avLst/>
              <a:gdLst/>
              <a:ahLst/>
              <a:cxnLst/>
              <a:rect l="l" t="t" r="r" b="b"/>
              <a:pathLst>
                <a:path w="1542" h="2232" extrusionOk="0">
                  <a:moveTo>
                    <a:pt x="772" y="1"/>
                  </a:moveTo>
                  <a:cubicBezTo>
                    <a:pt x="346" y="1"/>
                    <a:pt x="0" y="499"/>
                    <a:pt x="0" y="1116"/>
                  </a:cubicBezTo>
                  <a:cubicBezTo>
                    <a:pt x="0" y="1732"/>
                    <a:pt x="347" y="2231"/>
                    <a:pt x="772" y="2231"/>
                  </a:cubicBezTo>
                  <a:cubicBezTo>
                    <a:pt x="1196" y="2231"/>
                    <a:pt x="1541" y="1732"/>
                    <a:pt x="1541" y="1116"/>
                  </a:cubicBezTo>
                  <a:cubicBezTo>
                    <a:pt x="1541" y="499"/>
                    <a:pt x="1199" y="1"/>
                    <a:pt x="7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888;p40">
              <a:extLst>
                <a:ext uri="{FF2B5EF4-FFF2-40B4-BE49-F238E27FC236}">
                  <a16:creationId xmlns:a16="http://schemas.microsoft.com/office/drawing/2014/main" id="{67493D34-101D-18D1-70EC-59092BCF584A}"/>
                </a:ext>
              </a:extLst>
            </p:cNvPr>
            <p:cNvSpPr/>
            <p:nvPr/>
          </p:nvSpPr>
          <p:spPr>
            <a:xfrm>
              <a:off x="5478275" y="4915125"/>
              <a:ext cx="43900" cy="61100"/>
            </a:xfrm>
            <a:custGeom>
              <a:avLst/>
              <a:gdLst/>
              <a:ahLst/>
              <a:cxnLst/>
              <a:rect l="l" t="t" r="r" b="b"/>
              <a:pathLst>
                <a:path w="1756" h="2444" extrusionOk="0">
                  <a:moveTo>
                    <a:pt x="879" y="213"/>
                  </a:moveTo>
                  <a:cubicBezTo>
                    <a:pt x="1245"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3" y="2444"/>
                    <a:pt x="1756" y="1908"/>
                    <a:pt x="1756" y="1223"/>
                  </a:cubicBezTo>
                  <a:cubicBezTo>
                    <a:pt x="1756" y="538"/>
                    <a:pt x="1363"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889;p40">
              <a:extLst>
                <a:ext uri="{FF2B5EF4-FFF2-40B4-BE49-F238E27FC236}">
                  <a16:creationId xmlns:a16="http://schemas.microsoft.com/office/drawing/2014/main" id="{A796E7AF-5FC5-D275-71EA-D356204934A8}"/>
                </a:ext>
              </a:extLst>
            </p:cNvPr>
            <p:cNvSpPr/>
            <p:nvPr/>
          </p:nvSpPr>
          <p:spPr>
            <a:xfrm>
              <a:off x="5376175" y="5090850"/>
              <a:ext cx="53050" cy="43350"/>
            </a:xfrm>
            <a:custGeom>
              <a:avLst/>
              <a:gdLst/>
              <a:ahLst/>
              <a:cxnLst/>
              <a:rect l="l" t="t" r="r" b="b"/>
              <a:pathLst>
                <a:path w="2122" h="1734" extrusionOk="0">
                  <a:moveTo>
                    <a:pt x="600" y="1"/>
                  </a:moveTo>
                  <a:cubicBezTo>
                    <a:pt x="270" y="1"/>
                    <a:pt x="0" y="388"/>
                    <a:pt x="0" y="869"/>
                  </a:cubicBezTo>
                  <a:cubicBezTo>
                    <a:pt x="0" y="1348"/>
                    <a:pt x="270" y="1734"/>
                    <a:pt x="600" y="1734"/>
                  </a:cubicBezTo>
                  <a:lnTo>
                    <a:pt x="2122" y="1734"/>
                  </a:lnTo>
                  <a:lnTo>
                    <a:pt x="212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890;p40">
              <a:extLst>
                <a:ext uri="{FF2B5EF4-FFF2-40B4-BE49-F238E27FC236}">
                  <a16:creationId xmlns:a16="http://schemas.microsoft.com/office/drawing/2014/main" id="{204ECDB2-B164-DAC8-FC23-2D9FA0786A51}"/>
                </a:ext>
              </a:extLst>
            </p:cNvPr>
            <p:cNvSpPr/>
            <p:nvPr/>
          </p:nvSpPr>
          <p:spPr>
            <a:xfrm>
              <a:off x="5373525" y="5088175"/>
              <a:ext cx="58375" cy="48725"/>
            </a:xfrm>
            <a:custGeom>
              <a:avLst/>
              <a:gdLst/>
              <a:ahLst/>
              <a:cxnLst/>
              <a:rect l="l" t="t" r="r" b="b"/>
              <a:pathLst>
                <a:path w="2335" h="1949" extrusionOk="0">
                  <a:moveTo>
                    <a:pt x="706" y="213"/>
                  </a:moveTo>
                  <a:lnTo>
                    <a:pt x="706" y="215"/>
                  </a:lnTo>
                  <a:lnTo>
                    <a:pt x="2122" y="215"/>
                  </a:lnTo>
                  <a:lnTo>
                    <a:pt x="2122" y="1735"/>
                  </a:lnTo>
                  <a:lnTo>
                    <a:pt x="706" y="1735"/>
                  </a:lnTo>
                  <a:cubicBezTo>
                    <a:pt x="438" y="1735"/>
                    <a:pt x="213" y="1388"/>
                    <a:pt x="213" y="976"/>
                  </a:cubicBezTo>
                  <a:cubicBezTo>
                    <a:pt x="213" y="562"/>
                    <a:pt x="438" y="213"/>
                    <a:pt x="706" y="213"/>
                  </a:cubicBezTo>
                  <a:close/>
                  <a:moveTo>
                    <a:pt x="706" y="1"/>
                  </a:moveTo>
                  <a:cubicBezTo>
                    <a:pt x="316" y="1"/>
                    <a:pt x="0" y="431"/>
                    <a:pt x="0" y="976"/>
                  </a:cubicBezTo>
                  <a:cubicBezTo>
                    <a:pt x="0" y="1521"/>
                    <a:pt x="310" y="1948"/>
                    <a:pt x="706" y="1948"/>
                  </a:cubicBezTo>
                  <a:lnTo>
                    <a:pt x="2228" y="1948"/>
                  </a:lnTo>
                  <a:cubicBezTo>
                    <a:pt x="2287" y="1948"/>
                    <a:pt x="2335" y="1900"/>
                    <a:pt x="2335" y="1841"/>
                  </a:cubicBezTo>
                  <a:lnTo>
                    <a:pt x="2335" y="108"/>
                  </a:lnTo>
                  <a:cubicBezTo>
                    <a:pt x="2335" y="48"/>
                    <a:pt x="2287" y="1"/>
                    <a:pt x="2228"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891;p40">
              <a:extLst>
                <a:ext uri="{FF2B5EF4-FFF2-40B4-BE49-F238E27FC236}">
                  <a16:creationId xmlns:a16="http://schemas.microsoft.com/office/drawing/2014/main" id="{9BE2044E-8529-DE19-C7B3-4A3D32306F49}"/>
                </a:ext>
              </a:extLst>
            </p:cNvPr>
            <p:cNvSpPr/>
            <p:nvPr/>
          </p:nvSpPr>
          <p:spPr>
            <a:xfrm>
              <a:off x="5414250" y="5090850"/>
              <a:ext cx="30025" cy="43350"/>
            </a:xfrm>
            <a:custGeom>
              <a:avLst/>
              <a:gdLst/>
              <a:ahLst/>
              <a:cxnLst/>
              <a:rect l="l" t="t" r="r" b="b"/>
              <a:pathLst>
                <a:path w="1201" h="1734" extrusionOk="0">
                  <a:moveTo>
                    <a:pt x="599" y="1"/>
                  </a:moveTo>
                  <a:cubicBezTo>
                    <a:pt x="268" y="1"/>
                    <a:pt x="0" y="391"/>
                    <a:pt x="0" y="869"/>
                  </a:cubicBezTo>
                  <a:cubicBezTo>
                    <a:pt x="0" y="1347"/>
                    <a:pt x="267" y="1734"/>
                    <a:pt x="599" y="1734"/>
                  </a:cubicBezTo>
                  <a:cubicBezTo>
                    <a:pt x="932" y="1734"/>
                    <a:pt x="1200" y="1347"/>
                    <a:pt x="1200" y="869"/>
                  </a:cubicBezTo>
                  <a:cubicBezTo>
                    <a:pt x="1200"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892;p40">
              <a:extLst>
                <a:ext uri="{FF2B5EF4-FFF2-40B4-BE49-F238E27FC236}">
                  <a16:creationId xmlns:a16="http://schemas.microsoft.com/office/drawing/2014/main" id="{67D122B9-0937-ED33-E0D8-20AC5FD30F6B}"/>
                </a:ext>
              </a:extLst>
            </p:cNvPr>
            <p:cNvSpPr/>
            <p:nvPr/>
          </p:nvSpPr>
          <p:spPr>
            <a:xfrm>
              <a:off x="5411550" y="5088175"/>
              <a:ext cx="35400" cy="48725"/>
            </a:xfrm>
            <a:custGeom>
              <a:avLst/>
              <a:gdLst/>
              <a:ahLst/>
              <a:cxnLst/>
              <a:rect l="l" t="t" r="r" b="b"/>
              <a:pathLst>
                <a:path w="1416" h="1949" extrusionOk="0">
                  <a:moveTo>
                    <a:pt x="707" y="213"/>
                  </a:moveTo>
                  <a:cubicBezTo>
                    <a:pt x="975" y="213"/>
                    <a:pt x="1203" y="563"/>
                    <a:pt x="1203" y="976"/>
                  </a:cubicBezTo>
                  <a:cubicBezTo>
                    <a:pt x="1203" y="1387"/>
                    <a:pt x="979" y="1735"/>
                    <a:pt x="707" y="1735"/>
                  </a:cubicBezTo>
                  <a:cubicBezTo>
                    <a:pt x="436" y="1735"/>
                    <a:pt x="214" y="1388"/>
                    <a:pt x="214" y="976"/>
                  </a:cubicBezTo>
                  <a:cubicBezTo>
                    <a:pt x="214" y="562"/>
                    <a:pt x="440" y="213"/>
                    <a:pt x="707" y="213"/>
                  </a:cubicBezTo>
                  <a:close/>
                  <a:moveTo>
                    <a:pt x="707" y="1"/>
                  </a:moveTo>
                  <a:cubicBezTo>
                    <a:pt x="318" y="1"/>
                    <a:pt x="1" y="431"/>
                    <a:pt x="1" y="976"/>
                  </a:cubicBezTo>
                  <a:cubicBezTo>
                    <a:pt x="1" y="1521"/>
                    <a:pt x="311" y="1948"/>
                    <a:pt x="707" y="1948"/>
                  </a:cubicBezTo>
                  <a:cubicBezTo>
                    <a:pt x="1097" y="1948"/>
                    <a:pt x="1415" y="1513"/>
                    <a:pt x="1415" y="976"/>
                  </a:cubicBezTo>
                  <a:cubicBezTo>
                    <a:pt x="1415"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893;p40">
              <a:extLst>
                <a:ext uri="{FF2B5EF4-FFF2-40B4-BE49-F238E27FC236}">
                  <a16:creationId xmlns:a16="http://schemas.microsoft.com/office/drawing/2014/main" id="{CC947DF4-7CA7-5400-10A3-FC4E0F0A6534}"/>
                </a:ext>
              </a:extLst>
            </p:cNvPr>
            <p:cNvSpPr/>
            <p:nvPr/>
          </p:nvSpPr>
          <p:spPr>
            <a:xfrm>
              <a:off x="5409950" y="5067975"/>
              <a:ext cx="69300" cy="89175"/>
            </a:xfrm>
            <a:custGeom>
              <a:avLst/>
              <a:gdLst/>
              <a:ahLst/>
              <a:cxnLst/>
              <a:rect l="l" t="t" r="r" b="b"/>
              <a:pathLst>
                <a:path w="2772" h="3567" extrusionOk="0">
                  <a:moveTo>
                    <a:pt x="1234" y="0"/>
                  </a:moveTo>
                  <a:cubicBezTo>
                    <a:pt x="553" y="0"/>
                    <a:pt x="1" y="798"/>
                    <a:pt x="1" y="1784"/>
                  </a:cubicBezTo>
                  <a:cubicBezTo>
                    <a:pt x="1" y="2768"/>
                    <a:pt x="553" y="3566"/>
                    <a:pt x="1234" y="3566"/>
                  </a:cubicBezTo>
                  <a:lnTo>
                    <a:pt x="2772" y="3566"/>
                  </a:lnTo>
                  <a:lnTo>
                    <a:pt x="27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894;p40">
              <a:extLst>
                <a:ext uri="{FF2B5EF4-FFF2-40B4-BE49-F238E27FC236}">
                  <a16:creationId xmlns:a16="http://schemas.microsoft.com/office/drawing/2014/main" id="{15A2A3C5-18A7-30E0-4032-85A26A69DF9E}"/>
                </a:ext>
              </a:extLst>
            </p:cNvPr>
            <p:cNvSpPr/>
            <p:nvPr/>
          </p:nvSpPr>
          <p:spPr>
            <a:xfrm>
              <a:off x="5407325" y="5065325"/>
              <a:ext cx="74575" cy="94500"/>
            </a:xfrm>
            <a:custGeom>
              <a:avLst/>
              <a:gdLst/>
              <a:ahLst/>
              <a:cxnLst/>
              <a:rect l="l" t="t" r="r" b="b"/>
              <a:pathLst>
                <a:path w="2983" h="3780" extrusionOk="0">
                  <a:moveTo>
                    <a:pt x="2770" y="213"/>
                  </a:moveTo>
                  <a:lnTo>
                    <a:pt x="2770" y="3565"/>
                  </a:lnTo>
                  <a:lnTo>
                    <a:pt x="1339" y="3565"/>
                  </a:lnTo>
                  <a:cubicBezTo>
                    <a:pt x="718" y="3565"/>
                    <a:pt x="213" y="2813"/>
                    <a:pt x="213" y="1890"/>
                  </a:cubicBezTo>
                  <a:cubicBezTo>
                    <a:pt x="213" y="965"/>
                    <a:pt x="718" y="213"/>
                    <a:pt x="1339" y="213"/>
                  </a:cubicBezTo>
                  <a:close/>
                  <a:moveTo>
                    <a:pt x="1339" y="0"/>
                  </a:moveTo>
                  <a:cubicBezTo>
                    <a:pt x="600" y="0"/>
                    <a:pt x="0" y="848"/>
                    <a:pt x="0" y="1890"/>
                  </a:cubicBezTo>
                  <a:cubicBezTo>
                    <a:pt x="0" y="2932"/>
                    <a:pt x="600" y="3779"/>
                    <a:pt x="1339" y="3779"/>
                  </a:cubicBezTo>
                  <a:lnTo>
                    <a:pt x="2877" y="3779"/>
                  </a:lnTo>
                  <a:cubicBezTo>
                    <a:pt x="2935" y="3779"/>
                    <a:pt x="2983" y="3732"/>
                    <a:pt x="2983" y="3672"/>
                  </a:cubicBezTo>
                  <a:lnTo>
                    <a:pt x="2983" y="106"/>
                  </a:lnTo>
                  <a:cubicBezTo>
                    <a:pt x="2983" y="48"/>
                    <a:pt x="2935" y="0"/>
                    <a:pt x="287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895;p40">
              <a:extLst>
                <a:ext uri="{FF2B5EF4-FFF2-40B4-BE49-F238E27FC236}">
                  <a16:creationId xmlns:a16="http://schemas.microsoft.com/office/drawing/2014/main" id="{2609F680-42E4-61D5-EBC1-19D498362357}"/>
                </a:ext>
              </a:extLst>
            </p:cNvPr>
            <p:cNvSpPr/>
            <p:nvPr/>
          </p:nvSpPr>
          <p:spPr>
            <a:xfrm>
              <a:off x="5448425" y="5067975"/>
              <a:ext cx="61650" cy="89175"/>
            </a:xfrm>
            <a:custGeom>
              <a:avLst/>
              <a:gdLst/>
              <a:ahLst/>
              <a:cxnLst/>
              <a:rect l="l" t="t" r="r" b="b"/>
              <a:pathLst>
                <a:path w="2466" h="3567" extrusionOk="0">
                  <a:moveTo>
                    <a:pt x="1233" y="0"/>
                  </a:moveTo>
                  <a:cubicBezTo>
                    <a:pt x="552" y="0"/>
                    <a:pt x="0" y="800"/>
                    <a:pt x="0" y="1784"/>
                  </a:cubicBezTo>
                  <a:cubicBezTo>
                    <a:pt x="0" y="2766"/>
                    <a:pt x="552" y="3566"/>
                    <a:pt x="1233" y="3566"/>
                  </a:cubicBezTo>
                  <a:cubicBezTo>
                    <a:pt x="1912" y="3566"/>
                    <a:pt x="2466" y="2766"/>
                    <a:pt x="2466" y="1784"/>
                  </a:cubicBezTo>
                  <a:cubicBezTo>
                    <a:pt x="2466" y="798"/>
                    <a:pt x="1912"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896;p40">
              <a:extLst>
                <a:ext uri="{FF2B5EF4-FFF2-40B4-BE49-F238E27FC236}">
                  <a16:creationId xmlns:a16="http://schemas.microsoft.com/office/drawing/2014/main" id="{D9811F24-6DE8-B96D-22FA-0FB6909FDC05}"/>
                </a:ext>
              </a:extLst>
            </p:cNvPr>
            <p:cNvSpPr/>
            <p:nvPr/>
          </p:nvSpPr>
          <p:spPr>
            <a:xfrm>
              <a:off x="5445725" y="5065325"/>
              <a:ext cx="67000" cy="94500"/>
            </a:xfrm>
            <a:custGeom>
              <a:avLst/>
              <a:gdLst/>
              <a:ahLst/>
              <a:cxnLst/>
              <a:rect l="l" t="t" r="r" b="b"/>
              <a:pathLst>
                <a:path w="2680" h="3780" extrusionOk="0">
                  <a:moveTo>
                    <a:pt x="1341" y="213"/>
                  </a:moveTo>
                  <a:cubicBezTo>
                    <a:pt x="1962" y="213"/>
                    <a:pt x="2466" y="965"/>
                    <a:pt x="2466" y="1890"/>
                  </a:cubicBezTo>
                  <a:cubicBezTo>
                    <a:pt x="2466" y="2813"/>
                    <a:pt x="1962" y="3565"/>
                    <a:pt x="1341" y="3565"/>
                  </a:cubicBezTo>
                  <a:cubicBezTo>
                    <a:pt x="720" y="3565"/>
                    <a:pt x="215" y="2813"/>
                    <a:pt x="215" y="1890"/>
                  </a:cubicBezTo>
                  <a:cubicBezTo>
                    <a:pt x="215" y="965"/>
                    <a:pt x="720" y="213"/>
                    <a:pt x="1341" y="213"/>
                  </a:cubicBezTo>
                  <a:close/>
                  <a:moveTo>
                    <a:pt x="1341" y="0"/>
                  </a:moveTo>
                  <a:cubicBezTo>
                    <a:pt x="602" y="0"/>
                    <a:pt x="1" y="848"/>
                    <a:pt x="1" y="1890"/>
                  </a:cubicBezTo>
                  <a:cubicBezTo>
                    <a:pt x="1" y="2932"/>
                    <a:pt x="602" y="3779"/>
                    <a:pt x="1341" y="3779"/>
                  </a:cubicBezTo>
                  <a:cubicBezTo>
                    <a:pt x="2079" y="3779"/>
                    <a:pt x="2679" y="2932"/>
                    <a:pt x="2679" y="1890"/>
                  </a:cubicBezTo>
                  <a:cubicBezTo>
                    <a:pt x="2679" y="848"/>
                    <a:pt x="2079" y="0"/>
                    <a:pt x="1341"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897;p40">
              <a:extLst>
                <a:ext uri="{FF2B5EF4-FFF2-40B4-BE49-F238E27FC236}">
                  <a16:creationId xmlns:a16="http://schemas.microsoft.com/office/drawing/2014/main" id="{0679558D-F40C-199F-7B9F-011553459626}"/>
                </a:ext>
              </a:extLst>
            </p:cNvPr>
            <p:cNvSpPr/>
            <p:nvPr/>
          </p:nvSpPr>
          <p:spPr>
            <a:xfrm>
              <a:off x="5437850" y="5045000"/>
              <a:ext cx="93400" cy="135100"/>
            </a:xfrm>
            <a:custGeom>
              <a:avLst/>
              <a:gdLst/>
              <a:ahLst/>
              <a:cxnLst/>
              <a:rect l="l" t="t" r="r" b="b"/>
              <a:pathLst>
                <a:path w="3736" h="5404" extrusionOk="0">
                  <a:moveTo>
                    <a:pt x="1869" y="0"/>
                  </a:moveTo>
                  <a:cubicBezTo>
                    <a:pt x="837" y="0"/>
                    <a:pt x="0" y="1209"/>
                    <a:pt x="0" y="2703"/>
                  </a:cubicBezTo>
                  <a:cubicBezTo>
                    <a:pt x="0"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898;p40">
              <a:extLst>
                <a:ext uri="{FF2B5EF4-FFF2-40B4-BE49-F238E27FC236}">
                  <a16:creationId xmlns:a16="http://schemas.microsoft.com/office/drawing/2014/main" id="{D66E9BE2-7B29-4D6C-14F7-A5F80C94F2D1}"/>
                </a:ext>
              </a:extLst>
            </p:cNvPr>
            <p:cNvSpPr/>
            <p:nvPr/>
          </p:nvSpPr>
          <p:spPr>
            <a:xfrm>
              <a:off x="5435200" y="5042325"/>
              <a:ext cx="98750" cy="140450"/>
            </a:xfrm>
            <a:custGeom>
              <a:avLst/>
              <a:gdLst/>
              <a:ahLst/>
              <a:cxnLst/>
              <a:rect l="l" t="t" r="r" b="b"/>
              <a:pathLst>
                <a:path w="3950" h="5618" extrusionOk="0">
                  <a:moveTo>
                    <a:pt x="1975" y="215"/>
                  </a:moveTo>
                  <a:cubicBezTo>
                    <a:pt x="2946" y="215"/>
                    <a:pt x="3736" y="1377"/>
                    <a:pt x="3736" y="2810"/>
                  </a:cubicBezTo>
                  <a:cubicBezTo>
                    <a:pt x="3736" y="4241"/>
                    <a:pt x="2946" y="5405"/>
                    <a:pt x="1975" y="5405"/>
                  </a:cubicBezTo>
                  <a:cubicBezTo>
                    <a:pt x="1004" y="5405"/>
                    <a:pt x="213" y="4241"/>
                    <a:pt x="213" y="2810"/>
                  </a:cubicBezTo>
                  <a:cubicBezTo>
                    <a:pt x="213" y="1377"/>
                    <a:pt x="1004" y="215"/>
                    <a:pt x="1975" y="215"/>
                  </a:cubicBezTo>
                  <a:close/>
                  <a:moveTo>
                    <a:pt x="1975" y="0"/>
                  </a:moveTo>
                  <a:cubicBezTo>
                    <a:pt x="886" y="0"/>
                    <a:pt x="0" y="1261"/>
                    <a:pt x="0" y="2810"/>
                  </a:cubicBezTo>
                  <a:cubicBezTo>
                    <a:pt x="0" y="4358"/>
                    <a:pt x="886" y="5618"/>
                    <a:pt x="1975" y="5618"/>
                  </a:cubicBezTo>
                  <a:cubicBezTo>
                    <a:pt x="3063" y="5618"/>
                    <a:pt x="3949" y="4358"/>
                    <a:pt x="3949" y="2810"/>
                  </a:cubicBezTo>
                  <a:cubicBezTo>
                    <a:pt x="3949" y="1261"/>
                    <a:pt x="3063" y="0"/>
                    <a:pt x="19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899;p40">
              <a:extLst>
                <a:ext uri="{FF2B5EF4-FFF2-40B4-BE49-F238E27FC236}">
                  <a16:creationId xmlns:a16="http://schemas.microsoft.com/office/drawing/2014/main" id="{57D956B7-098A-266D-26ED-DCBDBBF33DBC}"/>
                </a:ext>
              </a:extLst>
            </p:cNvPr>
            <p:cNvSpPr/>
            <p:nvPr/>
          </p:nvSpPr>
          <p:spPr>
            <a:xfrm>
              <a:off x="5448700" y="5045000"/>
              <a:ext cx="93475" cy="135100"/>
            </a:xfrm>
            <a:custGeom>
              <a:avLst/>
              <a:gdLst/>
              <a:ahLst/>
              <a:cxnLst/>
              <a:rect l="l" t="t" r="r" b="b"/>
              <a:pathLst>
                <a:path w="3739" h="5404" extrusionOk="0">
                  <a:moveTo>
                    <a:pt x="1870" y="0"/>
                  </a:moveTo>
                  <a:cubicBezTo>
                    <a:pt x="838" y="0"/>
                    <a:pt x="1" y="1209"/>
                    <a:pt x="1" y="2703"/>
                  </a:cubicBezTo>
                  <a:cubicBezTo>
                    <a:pt x="1" y="4195"/>
                    <a:pt x="838" y="5404"/>
                    <a:pt x="1870" y="5404"/>
                  </a:cubicBezTo>
                  <a:cubicBezTo>
                    <a:pt x="2901" y="5404"/>
                    <a:pt x="3738" y="4195"/>
                    <a:pt x="3738" y="2703"/>
                  </a:cubicBezTo>
                  <a:cubicBezTo>
                    <a:pt x="3738" y="1209"/>
                    <a:pt x="2901" y="0"/>
                    <a:pt x="18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900;p40">
              <a:extLst>
                <a:ext uri="{FF2B5EF4-FFF2-40B4-BE49-F238E27FC236}">
                  <a16:creationId xmlns:a16="http://schemas.microsoft.com/office/drawing/2014/main" id="{905E8E1F-0DAD-BEFD-D2C0-F9DEF730F820}"/>
                </a:ext>
              </a:extLst>
            </p:cNvPr>
            <p:cNvSpPr/>
            <p:nvPr/>
          </p:nvSpPr>
          <p:spPr>
            <a:xfrm>
              <a:off x="5446075" y="5042325"/>
              <a:ext cx="98725" cy="140450"/>
            </a:xfrm>
            <a:custGeom>
              <a:avLst/>
              <a:gdLst/>
              <a:ahLst/>
              <a:cxnLst/>
              <a:rect l="l" t="t" r="r" b="b"/>
              <a:pathLst>
                <a:path w="3949" h="5618" extrusionOk="0">
                  <a:moveTo>
                    <a:pt x="1975" y="215"/>
                  </a:moveTo>
                  <a:cubicBezTo>
                    <a:pt x="2945" y="215"/>
                    <a:pt x="3736" y="1377"/>
                    <a:pt x="3736" y="2810"/>
                  </a:cubicBezTo>
                  <a:cubicBezTo>
                    <a:pt x="3736" y="4241"/>
                    <a:pt x="2947" y="5405"/>
                    <a:pt x="1975" y="5405"/>
                  </a:cubicBezTo>
                  <a:cubicBezTo>
                    <a:pt x="1004" y="5405"/>
                    <a:pt x="213" y="4241"/>
                    <a:pt x="213" y="2810"/>
                  </a:cubicBezTo>
                  <a:cubicBezTo>
                    <a:pt x="213" y="1377"/>
                    <a:pt x="1004" y="215"/>
                    <a:pt x="1975" y="215"/>
                  </a:cubicBezTo>
                  <a:close/>
                  <a:moveTo>
                    <a:pt x="1975" y="0"/>
                  </a:moveTo>
                  <a:cubicBezTo>
                    <a:pt x="886" y="0"/>
                    <a:pt x="0" y="1261"/>
                    <a:pt x="0" y="2810"/>
                  </a:cubicBezTo>
                  <a:cubicBezTo>
                    <a:pt x="0" y="4358"/>
                    <a:pt x="886" y="5618"/>
                    <a:pt x="1975" y="5618"/>
                  </a:cubicBezTo>
                  <a:cubicBezTo>
                    <a:pt x="3063" y="5618"/>
                    <a:pt x="3949" y="4358"/>
                    <a:pt x="3949" y="2810"/>
                  </a:cubicBezTo>
                  <a:cubicBezTo>
                    <a:pt x="3949" y="1261"/>
                    <a:pt x="3064" y="0"/>
                    <a:pt x="19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901;p40">
              <a:extLst>
                <a:ext uri="{FF2B5EF4-FFF2-40B4-BE49-F238E27FC236}">
                  <a16:creationId xmlns:a16="http://schemas.microsoft.com/office/drawing/2014/main" id="{2BDAE634-4215-A742-22FA-155D5193DE2E}"/>
                </a:ext>
              </a:extLst>
            </p:cNvPr>
            <p:cNvSpPr/>
            <p:nvPr/>
          </p:nvSpPr>
          <p:spPr>
            <a:xfrm>
              <a:off x="5476150" y="5084650"/>
              <a:ext cx="38550" cy="55800"/>
            </a:xfrm>
            <a:custGeom>
              <a:avLst/>
              <a:gdLst/>
              <a:ahLst/>
              <a:cxnLst/>
              <a:rect l="l" t="t" r="r" b="b"/>
              <a:pathLst>
                <a:path w="1542" h="2232" extrusionOk="0">
                  <a:moveTo>
                    <a:pt x="772" y="0"/>
                  </a:moveTo>
                  <a:cubicBezTo>
                    <a:pt x="346" y="0"/>
                    <a:pt x="0" y="500"/>
                    <a:pt x="0" y="1117"/>
                  </a:cubicBezTo>
                  <a:cubicBezTo>
                    <a:pt x="0" y="1733"/>
                    <a:pt x="347" y="2232"/>
                    <a:pt x="772" y="2232"/>
                  </a:cubicBezTo>
                  <a:cubicBezTo>
                    <a:pt x="1196" y="2232"/>
                    <a:pt x="1541" y="1733"/>
                    <a:pt x="1541" y="1117"/>
                  </a:cubicBezTo>
                  <a:cubicBezTo>
                    <a:pt x="1541" y="505"/>
                    <a:pt x="1199" y="0"/>
                    <a:pt x="7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902;p40">
              <a:extLst>
                <a:ext uri="{FF2B5EF4-FFF2-40B4-BE49-F238E27FC236}">
                  <a16:creationId xmlns:a16="http://schemas.microsoft.com/office/drawing/2014/main" id="{0F9423D5-1F72-69A4-01B0-597C0909A2A5}"/>
                </a:ext>
              </a:extLst>
            </p:cNvPr>
            <p:cNvSpPr/>
            <p:nvPr/>
          </p:nvSpPr>
          <p:spPr>
            <a:xfrm>
              <a:off x="5473475" y="5082000"/>
              <a:ext cx="43900" cy="61100"/>
            </a:xfrm>
            <a:custGeom>
              <a:avLst/>
              <a:gdLst/>
              <a:ahLst/>
              <a:cxnLst/>
              <a:rect l="l" t="t" r="r" b="b"/>
              <a:pathLst>
                <a:path w="1756" h="2444" extrusionOk="0">
                  <a:moveTo>
                    <a:pt x="879" y="213"/>
                  </a:moveTo>
                  <a:cubicBezTo>
                    <a:pt x="1239"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2" y="2444"/>
                    <a:pt x="1756" y="1896"/>
                    <a:pt x="1756" y="1223"/>
                  </a:cubicBezTo>
                  <a:cubicBezTo>
                    <a:pt x="1756" y="548"/>
                    <a:pt x="1362"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903;p40">
              <a:extLst>
                <a:ext uri="{FF2B5EF4-FFF2-40B4-BE49-F238E27FC236}">
                  <a16:creationId xmlns:a16="http://schemas.microsoft.com/office/drawing/2014/main" id="{B3023FE0-94BB-61EF-936F-2E672ED8C45F}"/>
                </a:ext>
              </a:extLst>
            </p:cNvPr>
            <p:cNvSpPr/>
            <p:nvPr/>
          </p:nvSpPr>
          <p:spPr>
            <a:xfrm>
              <a:off x="5480950" y="5084650"/>
              <a:ext cx="38550" cy="55800"/>
            </a:xfrm>
            <a:custGeom>
              <a:avLst/>
              <a:gdLst/>
              <a:ahLst/>
              <a:cxnLst/>
              <a:rect l="l" t="t" r="r" b="b"/>
              <a:pathLst>
                <a:path w="1542" h="2232" extrusionOk="0">
                  <a:moveTo>
                    <a:pt x="772" y="0"/>
                  </a:moveTo>
                  <a:cubicBezTo>
                    <a:pt x="346" y="0"/>
                    <a:pt x="0" y="500"/>
                    <a:pt x="0" y="1117"/>
                  </a:cubicBezTo>
                  <a:cubicBezTo>
                    <a:pt x="0" y="1733"/>
                    <a:pt x="347" y="2232"/>
                    <a:pt x="772" y="2232"/>
                  </a:cubicBezTo>
                  <a:cubicBezTo>
                    <a:pt x="1196" y="2232"/>
                    <a:pt x="1541" y="1733"/>
                    <a:pt x="1541" y="1117"/>
                  </a:cubicBezTo>
                  <a:cubicBezTo>
                    <a:pt x="1541" y="505"/>
                    <a:pt x="1199" y="0"/>
                    <a:pt x="77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904;p40">
              <a:extLst>
                <a:ext uri="{FF2B5EF4-FFF2-40B4-BE49-F238E27FC236}">
                  <a16:creationId xmlns:a16="http://schemas.microsoft.com/office/drawing/2014/main" id="{7AB092BD-E263-721B-CB43-2EAA8A389A3F}"/>
                </a:ext>
              </a:extLst>
            </p:cNvPr>
            <p:cNvSpPr/>
            <p:nvPr/>
          </p:nvSpPr>
          <p:spPr>
            <a:xfrm>
              <a:off x="5478275" y="5082000"/>
              <a:ext cx="43900" cy="61100"/>
            </a:xfrm>
            <a:custGeom>
              <a:avLst/>
              <a:gdLst/>
              <a:ahLst/>
              <a:cxnLst/>
              <a:rect l="l" t="t" r="r" b="b"/>
              <a:pathLst>
                <a:path w="1756" h="2444" extrusionOk="0">
                  <a:moveTo>
                    <a:pt x="879" y="213"/>
                  </a:moveTo>
                  <a:cubicBezTo>
                    <a:pt x="1237" y="213"/>
                    <a:pt x="1541" y="666"/>
                    <a:pt x="1541" y="1223"/>
                  </a:cubicBezTo>
                  <a:cubicBezTo>
                    <a:pt x="1541" y="1778"/>
                    <a:pt x="1239" y="2231"/>
                    <a:pt x="879" y="2231"/>
                  </a:cubicBezTo>
                  <a:cubicBezTo>
                    <a:pt x="518" y="2231"/>
                    <a:pt x="213" y="1778"/>
                    <a:pt x="213" y="1223"/>
                  </a:cubicBezTo>
                  <a:cubicBezTo>
                    <a:pt x="213" y="666"/>
                    <a:pt x="512" y="213"/>
                    <a:pt x="879" y="213"/>
                  </a:cubicBezTo>
                  <a:close/>
                  <a:moveTo>
                    <a:pt x="879" y="0"/>
                  </a:moveTo>
                  <a:cubicBezTo>
                    <a:pt x="395" y="0"/>
                    <a:pt x="0" y="548"/>
                    <a:pt x="0" y="1223"/>
                  </a:cubicBezTo>
                  <a:cubicBezTo>
                    <a:pt x="0" y="1896"/>
                    <a:pt x="395" y="2444"/>
                    <a:pt x="879" y="2444"/>
                  </a:cubicBezTo>
                  <a:cubicBezTo>
                    <a:pt x="1363" y="2444"/>
                    <a:pt x="1756" y="1896"/>
                    <a:pt x="1756" y="1223"/>
                  </a:cubicBezTo>
                  <a:cubicBezTo>
                    <a:pt x="1756" y="548"/>
                    <a:pt x="1363" y="0"/>
                    <a:pt x="87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905;p40">
              <a:extLst>
                <a:ext uri="{FF2B5EF4-FFF2-40B4-BE49-F238E27FC236}">
                  <a16:creationId xmlns:a16="http://schemas.microsoft.com/office/drawing/2014/main" id="{EE848133-CB9F-8210-3FF4-A6920829BF90}"/>
                </a:ext>
              </a:extLst>
            </p:cNvPr>
            <p:cNvSpPr/>
            <p:nvPr/>
          </p:nvSpPr>
          <p:spPr>
            <a:xfrm>
              <a:off x="5525575" y="4378425"/>
              <a:ext cx="21775" cy="14450"/>
            </a:xfrm>
            <a:custGeom>
              <a:avLst/>
              <a:gdLst/>
              <a:ahLst/>
              <a:cxnLst/>
              <a:rect l="l" t="t" r="r" b="b"/>
              <a:pathLst>
                <a:path w="871" h="578" extrusionOk="0">
                  <a:moveTo>
                    <a:pt x="745" y="1"/>
                  </a:moveTo>
                  <a:cubicBezTo>
                    <a:pt x="519" y="165"/>
                    <a:pt x="267" y="290"/>
                    <a:pt x="1" y="373"/>
                  </a:cubicBezTo>
                  <a:lnTo>
                    <a:pt x="63" y="577"/>
                  </a:lnTo>
                  <a:cubicBezTo>
                    <a:pt x="353" y="486"/>
                    <a:pt x="624" y="351"/>
                    <a:pt x="870" y="174"/>
                  </a:cubicBezTo>
                  <a:lnTo>
                    <a:pt x="74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906;p40">
              <a:extLst>
                <a:ext uri="{FF2B5EF4-FFF2-40B4-BE49-F238E27FC236}">
                  <a16:creationId xmlns:a16="http://schemas.microsoft.com/office/drawing/2014/main" id="{7135D4F5-0BE7-A261-DF52-36116863689D}"/>
                </a:ext>
              </a:extLst>
            </p:cNvPr>
            <p:cNvSpPr/>
            <p:nvPr/>
          </p:nvSpPr>
          <p:spPr>
            <a:xfrm>
              <a:off x="5431600" y="4252325"/>
              <a:ext cx="155675" cy="138350"/>
            </a:xfrm>
            <a:custGeom>
              <a:avLst/>
              <a:gdLst/>
              <a:ahLst/>
              <a:cxnLst/>
              <a:rect l="l" t="t" r="r" b="b"/>
              <a:pathLst>
                <a:path w="6227" h="5534" extrusionOk="0">
                  <a:moveTo>
                    <a:pt x="2958" y="0"/>
                  </a:moveTo>
                  <a:cubicBezTo>
                    <a:pt x="2591" y="0"/>
                    <a:pt x="2224" y="71"/>
                    <a:pt x="1873" y="213"/>
                  </a:cubicBezTo>
                  <a:cubicBezTo>
                    <a:pt x="1161" y="502"/>
                    <a:pt x="605" y="1052"/>
                    <a:pt x="305" y="1760"/>
                  </a:cubicBezTo>
                  <a:cubicBezTo>
                    <a:pt x="6" y="2469"/>
                    <a:pt x="0" y="3251"/>
                    <a:pt x="289" y="3964"/>
                  </a:cubicBezTo>
                  <a:cubicBezTo>
                    <a:pt x="579" y="4676"/>
                    <a:pt x="1127" y="5234"/>
                    <a:pt x="1836" y="5533"/>
                  </a:cubicBezTo>
                  <a:lnTo>
                    <a:pt x="1919" y="5337"/>
                  </a:lnTo>
                  <a:cubicBezTo>
                    <a:pt x="1264" y="5060"/>
                    <a:pt x="755" y="4543"/>
                    <a:pt x="487" y="3884"/>
                  </a:cubicBezTo>
                  <a:cubicBezTo>
                    <a:pt x="219" y="3224"/>
                    <a:pt x="225" y="2499"/>
                    <a:pt x="502" y="1844"/>
                  </a:cubicBezTo>
                  <a:cubicBezTo>
                    <a:pt x="779" y="1187"/>
                    <a:pt x="1294" y="679"/>
                    <a:pt x="1954" y="411"/>
                  </a:cubicBezTo>
                  <a:cubicBezTo>
                    <a:pt x="2278" y="280"/>
                    <a:pt x="2618" y="214"/>
                    <a:pt x="2958" y="214"/>
                  </a:cubicBezTo>
                  <a:cubicBezTo>
                    <a:pt x="3310" y="214"/>
                    <a:pt x="3661" y="284"/>
                    <a:pt x="3995" y="425"/>
                  </a:cubicBezTo>
                  <a:cubicBezTo>
                    <a:pt x="5348" y="998"/>
                    <a:pt x="5984" y="2564"/>
                    <a:pt x="5412" y="3918"/>
                  </a:cubicBezTo>
                  <a:cubicBezTo>
                    <a:pt x="5304" y="4175"/>
                    <a:pt x="5156" y="4412"/>
                    <a:pt x="4975" y="4622"/>
                  </a:cubicBezTo>
                  <a:lnTo>
                    <a:pt x="5135" y="4762"/>
                  </a:lnTo>
                  <a:cubicBezTo>
                    <a:pt x="5332" y="4534"/>
                    <a:pt x="5491" y="4280"/>
                    <a:pt x="5609" y="4001"/>
                  </a:cubicBezTo>
                  <a:cubicBezTo>
                    <a:pt x="6227" y="2539"/>
                    <a:pt x="5539" y="846"/>
                    <a:pt x="4077" y="228"/>
                  </a:cubicBezTo>
                  <a:cubicBezTo>
                    <a:pt x="3717" y="76"/>
                    <a:pt x="3337" y="0"/>
                    <a:pt x="295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907;p40">
              <a:extLst>
                <a:ext uri="{FF2B5EF4-FFF2-40B4-BE49-F238E27FC236}">
                  <a16:creationId xmlns:a16="http://schemas.microsoft.com/office/drawing/2014/main" id="{B42285BB-C2CC-D688-1526-BF3F70F22A6F}"/>
                </a:ext>
              </a:extLst>
            </p:cNvPr>
            <p:cNvSpPr/>
            <p:nvPr/>
          </p:nvSpPr>
          <p:spPr>
            <a:xfrm>
              <a:off x="5387000" y="3489125"/>
              <a:ext cx="221100" cy="145425"/>
            </a:xfrm>
            <a:custGeom>
              <a:avLst/>
              <a:gdLst/>
              <a:ahLst/>
              <a:cxnLst/>
              <a:rect l="l" t="t" r="r" b="b"/>
              <a:pathLst>
                <a:path w="8844" h="5817" extrusionOk="0">
                  <a:moveTo>
                    <a:pt x="3528" y="0"/>
                  </a:moveTo>
                  <a:cubicBezTo>
                    <a:pt x="2005" y="0"/>
                    <a:pt x="753" y="647"/>
                    <a:pt x="434" y="1734"/>
                  </a:cubicBezTo>
                  <a:cubicBezTo>
                    <a:pt x="0" y="3202"/>
                    <a:pt x="1436" y="4919"/>
                    <a:pt x="3639" y="5568"/>
                  </a:cubicBezTo>
                  <a:cubicBezTo>
                    <a:pt x="4212" y="5737"/>
                    <a:pt x="4780" y="5817"/>
                    <a:pt x="5315" y="5817"/>
                  </a:cubicBezTo>
                  <a:cubicBezTo>
                    <a:pt x="6837" y="5817"/>
                    <a:pt x="8091" y="5170"/>
                    <a:pt x="8411" y="4083"/>
                  </a:cubicBezTo>
                  <a:cubicBezTo>
                    <a:pt x="8843" y="2614"/>
                    <a:pt x="7408" y="897"/>
                    <a:pt x="5206" y="249"/>
                  </a:cubicBezTo>
                  <a:cubicBezTo>
                    <a:pt x="4632" y="80"/>
                    <a:pt x="4063" y="0"/>
                    <a:pt x="35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908;p40">
              <a:extLst>
                <a:ext uri="{FF2B5EF4-FFF2-40B4-BE49-F238E27FC236}">
                  <a16:creationId xmlns:a16="http://schemas.microsoft.com/office/drawing/2014/main" id="{1D5E8839-739B-78D3-34CD-0095C414279E}"/>
                </a:ext>
              </a:extLst>
            </p:cNvPr>
            <p:cNvSpPr/>
            <p:nvPr/>
          </p:nvSpPr>
          <p:spPr>
            <a:xfrm>
              <a:off x="5389750" y="3486425"/>
              <a:ext cx="215575" cy="150725"/>
            </a:xfrm>
            <a:custGeom>
              <a:avLst/>
              <a:gdLst/>
              <a:ahLst/>
              <a:cxnLst/>
              <a:rect l="l" t="t" r="r" b="b"/>
              <a:pathLst>
                <a:path w="8623" h="6029" extrusionOk="0">
                  <a:moveTo>
                    <a:pt x="3418" y="214"/>
                  </a:moveTo>
                  <a:cubicBezTo>
                    <a:pt x="3952" y="214"/>
                    <a:pt x="4510" y="296"/>
                    <a:pt x="5064" y="459"/>
                  </a:cubicBezTo>
                  <a:cubicBezTo>
                    <a:pt x="6111" y="767"/>
                    <a:pt x="7012" y="1327"/>
                    <a:pt x="7604" y="2035"/>
                  </a:cubicBezTo>
                  <a:cubicBezTo>
                    <a:pt x="8187" y="2731"/>
                    <a:pt x="8397" y="3486"/>
                    <a:pt x="8199" y="4162"/>
                  </a:cubicBezTo>
                  <a:cubicBezTo>
                    <a:pt x="7892" y="5201"/>
                    <a:pt x="6681" y="5818"/>
                    <a:pt x="5208" y="5818"/>
                  </a:cubicBezTo>
                  <a:cubicBezTo>
                    <a:pt x="4682" y="5818"/>
                    <a:pt x="4123" y="5739"/>
                    <a:pt x="3559" y="5573"/>
                  </a:cubicBezTo>
                  <a:cubicBezTo>
                    <a:pt x="2514" y="5265"/>
                    <a:pt x="1611" y="4705"/>
                    <a:pt x="1019" y="3998"/>
                  </a:cubicBezTo>
                  <a:cubicBezTo>
                    <a:pt x="437" y="3303"/>
                    <a:pt x="227" y="2546"/>
                    <a:pt x="425" y="1872"/>
                  </a:cubicBezTo>
                  <a:cubicBezTo>
                    <a:pt x="624" y="1197"/>
                    <a:pt x="1211" y="676"/>
                    <a:pt x="2076" y="407"/>
                  </a:cubicBezTo>
                  <a:cubicBezTo>
                    <a:pt x="2490" y="279"/>
                    <a:pt x="2944" y="214"/>
                    <a:pt x="3418" y="214"/>
                  </a:cubicBezTo>
                  <a:close/>
                  <a:moveTo>
                    <a:pt x="3419" y="1"/>
                  </a:moveTo>
                  <a:cubicBezTo>
                    <a:pt x="2923" y="1"/>
                    <a:pt x="2448" y="68"/>
                    <a:pt x="2014" y="204"/>
                  </a:cubicBezTo>
                  <a:cubicBezTo>
                    <a:pt x="1077" y="494"/>
                    <a:pt x="440" y="1066"/>
                    <a:pt x="221" y="1812"/>
                  </a:cubicBezTo>
                  <a:cubicBezTo>
                    <a:pt x="0" y="2557"/>
                    <a:pt x="227" y="3381"/>
                    <a:pt x="855" y="4135"/>
                  </a:cubicBezTo>
                  <a:cubicBezTo>
                    <a:pt x="1475" y="4875"/>
                    <a:pt x="2413" y="5459"/>
                    <a:pt x="3498" y="5779"/>
                  </a:cubicBezTo>
                  <a:cubicBezTo>
                    <a:pt x="4079" y="5948"/>
                    <a:pt x="4653" y="6029"/>
                    <a:pt x="5197" y="6029"/>
                  </a:cubicBezTo>
                  <a:cubicBezTo>
                    <a:pt x="6769" y="6029"/>
                    <a:pt x="8070" y="5353"/>
                    <a:pt x="8403" y="4221"/>
                  </a:cubicBezTo>
                  <a:cubicBezTo>
                    <a:pt x="8623" y="3475"/>
                    <a:pt x="8397" y="2650"/>
                    <a:pt x="7768" y="1898"/>
                  </a:cubicBezTo>
                  <a:cubicBezTo>
                    <a:pt x="7149" y="1158"/>
                    <a:pt x="6211" y="575"/>
                    <a:pt x="5125" y="255"/>
                  </a:cubicBezTo>
                  <a:cubicBezTo>
                    <a:pt x="4552" y="86"/>
                    <a:pt x="3973" y="1"/>
                    <a:pt x="341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909;p40">
              <a:extLst>
                <a:ext uri="{FF2B5EF4-FFF2-40B4-BE49-F238E27FC236}">
                  <a16:creationId xmlns:a16="http://schemas.microsoft.com/office/drawing/2014/main" id="{37A6474E-070A-0FED-5CB6-346D5E9D4EF4}"/>
                </a:ext>
              </a:extLst>
            </p:cNvPr>
            <p:cNvSpPr/>
            <p:nvPr/>
          </p:nvSpPr>
          <p:spPr>
            <a:xfrm>
              <a:off x="5340250" y="4430800"/>
              <a:ext cx="64000" cy="64025"/>
            </a:xfrm>
            <a:custGeom>
              <a:avLst/>
              <a:gdLst/>
              <a:ahLst/>
              <a:cxnLst/>
              <a:rect l="l" t="t" r="r" b="b"/>
              <a:pathLst>
                <a:path w="2560" h="2561" extrusionOk="0">
                  <a:moveTo>
                    <a:pt x="1279" y="1"/>
                  </a:moveTo>
                  <a:cubicBezTo>
                    <a:pt x="573" y="1"/>
                    <a:pt x="0" y="574"/>
                    <a:pt x="0" y="1281"/>
                  </a:cubicBezTo>
                  <a:cubicBezTo>
                    <a:pt x="0" y="1987"/>
                    <a:pt x="573" y="2560"/>
                    <a:pt x="1279" y="2560"/>
                  </a:cubicBezTo>
                  <a:cubicBezTo>
                    <a:pt x="1986" y="2560"/>
                    <a:pt x="2560" y="1987"/>
                    <a:pt x="2560" y="1281"/>
                  </a:cubicBezTo>
                  <a:cubicBezTo>
                    <a:pt x="2560" y="574"/>
                    <a:pt x="1986" y="1"/>
                    <a:pt x="12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910;p40">
              <a:extLst>
                <a:ext uri="{FF2B5EF4-FFF2-40B4-BE49-F238E27FC236}">
                  <a16:creationId xmlns:a16="http://schemas.microsoft.com/office/drawing/2014/main" id="{8F8FB37E-679A-405A-1780-3D23C1CAC643}"/>
                </a:ext>
              </a:extLst>
            </p:cNvPr>
            <p:cNvSpPr/>
            <p:nvPr/>
          </p:nvSpPr>
          <p:spPr>
            <a:xfrm>
              <a:off x="5337550" y="4428175"/>
              <a:ext cx="69350" cy="69325"/>
            </a:xfrm>
            <a:custGeom>
              <a:avLst/>
              <a:gdLst/>
              <a:ahLst/>
              <a:cxnLst/>
              <a:rect l="l" t="t" r="r" b="b"/>
              <a:pathLst>
                <a:path w="2774" h="2773" extrusionOk="0">
                  <a:moveTo>
                    <a:pt x="1387" y="213"/>
                  </a:moveTo>
                  <a:cubicBezTo>
                    <a:pt x="2033" y="213"/>
                    <a:pt x="2560" y="740"/>
                    <a:pt x="2560" y="1386"/>
                  </a:cubicBezTo>
                  <a:cubicBezTo>
                    <a:pt x="2560" y="2033"/>
                    <a:pt x="2033" y="2560"/>
                    <a:pt x="1387" y="2560"/>
                  </a:cubicBezTo>
                  <a:cubicBezTo>
                    <a:pt x="741" y="2560"/>
                    <a:pt x="214" y="2033"/>
                    <a:pt x="214" y="1386"/>
                  </a:cubicBezTo>
                  <a:cubicBezTo>
                    <a:pt x="214" y="740"/>
                    <a:pt x="741" y="213"/>
                    <a:pt x="1387" y="213"/>
                  </a:cubicBezTo>
                  <a:close/>
                  <a:moveTo>
                    <a:pt x="1387" y="0"/>
                  </a:moveTo>
                  <a:cubicBezTo>
                    <a:pt x="623" y="0"/>
                    <a:pt x="1" y="621"/>
                    <a:pt x="1" y="1386"/>
                  </a:cubicBezTo>
                  <a:cubicBezTo>
                    <a:pt x="1" y="2150"/>
                    <a:pt x="623" y="2773"/>
                    <a:pt x="1387" y="2773"/>
                  </a:cubicBezTo>
                  <a:cubicBezTo>
                    <a:pt x="2153" y="2773"/>
                    <a:pt x="2773" y="2150"/>
                    <a:pt x="2773" y="1386"/>
                  </a:cubicBezTo>
                  <a:cubicBezTo>
                    <a:pt x="2773" y="621"/>
                    <a:pt x="2153" y="0"/>
                    <a:pt x="1387"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911;p40">
              <a:extLst>
                <a:ext uri="{FF2B5EF4-FFF2-40B4-BE49-F238E27FC236}">
                  <a16:creationId xmlns:a16="http://schemas.microsoft.com/office/drawing/2014/main" id="{D80F656D-3070-15C7-77A3-986121F8A35C}"/>
                </a:ext>
              </a:extLst>
            </p:cNvPr>
            <p:cNvSpPr/>
            <p:nvPr/>
          </p:nvSpPr>
          <p:spPr>
            <a:xfrm>
              <a:off x="4567350" y="4901100"/>
              <a:ext cx="61650" cy="89175"/>
            </a:xfrm>
            <a:custGeom>
              <a:avLst/>
              <a:gdLst/>
              <a:ahLst/>
              <a:cxnLst/>
              <a:rect l="l" t="t" r="r" b="b"/>
              <a:pathLst>
                <a:path w="2466" h="3567" extrusionOk="0">
                  <a:moveTo>
                    <a:pt x="1233" y="0"/>
                  </a:moveTo>
                  <a:cubicBezTo>
                    <a:pt x="552" y="0"/>
                    <a:pt x="0" y="798"/>
                    <a:pt x="0" y="1784"/>
                  </a:cubicBezTo>
                  <a:cubicBezTo>
                    <a:pt x="0" y="2768"/>
                    <a:pt x="552" y="3566"/>
                    <a:pt x="1233" y="3566"/>
                  </a:cubicBezTo>
                  <a:cubicBezTo>
                    <a:pt x="1913" y="3566"/>
                    <a:pt x="2466" y="2768"/>
                    <a:pt x="2466" y="1784"/>
                  </a:cubicBezTo>
                  <a:cubicBezTo>
                    <a:pt x="2466" y="798"/>
                    <a:pt x="1913"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912;p40">
              <a:extLst>
                <a:ext uri="{FF2B5EF4-FFF2-40B4-BE49-F238E27FC236}">
                  <a16:creationId xmlns:a16="http://schemas.microsoft.com/office/drawing/2014/main" id="{52A9F97E-8507-7C0B-50F8-EDEFD6C6C403}"/>
                </a:ext>
              </a:extLst>
            </p:cNvPr>
            <p:cNvSpPr/>
            <p:nvPr/>
          </p:nvSpPr>
          <p:spPr>
            <a:xfrm>
              <a:off x="4564700" y="4898450"/>
              <a:ext cx="66975" cy="94500"/>
            </a:xfrm>
            <a:custGeom>
              <a:avLst/>
              <a:gdLst/>
              <a:ahLst/>
              <a:cxnLst/>
              <a:rect l="l" t="t" r="r" b="b"/>
              <a:pathLst>
                <a:path w="2679" h="3780" extrusionOk="0">
                  <a:moveTo>
                    <a:pt x="1339" y="213"/>
                  </a:moveTo>
                  <a:cubicBezTo>
                    <a:pt x="1960" y="213"/>
                    <a:pt x="2466" y="965"/>
                    <a:pt x="2466" y="1890"/>
                  </a:cubicBezTo>
                  <a:cubicBezTo>
                    <a:pt x="2466" y="2813"/>
                    <a:pt x="1960" y="3565"/>
                    <a:pt x="1339" y="3565"/>
                  </a:cubicBezTo>
                  <a:cubicBezTo>
                    <a:pt x="718" y="3565"/>
                    <a:pt x="213" y="2813"/>
                    <a:pt x="213" y="1890"/>
                  </a:cubicBezTo>
                  <a:cubicBezTo>
                    <a:pt x="213" y="965"/>
                    <a:pt x="718" y="213"/>
                    <a:pt x="1339" y="213"/>
                  </a:cubicBezTo>
                  <a:close/>
                  <a:moveTo>
                    <a:pt x="1339" y="0"/>
                  </a:moveTo>
                  <a:cubicBezTo>
                    <a:pt x="600" y="0"/>
                    <a:pt x="0" y="848"/>
                    <a:pt x="0" y="1890"/>
                  </a:cubicBezTo>
                  <a:cubicBezTo>
                    <a:pt x="0" y="2931"/>
                    <a:pt x="600" y="3779"/>
                    <a:pt x="1339" y="3779"/>
                  </a:cubicBezTo>
                  <a:cubicBezTo>
                    <a:pt x="2077" y="3779"/>
                    <a:pt x="2679" y="2932"/>
                    <a:pt x="2679" y="1890"/>
                  </a:cubicBezTo>
                  <a:cubicBezTo>
                    <a:pt x="2679" y="848"/>
                    <a:pt x="2077" y="0"/>
                    <a:pt x="133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913;p40">
              <a:extLst>
                <a:ext uri="{FF2B5EF4-FFF2-40B4-BE49-F238E27FC236}">
                  <a16:creationId xmlns:a16="http://schemas.microsoft.com/office/drawing/2014/main" id="{4AE7F181-2157-A160-2BCD-93C3B1A5F965}"/>
                </a:ext>
              </a:extLst>
            </p:cNvPr>
            <p:cNvSpPr/>
            <p:nvPr/>
          </p:nvSpPr>
          <p:spPr>
            <a:xfrm>
              <a:off x="4535250" y="4878125"/>
              <a:ext cx="93425" cy="135100"/>
            </a:xfrm>
            <a:custGeom>
              <a:avLst/>
              <a:gdLst/>
              <a:ahLst/>
              <a:cxnLst/>
              <a:rect l="l" t="t" r="r" b="b"/>
              <a:pathLst>
                <a:path w="3737" h="5404" extrusionOk="0">
                  <a:moveTo>
                    <a:pt x="1869" y="0"/>
                  </a:moveTo>
                  <a:cubicBezTo>
                    <a:pt x="837" y="0"/>
                    <a:pt x="1" y="1209"/>
                    <a:pt x="1" y="2703"/>
                  </a:cubicBezTo>
                  <a:cubicBezTo>
                    <a:pt x="1"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914;p40">
              <a:extLst>
                <a:ext uri="{FF2B5EF4-FFF2-40B4-BE49-F238E27FC236}">
                  <a16:creationId xmlns:a16="http://schemas.microsoft.com/office/drawing/2014/main" id="{01F441FE-83C5-4D0B-3666-2A5DBE4B5DB5}"/>
                </a:ext>
              </a:extLst>
            </p:cNvPr>
            <p:cNvSpPr/>
            <p:nvPr/>
          </p:nvSpPr>
          <p:spPr>
            <a:xfrm>
              <a:off x="4532575" y="4875475"/>
              <a:ext cx="98775" cy="140425"/>
            </a:xfrm>
            <a:custGeom>
              <a:avLst/>
              <a:gdLst/>
              <a:ahLst/>
              <a:cxnLst/>
              <a:rect l="l" t="t" r="r" b="b"/>
              <a:pathLst>
                <a:path w="3951" h="5617" extrusionOk="0">
                  <a:moveTo>
                    <a:pt x="1976" y="214"/>
                  </a:moveTo>
                  <a:cubicBezTo>
                    <a:pt x="2947" y="214"/>
                    <a:pt x="3738" y="1377"/>
                    <a:pt x="3738" y="2809"/>
                  </a:cubicBezTo>
                  <a:cubicBezTo>
                    <a:pt x="3738" y="4240"/>
                    <a:pt x="2947" y="5404"/>
                    <a:pt x="1976" y="5404"/>
                  </a:cubicBezTo>
                  <a:cubicBezTo>
                    <a:pt x="1004" y="5404"/>
                    <a:pt x="215" y="4240"/>
                    <a:pt x="215" y="2809"/>
                  </a:cubicBezTo>
                  <a:cubicBezTo>
                    <a:pt x="215" y="1377"/>
                    <a:pt x="1004" y="214"/>
                    <a:pt x="1976" y="214"/>
                  </a:cubicBezTo>
                  <a:close/>
                  <a:moveTo>
                    <a:pt x="1976" y="1"/>
                  </a:moveTo>
                  <a:cubicBezTo>
                    <a:pt x="888" y="1"/>
                    <a:pt x="0" y="1260"/>
                    <a:pt x="0" y="2809"/>
                  </a:cubicBezTo>
                  <a:cubicBezTo>
                    <a:pt x="0" y="4357"/>
                    <a:pt x="888" y="5617"/>
                    <a:pt x="1976" y="5617"/>
                  </a:cubicBezTo>
                  <a:cubicBezTo>
                    <a:pt x="3065" y="5617"/>
                    <a:pt x="3951" y="4357"/>
                    <a:pt x="3951" y="2809"/>
                  </a:cubicBezTo>
                  <a:cubicBezTo>
                    <a:pt x="3951" y="1260"/>
                    <a:pt x="3065" y="1"/>
                    <a:pt x="197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915;p40">
              <a:extLst>
                <a:ext uri="{FF2B5EF4-FFF2-40B4-BE49-F238E27FC236}">
                  <a16:creationId xmlns:a16="http://schemas.microsoft.com/office/drawing/2014/main" id="{5053B3A0-E886-1ABD-3D53-2D3134C9100E}"/>
                </a:ext>
              </a:extLst>
            </p:cNvPr>
            <p:cNvSpPr/>
            <p:nvPr/>
          </p:nvSpPr>
          <p:spPr>
            <a:xfrm>
              <a:off x="4546125" y="4878125"/>
              <a:ext cx="93450" cy="135100"/>
            </a:xfrm>
            <a:custGeom>
              <a:avLst/>
              <a:gdLst/>
              <a:ahLst/>
              <a:cxnLst/>
              <a:rect l="l" t="t" r="r" b="b"/>
              <a:pathLst>
                <a:path w="3738" h="5404" extrusionOk="0">
                  <a:moveTo>
                    <a:pt x="1869" y="0"/>
                  </a:moveTo>
                  <a:cubicBezTo>
                    <a:pt x="837" y="0"/>
                    <a:pt x="0" y="1209"/>
                    <a:pt x="0" y="2703"/>
                  </a:cubicBezTo>
                  <a:cubicBezTo>
                    <a:pt x="0" y="4195"/>
                    <a:pt x="837" y="5404"/>
                    <a:pt x="1869" y="5404"/>
                  </a:cubicBezTo>
                  <a:cubicBezTo>
                    <a:pt x="2901" y="5404"/>
                    <a:pt x="3738" y="4195"/>
                    <a:pt x="3738" y="2703"/>
                  </a:cubicBezTo>
                  <a:cubicBezTo>
                    <a:pt x="3738"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916;p40">
              <a:extLst>
                <a:ext uri="{FF2B5EF4-FFF2-40B4-BE49-F238E27FC236}">
                  <a16:creationId xmlns:a16="http://schemas.microsoft.com/office/drawing/2014/main" id="{139BAEAE-EE44-13E4-97BF-A2B30715C887}"/>
                </a:ext>
              </a:extLst>
            </p:cNvPr>
            <p:cNvSpPr/>
            <p:nvPr/>
          </p:nvSpPr>
          <p:spPr>
            <a:xfrm>
              <a:off x="4543475" y="4875475"/>
              <a:ext cx="98750" cy="140425"/>
            </a:xfrm>
            <a:custGeom>
              <a:avLst/>
              <a:gdLst/>
              <a:ahLst/>
              <a:cxnLst/>
              <a:rect l="l" t="t" r="r" b="b"/>
              <a:pathLst>
                <a:path w="3950" h="5617" extrusionOk="0">
                  <a:moveTo>
                    <a:pt x="1975" y="214"/>
                  </a:moveTo>
                  <a:cubicBezTo>
                    <a:pt x="2946" y="214"/>
                    <a:pt x="3736" y="1377"/>
                    <a:pt x="3736" y="2809"/>
                  </a:cubicBezTo>
                  <a:cubicBezTo>
                    <a:pt x="3736" y="4240"/>
                    <a:pt x="2946" y="5404"/>
                    <a:pt x="1975" y="5404"/>
                  </a:cubicBezTo>
                  <a:cubicBezTo>
                    <a:pt x="1004" y="5404"/>
                    <a:pt x="214" y="4240"/>
                    <a:pt x="214" y="2809"/>
                  </a:cubicBezTo>
                  <a:cubicBezTo>
                    <a:pt x="214" y="1377"/>
                    <a:pt x="1004" y="214"/>
                    <a:pt x="1975" y="214"/>
                  </a:cubicBezTo>
                  <a:close/>
                  <a:moveTo>
                    <a:pt x="1975" y="1"/>
                  </a:moveTo>
                  <a:cubicBezTo>
                    <a:pt x="887" y="1"/>
                    <a:pt x="1" y="1260"/>
                    <a:pt x="1" y="2809"/>
                  </a:cubicBezTo>
                  <a:cubicBezTo>
                    <a:pt x="1" y="4357"/>
                    <a:pt x="887" y="5617"/>
                    <a:pt x="1975" y="5617"/>
                  </a:cubicBezTo>
                  <a:cubicBezTo>
                    <a:pt x="3063" y="5617"/>
                    <a:pt x="3949" y="4357"/>
                    <a:pt x="3949" y="2809"/>
                  </a:cubicBezTo>
                  <a:cubicBezTo>
                    <a:pt x="3949" y="1260"/>
                    <a:pt x="3063" y="1"/>
                    <a:pt x="1975"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917;p40">
              <a:extLst>
                <a:ext uri="{FF2B5EF4-FFF2-40B4-BE49-F238E27FC236}">
                  <a16:creationId xmlns:a16="http://schemas.microsoft.com/office/drawing/2014/main" id="{940EB7B1-5AC2-2FD7-3885-C4BAF37CD7CE}"/>
                </a:ext>
              </a:extLst>
            </p:cNvPr>
            <p:cNvSpPr/>
            <p:nvPr/>
          </p:nvSpPr>
          <p:spPr>
            <a:xfrm>
              <a:off x="4574450" y="4902100"/>
              <a:ext cx="66025" cy="87150"/>
            </a:xfrm>
            <a:custGeom>
              <a:avLst/>
              <a:gdLst/>
              <a:ahLst/>
              <a:cxnLst/>
              <a:rect l="l" t="t" r="r" b="b"/>
              <a:pathLst>
                <a:path w="2641" h="3486" extrusionOk="0">
                  <a:moveTo>
                    <a:pt x="1203" y="0"/>
                  </a:moveTo>
                  <a:cubicBezTo>
                    <a:pt x="539" y="0"/>
                    <a:pt x="0" y="782"/>
                    <a:pt x="0" y="1744"/>
                  </a:cubicBezTo>
                  <a:cubicBezTo>
                    <a:pt x="0" y="2706"/>
                    <a:pt x="539" y="3486"/>
                    <a:pt x="1203" y="3486"/>
                  </a:cubicBezTo>
                  <a:lnTo>
                    <a:pt x="2640" y="3486"/>
                  </a:lnTo>
                  <a:lnTo>
                    <a:pt x="2640" y="2"/>
                  </a:lnTo>
                  <a:lnTo>
                    <a:pt x="120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918;p40">
              <a:extLst>
                <a:ext uri="{FF2B5EF4-FFF2-40B4-BE49-F238E27FC236}">
                  <a16:creationId xmlns:a16="http://schemas.microsoft.com/office/drawing/2014/main" id="{162F19F0-7B4C-7605-053E-235B83C4CB7E}"/>
                </a:ext>
              </a:extLst>
            </p:cNvPr>
            <p:cNvSpPr/>
            <p:nvPr/>
          </p:nvSpPr>
          <p:spPr>
            <a:xfrm>
              <a:off x="4571775" y="4899450"/>
              <a:ext cx="71375" cy="92500"/>
            </a:xfrm>
            <a:custGeom>
              <a:avLst/>
              <a:gdLst/>
              <a:ahLst/>
              <a:cxnLst/>
              <a:rect l="l" t="t" r="r" b="b"/>
              <a:pathLst>
                <a:path w="2855" h="3700" extrusionOk="0">
                  <a:moveTo>
                    <a:pt x="2640" y="214"/>
                  </a:moveTo>
                  <a:lnTo>
                    <a:pt x="2640" y="3485"/>
                  </a:lnTo>
                  <a:lnTo>
                    <a:pt x="1310" y="3485"/>
                  </a:lnTo>
                  <a:cubicBezTo>
                    <a:pt x="706" y="3485"/>
                    <a:pt x="213" y="2751"/>
                    <a:pt x="213" y="1850"/>
                  </a:cubicBezTo>
                  <a:cubicBezTo>
                    <a:pt x="213" y="948"/>
                    <a:pt x="706" y="214"/>
                    <a:pt x="1310" y="214"/>
                  </a:cubicBezTo>
                  <a:close/>
                  <a:moveTo>
                    <a:pt x="1310" y="1"/>
                  </a:moveTo>
                  <a:cubicBezTo>
                    <a:pt x="588" y="1"/>
                    <a:pt x="0" y="830"/>
                    <a:pt x="0" y="1850"/>
                  </a:cubicBezTo>
                  <a:cubicBezTo>
                    <a:pt x="0" y="2868"/>
                    <a:pt x="588" y="3699"/>
                    <a:pt x="1310" y="3699"/>
                  </a:cubicBezTo>
                  <a:lnTo>
                    <a:pt x="2747" y="3699"/>
                  </a:lnTo>
                  <a:cubicBezTo>
                    <a:pt x="2807" y="3698"/>
                    <a:pt x="2855" y="3650"/>
                    <a:pt x="2855" y="3592"/>
                  </a:cubicBezTo>
                  <a:lnTo>
                    <a:pt x="2855" y="108"/>
                  </a:lnTo>
                  <a:cubicBezTo>
                    <a:pt x="2855" y="48"/>
                    <a:pt x="2807" y="1"/>
                    <a:pt x="274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919;p40">
              <a:extLst>
                <a:ext uri="{FF2B5EF4-FFF2-40B4-BE49-F238E27FC236}">
                  <a16:creationId xmlns:a16="http://schemas.microsoft.com/office/drawing/2014/main" id="{6BDF1EF6-1C2B-C497-BE8E-E38B122F95D2}"/>
                </a:ext>
              </a:extLst>
            </p:cNvPr>
            <p:cNvSpPr/>
            <p:nvPr/>
          </p:nvSpPr>
          <p:spPr>
            <a:xfrm>
              <a:off x="4610375" y="4902100"/>
              <a:ext cx="60200" cy="87150"/>
            </a:xfrm>
            <a:custGeom>
              <a:avLst/>
              <a:gdLst/>
              <a:ahLst/>
              <a:cxnLst/>
              <a:rect l="l" t="t" r="r" b="b"/>
              <a:pathLst>
                <a:path w="2408" h="3486" extrusionOk="0">
                  <a:moveTo>
                    <a:pt x="1203" y="0"/>
                  </a:moveTo>
                  <a:cubicBezTo>
                    <a:pt x="538" y="0"/>
                    <a:pt x="0" y="782"/>
                    <a:pt x="0" y="1744"/>
                  </a:cubicBezTo>
                  <a:cubicBezTo>
                    <a:pt x="0" y="2706"/>
                    <a:pt x="538" y="3486"/>
                    <a:pt x="1203" y="3486"/>
                  </a:cubicBezTo>
                  <a:cubicBezTo>
                    <a:pt x="1869" y="3486"/>
                    <a:pt x="2408" y="2706"/>
                    <a:pt x="2408" y="1744"/>
                  </a:cubicBezTo>
                  <a:cubicBezTo>
                    <a:pt x="2408" y="782"/>
                    <a:pt x="1869" y="0"/>
                    <a:pt x="12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920;p40">
              <a:extLst>
                <a:ext uri="{FF2B5EF4-FFF2-40B4-BE49-F238E27FC236}">
                  <a16:creationId xmlns:a16="http://schemas.microsoft.com/office/drawing/2014/main" id="{7904CDCC-1FCE-C8F1-2771-C4C442942081}"/>
                </a:ext>
              </a:extLst>
            </p:cNvPr>
            <p:cNvSpPr/>
            <p:nvPr/>
          </p:nvSpPr>
          <p:spPr>
            <a:xfrm>
              <a:off x="4607725" y="4899450"/>
              <a:ext cx="65550" cy="92500"/>
            </a:xfrm>
            <a:custGeom>
              <a:avLst/>
              <a:gdLst/>
              <a:ahLst/>
              <a:cxnLst/>
              <a:rect l="l" t="t" r="r" b="b"/>
              <a:pathLst>
                <a:path w="2622" h="3700" extrusionOk="0">
                  <a:moveTo>
                    <a:pt x="1309" y="214"/>
                  </a:moveTo>
                  <a:cubicBezTo>
                    <a:pt x="1915" y="214"/>
                    <a:pt x="2408" y="948"/>
                    <a:pt x="2408" y="1850"/>
                  </a:cubicBezTo>
                  <a:cubicBezTo>
                    <a:pt x="2408" y="2751"/>
                    <a:pt x="1914" y="3485"/>
                    <a:pt x="1309" y="3485"/>
                  </a:cubicBezTo>
                  <a:cubicBezTo>
                    <a:pt x="705" y="3485"/>
                    <a:pt x="213" y="2751"/>
                    <a:pt x="213" y="1850"/>
                  </a:cubicBezTo>
                  <a:cubicBezTo>
                    <a:pt x="213" y="948"/>
                    <a:pt x="705" y="214"/>
                    <a:pt x="1309" y="214"/>
                  </a:cubicBezTo>
                  <a:close/>
                  <a:moveTo>
                    <a:pt x="1309" y="1"/>
                  </a:moveTo>
                  <a:cubicBezTo>
                    <a:pt x="587" y="1"/>
                    <a:pt x="1" y="830"/>
                    <a:pt x="1" y="1850"/>
                  </a:cubicBezTo>
                  <a:cubicBezTo>
                    <a:pt x="1" y="2868"/>
                    <a:pt x="587" y="3699"/>
                    <a:pt x="1309" y="3699"/>
                  </a:cubicBezTo>
                  <a:cubicBezTo>
                    <a:pt x="2033" y="3699"/>
                    <a:pt x="2621" y="2868"/>
                    <a:pt x="2621" y="1850"/>
                  </a:cubicBezTo>
                  <a:cubicBezTo>
                    <a:pt x="2621" y="830"/>
                    <a:pt x="2031" y="1"/>
                    <a:pt x="130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921;p40">
              <a:extLst>
                <a:ext uri="{FF2B5EF4-FFF2-40B4-BE49-F238E27FC236}">
                  <a16:creationId xmlns:a16="http://schemas.microsoft.com/office/drawing/2014/main" id="{DAA9E7C7-5079-EF9F-ACC3-DB08FB7B932D}"/>
                </a:ext>
              </a:extLst>
            </p:cNvPr>
            <p:cNvSpPr/>
            <p:nvPr/>
          </p:nvSpPr>
          <p:spPr>
            <a:xfrm>
              <a:off x="4633150" y="4923975"/>
              <a:ext cx="53100" cy="43400"/>
            </a:xfrm>
            <a:custGeom>
              <a:avLst/>
              <a:gdLst/>
              <a:ahLst/>
              <a:cxnLst/>
              <a:rect l="l" t="t" r="r" b="b"/>
              <a:pathLst>
                <a:path w="2124" h="1736" extrusionOk="0">
                  <a:moveTo>
                    <a:pt x="602" y="1"/>
                  </a:moveTo>
                  <a:cubicBezTo>
                    <a:pt x="268" y="1"/>
                    <a:pt x="0" y="388"/>
                    <a:pt x="0" y="869"/>
                  </a:cubicBezTo>
                  <a:cubicBezTo>
                    <a:pt x="0" y="1348"/>
                    <a:pt x="268" y="1735"/>
                    <a:pt x="602" y="1735"/>
                  </a:cubicBezTo>
                  <a:lnTo>
                    <a:pt x="2124" y="1735"/>
                  </a:lnTo>
                  <a:lnTo>
                    <a:pt x="21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922;p40">
              <a:extLst>
                <a:ext uri="{FF2B5EF4-FFF2-40B4-BE49-F238E27FC236}">
                  <a16:creationId xmlns:a16="http://schemas.microsoft.com/office/drawing/2014/main" id="{077E76DE-F7CE-B449-F131-C50CA9695BE8}"/>
                </a:ext>
              </a:extLst>
            </p:cNvPr>
            <p:cNvSpPr/>
            <p:nvPr/>
          </p:nvSpPr>
          <p:spPr>
            <a:xfrm>
              <a:off x="4630475" y="4921300"/>
              <a:ext cx="58450" cy="48750"/>
            </a:xfrm>
            <a:custGeom>
              <a:avLst/>
              <a:gdLst/>
              <a:ahLst/>
              <a:cxnLst/>
              <a:rect l="l" t="t" r="r" b="b"/>
              <a:pathLst>
                <a:path w="2338" h="1950" extrusionOk="0">
                  <a:moveTo>
                    <a:pt x="2125" y="214"/>
                  </a:moveTo>
                  <a:lnTo>
                    <a:pt x="2125" y="1737"/>
                  </a:lnTo>
                  <a:lnTo>
                    <a:pt x="709" y="1737"/>
                  </a:lnTo>
                  <a:cubicBezTo>
                    <a:pt x="435" y="1737"/>
                    <a:pt x="213" y="1396"/>
                    <a:pt x="213" y="976"/>
                  </a:cubicBezTo>
                  <a:cubicBezTo>
                    <a:pt x="213" y="556"/>
                    <a:pt x="435" y="214"/>
                    <a:pt x="709" y="214"/>
                  </a:cubicBezTo>
                  <a:close/>
                  <a:moveTo>
                    <a:pt x="709" y="1"/>
                  </a:moveTo>
                  <a:cubicBezTo>
                    <a:pt x="311" y="1"/>
                    <a:pt x="0" y="428"/>
                    <a:pt x="0" y="976"/>
                  </a:cubicBezTo>
                  <a:cubicBezTo>
                    <a:pt x="0" y="1522"/>
                    <a:pt x="311" y="1950"/>
                    <a:pt x="709" y="1950"/>
                  </a:cubicBezTo>
                  <a:lnTo>
                    <a:pt x="2231" y="1950"/>
                  </a:lnTo>
                  <a:cubicBezTo>
                    <a:pt x="2290" y="1950"/>
                    <a:pt x="2338" y="1902"/>
                    <a:pt x="2338" y="1842"/>
                  </a:cubicBezTo>
                  <a:lnTo>
                    <a:pt x="2338" y="108"/>
                  </a:lnTo>
                  <a:cubicBezTo>
                    <a:pt x="2338" y="48"/>
                    <a:pt x="2290" y="1"/>
                    <a:pt x="223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923;p40">
              <a:extLst>
                <a:ext uri="{FF2B5EF4-FFF2-40B4-BE49-F238E27FC236}">
                  <a16:creationId xmlns:a16="http://schemas.microsoft.com/office/drawing/2014/main" id="{3A1581E6-1590-4057-06F6-423613F25597}"/>
                </a:ext>
              </a:extLst>
            </p:cNvPr>
            <p:cNvSpPr/>
            <p:nvPr/>
          </p:nvSpPr>
          <p:spPr>
            <a:xfrm>
              <a:off x="4671275" y="4923975"/>
              <a:ext cx="29975" cy="43400"/>
            </a:xfrm>
            <a:custGeom>
              <a:avLst/>
              <a:gdLst/>
              <a:ahLst/>
              <a:cxnLst/>
              <a:rect l="l" t="t" r="r" b="b"/>
              <a:pathLst>
                <a:path w="1199" h="1736" extrusionOk="0">
                  <a:moveTo>
                    <a:pt x="599" y="1"/>
                  </a:moveTo>
                  <a:cubicBezTo>
                    <a:pt x="268" y="1"/>
                    <a:pt x="0" y="388"/>
                    <a:pt x="0" y="869"/>
                  </a:cubicBezTo>
                  <a:cubicBezTo>
                    <a:pt x="0" y="1348"/>
                    <a:pt x="268" y="1735"/>
                    <a:pt x="599" y="1735"/>
                  </a:cubicBezTo>
                  <a:cubicBezTo>
                    <a:pt x="929" y="1735"/>
                    <a:pt x="1199" y="1348"/>
                    <a:pt x="1199" y="869"/>
                  </a:cubicBezTo>
                  <a:cubicBezTo>
                    <a:pt x="1199"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924;p40">
              <a:extLst>
                <a:ext uri="{FF2B5EF4-FFF2-40B4-BE49-F238E27FC236}">
                  <a16:creationId xmlns:a16="http://schemas.microsoft.com/office/drawing/2014/main" id="{8D40CC26-095E-B25D-4497-B862B282A94E}"/>
                </a:ext>
              </a:extLst>
            </p:cNvPr>
            <p:cNvSpPr/>
            <p:nvPr/>
          </p:nvSpPr>
          <p:spPr>
            <a:xfrm>
              <a:off x="4668575" y="4921300"/>
              <a:ext cx="35325" cy="48750"/>
            </a:xfrm>
            <a:custGeom>
              <a:avLst/>
              <a:gdLst/>
              <a:ahLst/>
              <a:cxnLst/>
              <a:rect l="l" t="t" r="r" b="b"/>
              <a:pathLst>
                <a:path w="1413" h="1950" extrusionOk="0">
                  <a:moveTo>
                    <a:pt x="707" y="214"/>
                  </a:moveTo>
                  <a:cubicBezTo>
                    <a:pt x="975" y="214"/>
                    <a:pt x="1200" y="563"/>
                    <a:pt x="1200" y="976"/>
                  </a:cubicBezTo>
                  <a:cubicBezTo>
                    <a:pt x="1200" y="1388"/>
                    <a:pt x="975" y="1737"/>
                    <a:pt x="707" y="1737"/>
                  </a:cubicBezTo>
                  <a:cubicBezTo>
                    <a:pt x="440" y="1737"/>
                    <a:pt x="214" y="1388"/>
                    <a:pt x="214" y="976"/>
                  </a:cubicBezTo>
                  <a:cubicBezTo>
                    <a:pt x="214" y="563"/>
                    <a:pt x="440" y="214"/>
                    <a:pt x="707" y="214"/>
                  </a:cubicBezTo>
                  <a:close/>
                  <a:moveTo>
                    <a:pt x="707" y="1"/>
                  </a:moveTo>
                  <a:cubicBezTo>
                    <a:pt x="318" y="1"/>
                    <a:pt x="1" y="438"/>
                    <a:pt x="1" y="976"/>
                  </a:cubicBezTo>
                  <a:cubicBezTo>
                    <a:pt x="1" y="1513"/>
                    <a:pt x="318" y="1950"/>
                    <a:pt x="707" y="1950"/>
                  </a:cubicBezTo>
                  <a:cubicBezTo>
                    <a:pt x="1097" y="1950"/>
                    <a:pt x="1412" y="1513"/>
                    <a:pt x="1412" y="976"/>
                  </a:cubicBezTo>
                  <a:cubicBezTo>
                    <a:pt x="1412"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925;p40">
              <a:extLst>
                <a:ext uri="{FF2B5EF4-FFF2-40B4-BE49-F238E27FC236}">
                  <a16:creationId xmlns:a16="http://schemas.microsoft.com/office/drawing/2014/main" id="{0FD93A00-1803-D181-1D22-89AE3474B0F2}"/>
                </a:ext>
              </a:extLst>
            </p:cNvPr>
            <p:cNvSpPr/>
            <p:nvPr/>
          </p:nvSpPr>
          <p:spPr>
            <a:xfrm>
              <a:off x="4567350" y="5067975"/>
              <a:ext cx="61650" cy="89175"/>
            </a:xfrm>
            <a:custGeom>
              <a:avLst/>
              <a:gdLst/>
              <a:ahLst/>
              <a:cxnLst/>
              <a:rect l="l" t="t" r="r" b="b"/>
              <a:pathLst>
                <a:path w="2466" h="3567" extrusionOk="0">
                  <a:moveTo>
                    <a:pt x="1233" y="0"/>
                  </a:moveTo>
                  <a:cubicBezTo>
                    <a:pt x="552" y="0"/>
                    <a:pt x="0" y="798"/>
                    <a:pt x="0" y="1784"/>
                  </a:cubicBezTo>
                  <a:cubicBezTo>
                    <a:pt x="0" y="2768"/>
                    <a:pt x="552" y="3566"/>
                    <a:pt x="1233" y="3566"/>
                  </a:cubicBezTo>
                  <a:cubicBezTo>
                    <a:pt x="1913" y="3566"/>
                    <a:pt x="2466" y="2768"/>
                    <a:pt x="2466" y="1784"/>
                  </a:cubicBezTo>
                  <a:cubicBezTo>
                    <a:pt x="2466" y="798"/>
                    <a:pt x="1913" y="0"/>
                    <a:pt x="12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926;p40">
              <a:extLst>
                <a:ext uri="{FF2B5EF4-FFF2-40B4-BE49-F238E27FC236}">
                  <a16:creationId xmlns:a16="http://schemas.microsoft.com/office/drawing/2014/main" id="{9F227D46-964F-FE8F-EF36-17C17B59FE40}"/>
                </a:ext>
              </a:extLst>
            </p:cNvPr>
            <p:cNvSpPr/>
            <p:nvPr/>
          </p:nvSpPr>
          <p:spPr>
            <a:xfrm>
              <a:off x="4564700" y="5065325"/>
              <a:ext cx="66975" cy="94500"/>
            </a:xfrm>
            <a:custGeom>
              <a:avLst/>
              <a:gdLst/>
              <a:ahLst/>
              <a:cxnLst/>
              <a:rect l="l" t="t" r="r" b="b"/>
              <a:pathLst>
                <a:path w="2679" h="3780" extrusionOk="0">
                  <a:moveTo>
                    <a:pt x="1339" y="213"/>
                  </a:moveTo>
                  <a:cubicBezTo>
                    <a:pt x="1960" y="213"/>
                    <a:pt x="2466" y="965"/>
                    <a:pt x="2466" y="1890"/>
                  </a:cubicBezTo>
                  <a:cubicBezTo>
                    <a:pt x="2466" y="2813"/>
                    <a:pt x="1960" y="3565"/>
                    <a:pt x="1339" y="3565"/>
                  </a:cubicBezTo>
                  <a:cubicBezTo>
                    <a:pt x="718" y="3565"/>
                    <a:pt x="213" y="2813"/>
                    <a:pt x="213" y="1890"/>
                  </a:cubicBezTo>
                  <a:cubicBezTo>
                    <a:pt x="213" y="965"/>
                    <a:pt x="718" y="213"/>
                    <a:pt x="1339" y="213"/>
                  </a:cubicBezTo>
                  <a:close/>
                  <a:moveTo>
                    <a:pt x="1339" y="0"/>
                  </a:moveTo>
                  <a:cubicBezTo>
                    <a:pt x="600" y="0"/>
                    <a:pt x="0" y="848"/>
                    <a:pt x="0" y="1890"/>
                  </a:cubicBezTo>
                  <a:cubicBezTo>
                    <a:pt x="0" y="2932"/>
                    <a:pt x="600" y="3779"/>
                    <a:pt x="1339" y="3779"/>
                  </a:cubicBezTo>
                  <a:cubicBezTo>
                    <a:pt x="2077" y="3779"/>
                    <a:pt x="2679" y="2932"/>
                    <a:pt x="2679" y="1890"/>
                  </a:cubicBezTo>
                  <a:cubicBezTo>
                    <a:pt x="2679" y="848"/>
                    <a:pt x="2077" y="0"/>
                    <a:pt x="1339"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927;p40">
              <a:extLst>
                <a:ext uri="{FF2B5EF4-FFF2-40B4-BE49-F238E27FC236}">
                  <a16:creationId xmlns:a16="http://schemas.microsoft.com/office/drawing/2014/main" id="{FECA2984-CED6-98FC-DCF5-41183BACE9E3}"/>
                </a:ext>
              </a:extLst>
            </p:cNvPr>
            <p:cNvSpPr/>
            <p:nvPr/>
          </p:nvSpPr>
          <p:spPr>
            <a:xfrm>
              <a:off x="4535250" y="5045000"/>
              <a:ext cx="93425" cy="135100"/>
            </a:xfrm>
            <a:custGeom>
              <a:avLst/>
              <a:gdLst/>
              <a:ahLst/>
              <a:cxnLst/>
              <a:rect l="l" t="t" r="r" b="b"/>
              <a:pathLst>
                <a:path w="3737" h="5404" extrusionOk="0">
                  <a:moveTo>
                    <a:pt x="1869" y="0"/>
                  </a:moveTo>
                  <a:cubicBezTo>
                    <a:pt x="837" y="0"/>
                    <a:pt x="1" y="1209"/>
                    <a:pt x="1" y="2703"/>
                  </a:cubicBezTo>
                  <a:cubicBezTo>
                    <a:pt x="1" y="4195"/>
                    <a:pt x="837" y="5404"/>
                    <a:pt x="1869" y="5404"/>
                  </a:cubicBezTo>
                  <a:cubicBezTo>
                    <a:pt x="2901" y="5404"/>
                    <a:pt x="3736" y="4195"/>
                    <a:pt x="3736" y="2703"/>
                  </a:cubicBezTo>
                  <a:cubicBezTo>
                    <a:pt x="3736"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928;p40">
              <a:extLst>
                <a:ext uri="{FF2B5EF4-FFF2-40B4-BE49-F238E27FC236}">
                  <a16:creationId xmlns:a16="http://schemas.microsoft.com/office/drawing/2014/main" id="{9A270D2C-FE0B-E098-4EA4-5FEDF0B362CD}"/>
                </a:ext>
              </a:extLst>
            </p:cNvPr>
            <p:cNvSpPr/>
            <p:nvPr/>
          </p:nvSpPr>
          <p:spPr>
            <a:xfrm>
              <a:off x="4532575" y="5042325"/>
              <a:ext cx="98775" cy="140450"/>
            </a:xfrm>
            <a:custGeom>
              <a:avLst/>
              <a:gdLst/>
              <a:ahLst/>
              <a:cxnLst/>
              <a:rect l="l" t="t" r="r" b="b"/>
              <a:pathLst>
                <a:path w="3951" h="5618" extrusionOk="0">
                  <a:moveTo>
                    <a:pt x="1976" y="215"/>
                  </a:moveTo>
                  <a:cubicBezTo>
                    <a:pt x="2947" y="215"/>
                    <a:pt x="3738" y="1377"/>
                    <a:pt x="3738" y="2810"/>
                  </a:cubicBezTo>
                  <a:cubicBezTo>
                    <a:pt x="3738" y="4241"/>
                    <a:pt x="2947" y="5405"/>
                    <a:pt x="1976" y="5405"/>
                  </a:cubicBezTo>
                  <a:cubicBezTo>
                    <a:pt x="1004" y="5405"/>
                    <a:pt x="215" y="4241"/>
                    <a:pt x="215" y="2810"/>
                  </a:cubicBezTo>
                  <a:cubicBezTo>
                    <a:pt x="215" y="1377"/>
                    <a:pt x="1004" y="215"/>
                    <a:pt x="1976" y="215"/>
                  </a:cubicBezTo>
                  <a:close/>
                  <a:moveTo>
                    <a:pt x="1976" y="0"/>
                  </a:moveTo>
                  <a:cubicBezTo>
                    <a:pt x="888" y="0"/>
                    <a:pt x="0" y="1261"/>
                    <a:pt x="0" y="2810"/>
                  </a:cubicBezTo>
                  <a:cubicBezTo>
                    <a:pt x="0" y="4358"/>
                    <a:pt x="888" y="5618"/>
                    <a:pt x="1976" y="5618"/>
                  </a:cubicBezTo>
                  <a:cubicBezTo>
                    <a:pt x="3065" y="5618"/>
                    <a:pt x="3951" y="4358"/>
                    <a:pt x="3951" y="2810"/>
                  </a:cubicBezTo>
                  <a:cubicBezTo>
                    <a:pt x="3951" y="1261"/>
                    <a:pt x="3065" y="0"/>
                    <a:pt x="197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929;p40">
              <a:extLst>
                <a:ext uri="{FF2B5EF4-FFF2-40B4-BE49-F238E27FC236}">
                  <a16:creationId xmlns:a16="http://schemas.microsoft.com/office/drawing/2014/main" id="{D6DA45FC-71AF-B76A-D1B9-8E17CDEECB3E}"/>
                </a:ext>
              </a:extLst>
            </p:cNvPr>
            <p:cNvSpPr/>
            <p:nvPr/>
          </p:nvSpPr>
          <p:spPr>
            <a:xfrm>
              <a:off x="4546125" y="5045000"/>
              <a:ext cx="93450" cy="135100"/>
            </a:xfrm>
            <a:custGeom>
              <a:avLst/>
              <a:gdLst/>
              <a:ahLst/>
              <a:cxnLst/>
              <a:rect l="l" t="t" r="r" b="b"/>
              <a:pathLst>
                <a:path w="3738" h="5404" extrusionOk="0">
                  <a:moveTo>
                    <a:pt x="1869" y="0"/>
                  </a:moveTo>
                  <a:cubicBezTo>
                    <a:pt x="837" y="0"/>
                    <a:pt x="0" y="1209"/>
                    <a:pt x="0" y="2703"/>
                  </a:cubicBezTo>
                  <a:cubicBezTo>
                    <a:pt x="0" y="4195"/>
                    <a:pt x="837" y="5404"/>
                    <a:pt x="1869" y="5404"/>
                  </a:cubicBezTo>
                  <a:cubicBezTo>
                    <a:pt x="2901" y="5404"/>
                    <a:pt x="3738" y="4195"/>
                    <a:pt x="3738" y="2703"/>
                  </a:cubicBezTo>
                  <a:cubicBezTo>
                    <a:pt x="3738" y="1209"/>
                    <a:pt x="2901" y="0"/>
                    <a:pt x="18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930;p40">
              <a:extLst>
                <a:ext uri="{FF2B5EF4-FFF2-40B4-BE49-F238E27FC236}">
                  <a16:creationId xmlns:a16="http://schemas.microsoft.com/office/drawing/2014/main" id="{94DF31E9-4841-4724-96BF-6EE8B068670C}"/>
                </a:ext>
              </a:extLst>
            </p:cNvPr>
            <p:cNvSpPr/>
            <p:nvPr/>
          </p:nvSpPr>
          <p:spPr>
            <a:xfrm>
              <a:off x="4543475" y="5042325"/>
              <a:ext cx="98750" cy="140450"/>
            </a:xfrm>
            <a:custGeom>
              <a:avLst/>
              <a:gdLst/>
              <a:ahLst/>
              <a:cxnLst/>
              <a:rect l="l" t="t" r="r" b="b"/>
              <a:pathLst>
                <a:path w="3950" h="5618" extrusionOk="0">
                  <a:moveTo>
                    <a:pt x="1975" y="215"/>
                  </a:moveTo>
                  <a:cubicBezTo>
                    <a:pt x="2946" y="215"/>
                    <a:pt x="3736" y="1377"/>
                    <a:pt x="3736" y="2810"/>
                  </a:cubicBezTo>
                  <a:cubicBezTo>
                    <a:pt x="3736" y="4241"/>
                    <a:pt x="2946" y="5405"/>
                    <a:pt x="1975" y="5405"/>
                  </a:cubicBezTo>
                  <a:cubicBezTo>
                    <a:pt x="1004" y="5405"/>
                    <a:pt x="214" y="4241"/>
                    <a:pt x="214" y="2810"/>
                  </a:cubicBezTo>
                  <a:cubicBezTo>
                    <a:pt x="214" y="1377"/>
                    <a:pt x="1004" y="215"/>
                    <a:pt x="1975" y="215"/>
                  </a:cubicBezTo>
                  <a:close/>
                  <a:moveTo>
                    <a:pt x="1975" y="0"/>
                  </a:moveTo>
                  <a:cubicBezTo>
                    <a:pt x="887" y="0"/>
                    <a:pt x="1" y="1261"/>
                    <a:pt x="1" y="2810"/>
                  </a:cubicBezTo>
                  <a:cubicBezTo>
                    <a:pt x="1" y="4358"/>
                    <a:pt x="887" y="5618"/>
                    <a:pt x="1975" y="5618"/>
                  </a:cubicBezTo>
                  <a:cubicBezTo>
                    <a:pt x="3063" y="5618"/>
                    <a:pt x="3949" y="4358"/>
                    <a:pt x="3949" y="2810"/>
                  </a:cubicBezTo>
                  <a:cubicBezTo>
                    <a:pt x="3949" y="1261"/>
                    <a:pt x="3063" y="0"/>
                    <a:pt x="1975"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931;p40">
              <a:extLst>
                <a:ext uri="{FF2B5EF4-FFF2-40B4-BE49-F238E27FC236}">
                  <a16:creationId xmlns:a16="http://schemas.microsoft.com/office/drawing/2014/main" id="{7351CCAA-26EC-F0F4-AEFF-DDE77830A966}"/>
                </a:ext>
              </a:extLst>
            </p:cNvPr>
            <p:cNvSpPr/>
            <p:nvPr/>
          </p:nvSpPr>
          <p:spPr>
            <a:xfrm>
              <a:off x="4574450" y="5068975"/>
              <a:ext cx="66025" cy="86925"/>
            </a:xfrm>
            <a:custGeom>
              <a:avLst/>
              <a:gdLst/>
              <a:ahLst/>
              <a:cxnLst/>
              <a:rect l="l" t="t" r="r" b="b"/>
              <a:pathLst>
                <a:path w="2641" h="3477" extrusionOk="0">
                  <a:moveTo>
                    <a:pt x="1203" y="0"/>
                  </a:moveTo>
                  <a:lnTo>
                    <a:pt x="1203" y="2"/>
                  </a:lnTo>
                  <a:cubicBezTo>
                    <a:pt x="539" y="2"/>
                    <a:pt x="0" y="782"/>
                    <a:pt x="0" y="1744"/>
                  </a:cubicBezTo>
                  <a:cubicBezTo>
                    <a:pt x="0" y="2706"/>
                    <a:pt x="539" y="3477"/>
                    <a:pt x="1203" y="3477"/>
                  </a:cubicBezTo>
                  <a:lnTo>
                    <a:pt x="2640" y="3477"/>
                  </a:lnTo>
                  <a:lnTo>
                    <a:pt x="26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932;p40">
              <a:extLst>
                <a:ext uri="{FF2B5EF4-FFF2-40B4-BE49-F238E27FC236}">
                  <a16:creationId xmlns:a16="http://schemas.microsoft.com/office/drawing/2014/main" id="{4BAC2B9B-50A5-B669-B27B-C2C749D23505}"/>
                </a:ext>
              </a:extLst>
            </p:cNvPr>
            <p:cNvSpPr/>
            <p:nvPr/>
          </p:nvSpPr>
          <p:spPr>
            <a:xfrm>
              <a:off x="4571775" y="5066325"/>
              <a:ext cx="71375" cy="92275"/>
            </a:xfrm>
            <a:custGeom>
              <a:avLst/>
              <a:gdLst/>
              <a:ahLst/>
              <a:cxnLst/>
              <a:rect l="l" t="t" r="r" b="b"/>
              <a:pathLst>
                <a:path w="2855" h="3691" extrusionOk="0">
                  <a:moveTo>
                    <a:pt x="2640" y="213"/>
                  </a:moveTo>
                  <a:lnTo>
                    <a:pt x="2640" y="3476"/>
                  </a:lnTo>
                  <a:lnTo>
                    <a:pt x="1310" y="3476"/>
                  </a:lnTo>
                  <a:cubicBezTo>
                    <a:pt x="706" y="3476"/>
                    <a:pt x="213" y="2751"/>
                    <a:pt x="213" y="1850"/>
                  </a:cubicBezTo>
                  <a:cubicBezTo>
                    <a:pt x="213" y="947"/>
                    <a:pt x="706" y="213"/>
                    <a:pt x="1310" y="213"/>
                  </a:cubicBezTo>
                  <a:close/>
                  <a:moveTo>
                    <a:pt x="1310" y="1"/>
                  </a:moveTo>
                  <a:cubicBezTo>
                    <a:pt x="588" y="1"/>
                    <a:pt x="0" y="834"/>
                    <a:pt x="0" y="1850"/>
                  </a:cubicBezTo>
                  <a:cubicBezTo>
                    <a:pt x="0" y="2864"/>
                    <a:pt x="588" y="3690"/>
                    <a:pt x="1310" y="3690"/>
                  </a:cubicBezTo>
                  <a:lnTo>
                    <a:pt x="2747" y="3690"/>
                  </a:lnTo>
                  <a:cubicBezTo>
                    <a:pt x="2807" y="3690"/>
                    <a:pt x="2855" y="3642"/>
                    <a:pt x="2855" y="3583"/>
                  </a:cubicBezTo>
                  <a:lnTo>
                    <a:pt x="2855" y="108"/>
                  </a:lnTo>
                  <a:cubicBezTo>
                    <a:pt x="2855" y="48"/>
                    <a:pt x="2807" y="1"/>
                    <a:pt x="274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933;p40">
              <a:extLst>
                <a:ext uri="{FF2B5EF4-FFF2-40B4-BE49-F238E27FC236}">
                  <a16:creationId xmlns:a16="http://schemas.microsoft.com/office/drawing/2014/main" id="{9FE0BF08-5418-83D6-E419-1D3B67521079}"/>
                </a:ext>
              </a:extLst>
            </p:cNvPr>
            <p:cNvSpPr/>
            <p:nvPr/>
          </p:nvSpPr>
          <p:spPr>
            <a:xfrm>
              <a:off x="4610375" y="5068975"/>
              <a:ext cx="60200" cy="87075"/>
            </a:xfrm>
            <a:custGeom>
              <a:avLst/>
              <a:gdLst/>
              <a:ahLst/>
              <a:cxnLst/>
              <a:rect l="l" t="t" r="r" b="b"/>
              <a:pathLst>
                <a:path w="2408" h="3483" extrusionOk="0">
                  <a:moveTo>
                    <a:pt x="1203" y="0"/>
                  </a:moveTo>
                  <a:cubicBezTo>
                    <a:pt x="538" y="0"/>
                    <a:pt x="0" y="782"/>
                    <a:pt x="0" y="1744"/>
                  </a:cubicBezTo>
                  <a:cubicBezTo>
                    <a:pt x="0" y="2706"/>
                    <a:pt x="538" y="3483"/>
                    <a:pt x="1203" y="3483"/>
                  </a:cubicBezTo>
                  <a:cubicBezTo>
                    <a:pt x="1869" y="3483"/>
                    <a:pt x="2408" y="2706"/>
                    <a:pt x="2408" y="1744"/>
                  </a:cubicBezTo>
                  <a:cubicBezTo>
                    <a:pt x="2408" y="782"/>
                    <a:pt x="1869" y="0"/>
                    <a:pt x="120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934;p40">
              <a:extLst>
                <a:ext uri="{FF2B5EF4-FFF2-40B4-BE49-F238E27FC236}">
                  <a16:creationId xmlns:a16="http://schemas.microsoft.com/office/drawing/2014/main" id="{7D5D1960-10D3-B738-1444-EC675CDAC8F1}"/>
                </a:ext>
              </a:extLst>
            </p:cNvPr>
            <p:cNvSpPr/>
            <p:nvPr/>
          </p:nvSpPr>
          <p:spPr>
            <a:xfrm>
              <a:off x="4607725" y="5066325"/>
              <a:ext cx="65550" cy="92425"/>
            </a:xfrm>
            <a:custGeom>
              <a:avLst/>
              <a:gdLst/>
              <a:ahLst/>
              <a:cxnLst/>
              <a:rect l="l" t="t" r="r" b="b"/>
              <a:pathLst>
                <a:path w="2622" h="3697" extrusionOk="0">
                  <a:moveTo>
                    <a:pt x="1309" y="213"/>
                  </a:moveTo>
                  <a:cubicBezTo>
                    <a:pt x="1915" y="213"/>
                    <a:pt x="2408" y="949"/>
                    <a:pt x="2408" y="1850"/>
                  </a:cubicBezTo>
                  <a:cubicBezTo>
                    <a:pt x="2408" y="2751"/>
                    <a:pt x="1914" y="3483"/>
                    <a:pt x="1309" y="3483"/>
                  </a:cubicBezTo>
                  <a:cubicBezTo>
                    <a:pt x="705" y="3483"/>
                    <a:pt x="213" y="2751"/>
                    <a:pt x="213" y="1850"/>
                  </a:cubicBezTo>
                  <a:cubicBezTo>
                    <a:pt x="213" y="947"/>
                    <a:pt x="705" y="213"/>
                    <a:pt x="1309" y="213"/>
                  </a:cubicBezTo>
                  <a:close/>
                  <a:moveTo>
                    <a:pt x="1309" y="1"/>
                  </a:moveTo>
                  <a:cubicBezTo>
                    <a:pt x="587" y="1"/>
                    <a:pt x="1" y="831"/>
                    <a:pt x="1" y="1850"/>
                  </a:cubicBezTo>
                  <a:cubicBezTo>
                    <a:pt x="1" y="2868"/>
                    <a:pt x="587" y="3696"/>
                    <a:pt x="1309" y="3696"/>
                  </a:cubicBezTo>
                  <a:cubicBezTo>
                    <a:pt x="2033" y="3696"/>
                    <a:pt x="2621" y="2868"/>
                    <a:pt x="2621" y="1850"/>
                  </a:cubicBezTo>
                  <a:cubicBezTo>
                    <a:pt x="2621" y="830"/>
                    <a:pt x="2031" y="1"/>
                    <a:pt x="1309"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935;p40">
              <a:extLst>
                <a:ext uri="{FF2B5EF4-FFF2-40B4-BE49-F238E27FC236}">
                  <a16:creationId xmlns:a16="http://schemas.microsoft.com/office/drawing/2014/main" id="{BC59D956-2E26-E580-1B91-2B90D25051F0}"/>
                </a:ext>
              </a:extLst>
            </p:cNvPr>
            <p:cNvSpPr/>
            <p:nvPr/>
          </p:nvSpPr>
          <p:spPr>
            <a:xfrm>
              <a:off x="4633150" y="5090850"/>
              <a:ext cx="53100" cy="43350"/>
            </a:xfrm>
            <a:custGeom>
              <a:avLst/>
              <a:gdLst/>
              <a:ahLst/>
              <a:cxnLst/>
              <a:rect l="l" t="t" r="r" b="b"/>
              <a:pathLst>
                <a:path w="2124" h="1734" extrusionOk="0">
                  <a:moveTo>
                    <a:pt x="602" y="1"/>
                  </a:moveTo>
                  <a:cubicBezTo>
                    <a:pt x="268" y="1"/>
                    <a:pt x="0" y="388"/>
                    <a:pt x="0" y="869"/>
                  </a:cubicBezTo>
                  <a:cubicBezTo>
                    <a:pt x="0" y="1348"/>
                    <a:pt x="268" y="1734"/>
                    <a:pt x="602" y="1734"/>
                  </a:cubicBezTo>
                  <a:lnTo>
                    <a:pt x="2124" y="1734"/>
                  </a:lnTo>
                  <a:lnTo>
                    <a:pt x="21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936;p40">
              <a:extLst>
                <a:ext uri="{FF2B5EF4-FFF2-40B4-BE49-F238E27FC236}">
                  <a16:creationId xmlns:a16="http://schemas.microsoft.com/office/drawing/2014/main" id="{2BB99707-ECCC-9217-1C2B-B1F39825571A}"/>
                </a:ext>
              </a:extLst>
            </p:cNvPr>
            <p:cNvSpPr/>
            <p:nvPr/>
          </p:nvSpPr>
          <p:spPr>
            <a:xfrm>
              <a:off x="4630475" y="5088175"/>
              <a:ext cx="58450" cy="48725"/>
            </a:xfrm>
            <a:custGeom>
              <a:avLst/>
              <a:gdLst/>
              <a:ahLst/>
              <a:cxnLst/>
              <a:rect l="l" t="t" r="r" b="b"/>
              <a:pathLst>
                <a:path w="2338" h="1949" extrusionOk="0">
                  <a:moveTo>
                    <a:pt x="709" y="213"/>
                  </a:moveTo>
                  <a:lnTo>
                    <a:pt x="709" y="215"/>
                  </a:lnTo>
                  <a:lnTo>
                    <a:pt x="2125" y="215"/>
                  </a:lnTo>
                  <a:lnTo>
                    <a:pt x="2125" y="1735"/>
                  </a:lnTo>
                  <a:lnTo>
                    <a:pt x="709" y="1735"/>
                  </a:lnTo>
                  <a:cubicBezTo>
                    <a:pt x="435" y="1735"/>
                    <a:pt x="213" y="1396"/>
                    <a:pt x="213" y="976"/>
                  </a:cubicBezTo>
                  <a:cubicBezTo>
                    <a:pt x="213" y="556"/>
                    <a:pt x="435" y="213"/>
                    <a:pt x="709" y="213"/>
                  </a:cubicBezTo>
                  <a:close/>
                  <a:moveTo>
                    <a:pt x="709" y="1"/>
                  </a:moveTo>
                  <a:cubicBezTo>
                    <a:pt x="311" y="1"/>
                    <a:pt x="0" y="431"/>
                    <a:pt x="0" y="976"/>
                  </a:cubicBezTo>
                  <a:cubicBezTo>
                    <a:pt x="0" y="1521"/>
                    <a:pt x="311" y="1948"/>
                    <a:pt x="709" y="1948"/>
                  </a:cubicBezTo>
                  <a:lnTo>
                    <a:pt x="2231" y="1948"/>
                  </a:lnTo>
                  <a:cubicBezTo>
                    <a:pt x="2290" y="1948"/>
                    <a:pt x="2338" y="1900"/>
                    <a:pt x="2338" y="1841"/>
                  </a:cubicBezTo>
                  <a:lnTo>
                    <a:pt x="2338" y="108"/>
                  </a:lnTo>
                  <a:cubicBezTo>
                    <a:pt x="2338" y="48"/>
                    <a:pt x="2290" y="1"/>
                    <a:pt x="223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937;p40">
              <a:extLst>
                <a:ext uri="{FF2B5EF4-FFF2-40B4-BE49-F238E27FC236}">
                  <a16:creationId xmlns:a16="http://schemas.microsoft.com/office/drawing/2014/main" id="{68D4FB84-E84D-91C6-3B0D-D1646689F901}"/>
                </a:ext>
              </a:extLst>
            </p:cNvPr>
            <p:cNvSpPr/>
            <p:nvPr/>
          </p:nvSpPr>
          <p:spPr>
            <a:xfrm>
              <a:off x="4671275" y="5090850"/>
              <a:ext cx="29975" cy="43350"/>
            </a:xfrm>
            <a:custGeom>
              <a:avLst/>
              <a:gdLst/>
              <a:ahLst/>
              <a:cxnLst/>
              <a:rect l="l" t="t" r="r" b="b"/>
              <a:pathLst>
                <a:path w="1199" h="1734" extrusionOk="0">
                  <a:moveTo>
                    <a:pt x="599" y="1"/>
                  </a:moveTo>
                  <a:cubicBezTo>
                    <a:pt x="268" y="1"/>
                    <a:pt x="0" y="391"/>
                    <a:pt x="0" y="869"/>
                  </a:cubicBezTo>
                  <a:cubicBezTo>
                    <a:pt x="0" y="1347"/>
                    <a:pt x="268" y="1734"/>
                    <a:pt x="599" y="1734"/>
                  </a:cubicBezTo>
                  <a:cubicBezTo>
                    <a:pt x="929" y="1734"/>
                    <a:pt x="1199" y="1347"/>
                    <a:pt x="1199" y="869"/>
                  </a:cubicBezTo>
                  <a:cubicBezTo>
                    <a:pt x="1199" y="388"/>
                    <a:pt x="929" y="1"/>
                    <a:pt x="5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938;p40">
              <a:extLst>
                <a:ext uri="{FF2B5EF4-FFF2-40B4-BE49-F238E27FC236}">
                  <a16:creationId xmlns:a16="http://schemas.microsoft.com/office/drawing/2014/main" id="{7E109CC8-145F-BE91-857D-EABCFC1AB27D}"/>
                </a:ext>
              </a:extLst>
            </p:cNvPr>
            <p:cNvSpPr/>
            <p:nvPr/>
          </p:nvSpPr>
          <p:spPr>
            <a:xfrm>
              <a:off x="4668575" y="5088175"/>
              <a:ext cx="35325" cy="48725"/>
            </a:xfrm>
            <a:custGeom>
              <a:avLst/>
              <a:gdLst/>
              <a:ahLst/>
              <a:cxnLst/>
              <a:rect l="l" t="t" r="r" b="b"/>
              <a:pathLst>
                <a:path w="1413" h="1949" extrusionOk="0">
                  <a:moveTo>
                    <a:pt x="707" y="213"/>
                  </a:moveTo>
                  <a:cubicBezTo>
                    <a:pt x="975" y="213"/>
                    <a:pt x="1200" y="563"/>
                    <a:pt x="1200" y="976"/>
                  </a:cubicBezTo>
                  <a:cubicBezTo>
                    <a:pt x="1200" y="1387"/>
                    <a:pt x="975" y="1735"/>
                    <a:pt x="707" y="1735"/>
                  </a:cubicBezTo>
                  <a:cubicBezTo>
                    <a:pt x="440" y="1735"/>
                    <a:pt x="214" y="1388"/>
                    <a:pt x="214" y="976"/>
                  </a:cubicBezTo>
                  <a:cubicBezTo>
                    <a:pt x="214" y="562"/>
                    <a:pt x="440" y="213"/>
                    <a:pt x="707" y="213"/>
                  </a:cubicBezTo>
                  <a:close/>
                  <a:moveTo>
                    <a:pt x="707" y="1"/>
                  </a:moveTo>
                  <a:cubicBezTo>
                    <a:pt x="318" y="1"/>
                    <a:pt x="1" y="440"/>
                    <a:pt x="1" y="976"/>
                  </a:cubicBezTo>
                  <a:cubicBezTo>
                    <a:pt x="1" y="1512"/>
                    <a:pt x="318" y="1948"/>
                    <a:pt x="707" y="1948"/>
                  </a:cubicBezTo>
                  <a:cubicBezTo>
                    <a:pt x="1097" y="1948"/>
                    <a:pt x="1412" y="1513"/>
                    <a:pt x="1412" y="976"/>
                  </a:cubicBezTo>
                  <a:cubicBezTo>
                    <a:pt x="1412" y="438"/>
                    <a:pt x="1097" y="1"/>
                    <a:pt x="7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939;p40">
              <a:extLst>
                <a:ext uri="{FF2B5EF4-FFF2-40B4-BE49-F238E27FC236}">
                  <a16:creationId xmlns:a16="http://schemas.microsoft.com/office/drawing/2014/main" id="{51FC340E-CDA5-DE8E-E514-0E447921C978}"/>
                </a:ext>
              </a:extLst>
            </p:cNvPr>
            <p:cNvSpPr/>
            <p:nvPr/>
          </p:nvSpPr>
          <p:spPr>
            <a:xfrm>
              <a:off x="4200775" y="3862850"/>
              <a:ext cx="345375" cy="499600"/>
            </a:xfrm>
            <a:custGeom>
              <a:avLst/>
              <a:gdLst/>
              <a:ahLst/>
              <a:cxnLst/>
              <a:rect l="l" t="t" r="r" b="b"/>
              <a:pathLst>
                <a:path w="13815" h="19984" extrusionOk="0">
                  <a:moveTo>
                    <a:pt x="6907" y="1"/>
                  </a:moveTo>
                  <a:cubicBezTo>
                    <a:pt x="5076" y="1"/>
                    <a:pt x="3319" y="1053"/>
                    <a:pt x="2024" y="2928"/>
                  </a:cubicBezTo>
                  <a:cubicBezTo>
                    <a:pt x="728" y="4801"/>
                    <a:pt x="0" y="7343"/>
                    <a:pt x="0" y="9993"/>
                  </a:cubicBezTo>
                  <a:cubicBezTo>
                    <a:pt x="0" y="12642"/>
                    <a:pt x="728" y="15183"/>
                    <a:pt x="2024" y="17056"/>
                  </a:cubicBezTo>
                  <a:cubicBezTo>
                    <a:pt x="3319" y="18931"/>
                    <a:pt x="5076" y="19984"/>
                    <a:pt x="6907" y="19984"/>
                  </a:cubicBezTo>
                  <a:cubicBezTo>
                    <a:pt x="8740" y="19984"/>
                    <a:pt x="10497" y="18931"/>
                    <a:pt x="11792" y="17056"/>
                  </a:cubicBezTo>
                  <a:cubicBezTo>
                    <a:pt x="13088" y="15183"/>
                    <a:pt x="13814" y="12642"/>
                    <a:pt x="13814" y="9993"/>
                  </a:cubicBezTo>
                  <a:cubicBezTo>
                    <a:pt x="13814" y="7343"/>
                    <a:pt x="13088" y="4801"/>
                    <a:pt x="11792" y="2928"/>
                  </a:cubicBezTo>
                  <a:cubicBezTo>
                    <a:pt x="10497" y="1053"/>
                    <a:pt x="8740" y="1"/>
                    <a:pt x="6907"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940;p40">
              <a:extLst>
                <a:ext uri="{FF2B5EF4-FFF2-40B4-BE49-F238E27FC236}">
                  <a16:creationId xmlns:a16="http://schemas.microsoft.com/office/drawing/2014/main" id="{7B58F38A-9DBB-6CCA-CAD4-613791881471}"/>
                </a:ext>
              </a:extLst>
            </p:cNvPr>
            <p:cNvSpPr/>
            <p:nvPr/>
          </p:nvSpPr>
          <p:spPr>
            <a:xfrm>
              <a:off x="4198125" y="3860200"/>
              <a:ext cx="350700" cy="504900"/>
            </a:xfrm>
            <a:custGeom>
              <a:avLst/>
              <a:gdLst/>
              <a:ahLst/>
              <a:cxnLst/>
              <a:rect l="l" t="t" r="r" b="b"/>
              <a:pathLst>
                <a:path w="14028" h="20196" extrusionOk="0">
                  <a:moveTo>
                    <a:pt x="7013" y="214"/>
                  </a:moveTo>
                  <a:cubicBezTo>
                    <a:pt x="10764" y="214"/>
                    <a:pt x="13815" y="4648"/>
                    <a:pt x="13815" y="10099"/>
                  </a:cubicBezTo>
                  <a:cubicBezTo>
                    <a:pt x="13815" y="15548"/>
                    <a:pt x="10764" y="19983"/>
                    <a:pt x="7013" y="19983"/>
                  </a:cubicBezTo>
                  <a:cubicBezTo>
                    <a:pt x="3264" y="19983"/>
                    <a:pt x="213" y="15548"/>
                    <a:pt x="213" y="10099"/>
                  </a:cubicBezTo>
                  <a:cubicBezTo>
                    <a:pt x="213" y="4648"/>
                    <a:pt x="3264" y="214"/>
                    <a:pt x="7013" y="214"/>
                  </a:cubicBezTo>
                  <a:close/>
                  <a:moveTo>
                    <a:pt x="7013" y="1"/>
                  </a:moveTo>
                  <a:cubicBezTo>
                    <a:pt x="3146" y="1"/>
                    <a:pt x="0" y="4530"/>
                    <a:pt x="0" y="10099"/>
                  </a:cubicBezTo>
                  <a:cubicBezTo>
                    <a:pt x="0" y="15666"/>
                    <a:pt x="3146" y="20195"/>
                    <a:pt x="7013" y="20195"/>
                  </a:cubicBezTo>
                  <a:cubicBezTo>
                    <a:pt x="10881" y="20195"/>
                    <a:pt x="14028" y="15666"/>
                    <a:pt x="14028" y="10099"/>
                  </a:cubicBezTo>
                  <a:cubicBezTo>
                    <a:pt x="14028" y="4530"/>
                    <a:pt x="10881" y="1"/>
                    <a:pt x="701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941;p40">
              <a:extLst>
                <a:ext uri="{FF2B5EF4-FFF2-40B4-BE49-F238E27FC236}">
                  <a16:creationId xmlns:a16="http://schemas.microsoft.com/office/drawing/2014/main" id="{C72017CA-3603-E5F6-0141-9C774DFCD085}"/>
                </a:ext>
              </a:extLst>
            </p:cNvPr>
            <p:cNvSpPr/>
            <p:nvPr/>
          </p:nvSpPr>
          <p:spPr>
            <a:xfrm>
              <a:off x="4240850" y="3862850"/>
              <a:ext cx="345375" cy="499600"/>
            </a:xfrm>
            <a:custGeom>
              <a:avLst/>
              <a:gdLst/>
              <a:ahLst/>
              <a:cxnLst/>
              <a:rect l="l" t="t" r="r" b="b"/>
              <a:pathLst>
                <a:path w="13815" h="19984" extrusionOk="0">
                  <a:moveTo>
                    <a:pt x="6908" y="1"/>
                  </a:moveTo>
                  <a:cubicBezTo>
                    <a:pt x="5076" y="1"/>
                    <a:pt x="3319" y="1053"/>
                    <a:pt x="2024" y="2928"/>
                  </a:cubicBezTo>
                  <a:cubicBezTo>
                    <a:pt x="729" y="4801"/>
                    <a:pt x="1" y="7343"/>
                    <a:pt x="1" y="9993"/>
                  </a:cubicBezTo>
                  <a:cubicBezTo>
                    <a:pt x="1" y="12642"/>
                    <a:pt x="729" y="15183"/>
                    <a:pt x="2024" y="17056"/>
                  </a:cubicBezTo>
                  <a:cubicBezTo>
                    <a:pt x="3319" y="18931"/>
                    <a:pt x="5076" y="19984"/>
                    <a:pt x="6908" y="19984"/>
                  </a:cubicBezTo>
                  <a:cubicBezTo>
                    <a:pt x="8741" y="19984"/>
                    <a:pt x="10498" y="18931"/>
                    <a:pt x="11793" y="17056"/>
                  </a:cubicBezTo>
                  <a:cubicBezTo>
                    <a:pt x="13088" y="15183"/>
                    <a:pt x="13815" y="12642"/>
                    <a:pt x="13815" y="9993"/>
                  </a:cubicBezTo>
                  <a:cubicBezTo>
                    <a:pt x="13815" y="7343"/>
                    <a:pt x="13088" y="4801"/>
                    <a:pt x="11793" y="2928"/>
                  </a:cubicBezTo>
                  <a:cubicBezTo>
                    <a:pt x="10498" y="1053"/>
                    <a:pt x="8741" y="1"/>
                    <a:pt x="69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942;p40">
              <a:extLst>
                <a:ext uri="{FF2B5EF4-FFF2-40B4-BE49-F238E27FC236}">
                  <a16:creationId xmlns:a16="http://schemas.microsoft.com/office/drawing/2014/main" id="{46E50111-25C0-9473-84E2-3347B4E88D69}"/>
                </a:ext>
              </a:extLst>
            </p:cNvPr>
            <p:cNvSpPr/>
            <p:nvPr/>
          </p:nvSpPr>
          <p:spPr>
            <a:xfrm>
              <a:off x="4238200" y="3860200"/>
              <a:ext cx="350725" cy="504900"/>
            </a:xfrm>
            <a:custGeom>
              <a:avLst/>
              <a:gdLst/>
              <a:ahLst/>
              <a:cxnLst/>
              <a:rect l="l" t="t" r="r" b="b"/>
              <a:pathLst>
                <a:path w="14029" h="20196" extrusionOk="0">
                  <a:moveTo>
                    <a:pt x="7014" y="214"/>
                  </a:moveTo>
                  <a:cubicBezTo>
                    <a:pt x="10764" y="214"/>
                    <a:pt x="13815" y="4648"/>
                    <a:pt x="13815" y="10099"/>
                  </a:cubicBezTo>
                  <a:cubicBezTo>
                    <a:pt x="13815" y="15548"/>
                    <a:pt x="10764" y="19983"/>
                    <a:pt x="7014" y="19983"/>
                  </a:cubicBezTo>
                  <a:cubicBezTo>
                    <a:pt x="3265" y="19983"/>
                    <a:pt x="214" y="15548"/>
                    <a:pt x="214" y="10099"/>
                  </a:cubicBezTo>
                  <a:cubicBezTo>
                    <a:pt x="214" y="4648"/>
                    <a:pt x="3265" y="214"/>
                    <a:pt x="7014" y="214"/>
                  </a:cubicBezTo>
                  <a:close/>
                  <a:moveTo>
                    <a:pt x="7014" y="1"/>
                  </a:moveTo>
                  <a:cubicBezTo>
                    <a:pt x="3147" y="1"/>
                    <a:pt x="1" y="4530"/>
                    <a:pt x="1" y="10099"/>
                  </a:cubicBezTo>
                  <a:cubicBezTo>
                    <a:pt x="1" y="15666"/>
                    <a:pt x="3147" y="20195"/>
                    <a:pt x="7014" y="20195"/>
                  </a:cubicBezTo>
                  <a:cubicBezTo>
                    <a:pt x="10882" y="20195"/>
                    <a:pt x="14028" y="15666"/>
                    <a:pt x="14028" y="10099"/>
                  </a:cubicBezTo>
                  <a:cubicBezTo>
                    <a:pt x="14028" y="4530"/>
                    <a:pt x="10882" y="1"/>
                    <a:pt x="701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943;p40">
              <a:extLst>
                <a:ext uri="{FF2B5EF4-FFF2-40B4-BE49-F238E27FC236}">
                  <a16:creationId xmlns:a16="http://schemas.microsoft.com/office/drawing/2014/main" id="{B5571BF7-C9EE-5E3B-EC88-C19B8BEA6D41}"/>
                </a:ext>
              </a:extLst>
            </p:cNvPr>
            <p:cNvSpPr/>
            <p:nvPr/>
          </p:nvSpPr>
          <p:spPr>
            <a:xfrm>
              <a:off x="4329750" y="3947900"/>
              <a:ext cx="256075" cy="329575"/>
            </a:xfrm>
            <a:custGeom>
              <a:avLst/>
              <a:gdLst/>
              <a:ahLst/>
              <a:cxnLst/>
              <a:rect l="l" t="t" r="r" b="b"/>
              <a:pathLst>
                <a:path w="10243" h="13183" extrusionOk="0">
                  <a:moveTo>
                    <a:pt x="4558" y="1"/>
                  </a:moveTo>
                  <a:cubicBezTo>
                    <a:pt x="2040" y="1"/>
                    <a:pt x="0" y="2951"/>
                    <a:pt x="0" y="6591"/>
                  </a:cubicBezTo>
                  <a:cubicBezTo>
                    <a:pt x="0" y="10231"/>
                    <a:pt x="2040" y="13182"/>
                    <a:pt x="4558" y="13182"/>
                  </a:cubicBezTo>
                  <a:lnTo>
                    <a:pt x="10243" y="13182"/>
                  </a:lnTo>
                  <a:lnTo>
                    <a:pt x="102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944;p40">
              <a:extLst>
                <a:ext uri="{FF2B5EF4-FFF2-40B4-BE49-F238E27FC236}">
                  <a16:creationId xmlns:a16="http://schemas.microsoft.com/office/drawing/2014/main" id="{196F5C0A-7635-6AD6-D794-1DBFAAB15015}"/>
                </a:ext>
              </a:extLst>
            </p:cNvPr>
            <p:cNvSpPr/>
            <p:nvPr/>
          </p:nvSpPr>
          <p:spPr>
            <a:xfrm>
              <a:off x="4327050" y="3945225"/>
              <a:ext cx="261425" cy="334925"/>
            </a:xfrm>
            <a:custGeom>
              <a:avLst/>
              <a:gdLst/>
              <a:ahLst/>
              <a:cxnLst/>
              <a:rect l="l" t="t" r="r" b="b"/>
              <a:pathLst>
                <a:path w="10457" h="13397" extrusionOk="0">
                  <a:moveTo>
                    <a:pt x="10243" y="215"/>
                  </a:moveTo>
                  <a:lnTo>
                    <a:pt x="10243" y="13182"/>
                  </a:lnTo>
                  <a:lnTo>
                    <a:pt x="4666" y="13182"/>
                  </a:lnTo>
                  <a:cubicBezTo>
                    <a:pt x="2211" y="13182"/>
                    <a:pt x="214" y="10271"/>
                    <a:pt x="214" y="6698"/>
                  </a:cubicBezTo>
                  <a:cubicBezTo>
                    <a:pt x="214" y="3123"/>
                    <a:pt x="2211" y="215"/>
                    <a:pt x="4666" y="215"/>
                  </a:cubicBezTo>
                  <a:close/>
                  <a:moveTo>
                    <a:pt x="4666" y="1"/>
                  </a:moveTo>
                  <a:cubicBezTo>
                    <a:pt x="2093" y="1"/>
                    <a:pt x="1" y="3004"/>
                    <a:pt x="1" y="6698"/>
                  </a:cubicBezTo>
                  <a:cubicBezTo>
                    <a:pt x="1" y="10391"/>
                    <a:pt x="2093" y="13397"/>
                    <a:pt x="4666" y="13397"/>
                  </a:cubicBezTo>
                  <a:lnTo>
                    <a:pt x="10351" y="13397"/>
                  </a:lnTo>
                  <a:cubicBezTo>
                    <a:pt x="10409" y="13397"/>
                    <a:pt x="10456" y="13349"/>
                    <a:pt x="10456" y="13289"/>
                  </a:cubicBezTo>
                  <a:lnTo>
                    <a:pt x="10456" y="108"/>
                  </a:lnTo>
                  <a:cubicBezTo>
                    <a:pt x="10456" y="48"/>
                    <a:pt x="10410" y="1"/>
                    <a:pt x="10351"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945;p40">
              <a:extLst>
                <a:ext uri="{FF2B5EF4-FFF2-40B4-BE49-F238E27FC236}">
                  <a16:creationId xmlns:a16="http://schemas.microsoft.com/office/drawing/2014/main" id="{08990454-F91A-6834-6BC7-218D4AFEC7BF}"/>
                </a:ext>
              </a:extLst>
            </p:cNvPr>
            <p:cNvSpPr/>
            <p:nvPr/>
          </p:nvSpPr>
          <p:spPr>
            <a:xfrm>
              <a:off x="4471850" y="3947825"/>
              <a:ext cx="227925" cy="329650"/>
            </a:xfrm>
            <a:custGeom>
              <a:avLst/>
              <a:gdLst/>
              <a:ahLst/>
              <a:cxnLst/>
              <a:rect l="l" t="t" r="r" b="b"/>
              <a:pathLst>
                <a:path w="9117" h="13186" extrusionOk="0">
                  <a:moveTo>
                    <a:pt x="4559" y="1"/>
                  </a:moveTo>
                  <a:cubicBezTo>
                    <a:pt x="2041" y="1"/>
                    <a:pt x="1" y="2954"/>
                    <a:pt x="1" y="6594"/>
                  </a:cubicBezTo>
                  <a:cubicBezTo>
                    <a:pt x="1" y="10234"/>
                    <a:pt x="2041" y="13185"/>
                    <a:pt x="4559" y="13185"/>
                  </a:cubicBezTo>
                  <a:cubicBezTo>
                    <a:pt x="7075" y="13185"/>
                    <a:pt x="9116" y="10234"/>
                    <a:pt x="9116" y="6594"/>
                  </a:cubicBezTo>
                  <a:cubicBezTo>
                    <a:pt x="9116" y="2954"/>
                    <a:pt x="7075" y="1"/>
                    <a:pt x="455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946;p40">
              <a:extLst>
                <a:ext uri="{FF2B5EF4-FFF2-40B4-BE49-F238E27FC236}">
                  <a16:creationId xmlns:a16="http://schemas.microsoft.com/office/drawing/2014/main" id="{84B30078-5542-BF35-534D-1E03C0B819F1}"/>
                </a:ext>
              </a:extLst>
            </p:cNvPr>
            <p:cNvSpPr/>
            <p:nvPr/>
          </p:nvSpPr>
          <p:spPr>
            <a:xfrm>
              <a:off x="4469225" y="3945200"/>
              <a:ext cx="233175" cy="334950"/>
            </a:xfrm>
            <a:custGeom>
              <a:avLst/>
              <a:gdLst/>
              <a:ahLst/>
              <a:cxnLst/>
              <a:rect l="l" t="t" r="r" b="b"/>
              <a:pathLst>
                <a:path w="9327" h="13398" extrusionOk="0">
                  <a:moveTo>
                    <a:pt x="4664" y="213"/>
                  </a:moveTo>
                  <a:cubicBezTo>
                    <a:pt x="7117" y="213"/>
                    <a:pt x="9114" y="3123"/>
                    <a:pt x="9114" y="6699"/>
                  </a:cubicBezTo>
                  <a:cubicBezTo>
                    <a:pt x="9114" y="10275"/>
                    <a:pt x="7117" y="13183"/>
                    <a:pt x="4664" y="13183"/>
                  </a:cubicBezTo>
                  <a:cubicBezTo>
                    <a:pt x="2210" y="13183"/>
                    <a:pt x="213" y="10274"/>
                    <a:pt x="213" y="6699"/>
                  </a:cubicBezTo>
                  <a:cubicBezTo>
                    <a:pt x="213" y="3123"/>
                    <a:pt x="2210" y="213"/>
                    <a:pt x="4664" y="213"/>
                  </a:cubicBezTo>
                  <a:close/>
                  <a:moveTo>
                    <a:pt x="4664" y="0"/>
                  </a:moveTo>
                  <a:cubicBezTo>
                    <a:pt x="2092" y="0"/>
                    <a:pt x="0" y="3005"/>
                    <a:pt x="0" y="6699"/>
                  </a:cubicBezTo>
                  <a:cubicBezTo>
                    <a:pt x="0" y="10392"/>
                    <a:pt x="2092" y="13398"/>
                    <a:pt x="4664" y="13398"/>
                  </a:cubicBezTo>
                  <a:cubicBezTo>
                    <a:pt x="7235" y="13398"/>
                    <a:pt x="9327" y="10392"/>
                    <a:pt x="9327" y="6699"/>
                  </a:cubicBezTo>
                  <a:cubicBezTo>
                    <a:pt x="9327" y="3005"/>
                    <a:pt x="7235" y="0"/>
                    <a:pt x="466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947;p40">
              <a:extLst>
                <a:ext uri="{FF2B5EF4-FFF2-40B4-BE49-F238E27FC236}">
                  <a16:creationId xmlns:a16="http://schemas.microsoft.com/office/drawing/2014/main" id="{88642B3F-1DD2-903C-0B3A-341B1D74BD96}"/>
                </a:ext>
              </a:extLst>
            </p:cNvPr>
            <p:cNvSpPr/>
            <p:nvPr/>
          </p:nvSpPr>
          <p:spPr>
            <a:xfrm>
              <a:off x="4434125" y="3321175"/>
              <a:ext cx="740050" cy="1589625"/>
            </a:xfrm>
            <a:custGeom>
              <a:avLst/>
              <a:gdLst/>
              <a:ahLst/>
              <a:cxnLst/>
              <a:rect l="l" t="t" r="r" b="b"/>
              <a:pathLst>
                <a:path w="29602" h="63585" extrusionOk="0">
                  <a:moveTo>
                    <a:pt x="23549" y="1"/>
                  </a:moveTo>
                  <a:cubicBezTo>
                    <a:pt x="21921" y="1"/>
                    <a:pt x="20294" y="148"/>
                    <a:pt x="18686" y="441"/>
                  </a:cubicBezTo>
                  <a:cubicBezTo>
                    <a:pt x="8130" y="2382"/>
                    <a:pt x="2305" y="12573"/>
                    <a:pt x="1456" y="16821"/>
                  </a:cubicBezTo>
                  <a:cubicBezTo>
                    <a:pt x="608" y="21069"/>
                    <a:pt x="971" y="29440"/>
                    <a:pt x="971" y="32232"/>
                  </a:cubicBezTo>
                  <a:cubicBezTo>
                    <a:pt x="971" y="35022"/>
                    <a:pt x="0" y="39510"/>
                    <a:pt x="1578" y="43880"/>
                  </a:cubicBezTo>
                  <a:cubicBezTo>
                    <a:pt x="3157" y="48248"/>
                    <a:pt x="6794" y="56248"/>
                    <a:pt x="7763" y="58316"/>
                  </a:cubicBezTo>
                  <a:cubicBezTo>
                    <a:pt x="8731" y="60385"/>
                    <a:pt x="9827" y="62926"/>
                    <a:pt x="13465" y="63535"/>
                  </a:cubicBezTo>
                  <a:lnTo>
                    <a:pt x="13788" y="63584"/>
                  </a:lnTo>
                  <a:cubicBezTo>
                    <a:pt x="13164" y="62761"/>
                    <a:pt x="12147" y="60651"/>
                    <a:pt x="12862" y="58800"/>
                  </a:cubicBezTo>
                  <a:cubicBezTo>
                    <a:pt x="13715" y="56616"/>
                    <a:pt x="13104" y="53098"/>
                    <a:pt x="13104" y="53098"/>
                  </a:cubicBezTo>
                  <a:cubicBezTo>
                    <a:pt x="12452" y="52661"/>
                    <a:pt x="11912" y="52078"/>
                    <a:pt x="11527" y="51391"/>
                  </a:cubicBezTo>
                  <a:cubicBezTo>
                    <a:pt x="10799" y="50178"/>
                    <a:pt x="11770" y="48722"/>
                    <a:pt x="11770" y="48722"/>
                  </a:cubicBezTo>
                  <a:lnTo>
                    <a:pt x="10677" y="46539"/>
                  </a:lnTo>
                  <a:lnTo>
                    <a:pt x="11770" y="43747"/>
                  </a:lnTo>
                  <a:cubicBezTo>
                    <a:pt x="11770" y="43747"/>
                    <a:pt x="10192" y="39499"/>
                    <a:pt x="9829" y="38528"/>
                  </a:cubicBezTo>
                  <a:cubicBezTo>
                    <a:pt x="9467" y="37558"/>
                    <a:pt x="10070" y="37675"/>
                    <a:pt x="10799" y="36224"/>
                  </a:cubicBezTo>
                  <a:cubicBezTo>
                    <a:pt x="11529" y="34770"/>
                    <a:pt x="11891" y="31248"/>
                    <a:pt x="12013" y="28216"/>
                  </a:cubicBezTo>
                  <a:cubicBezTo>
                    <a:pt x="12135" y="25183"/>
                    <a:pt x="10070" y="14506"/>
                    <a:pt x="14924" y="7956"/>
                  </a:cubicBezTo>
                  <a:cubicBezTo>
                    <a:pt x="19754" y="1438"/>
                    <a:pt x="29503" y="684"/>
                    <a:pt x="29602" y="678"/>
                  </a:cubicBezTo>
                  <a:lnTo>
                    <a:pt x="29472" y="650"/>
                  </a:lnTo>
                  <a:cubicBezTo>
                    <a:pt x="29240" y="599"/>
                    <a:pt x="29008" y="550"/>
                    <a:pt x="28766" y="502"/>
                  </a:cubicBezTo>
                  <a:lnTo>
                    <a:pt x="28738" y="502"/>
                  </a:lnTo>
                  <a:cubicBezTo>
                    <a:pt x="28680" y="491"/>
                    <a:pt x="28622" y="480"/>
                    <a:pt x="28564" y="469"/>
                  </a:cubicBezTo>
                  <a:lnTo>
                    <a:pt x="28564" y="469"/>
                  </a:lnTo>
                  <a:cubicBezTo>
                    <a:pt x="26907" y="157"/>
                    <a:pt x="25228" y="1"/>
                    <a:pt x="235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948;p40">
              <a:extLst>
                <a:ext uri="{FF2B5EF4-FFF2-40B4-BE49-F238E27FC236}">
                  <a16:creationId xmlns:a16="http://schemas.microsoft.com/office/drawing/2014/main" id="{49976FF8-E6EF-2916-F43F-2A4BE82D64DF}"/>
                </a:ext>
              </a:extLst>
            </p:cNvPr>
            <p:cNvSpPr/>
            <p:nvPr/>
          </p:nvSpPr>
          <p:spPr>
            <a:xfrm>
              <a:off x="4441275" y="3318450"/>
              <a:ext cx="735650" cy="1594975"/>
            </a:xfrm>
            <a:custGeom>
              <a:avLst/>
              <a:gdLst/>
              <a:ahLst/>
              <a:cxnLst/>
              <a:rect l="l" t="t" r="r" b="b"/>
              <a:pathLst>
                <a:path w="29426" h="63799" extrusionOk="0">
                  <a:moveTo>
                    <a:pt x="23263" y="214"/>
                  </a:moveTo>
                  <a:cubicBezTo>
                    <a:pt x="24692" y="214"/>
                    <a:pt x="26120" y="329"/>
                    <a:pt x="27542" y="558"/>
                  </a:cubicBezTo>
                  <a:cubicBezTo>
                    <a:pt x="27548" y="561"/>
                    <a:pt x="27556" y="562"/>
                    <a:pt x="27563" y="564"/>
                  </a:cubicBezTo>
                  <a:lnTo>
                    <a:pt x="27568" y="564"/>
                  </a:lnTo>
                  <a:cubicBezTo>
                    <a:pt x="27861" y="611"/>
                    <a:pt x="28151" y="662"/>
                    <a:pt x="28430" y="717"/>
                  </a:cubicBezTo>
                  <a:cubicBezTo>
                    <a:pt x="28436" y="718"/>
                    <a:pt x="28442" y="718"/>
                    <a:pt x="28447" y="718"/>
                  </a:cubicBezTo>
                  <a:cubicBezTo>
                    <a:pt x="28453" y="718"/>
                    <a:pt x="28459" y="718"/>
                    <a:pt x="28464" y="717"/>
                  </a:cubicBezTo>
                  <a:cubicBezTo>
                    <a:pt x="28522" y="729"/>
                    <a:pt x="28579" y="740"/>
                    <a:pt x="28634" y="751"/>
                  </a:cubicBezTo>
                  <a:cubicBezTo>
                    <a:pt x="26332" y="1042"/>
                    <a:pt x="18698" y="2406"/>
                    <a:pt x="14551" y="8001"/>
                  </a:cubicBezTo>
                  <a:cubicBezTo>
                    <a:pt x="10644" y="13273"/>
                    <a:pt x="11182" y="21046"/>
                    <a:pt x="11504" y="25691"/>
                  </a:cubicBezTo>
                  <a:cubicBezTo>
                    <a:pt x="11582" y="26824"/>
                    <a:pt x="11643" y="27719"/>
                    <a:pt x="11620" y="28321"/>
                  </a:cubicBezTo>
                  <a:cubicBezTo>
                    <a:pt x="11468" y="32110"/>
                    <a:pt x="11018" y="35088"/>
                    <a:pt x="10418" y="36283"/>
                  </a:cubicBezTo>
                  <a:cubicBezTo>
                    <a:pt x="10146" y="36827"/>
                    <a:pt x="9887" y="37150"/>
                    <a:pt x="9699" y="37387"/>
                  </a:cubicBezTo>
                  <a:cubicBezTo>
                    <a:pt x="9376" y="37793"/>
                    <a:pt x="9197" y="38017"/>
                    <a:pt x="9443" y="38675"/>
                  </a:cubicBezTo>
                  <a:cubicBezTo>
                    <a:pt x="9785" y="39590"/>
                    <a:pt x="11212" y="43430"/>
                    <a:pt x="11370" y="43855"/>
                  </a:cubicBezTo>
                  <a:lnTo>
                    <a:pt x="10292" y="46608"/>
                  </a:lnTo>
                  <a:cubicBezTo>
                    <a:pt x="10281" y="46636"/>
                    <a:pt x="10283" y="46667"/>
                    <a:pt x="10296" y="46694"/>
                  </a:cubicBezTo>
                  <a:lnTo>
                    <a:pt x="11361" y="48825"/>
                  </a:lnTo>
                  <a:cubicBezTo>
                    <a:pt x="11189" y="49106"/>
                    <a:pt x="10466" y="50416"/>
                    <a:pt x="11148" y="51552"/>
                  </a:cubicBezTo>
                  <a:cubicBezTo>
                    <a:pt x="11530" y="52236"/>
                    <a:pt x="12074" y="52828"/>
                    <a:pt x="12720" y="53269"/>
                  </a:cubicBezTo>
                  <a:cubicBezTo>
                    <a:pt x="12787" y="53683"/>
                    <a:pt x="13257" y="56871"/>
                    <a:pt x="12476" y="58871"/>
                  </a:cubicBezTo>
                  <a:cubicBezTo>
                    <a:pt x="11837" y="60526"/>
                    <a:pt x="12558" y="62489"/>
                    <a:pt x="13268" y="63549"/>
                  </a:cubicBezTo>
                  <a:lnTo>
                    <a:pt x="13196" y="63538"/>
                  </a:lnTo>
                  <a:cubicBezTo>
                    <a:pt x="9709" y="62956"/>
                    <a:pt x="8615" y="60613"/>
                    <a:pt x="7650" y="58545"/>
                  </a:cubicBezTo>
                  <a:lnTo>
                    <a:pt x="7573" y="58381"/>
                  </a:lnTo>
                  <a:cubicBezTo>
                    <a:pt x="6676" y="56463"/>
                    <a:pt x="2999" y="48397"/>
                    <a:pt x="1392" y="43951"/>
                  </a:cubicBezTo>
                  <a:cubicBezTo>
                    <a:pt x="216" y="40692"/>
                    <a:pt x="465" y="37382"/>
                    <a:pt x="664" y="34723"/>
                  </a:cubicBezTo>
                  <a:cubicBezTo>
                    <a:pt x="730" y="33856"/>
                    <a:pt x="791" y="33039"/>
                    <a:pt x="791" y="32341"/>
                  </a:cubicBezTo>
                  <a:cubicBezTo>
                    <a:pt x="791" y="31814"/>
                    <a:pt x="779" y="31084"/>
                    <a:pt x="764" y="30237"/>
                  </a:cubicBezTo>
                  <a:cubicBezTo>
                    <a:pt x="698" y="26553"/>
                    <a:pt x="588" y="20389"/>
                    <a:pt x="1276" y="16951"/>
                  </a:cubicBezTo>
                  <a:cubicBezTo>
                    <a:pt x="2003" y="13308"/>
                    <a:pt x="7418" y="2678"/>
                    <a:pt x="18418" y="655"/>
                  </a:cubicBezTo>
                  <a:cubicBezTo>
                    <a:pt x="20028" y="361"/>
                    <a:pt x="21645" y="214"/>
                    <a:pt x="23263" y="214"/>
                  </a:cubicBezTo>
                  <a:close/>
                  <a:moveTo>
                    <a:pt x="23266" y="0"/>
                  </a:moveTo>
                  <a:cubicBezTo>
                    <a:pt x="21634" y="0"/>
                    <a:pt x="20003" y="149"/>
                    <a:pt x="18381" y="446"/>
                  </a:cubicBezTo>
                  <a:cubicBezTo>
                    <a:pt x="7272" y="2488"/>
                    <a:pt x="1802" y="13229"/>
                    <a:pt x="1066" y="16909"/>
                  </a:cubicBezTo>
                  <a:cubicBezTo>
                    <a:pt x="375" y="20370"/>
                    <a:pt x="484" y="26549"/>
                    <a:pt x="549" y="30241"/>
                  </a:cubicBezTo>
                  <a:cubicBezTo>
                    <a:pt x="566" y="31086"/>
                    <a:pt x="578" y="31817"/>
                    <a:pt x="578" y="32341"/>
                  </a:cubicBezTo>
                  <a:cubicBezTo>
                    <a:pt x="578" y="33032"/>
                    <a:pt x="517" y="33845"/>
                    <a:pt x="453" y="34707"/>
                  </a:cubicBezTo>
                  <a:cubicBezTo>
                    <a:pt x="250" y="37387"/>
                    <a:pt x="0" y="40722"/>
                    <a:pt x="1193" y="44024"/>
                  </a:cubicBezTo>
                  <a:cubicBezTo>
                    <a:pt x="2801" y="48478"/>
                    <a:pt x="6483" y="56552"/>
                    <a:pt x="7381" y="58470"/>
                  </a:cubicBezTo>
                  <a:lnTo>
                    <a:pt x="7457" y="58635"/>
                  </a:lnTo>
                  <a:cubicBezTo>
                    <a:pt x="8396" y="60645"/>
                    <a:pt x="9563" y="63148"/>
                    <a:pt x="13164" y="63748"/>
                  </a:cubicBezTo>
                  <a:lnTo>
                    <a:pt x="13485" y="63797"/>
                  </a:lnTo>
                  <a:cubicBezTo>
                    <a:pt x="13491" y="63799"/>
                    <a:pt x="13496" y="63799"/>
                    <a:pt x="13502" y="63799"/>
                  </a:cubicBezTo>
                  <a:cubicBezTo>
                    <a:pt x="13539" y="63799"/>
                    <a:pt x="13573" y="63780"/>
                    <a:pt x="13592" y="63747"/>
                  </a:cubicBezTo>
                  <a:cubicBezTo>
                    <a:pt x="13615" y="63710"/>
                    <a:pt x="13613" y="63663"/>
                    <a:pt x="13587" y="63628"/>
                  </a:cubicBezTo>
                  <a:cubicBezTo>
                    <a:pt x="13086" y="62967"/>
                    <a:pt x="11947" y="60836"/>
                    <a:pt x="12675" y="58948"/>
                  </a:cubicBezTo>
                  <a:cubicBezTo>
                    <a:pt x="13530" y="56762"/>
                    <a:pt x="12949" y="53333"/>
                    <a:pt x="12924" y="53189"/>
                  </a:cubicBezTo>
                  <a:cubicBezTo>
                    <a:pt x="12919" y="53161"/>
                    <a:pt x="12903" y="53135"/>
                    <a:pt x="12878" y="53119"/>
                  </a:cubicBezTo>
                  <a:cubicBezTo>
                    <a:pt x="12242" y="52694"/>
                    <a:pt x="11709" y="52117"/>
                    <a:pt x="11332" y="51447"/>
                  </a:cubicBezTo>
                  <a:cubicBezTo>
                    <a:pt x="10649" y="50306"/>
                    <a:pt x="11563" y="48904"/>
                    <a:pt x="11573" y="48890"/>
                  </a:cubicBezTo>
                  <a:cubicBezTo>
                    <a:pt x="11594" y="48859"/>
                    <a:pt x="11597" y="48817"/>
                    <a:pt x="11579" y="48783"/>
                  </a:cubicBezTo>
                  <a:lnTo>
                    <a:pt x="10509" y="46642"/>
                  </a:lnTo>
                  <a:lnTo>
                    <a:pt x="11584" y="43895"/>
                  </a:lnTo>
                  <a:cubicBezTo>
                    <a:pt x="11593" y="43871"/>
                    <a:pt x="11593" y="43844"/>
                    <a:pt x="11584" y="43819"/>
                  </a:cubicBezTo>
                  <a:cubicBezTo>
                    <a:pt x="11584" y="43819"/>
                    <a:pt x="10006" y="39571"/>
                    <a:pt x="9644" y="38600"/>
                  </a:cubicBezTo>
                  <a:cubicBezTo>
                    <a:pt x="9440" y="38055"/>
                    <a:pt x="9556" y="37909"/>
                    <a:pt x="9866" y="37521"/>
                  </a:cubicBezTo>
                  <a:cubicBezTo>
                    <a:pt x="10061" y="37277"/>
                    <a:pt x="10327" y="36943"/>
                    <a:pt x="10609" y="36380"/>
                  </a:cubicBezTo>
                  <a:cubicBezTo>
                    <a:pt x="11493" y="34619"/>
                    <a:pt x="11760" y="30162"/>
                    <a:pt x="11834" y="28330"/>
                  </a:cubicBezTo>
                  <a:cubicBezTo>
                    <a:pt x="11858" y="27718"/>
                    <a:pt x="11795" y="26817"/>
                    <a:pt x="11716" y="25676"/>
                  </a:cubicBezTo>
                  <a:cubicBezTo>
                    <a:pt x="11398" y="21062"/>
                    <a:pt x="10863" y="13337"/>
                    <a:pt x="14724" y="8129"/>
                  </a:cubicBezTo>
                  <a:cubicBezTo>
                    <a:pt x="19486" y="1701"/>
                    <a:pt x="29226" y="900"/>
                    <a:pt x="29323" y="893"/>
                  </a:cubicBezTo>
                  <a:cubicBezTo>
                    <a:pt x="29377" y="890"/>
                    <a:pt x="29418" y="848"/>
                    <a:pt x="29423" y="795"/>
                  </a:cubicBezTo>
                  <a:cubicBezTo>
                    <a:pt x="29426" y="742"/>
                    <a:pt x="29390" y="693"/>
                    <a:pt x="29338" y="683"/>
                  </a:cubicBezTo>
                  <a:lnTo>
                    <a:pt x="29208" y="655"/>
                  </a:lnTo>
                  <a:cubicBezTo>
                    <a:pt x="28976" y="604"/>
                    <a:pt x="28742" y="555"/>
                    <a:pt x="28480" y="506"/>
                  </a:cubicBezTo>
                  <a:lnTo>
                    <a:pt x="28473" y="507"/>
                  </a:lnTo>
                  <a:cubicBezTo>
                    <a:pt x="28381" y="489"/>
                    <a:pt x="28285" y="472"/>
                    <a:pt x="28190" y="454"/>
                  </a:cubicBezTo>
                  <a:cubicBezTo>
                    <a:pt x="26556" y="152"/>
                    <a:pt x="24911" y="0"/>
                    <a:pt x="2326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949;p40">
              <a:extLst>
                <a:ext uri="{FF2B5EF4-FFF2-40B4-BE49-F238E27FC236}">
                  <a16:creationId xmlns:a16="http://schemas.microsoft.com/office/drawing/2014/main" id="{DE845CC3-276F-94A3-93D3-89642C151768}"/>
                </a:ext>
              </a:extLst>
            </p:cNvPr>
            <p:cNvSpPr/>
            <p:nvPr/>
          </p:nvSpPr>
          <p:spPr>
            <a:xfrm>
              <a:off x="4578275" y="3396225"/>
              <a:ext cx="160650" cy="539475"/>
            </a:xfrm>
            <a:custGeom>
              <a:avLst/>
              <a:gdLst/>
              <a:ahLst/>
              <a:cxnLst/>
              <a:rect l="l" t="t" r="r" b="b"/>
              <a:pathLst>
                <a:path w="6426" h="21579" extrusionOk="0">
                  <a:moveTo>
                    <a:pt x="6286" y="0"/>
                  </a:moveTo>
                  <a:cubicBezTo>
                    <a:pt x="5224" y="922"/>
                    <a:pt x="4417" y="2179"/>
                    <a:pt x="3482" y="3635"/>
                  </a:cubicBezTo>
                  <a:lnTo>
                    <a:pt x="3463" y="3666"/>
                  </a:lnTo>
                  <a:cubicBezTo>
                    <a:pt x="1" y="9049"/>
                    <a:pt x="162" y="16014"/>
                    <a:pt x="257" y="20174"/>
                  </a:cubicBezTo>
                  <a:cubicBezTo>
                    <a:pt x="269" y="20688"/>
                    <a:pt x="279" y="21160"/>
                    <a:pt x="282" y="21578"/>
                  </a:cubicBezTo>
                  <a:lnTo>
                    <a:pt x="495" y="21577"/>
                  </a:lnTo>
                  <a:cubicBezTo>
                    <a:pt x="492" y="21157"/>
                    <a:pt x="482" y="20685"/>
                    <a:pt x="470" y="20170"/>
                  </a:cubicBezTo>
                  <a:cubicBezTo>
                    <a:pt x="375" y="16033"/>
                    <a:pt x="215" y="9110"/>
                    <a:pt x="3641" y="3782"/>
                  </a:cubicBezTo>
                  <a:lnTo>
                    <a:pt x="3661" y="3751"/>
                  </a:lnTo>
                  <a:cubicBezTo>
                    <a:pt x="4587" y="2308"/>
                    <a:pt x="5388" y="1062"/>
                    <a:pt x="6426" y="163"/>
                  </a:cubicBezTo>
                  <a:lnTo>
                    <a:pt x="6286"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950;p40">
              <a:extLst>
                <a:ext uri="{FF2B5EF4-FFF2-40B4-BE49-F238E27FC236}">
                  <a16:creationId xmlns:a16="http://schemas.microsoft.com/office/drawing/2014/main" id="{5BBF03CF-77DE-1540-0FAA-FC002FD0C587}"/>
                </a:ext>
              </a:extLst>
            </p:cNvPr>
            <p:cNvSpPr/>
            <p:nvPr/>
          </p:nvSpPr>
          <p:spPr>
            <a:xfrm>
              <a:off x="4586775" y="4535100"/>
              <a:ext cx="28000" cy="157825"/>
            </a:xfrm>
            <a:custGeom>
              <a:avLst/>
              <a:gdLst/>
              <a:ahLst/>
              <a:cxnLst/>
              <a:rect l="l" t="t" r="r" b="b"/>
              <a:pathLst>
                <a:path w="1120" h="6313" extrusionOk="0">
                  <a:moveTo>
                    <a:pt x="1120" y="1"/>
                  </a:moveTo>
                  <a:cubicBezTo>
                    <a:pt x="1120" y="1"/>
                    <a:pt x="0" y="3045"/>
                    <a:pt x="283" y="6313"/>
                  </a:cubicBezTo>
                  <a:lnTo>
                    <a:pt x="11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951;p40">
              <a:extLst>
                <a:ext uri="{FF2B5EF4-FFF2-40B4-BE49-F238E27FC236}">
                  <a16:creationId xmlns:a16="http://schemas.microsoft.com/office/drawing/2014/main" id="{65945FE8-B0AD-3A25-E929-3B72A9F356D6}"/>
                </a:ext>
              </a:extLst>
            </p:cNvPr>
            <p:cNvSpPr/>
            <p:nvPr/>
          </p:nvSpPr>
          <p:spPr>
            <a:xfrm>
              <a:off x="4584125" y="4534175"/>
              <a:ext cx="33150" cy="159000"/>
            </a:xfrm>
            <a:custGeom>
              <a:avLst/>
              <a:gdLst/>
              <a:ahLst/>
              <a:cxnLst/>
              <a:rect l="l" t="t" r="r" b="b"/>
              <a:pathLst>
                <a:path w="1326" h="6360" extrusionOk="0">
                  <a:moveTo>
                    <a:pt x="1125" y="1"/>
                  </a:moveTo>
                  <a:cubicBezTo>
                    <a:pt x="1114" y="32"/>
                    <a:pt x="1" y="3104"/>
                    <a:pt x="283" y="6360"/>
                  </a:cubicBezTo>
                  <a:lnTo>
                    <a:pt x="283" y="6358"/>
                  </a:lnTo>
                  <a:lnTo>
                    <a:pt x="496" y="6341"/>
                  </a:lnTo>
                  <a:cubicBezTo>
                    <a:pt x="218" y="3135"/>
                    <a:pt x="1314" y="105"/>
                    <a:pt x="1326" y="75"/>
                  </a:cubicBezTo>
                  <a:lnTo>
                    <a:pt x="112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952;p40">
              <a:extLst>
                <a:ext uri="{FF2B5EF4-FFF2-40B4-BE49-F238E27FC236}">
                  <a16:creationId xmlns:a16="http://schemas.microsoft.com/office/drawing/2014/main" id="{0BA29B47-EF2E-04A0-1B23-13D84BD23E97}"/>
                </a:ext>
              </a:extLst>
            </p:cNvPr>
            <p:cNvSpPr/>
            <p:nvPr/>
          </p:nvSpPr>
          <p:spPr>
            <a:xfrm>
              <a:off x="4464200" y="3949475"/>
              <a:ext cx="263825" cy="207725"/>
            </a:xfrm>
            <a:custGeom>
              <a:avLst/>
              <a:gdLst/>
              <a:ahLst/>
              <a:cxnLst/>
              <a:rect l="l" t="t" r="r" b="b"/>
              <a:pathLst>
                <a:path w="10553" h="8309" extrusionOk="0">
                  <a:moveTo>
                    <a:pt x="5278" y="0"/>
                  </a:moveTo>
                  <a:cubicBezTo>
                    <a:pt x="3998" y="0"/>
                    <a:pt x="2271" y="1305"/>
                    <a:pt x="1013" y="2453"/>
                  </a:cubicBezTo>
                  <a:cubicBezTo>
                    <a:pt x="73" y="3301"/>
                    <a:pt x="0" y="4752"/>
                    <a:pt x="850" y="5690"/>
                  </a:cubicBezTo>
                  <a:cubicBezTo>
                    <a:pt x="901" y="5748"/>
                    <a:pt x="956" y="5801"/>
                    <a:pt x="1013" y="5853"/>
                  </a:cubicBezTo>
                  <a:cubicBezTo>
                    <a:pt x="2278" y="7001"/>
                    <a:pt x="3998" y="8309"/>
                    <a:pt x="5278" y="8309"/>
                  </a:cubicBezTo>
                  <a:cubicBezTo>
                    <a:pt x="6557" y="8309"/>
                    <a:pt x="8279" y="7001"/>
                    <a:pt x="9543" y="5853"/>
                  </a:cubicBezTo>
                  <a:cubicBezTo>
                    <a:pt x="10482" y="5002"/>
                    <a:pt x="10552" y="3549"/>
                    <a:pt x="9701" y="2609"/>
                  </a:cubicBezTo>
                  <a:cubicBezTo>
                    <a:pt x="9650" y="2554"/>
                    <a:pt x="9598" y="2502"/>
                    <a:pt x="9543" y="2453"/>
                  </a:cubicBezTo>
                  <a:cubicBezTo>
                    <a:pt x="8279" y="1305"/>
                    <a:pt x="6557" y="0"/>
                    <a:pt x="527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953;p40">
              <a:extLst>
                <a:ext uri="{FF2B5EF4-FFF2-40B4-BE49-F238E27FC236}">
                  <a16:creationId xmlns:a16="http://schemas.microsoft.com/office/drawing/2014/main" id="{7D9951D8-7BBF-F72E-C5EC-53775CD2AD29}"/>
                </a:ext>
              </a:extLst>
            </p:cNvPr>
            <p:cNvSpPr/>
            <p:nvPr/>
          </p:nvSpPr>
          <p:spPr>
            <a:xfrm>
              <a:off x="4467250" y="3946800"/>
              <a:ext cx="257750" cy="213050"/>
            </a:xfrm>
            <a:custGeom>
              <a:avLst/>
              <a:gdLst/>
              <a:ahLst/>
              <a:cxnLst/>
              <a:rect l="l" t="t" r="r" b="b"/>
              <a:pathLst>
                <a:path w="10310" h="8522" extrusionOk="0">
                  <a:moveTo>
                    <a:pt x="5156" y="213"/>
                  </a:moveTo>
                  <a:cubicBezTo>
                    <a:pt x="6413" y="213"/>
                    <a:pt x="8130" y="1532"/>
                    <a:pt x="9349" y="2639"/>
                  </a:cubicBezTo>
                  <a:cubicBezTo>
                    <a:pt x="9401" y="2685"/>
                    <a:pt x="9452" y="2735"/>
                    <a:pt x="9500" y="2788"/>
                  </a:cubicBezTo>
                  <a:cubicBezTo>
                    <a:pt x="9893" y="3221"/>
                    <a:pt x="10094" y="3782"/>
                    <a:pt x="10065" y="4366"/>
                  </a:cubicBezTo>
                  <a:cubicBezTo>
                    <a:pt x="10037" y="4951"/>
                    <a:pt x="9783" y="5488"/>
                    <a:pt x="9349" y="5882"/>
                  </a:cubicBezTo>
                  <a:cubicBezTo>
                    <a:pt x="8130" y="6989"/>
                    <a:pt x="6412" y="8309"/>
                    <a:pt x="5156" y="8309"/>
                  </a:cubicBezTo>
                  <a:cubicBezTo>
                    <a:pt x="3901" y="8309"/>
                    <a:pt x="2183" y="6989"/>
                    <a:pt x="962" y="5882"/>
                  </a:cubicBezTo>
                  <a:cubicBezTo>
                    <a:pt x="909" y="5832"/>
                    <a:pt x="856" y="5780"/>
                    <a:pt x="807" y="5725"/>
                  </a:cubicBezTo>
                  <a:cubicBezTo>
                    <a:pt x="416" y="5292"/>
                    <a:pt x="216" y="4732"/>
                    <a:pt x="246" y="4150"/>
                  </a:cubicBezTo>
                  <a:cubicBezTo>
                    <a:pt x="274" y="3566"/>
                    <a:pt x="529" y="3030"/>
                    <a:pt x="964" y="2639"/>
                  </a:cubicBezTo>
                  <a:cubicBezTo>
                    <a:pt x="2677" y="1074"/>
                    <a:pt x="4166" y="213"/>
                    <a:pt x="5156" y="213"/>
                  </a:cubicBezTo>
                  <a:close/>
                  <a:moveTo>
                    <a:pt x="5156" y="0"/>
                  </a:moveTo>
                  <a:cubicBezTo>
                    <a:pt x="3819" y="0"/>
                    <a:pt x="2059" y="1349"/>
                    <a:pt x="819" y="2479"/>
                  </a:cubicBezTo>
                  <a:cubicBezTo>
                    <a:pt x="344" y="2910"/>
                    <a:pt x="64" y="3499"/>
                    <a:pt x="32" y="4140"/>
                  </a:cubicBezTo>
                  <a:cubicBezTo>
                    <a:pt x="0" y="4778"/>
                    <a:pt x="219" y="5393"/>
                    <a:pt x="648" y="5868"/>
                  </a:cubicBezTo>
                  <a:cubicBezTo>
                    <a:pt x="703" y="5929"/>
                    <a:pt x="760" y="5986"/>
                    <a:pt x="819" y="6039"/>
                  </a:cubicBezTo>
                  <a:cubicBezTo>
                    <a:pt x="2067" y="7172"/>
                    <a:pt x="3833" y="8521"/>
                    <a:pt x="5156" y="8521"/>
                  </a:cubicBezTo>
                  <a:cubicBezTo>
                    <a:pt x="6479" y="8521"/>
                    <a:pt x="8245" y="7172"/>
                    <a:pt x="9492" y="6039"/>
                  </a:cubicBezTo>
                  <a:cubicBezTo>
                    <a:pt x="9969" y="5608"/>
                    <a:pt x="10247" y="5018"/>
                    <a:pt x="10278" y="4376"/>
                  </a:cubicBezTo>
                  <a:cubicBezTo>
                    <a:pt x="10310" y="3735"/>
                    <a:pt x="10088" y="3120"/>
                    <a:pt x="9658" y="2645"/>
                  </a:cubicBezTo>
                  <a:cubicBezTo>
                    <a:pt x="9605" y="2588"/>
                    <a:pt x="9550" y="2533"/>
                    <a:pt x="9492" y="2481"/>
                  </a:cubicBezTo>
                  <a:cubicBezTo>
                    <a:pt x="8246" y="1349"/>
                    <a:pt x="6492" y="0"/>
                    <a:pt x="515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954;p40">
              <a:extLst>
                <a:ext uri="{FF2B5EF4-FFF2-40B4-BE49-F238E27FC236}">
                  <a16:creationId xmlns:a16="http://schemas.microsoft.com/office/drawing/2014/main" id="{6CB28513-B12C-77E3-772F-1FFB6367CECF}"/>
                </a:ext>
              </a:extLst>
            </p:cNvPr>
            <p:cNvSpPr/>
            <p:nvPr/>
          </p:nvSpPr>
          <p:spPr>
            <a:xfrm>
              <a:off x="4611675" y="4269450"/>
              <a:ext cx="116725" cy="145425"/>
            </a:xfrm>
            <a:custGeom>
              <a:avLst/>
              <a:gdLst/>
              <a:ahLst/>
              <a:cxnLst/>
              <a:rect l="l" t="t" r="r" b="b"/>
              <a:pathLst>
                <a:path w="4669" h="5817" extrusionOk="0">
                  <a:moveTo>
                    <a:pt x="2630" y="0"/>
                  </a:moveTo>
                  <a:lnTo>
                    <a:pt x="2630" y="0"/>
                  </a:lnTo>
                  <a:cubicBezTo>
                    <a:pt x="2311" y="30"/>
                    <a:pt x="1708" y="228"/>
                    <a:pt x="1357" y="1376"/>
                  </a:cubicBezTo>
                  <a:cubicBezTo>
                    <a:pt x="864" y="2980"/>
                    <a:pt x="0" y="4213"/>
                    <a:pt x="740" y="4829"/>
                  </a:cubicBezTo>
                  <a:cubicBezTo>
                    <a:pt x="1480" y="5445"/>
                    <a:pt x="4668" y="5816"/>
                    <a:pt x="4668" y="5816"/>
                  </a:cubicBezTo>
                  <a:cubicBezTo>
                    <a:pt x="4668" y="5816"/>
                    <a:pt x="3090" y="1568"/>
                    <a:pt x="2728" y="597"/>
                  </a:cubicBezTo>
                  <a:cubicBezTo>
                    <a:pt x="2642" y="411"/>
                    <a:pt x="2607" y="204"/>
                    <a:pt x="263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955;p40">
              <a:extLst>
                <a:ext uri="{FF2B5EF4-FFF2-40B4-BE49-F238E27FC236}">
                  <a16:creationId xmlns:a16="http://schemas.microsoft.com/office/drawing/2014/main" id="{3540C845-367D-73CA-1199-22AC02C2E931}"/>
                </a:ext>
              </a:extLst>
            </p:cNvPr>
            <p:cNvSpPr/>
            <p:nvPr/>
          </p:nvSpPr>
          <p:spPr>
            <a:xfrm>
              <a:off x="4613575" y="4266800"/>
              <a:ext cx="117650" cy="150700"/>
            </a:xfrm>
            <a:custGeom>
              <a:avLst/>
              <a:gdLst/>
              <a:ahLst/>
              <a:cxnLst/>
              <a:rect l="l" t="t" r="r" b="b"/>
              <a:pathLst>
                <a:path w="4706" h="6028" extrusionOk="0">
                  <a:moveTo>
                    <a:pt x="2441" y="231"/>
                  </a:moveTo>
                  <a:cubicBezTo>
                    <a:pt x="2441" y="410"/>
                    <a:pt x="2479" y="584"/>
                    <a:pt x="2551" y="741"/>
                  </a:cubicBezTo>
                  <a:cubicBezTo>
                    <a:pt x="2871" y="1597"/>
                    <a:pt x="4137" y="5003"/>
                    <a:pt x="4431" y="5794"/>
                  </a:cubicBezTo>
                  <a:cubicBezTo>
                    <a:pt x="3760" y="5706"/>
                    <a:pt x="1342" y="5361"/>
                    <a:pt x="733" y="4853"/>
                  </a:cubicBezTo>
                  <a:cubicBezTo>
                    <a:pt x="256" y="4456"/>
                    <a:pt x="538" y="3744"/>
                    <a:pt x="928" y="2760"/>
                  </a:cubicBezTo>
                  <a:cubicBezTo>
                    <a:pt x="1077" y="2384"/>
                    <a:pt x="1245" y="1960"/>
                    <a:pt x="1382" y="1513"/>
                  </a:cubicBezTo>
                  <a:cubicBezTo>
                    <a:pt x="1659" y="610"/>
                    <a:pt x="2089" y="310"/>
                    <a:pt x="2441" y="231"/>
                  </a:cubicBezTo>
                  <a:close/>
                  <a:moveTo>
                    <a:pt x="2554" y="0"/>
                  </a:moveTo>
                  <a:cubicBezTo>
                    <a:pt x="2550" y="0"/>
                    <a:pt x="2547" y="0"/>
                    <a:pt x="2543" y="1"/>
                  </a:cubicBezTo>
                  <a:cubicBezTo>
                    <a:pt x="2189" y="33"/>
                    <a:pt x="1541" y="266"/>
                    <a:pt x="1178" y="1451"/>
                  </a:cubicBezTo>
                  <a:cubicBezTo>
                    <a:pt x="1044" y="1889"/>
                    <a:pt x="877" y="2308"/>
                    <a:pt x="730" y="2681"/>
                  </a:cubicBezTo>
                  <a:cubicBezTo>
                    <a:pt x="322" y="3708"/>
                    <a:pt x="0" y="4521"/>
                    <a:pt x="596" y="5015"/>
                  </a:cubicBezTo>
                  <a:cubicBezTo>
                    <a:pt x="1351" y="5645"/>
                    <a:pt x="4448" y="6013"/>
                    <a:pt x="4580" y="6028"/>
                  </a:cubicBezTo>
                  <a:lnTo>
                    <a:pt x="4592" y="6028"/>
                  </a:lnTo>
                  <a:cubicBezTo>
                    <a:pt x="4625" y="6028"/>
                    <a:pt x="4655" y="6014"/>
                    <a:pt x="4676" y="5988"/>
                  </a:cubicBezTo>
                  <a:cubicBezTo>
                    <a:pt x="4699" y="5958"/>
                    <a:pt x="4705" y="5919"/>
                    <a:pt x="4692" y="5885"/>
                  </a:cubicBezTo>
                  <a:cubicBezTo>
                    <a:pt x="4692" y="5885"/>
                    <a:pt x="3114" y="1637"/>
                    <a:pt x="2749" y="659"/>
                  </a:cubicBezTo>
                  <a:cubicBezTo>
                    <a:pt x="2670" y="489"/>
                    <a:pt x="2639" y="303"/>
                    <a:pt x="2660" y="118"/>
                  </a:cubicBezTo>
                  <a:cubicBezTo>
                    <a:pt x="2662" y="86"/>
                    <a:pt x="2652" y="54"/>
                    <a:pt x="2630" y="32"/>
                  </a:cubicBezTo>
                  <a:cubicBezTo>
                    <a:pt x="2609" y="11"/>
                    <a:pt x="2582" y="0"/>
                    <a:pt x="255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956;p40">
              <a:extLst>
                <a:ext uri="{FF2B5EF4-FFF2-40B4-BE49-F238E27FC236}">
                  <a16:creationId xmlns:a16="http://schemas.microsoft.com/office/drawing/2014/main" id="{8164E54B-40D4-9B22-3B42-3196BC4FDC0D}"/>
                </a:ext>
              </a:extLst>
            </p:cNvPr>
            <p:cNvSpPr/>
            <p:nvPr/>
          </p:nvSpPr>
          <p:spPr>
            <a:xfrm>
              <a:off x="4614750" y="4484725"/>
              <a:ext cx="113650" cy="50400"/>
            </a:xfrm>
            <a:custGeom>
              <a:avLst/>
              <a:gdLst/>
              <a:ahLst/>
              <a:cxnLst/>
              <a:rect l="l" t="t" r="r" b="b"/>
              <a:pathLst>
                <a:path w="4546" h="2016" extrusionOk="0">
                  <a:moveTo>
                    <a:pt x="3308" y="0"/>
                  </a:moveTo>
                  <a:cubicBezTo>
                    <a:pt x="2622" y="0"/>
                    <a:pt x="1948" y="186"/>
                    <a:pt x="1357" y="536"/>
                  </a:cubicBezTo>
                  <a:cubicBezTo>
                    <a:pt x="775" y="892"/>
                    <a:pt x="305" y="1405"/>
                    <a:pt x="1" y="2016"/>
                  </a:cubicBezTo>
                  <a:lnTo>
                    <a:pt x="4545" y="2016"/>
                  </a:lnTo>
                  <a:lnTo>
                    <a:pt x="3454" y="3"/>
                  </a:lnTo>
                  <a:cubicBezTo>
                    <a:pt x="3405" y="1"/>
                    <a:pt x="3356" y="0"/>
                    <a:pt x="330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957;p40">
              <a:extLst>
                <a:ext uri="{FF2B5EF4-FFF2-40B4-BE49-F238E27FC236}">
                  <a16:creationId xmlns:a16="http://schemas.microsoft.com/office/drawing/2014/main" id="{CCAF8147-3ABE-20D1-8DBF-6A126FF8AAB8}"/>
                </a:ext>
              </a:extLst>
            </p:cNvPr>
            <p:cNvSpPr/>
            <p:nvPr/>
          </p:nvSpPr>
          <p:spPr>
            <a:xfrm>
              <a:off x="4611975" y="4482025"/>
              <a:ext cx="119200" cy="55800"/>
            </a:xfrm>
            <a:custGeom>
              <a:avLst/>
              <a:gdLst/>
              <a:ahLst/>
              <a:cxnLst/>
              <a:rect l="l" t="t" r="r" b="b"/>
              <a:pathLst>
                <a:path w="4768" h="2232" extrusionOk="0">
                  <a:moveTo>
                    <a:pt x="3412" y="214"/>
                  </a:moveTo>
                  <a:cubicBezTo>
                    <a:pt x="3441" y="214"/>
                    <a:pt x="3470" y="214"/>
                    <a:pt x="3499" y="215"/>
                  </a:cubicBezTo>
                  <a:lnTo>
                    <a:pt x="4476" y="2017"/>
                  </a:lnTo>
                  <a:lnTo>
                    <a:pt x="289" y="2017"/>
                  </a:lnTo>
                  <a:cubicBezTo>
                    <a:pt x="584" y="1491"/>
                    <a:pt x="1007" y="1050"/>
                    <a:pt x="1522" y="735"/>
                  </a:cubicBezTo>
                  <a:cubicBezTo>
                    <a:pt x="2096" y="394"/>
                    <a:pt x="2744" y="214"/>
                    <a:pt x="3412" y="214"/>
                  </a:cubicBezTo>
                  <a:close/>
                  <a:moveTo>
                    <a:pt x="3420" y="1"/>
                  </a:moveTo>
                  <a:cubicBezTo>
                    <a:pt x="2713" y="1"/>
                    <a:pt x="2023" y="190"/>
                    <a:pt x="1412" y="553"/>
                  </a:cubicBezTo>
                  <a:cubicBezTo>
                    <a:pt x="813" y="919"/>
                    <a:pt x="329" y="1446"/>
                    <a:pt x="17" y="2076"/>
                  </a:cubicBezTo>
                  <a:cubicBezTo>
                    <a:pt x="0" y="2109"/>
                    <a:pt x="2" y="2148"/>
                    <a:pt x="21" y="2179"/>
                  </a:cubicBezTo>
                  <a:cubicBezTo>
                    <a:pt x="40" y="2210"/>
                    <a:pt x="75" y="2230"/>
                    <a:pt x="112" y="2230"/>
                  </a:cubicBezTo>
                  <a:lnTo>
                    <a:pt x="4656" y="2230"/>
                  </a:lnTo>
                  <a:lnTo>
                    <a:pt x="4656" y="2231"/>
                  </a:lnTo>
                  <a:cubicBezTo>
                    <a:pt x="4693" y="2231"/>
                    <a:pt x="4729" y="2210"/>
                    <a:pt x="4748" y="2179"/>
                  </a:cubicBezTo>
                  <a:cubicBezTo>
                    <a:pt x="4766" y="2146"/>
                    <a:pt x="4768" y="2106"/>
                    <a:pt x="4750" y="2073"/>
                  </a:cubicBezTo>
                  <a:lnTo>
                    <a:pt x="3659" y="60"/>
                  </a:lnTo>
                  <a:cubicBezTo>
                    <a:pt x="3639" y="27"/>
                    <a:pt x="3606" y="5"/>
                    <a:pt x="3568" y="4"/>
                  </a:cubicBezTo>
                  <a:cubicBezTo>
                    <a:pt x="3518" y="2"/>
                    <a:pt x="3469" y="1"/>
                    <a:pt x="342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958;p40">
              <a:extLst>
                <a:ext uri="{FF2B5EF4-FFF2-40B4-BE49-F238E27FC236}">
                  <a16:creationId xmlns:a16="http://schemas.microsoft.com/office/drawing/2014/main" id="{CE945AA0-321C-F9AC-55AC-68F74D7418E2}"/>
                </a:ext>
              </a:extLst>
            </p:cNvPr>
            <p:cNvSpPr/>
            <p:nvPr/>
          </p:nvSpPr>
          <p:spPr>
            <a:xfrm>
              <a:off x="4614750" y="4535100"/>
              <a:ext cx="147000" cy="113525"/>
            </a:xfrm>
            <a:custGeom>
              <a:avLst/>
              <a:gdLst/>
              <a:ahLst/>
              <a:cxnLst/>
              <a:rect l="l" t="t" r="r" b="b"/>
              <a:pathLst>
                <a:path w="5880" h="4541" extrusionOk="0">
                  <a:moveTo>
                    <a:pt x="1" y="1"/>
                  </a:moveTo>
                  <a:cubicBezTo>
                    <a:pt x="1" y="1"/>
                    <a:pt x="1" y="1727"/>
                    <a:pt x="2221" y="2961"/>
                  </a:cubicBezTo>
                  <a:cubicBezTo>
                    <a:pt x="4441" y="4195"/>
                    <a:pt x="5879" y="4541"/>
                    <a:pt x="5879" y="4541"/>
                  </a:cubicBezTo>
                  <a:cubicBezTo>
                    <a:pt x="5227" y="4106"/>
                    <a:pt x="4687" y="3524"/>
                    <a:pt x="4302" y="2842"/>
                  </a:cubicBezTo>
                  <a:cubicBezTo>
                    <a:pt x="3574" y="1628"/>
                    <a:pt x="4545" y="171"/>
                    <a:pt x="4545" y="171"/>
                  </a:cubicBezTo>
                  <a:lnTo>
                    <a:pt x="4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959;p40">
              <a:extLst>
                <a:ext uri="{FF2B5EF4-FFF2-40B4-BE49-F238E27FC236}">
                  <a16:creationId xmlns:a16="http://schemas.microsoft.com/office/drawing/2014/main" id="{B40BA3FD-812A-8584-6E06-2368C1757912}"/>
                </a:ext>
              </a:extLst>
            </p:cNvPr>
            <p:cNvSpPr/>
            <p:nvPr/>
          </p:nvSpPr>
          <p:spPr>
            <a:xfrm>
              <a:off x="4612075" y="4532425"/>
              <a:ext cx="152650" cy="118875"/>
            </a:xfrm>
            <a:custGeom>
              <a:avLst/>
              <a:gdLst/>
              <a:ahLst/>
              <a:cxnLst/>
              <a:rect l="l" t="t" r="r" b="b"/>
              <a:pathLst>
                <a:path w="6106" h="4755" extrusionOk="0">
                  <a:moveTo>
                    <a:pt x="4499" y="215"/>
                  </a:moveTo>
                  <a:lnTo>
                    <a:pt x="4529" y="273"/>
                  </a:lnTo>
                  <a:cubicBezTo>
                    <a:pt x="4356" y="556"/>
                    <a:pt x="3635" y="1865"/>
                    <a:pt x="4316" y="3002"/>
                  </a:cubicBezTo>
                  <a:cubicBezTo>
                    <a:pt x="4607" y="3519"/>
                    <a:pt x="4992" y="3984"/>
                    <a:pt x="5443" y="4369"/>
                  </a:cubicBezTo>
                  <a:cubicBezTo>
                    <a:pt x="4828" y="4161"/>
                    <a:pt x="3750" y="3736"/>
                    <a:pt x="2379" y="2976"/>
                  </a:cubicBezTo>
                  <a:cubicBezTo>
                    <a:pt x="559" y="1962"/>
                    <a:pt x="269" y="602"/>
                    <a:pt x="223" y="215"/>
                  </a:cubicBezTo>
                  <a:close/>
                  <a:moveTo>
                    <a:pt x="108" y="1"/>
                  </a:moveTo>
                  <a:cubicBezTo>
                    <a:pt x="80" y="1"/>
                    <a:pt x="51" y="13"/>
                    <a:pt x="32" y="32"/>
                  </a:cubicBezTo>
                  <a:cubicBezTo>
                    <a:pt x="13" y="53"/>
                    <a:pt x="1" y="80"/>
                    <a:pt x="1" y="108"/>
                  </a:cubicBezTo>
                  <a:cubicBezTo>
                    <a:pt x="1" y="181"/>
                    <a:pt x="26" y="1910"/>
                    <a:pt x="2276" y="3160"/>
                  </a:cubicBezTo>
                  <a:cubicBezTo>
                    <a:pt x="4482" y="4389"/>
                    <a:pt x="5948" y="4747"/>
                    <a:pt x="5962" y="4752"/>
                  </a:cubicBezTo>
                  <a:cubicBezTo>
                    <a:pt x="5970" y="4753"/>
                    <a:pt x="5979" y="4755"/>
                    <a:pt x="5986" y="4755"/>
                  </a:cubicBezTo>
                  <a:lnTo>
                    <a:pt x="5988" y="4755"/>
                  </a:lnTo>
                  <a:cubicBezTo>
                    <a:pt x="6029" y="4755"/>
                    <a:pt x="6068" y="4730"/>
                    <a:pt x="6085" y="4691"/>
                  </a:cubicBezTo>
                  <a:cubicBezTo>
                    <a:pt x="6105" y="4643"/>
                    <a:pt x="6089" y="4588"/>
                    <a:pt x="6046" y="4558"/>
                  </a:cubicBezTo>
                  <a:cubicBezTo>
                    <a:pt x="5412" y="4135"/>
                    <a:pt x="4877" y="3561"/>
                    <a:pt x="4502" y="2895"/>
                  </a:cubicBezTo>
                  <a:cubicBezTo>
                    <a:pt x="4502" y="2895"/>
                    <a:pt x="4500" y="2894"/>
                    <a:pt x="4500" y="2894"/>
                  </a:cubicBezTo>
                  <a:cubicBezTo>
                    <a:pt x="3817" y="1753"/>
                    <a:pt x="4731" y="352"/>
                    <a:pt x="4741" y="337"/>
                  </a:cubicBezTo>
                  <a:cubicBezTo>
                    <a:pt x="4762" y="306"/>
                    <a:pt x="4764" y="264"/>
                    <a:pt x="4747" y="230"/>
                  </a:cubicBezTo>
                  <a:lnTo>
                    <a:pt x="4660" y="59"/>
                  </a:lnTo>
                  <a:cubicBezTo>
                    <a:pt x="4642" y="23"/>
                    <a:pt x="4605" y="1"/>
                    <a:pt x="4564"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960;p40">
              <a:extLst>
                <a:ext uri="{FF2B5EF4-FFF2-40B4-BE49-F238E27FC236}">
                  <a16:creationId xmlns:a16="http://schemas.microsoft.com/office/drawing/2014/main" id="{A24E88F8-8D29-9DD1-28DB-9CD0D10C9AF6}"/>
                </a:ext>
              </a:extLst>
            </p:cNvPr>
            <p:cNvSpPr/>
            <p:nvPr/>
          </p:nvSpPr>
          <p:spPr>
            <a:xfrm>
              <a:off x="4520100" y="3973450"/>
              <a:ext cx="121375" cy="159750"/>
            </a:xfrm>
            <a:custGeom>
              <a:avLst/>
              <a:gdLst/>
              <a:ahLst/>
              <a:cxnLst/>
              <a:rect l="l" t="t" r="r" b="b"/>
              <a:pathLst>
                <a:path w="4855" h="6390" extrusionOk="0">
                  <a:moveTo>
                    <a:pt x="2428" y="0"/>
                  </a:moveTo>
                  <a:cubicBezTo>
                    <a:pt x="1088" y="0"/>
                    <a:pt x="1" y="1431"/>
                    <a:pt x="1" y="3194"/>
                  </a:cubicBezTo>
                  <a:cubicBezTo>
                    <a:pt x="1" y="4958"/>
                    <a:pt x="1088" y="6389"/>
                    <a:pt x="2428" y="6389"/>
                  </a:cubicBezTo>
                  <a:cubicBezTo>
                    <a:pt x="3768" y="6389"/>
                    <a:pt x="4855" y="4958"/>
                    <a:pt x="4855" y="3194"/>
                  </a:cubicBezTo>
                  <a:cubicBezTo>
                    <a:pt x="4855" y="1431"/>
                    <a:pt x="3768" y="0"/>
                    <a:pt x="2428" y="0"/>
                  </a:cubicBezTo>
                  <a:close/>
                </a:path>
              </a:pathLst>
            </a:custGeom>
            <a:solidFill>
              <a:srgbClr val="BCC1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961;p40">
              <a:extLst>
                <a:ext uri="{FF2B5EF4-FFF2-40B4-BE49-F238E27FC236}">
                  <a16:creationId xmlns:a16="http://schemas.microsoft.com/office/drawing/2014/main" id="{0605795E-2626-37DD-7E0F-C8A4910B1066}"/>
                </a:ext>
              </a:extLst>
            </p:cNvPr>
            <p:cNvSpPr/>
            <p:nvPr/>
          </p:nvSpPr>
          <p:spPr>
            <a:xfrm>
              <a:off x="4517450" y="3970775"/>
              <a:ext cx="126700" cy="165100"/>
            </a:xfrm>
            <a:custGeom>
              <a:avLst/>
              <a:gdLst/>
              <a:ahLst/>
              <a:cxnLst/>
              <a:rect l="l" t="t" r="r" b="b"/>
              <a:pathLst>
                <a:path w="5068" h="6604" extrusionOk="0">
                  <a:moveTo>
                    <a:pt x="2534" y="215"/>
                  </a:moveTo>
                  <a:cubicBezTo>
                    <a:pt x="3814" y="215"/>
                    <a:pt x="4855" y="1599"/>
                    <a:pt x="4855" y="3303"/>
                  </a:cubicBezTo>
                  <a:cubicBezTo>
                    <a:pt x="4855" y="5004"/>
                    <a:pt x="3813" y="6389"/>
                    <a:pt x="2534" y="6389"/>
                  </a:cubicBezTo>
                  <a:cubicBezTo>
                    <a:pt x="1255" y="6389"/>
                    <a:pt x="214" y="5004"/>
                    <a:pt x="214" y="3303"/>
                  </a:cubicBezTo>
                  <a:cubicBezTo>
                    <a:pt x="214" y="1599"/>
                    <a:pt x="1255" y="215"/>
                    <a:pt x="2534" y="215"/>
                  </a:cubicBezTo>
                  <a:close/>
                  <a:moveTo>
                    <a:pt x="2534" y="0"/>
                  </a:moveTo>
                  <a:cubicBezTo>
                    <a:pt x="1137" y="0"/>
                    <a:pt x="1" y="1482"/>
                    <a:pt x="1" y="3303"/>
                  </a:cubicBezTo>
                  <a:cubicBezTo>
                    <a:pt x="1" y="5122"/>
                    <a:pt x="1137" y="6604"/>
                    <a:pt x="2534" y="6604"/>
                  </a:cubicBezTo>
                  <a:cubicBezTo>
                    <a:pt x="3932" y="6604"/>
                    <a:pt x="5068" y="5122"/>
                    <a:pt x="5068" y="3303"/>
                  </a:cubicBezTo>
                  <a:cubicBezTo>
                    <a:pt x="5068" y="1482"/>
                    <a:pt x="3932" y="0"/>
                    <a:pt x="2534"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962;p40">
              <a:extLst>
                <a:ext uri="{FF2B5EF4-FFF2-40B4-BE49-F238E27FC236}">
                  <a16:creationId xmlns:a16="http://schemas.microsoft.com/office/drawing/2014/main" id="{E9346DB9-7BE9-7C0C-9D00-8820CC044D37}"/>
                </a:ext>
              </a:extLst>
            </p:cNvPr>
            <p:cNvSpPr/>
            <p:nvPr/>
          </p:nvSpPr>
          <p:spPr>
            <a:xfrm>
              <a:off x="4535250" y="3993400"/>
              <a:ext cx="91075" cy="119850"/>
            </a:xfrm>
            <a:custGeom>
              <a:avLst/>
              <a:gdLst/>
              <a:ahLst/>
              <a:cxnLst/>
              <a:rect l="l" t="t" r="r" b="b"/>
              <a:pathLst>
                <a:path w="3643" h="4794" extrusionOk="0">
                  <a:moveTo>
                    <a:pt x="1822" y="0"/>
                  </a:moveTo>
                  <a:cubicBezTo>
                    <a:pt x="817" y="0"/>
                    <a:pt x="1" y="1072"/>
                    <a:pt x="1" y="2396"/>
                  </a:cubicBezTo>
                  <a:cubicBezTo>
                    <a:pt x="1" y="3721"/>
                    <a:pt x="817" y="4793"/>
                    <a:pt x="1822" y="4793"/>
                  </a:cubicBezTo>
                  <a:cubicBezTo>
                    <a:pt x="2828" y="4793"/>
                    <a:pt x="3643" y="3721"/>
                    <a:pt x="3643" y="2396"/>
                  </a:cubicBezTo>
                  <a:cubicBezTo>
                    <a:pt x="3643" y="1072"/>
                    <a:pt x="2828" y="0"/>
                    <a:pt x="182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963;p40">
              <a:extLst>
                <a:ext uri="{FF2B5EF4-FFF2-40B4-BE49-F238E27FC236}">
                  <a16:creationId xmlns:a16="http://schemas.microsoft.com/office/drawing/2014/main" id="{77A966AC-ABE9-F27B-2BC2-5211C3F59CD5}"/>
                </a:ext>
              </a:extLst>
            </p:cNvPr>
            <p:cNvSpPr/>
            <p:nvPr/>
          </p:nvSpPr>
          <p:spPr>
            <a:xfrm>
              <a:off x="4532600" y="3990725"/>
              <a:ext cx="96400" cy="125200"/>
            </a:xfrm>
            <a:custGeom>
              <a:avLst/>
              <a:gdLst/>
              <a:ahLst/>
              <a:cxnLst/>
              <a:rect l="l" t="t" r="r" b="b"/>
              <a:pathLst>
                <a:path w="3856" h="5008" extrusionOk="0">
                  <a:moveTo>
                    <a:pt x="1928" y="213"/>
                  </a:moveTo>
                  <a:cubicBezTo>
                    <a:pt x="2873" y="213"/>
                    <a:pt x="3643" y="1240"/>
                    <a:pt x="3643" y="2505"/>
                  </a:cubicBezTo>
                  <a:cubicBezTo>
                    <a:pt x="3643" y="3767"/>
                    <a:pt x="2873" y="4795"/>
                    <a:pt x="1928" y="4795"/>
                  </a:cubicBezTo>
                  <a:cubicBezTo>
                    <a:pt x="982" y="4795"/>
                    <a:pt x="214" y="3767"/>
                    <a:pt x="214" y="2505"/>
                  </a:cubicBezTo>
                  <a:cubicBezTo>
                    <a:pt x="214" y="1240"/>
                    <a:pt x="982" y="213"/>
                    <a:pt x="1928" y="213"/>
                  </a:cubicBezTo>
                  <a:close/>
                  <a:moveTo>
                    <a:pt x="1928" y="0"/>
                  </a:moveTo>
                  <a:cubicBezTo>
                    <a:pt x="864" y="0"/>
                    <a:pt x="1" y="1123"/>
                    <a:pt x="1" y="2505"/>
                  </a:cubicBezTo>
                  <a:cubicBezTo>
                    <a:pt x="1" y="3885"/>
                    <a:pt x="864" y="5007"/>
                    <a:pt x="1928" y="5007"/>
                  </a:cubicBezTo>
                  <a:cubicBezTo>
                    <a:pt x="2991" y="5007"/>
                    <a:pt x="3856" y="3883"/>
                    <a:pt x="3856" y="2505"/>
                  </a:cubicBezTo>
                  <a:cubicBezTo>
                    <a:pt x="3856" y="1124"/>
                    <a:pt x="2991" y="0"/>
                    <a:pt x="192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964;p40">
              <a:extLst>
                <a:ext uri="{FF2B5EF4-FFF2-40B4-BE49-F238E27FC236}">
                  <a16:creationId xmlns:a16="http://schemas.microsoft.com/office/drawing/2014/main" id="{1496C6BE-C891-2794-2703-47521CA1D576}"/>
                </a:ext>
              </a:extLst>
            </p:cNvPr>
            <p:cNvSpPr/>
            <p:nvPr/>
          </p:nvSpPr>
          <p:spPr>
            <a:xfrm>
              <a:off x="4554025" y="4018325"/>
              <a:ext cx="53350" cy="69950"/>
            </a:xfrm>
            <a:custGeom>
              <a:avLst/>
              <a:gdLst/>
              <a:ahLst/>
              <a:cxnLst/>
              <a:rect l="l" t="t" r="r" b="b"/>
              <a:pathLst>
                <a:path w="2134" h="2798" extrusionOk="0">
                  <a:moveTo>
                    <a:pt x="1066" y="1"/>
                  </a:moveTo>
                  <a:cubicBezTo>
                    <a:pt x="476" y="1"/>
                    <a:pt x="0" y="628"/>
                    <a:pt x="0" y="1401"/>
                  </a:cubicBezTo>
                  <a:cubicBezTo>
                    <a:pt x="0" y="2172"/>
                    <a:pt x="476" y="2797"/>
                    <a:pt x="1066" y="2797"/>
                  </a:cubicBezTo>
                  <a:cubicBezTo>
                    <a:pt x="1657" y="2797"/>
                    <a:pt x="2134" y="2172"/>
                    <a:pt x="2134" y="1401"/>
                  </a:cubicBezTo>
                  <a:cubicBezTo>
                    <a:pt x="2134" y="628"/>
                    <a:pt x="1657" y="1"/>
                    <a:pt x="1066" y="1"/>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965;p40">
              <a:extLst>
                <a:ext uri="{FF2B5EF4-FFF2-40B4-BE49-F238E27FC236}">
                  <a16:creationId xmlns:a16="http://schemas.microsoft.com/office/drawing/2014/main" id="{3CD9A3C5-B114-ABE6-3972-212FF6CF5EDF}"/>
                </a:ext>
              </a:extLst>
            </p:cNvPr>
            <p:cNvSpPr/>
            <p:nvPr/>
          </p:nvSpPr>
          <p:spPr>
            <a:xfrm>
              <a:off x="4551375" y="4015650"/>
              <a:ext cx="58650" cy="75250"/>
            </a:xfrm>
            <a:custGeom>
              <a:avLst/>
              <a:gdLst/>
              <a:ahLst/>
              <a:cxnLst/>
              <a:rect l="l" t="t" r="r" b="b"/>
              <a:pathLst>
                <a:path w="2346" h="3010" extrusionOk="0">
                  <a:moveTo>
                    <a:pt x="1172" y="215"/>
                  </a:moveTo>
                  <a:cubicBezTo>
                    <a:pt x="1702" y="215"/>
                    <a:pt x="2132" y="796"/>
                    <a:pt x="2132" y="1508"/>
                  </a:cubicBezTo>
                  <a:cubicBezTo>
                    <a:pt x="2132" y="2218"/>
                    <a:pt x="1702" y="2797"/>
                    <a:pt x="1172" y="2797"/>
                  </a:cubicBezTo>
                  <a:cubicBezTo>
                    <a:pt x="644" y="2797"/>
                    <a:pt x="213" y="2219"/>
                    <a:pt x="213" y="1508"/>
                  </a:cubicBezTo>
                  <a:cubicBezTo>
                    <a:pt x="213" y="794"/>
                    <a:pt x="644" y="215"/>
                    <a:pt x="1172" y="215"/>
                  </a:cubicBezTo>
                  <a:close/>
                  <a:moveTo>
                    <a:pt x="1172" y="1"/>
                  </a:moveTo>
                  <a:cubicBezTo>
                    <a:pt x="526" y="1"/>
                    <a:pt x="0" y="678"/>
                    <a:pt x="0" y="1508"/>
                  </a:cubicBezTo>
                  <a:cubicBezTo>
                    <a:pt x="0" y="2335"/>
                    <a:pt x="526" y="3010"/>
                    <a:pt x="1172" y="3010"/>
                  </a:cubicBezTo>
                  <a:cubicBezTo>
                    <a:pt x="1820" y="3010"/>
                    <a:pt x="2345" y="2337"/>
                    <a:pt x="2345" y="1508"/>
                  </a:cubicBezTo>
                  <a:cubicBezTo>
                    <a:pt x="2345" y="677"/>
                    <a:pt x="1820" y="1"/>
                    <a:pt x="1172"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966;p40">
              <a:extLst>
                <a:ext uri="{FF2B5EF4-FFF2-40B4-BE49-F238E27FC236}">
                  <a16:creationId xmlns:a16="http://schemas.microsoft.com/office/drawing/2014/main" id="{AF2957DA-03B5-3DE6-17B2-FE1C36798312}"/>
                </a:ext>
              </a:extLst>
            </p:cNvPr>
            <p:cNvSpPr/>
            <p:nvPr/>
          </p:nvSpPr>
          <p:spPr>
            <a:xfrm>
              <a:off x="5774075" y="3390525"/>
              <a:ext cx="463875" cy="237800"/>
            </a:xfrm>
            <a:custGeom>
              <a:avLst/>
              <a:gdLst/>
              <a:ahLst/>
              <a:cxnLst/>
              <a:rect l="l" t="t" r="r" b="b"/>
              <a:pathLst>
                <a:path w="18555" h="9512" extrusionOk="0">
                  <a:moveTo>
                    <a:pt x="9408" y="1"/>
                  </a:moveTo>
                  <a:cubicBezTo>
                    <a:pt x="9379" y="1"/>
                    <a:pt x="9353" y="11"/>
                    <a:pt x="9332" y="32"/>
                  </a:cubicBezTo>
                  <a:lnTo>
                    <a:pt x="1" y="9362"/>
                  </a:lnTo>
                  <a:lnTo>
                    <a:pt x="151" y="9512"/>
                  </a:lnTo>
                  <a:lnTo>
                    <a:pt x="9452" y="214"/>
                  </a:lnTo>
                  <a:lnTo>
                    <a:pt x="18554" y="214"/>
                  </a:lnTo>
                  <a:lnTo>
                    <a:pt x="18554"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967;p40">
              <a:extLst>
                <a:ext uri="{FF2B5EF4-FFF2-40B4-BE49-F238E27FC236}">
                  <a16:creationId xmlns:a16="http://schemas.microsoft.com/office/drawing/2014/main" id="{1AE99F5E-5D4D-5994-5DAA-9D837E0F3E3D}"/>
                </a:ext>
              </a:extLst>
            </p:cNvPr>
            <p:cNvSpPr/>
            <p:nvPr/>
          </p:nvSpPr>
          <p:spPr>
            <a:xfrm>
              <a:off x="6218575" y="3371550"/>
              <a:ext cx="40000" cy="40000"/>
            </a:xfrm>
            <a:custGeom>
              <a:avLst/>
              <a:gdLst/>
              <a:ahLst/>
              <a:cxnLst/>
              <a:rect l="l" t="t" r="r" b="b"/>
              <a:pathLst>
                <a:path w="1600" h="1600" extrusionOk="0">
                  <a:moveTo>
                    <a:pt x="800" y="0"/>
                  </a:moveTo>
                  <a:cubicBezTo>
                    <a:pt x="359" y="0"/>
                    <a:pt x="0" y="358"/>
                    <a:pt x="0" y="800"/>
                  </a:cubicBezTo>
                  <a:cubicBezTo>
                    <a:pt x="0" y="1242"/>
                    <a:pt x="359" y="1599"/>
                    <a:pt x="800" y="1599"/>
                  </a:cubicBezTo>
                  <a:cubicBezTo>
                    <a:pt x="1242" y="1599"/>
                    <a:pt x="1599" y="1242"/>
                    <a:pt x="1599" y="800"/>
                  </a:cubicBezTo>
                  <a:cubicBezTo>
                    <a:pt x="1599" y="358"/>
                    <a:pt x="1242" y="0"/>
                    <a:pt x="800"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968;p40">
              <a:extLst>
                <a:ext uri="{FF2B5EF4-FFF2-40B4-BE49-F238E27FC236}">
                  <a16:creationId xmlns:a16="http://schemas.microsoft.com/office/drawing/2014/main" id="{F28AA49F-AA1B-62B7-4BCF-CEBAB8396E44}"/>
                </a:ext>
              </a:extLst>
            </p:cNvPr>
            <p:cNvSpPr/>
            <p:nvPr/>
          </p:nvSpPr>
          <p:spPr>
            <a:xfrm>
              <a:off x="6215875" y="3368875"/>
              <a:ext cx="45375" cy="45350"/>
            </a:xfrm>
            <a:custGeom>
              <a:avLst/>
              <a:gdLst/>
              <a:ahLst/>
              <a:cxnLst/>
              <a:rect l="l" t="t" r="r" b="b"/>
              <a:pathLst>
                <a:path w="1815" h="1814" extrusionOk="0">
                  <a:moveTo>
                    <a:pt x="908" y="213"/>
                  </a:moveTo>
                  <a:cubicBezTo>
                    <a:pt x="1290" y="213"/>
                    <a:pt x="1601" y="524"/>
                    <a:pt x="1601" y="907"/>
                  </a:cubicBezTo>
                  <a:cubicBezTo>
                    <a:pt x="1601" y="1289"/>
                    <a:pt x="1290" y="1599"/>
                    <a:pt x="908" y="1599"/>
                  </a:cubicBezTo>
                  <a:cubicBezTo>
                    <a:pt x="526" y="1599"/>
                    <a:pt x="215" y="1289"/>
                    <a:pt x="215" y="907"/>
                  </a:cubicBezTo>
                  <a:cubicBezTo>
                    <a:pt x="215" y="524"/>
                    <a:pt x="526" y="213"/>
                    <a:pt x="908" y="213"/>
                  </a:cubicBezTo>
                  <a:close/>
                  <a:moveTo>
                    <a:pt x="908" y="0"/>
                  </a:moveTo>
                  <a:cubicBezTo>
                    <a:pt x="407" y="0"/>
                    <a:pt x="1" y="407"/>
                    <a:pt x="1" y="907"/>
                  </a:cubicBezTo>
                  <a:cubicBezTo>
                    <a:pt x="1" y="1407"/>
                    <a:pt x="409" y="1814"/>
                    <a:pt x="908" y="1814"/>
                  </a:cubicBezTo>
                  <a:cubicBezTo>
                    <a:pt x="1408" y="1814"/>
                    <a:pt x="1814" y="1407"/>
                    <a:pt x="1814" y="907"/>
                  </a:cubicBezTo>
                  <a:cubicBezTo>
                    <a:pt x="1814" y="407"/>
                    <a:pt x="1408" y="0"/>
                    <a:pt x="908"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969;p40">
              <a:extLst>
                <a:ext uri="{FF2B5EF4-FFF2-40B4-BE49-F238E27FC236}">
                  <a16:creationId xmlns:a16="http://schemas.microsoft.com/office/drawing/2014/main" id="{691B38AC-5BDA-091E-1137-7B37F787A1AB}"/>
                </a:ext>
              </a:extLst>
            </p:cNvPr>
            <p:cNvSpPr/>
            <p:nvPr/>
          </p:nvSpPr>
          <p:spPr>
            <a:xfrm>
              <a:off x="6231700" y="3442575"/>
              <a:ext cx="136625" cy="5350"/>
            </a:xfrm>
            <a:custGeom>
              <a:avLst/>
              <a:gdLst/>
              <a:ahLst/>
              <a:cxnLst/>
              <a:rect l="l" t="t" r="r" b="b"/>
              <a:pathLst>
                <a:path w="5465" h="214" extrusionOk="0">
                  <a:moveTo>
                    <a:pt x="1" y="0"/>
                  </a:moveTo>
                  <a:lnTo>
                    <a:pt x="1"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970;p40">
              <a:extLst>
                <a:ext uri="{FF2B5EF4-FFF2-40B4-BE49-F238E27FC236}">
                  <a16:creationId xmlns:a16="http://schemas.microsoft.com/office/drawing/2014/main" id="{C138CD87-96CC-91BC-C500-F39BA0FE3786}"/>
                </a:ext>
              </a:extLst>
            </p:cNvPr>
            <p:cNvSpPr/>
            <p:nvPr/>
          </p:nvSpPr>
          <p:spPr>
            <a:xfrm>
              <a:off x="6231700" y="3474200"/>
              <a:ext cx="136625" cy="5400"/>
            </a:xfrm>
            <a:custGeom>
              <a:avLst/>
              <a:gdLst/>
              <a:ahLst/>
              <a:cxnLst/>
              <a:rect l="l" t="t" r="r" b="b"/>
              <a:pathLst>
                <a:path w="5465" h="216" extrusionOk="0">
                  <a:moveTo>
                    <a:pt x="1" y="1"/>
                  </a:moveTo>
                  <a:lnTo>
                    <a:pt x="1" y="215"/>
                  </a:lnTo>
                  <a:lnTo>
                    <a:pt x="5465" y="215"/>
                  </a:lnTo>
                  <a:lnTo>
                    <a:pt x="546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971;p40">
              <a:extLst>
                <a:ext uri="{FF2B5EF4-FFF2-40B4-BE49-F238E27FC236}">
                  <a16:creationId xmlns:a16="http://schemas.microsoft.com/office/drawing/2014/main" id="{6EA5533C-42B5-B202-1610-0FC300AE9909}"/>
                </a:ext>
              </a:extLst>
            </p:cNvPr>
            <p:cNvSpPr/>
            <p:nvPr/>
          </p:nvSpPr>
          <p:spPr>
            <a:xfrm>
              <a:off x="6231700" y="3505850"/>
              <a:ext cx="136625" cy="5350"/>
            </a:xfrm>
            <a:custGeom>
              <a:avLst/>
              <a:gdLst/>
              <a:ahLst/>
              <a:cxnLst/>
              <a:rect l="l" t="t" r="r" b="b"/>
              <a:pathLst>
                <a:path w="5465" h="214" extrusionOk="0">
                  <a:moveTo>
                    <a:pt x="1" y="0"/>
                  </a:moveTo>
                  <a:lnTo>
                    <a:pt x="1"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972;p40">
              <a:extLst>
                <a:ext uri="{FF2B5EF4-FFF2-40B4-BE49-F238E27FC236}">
                  <a16:creationId xmlns:a16="http://schemas.microsoft.com/office/drawing/2014/main" id="{42D170FB-9F2A-06E9-9A4E-895AA50CE8CC}"/>
                </a:ext>
              </a:extLst>
            </p:cNvPr>
            <p:cNvSpPr/>
            <p:nvPr/>
          </p:nvSpPr>
          <p:spPr>
            <a:xfrm>
              <a:off x="6231700" y="3537525"/>
              <a:ext cx="136625" cy="5350"/>
            </a:xfrm>
            <a:custGeom>
              <a:avLst/>
              <a:gdLst/>
              <a:ahLst/>
              <a:cxnLst/>
              <a:rect l="l" t="t" r="r" b="b"/>
              <a:pathLst>
                <a:path w="5465" h="214" extrusionOk="0">
                  <a:moveTo>
                    <a:pt x="1" y="0"/>
                  </a:moveTo>
                  <a:lnTo>
                    <a:pt x="1"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973;p40">
              <a:extLst>
                <a:ext uri="{FF2B5EF4-FFF2-40B4-BE49-F238E27FC236}">
                  <a16:creationId xmlns:a16="http://schemas.microsoft.com/office/drawing/2014/main" id="{7EF2CF6C-7EC5-0AC7-99CA-0E534157666B}"/>
                </a:ext>
              </a:extLst>
            </p:cNvPr>
            <p:cNvSpPr/>
            <p:nvPr/>
          </p:nvSpPr>
          <p:spPr>
            <a:xfrm>
              <a:off x="4124950" y="4398325"/>
              <a:ext cx="308925" cy="99800"/>
            </a:xfrm>
            <a:custGeom>
              <a:avLst/>
              <a:gdLst/>
              <a:ahLst/>
              <a:cxnLst/>
              <a:rect l="l" t="t" r="r" b="b"/>
              <a:pathLst>
                <a:path w="12357" h="3992" extrusionOk="0">
                  <a:moveTo>
                    <a:pt x="12160" y="0"/>
                  </a:moveTo>
                  <a:lnTo>
                    <a:pt x="10540" y="3779"/>
                  </a:lnTo>
                  <a:lnTo>
                    <a:pt x="0" y="3779"/>
                  </a:lnTo>
                  <a:lnTo>
                    <a:pt x="0" y="3992"/>
                  </a:lnTo>
                  <a:lnTo>
                    <a:pt x="10610" y="3992"/>
                  </a:lnTo>
                  <a:cubicBezTo>
                    <a:pt x="10653" y="3992"/>
                    <a:pt x="10691" y="3967"/>
                    <a:pt x="10708" y="3928"/>
                  </a:cubicBezTo>
                  <a:lnTo>
                    <a:pt x="12357" y="85"/>
                  </a:lnTo>
                  <a:lnTo>
                    <a:pt x="12160"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974;p40">
              <a:extLst>
                <a:ext uri="{FF2B5EF4-FFF2-40B4-BE49-F238E27FC236}">
                  <a16:creationId xmlns:a16="http://schemas.microsoft.com/office/drawing/2014/main" id="{C419DD88-507B-2C4F-F75F-0A922B287DD8}"/>
                </a:ext>
              </a:extLst>
            </p:cNvPr>
            <p:cNvSpPr/>
            <p:nvPr/>
          </p:nvSpPr>
          <p:spPr>
            <a:xfrm>
              <a:off x="4104950" y="4475450"/>
              <a:ext cx="40050" cy="40000"/>
            </a:xfrm>
            <a:custGeom>
              <a:avLst/>
              <a:gdLst/>
              <a:ahLst/>
              <a:cxnLst/>
              <a:rect l="l" t="t" r="r" b="b"/>
              <a:pathLst>
                <a:path w="1602" h="1600" extrusionOk="0">
                  <a:moveTo>
                    <a:pt x="802" y="0"/>
                  </a:moveTo>
                  <a:cubicBezTo>
                    <a:pt x="359" y="0"/>
                    <a:pt x="1" y="359"/>
                    <a:pt x="1" y="800"/>
                  </a:cubicBezTo>
                  <a:cubicBezTo>
                    <a:pt x="1" y="1242"/>
                    <a:pt x="359" y="1599"/>
                    <a:pt x="802" y="1599"/>
                  </a:cubicBezTo>
                  <a:cubicBezTo>
                    <a:pt x="1242" y="1599"/>
                    <a:pt x="1601" y="1242"/>
                    <a:pt x="1601" y="800"/>
                  </a:cubicBezTo>
                  <a:cubicBezTo>
                    <a:pt x="1601" y="359"/>
                    <a:pt x="1242" y="0"/>
                    <a:pt x="802"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975;p40">
              <a:extLst>
                <a:ext uri="{FF2B5EF4-FFF2-40B4-BE49-F238E27FC236}">
                  <a16:creationId xmlns:a16="http://schemas.microsoft.com/office/drawing/2014/main" id="{EBCB5D2A-63EB-2D68-9BD6-53C2AD3B4C1F}"/>
                </a:ext>
              </a:extLst>
            </p:cNvPr>
            <p:cNvSpPr/>
            <p:nvPr/>
          </p:nvSpPr>
          <p:spPr>
            <a:xfrm>
              <a:off x="4102300" y="4472750"/>
              <a:ext cx="45325" cy="45375"/>
            </a:xfrm>
            <a:custGeom>
              <a:avLst/>
              <a:gdLst/>
              <a:ahLst/>
              <a:cxnLst/>
              <a:rect l="l" t="t" r="r" b="b"/>
              <a:pathLst>
                <a:path w="1813" h="1815" extrusionOk="0">
                  <a:moveTo>
                    <a:pt x="906" y="215"/>
                  </a:moveTo>
                  <a:cubicBezTo>
                    <a:pt x="1289" y="215"/>
                    <a:pt x="1600" y="527"/>
                    <a:pt x="1600" y="908"/>
                  </a:cubicBezTo>
                  <a:cubicBezTo>
                    <a:pt x="1600" y="1290"/>
                    <a:pt x="1289" y="1602"/>
                    <a:pt x="906" y="1602"/>
                  </a:cubicBezTo>
                  <a:cubicBezTo>
                    <a:pt x="525" y="1602"/>
                    <a:pt x="214" y="1290"/>
                    <a:pt x="214" y="908"/>
                  </a:cubicBezTo>
                  <a:cubicBezTo>
                    <a:pt x="214" y="527"/>
                    <a:pt x="525" y="215"/>
                    <a:pt x="906" y="215"/>
                  </a:cubicBezTo>
                  <a:close/>
                  <a:moveTo>
                    <a:pt x="906" y="1"/>
                  </a:moveTo>
                  <a:cubicBezTo>
                    <a:pt x="407" y="1"/>
                    <a:pt x="1" y="407"/>
                    <a:pt x="1" y="908"/>
                  </a:cubicBezTo>
                  <a:cubicBezTo>
                    <a:pt x="1" y="1408"/>
                    <a:pt x="407" y="1814"/>
                    <a:pt x="906" y="1814"/>
                  </a:cubicBezTo>
                  <a:cubicBezTo>
                    <a:pt x="1406" y="1814"/>
                    <a:pt x="1813" y="1408"/>
                    <a:pt x="1813" y="908"/>
                  </a:cubicBezTo>
                  <a:cubicBezTo>
                    <a:pt x="1813" y="407"/>
                    <a:pt x="1406" y="1"/>
                    <a:pt x="9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976;p40">
              <a:extLst>
                <a:ext uri="{FF2B5EF4-FFF2-40B4-BE49-F238E27FC236}">
                  <a16:creationId xmlns:a16="http://schemas.microsoft.com/office/drawing/2014/main" id="{E873A2C9-C1B5-23DB-659E-13D327E7BD68}"/>
                </a:ext>
              </a:extLst>
            </p:cNvPr>
            <p:cNvSpPr/>
            <p:nvPr/>
          </p:nvSpPr>
          <p:spPr>
            <a:xfrm>
              <a:off x="4061850" y="4551500"/>
              <a:ext cx="136625" cy="5325"/>
            </a:xfrm>
            <a:custGeom>
              <a:avLst/>
              <a:gdLst/>
              <a:ahLst/>
              <a:cxnLst/>
              <a:rect l="l" t="t" r="r" b="b"/>
              <a:pathLst>
                <a:path w="5465" h="213" extrusionOk="0">
                  <a:moveTo>
                    <a:pt x="0" y="0"/>
                  </a:moveTo>
                  <a:lnTo>
                    <a:pt x="0"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977;p40">
              <a:extLst>
                <a:ext uri="{FF2B5EF4-FFF2-40B4-BE49-F238E27FC236}">
                  <a16:creationId xmlns:a16="http://schemas.microsoft.com/office/drawing/2014/main" id="{FF9E9F62-4D68-447A-1196-05D101D13887}"/>
                </a:ext>
              </a:extLst>
            </p:cNvPr>
            <p:cNvSpPr/>
            <p:nvPr/>
          </p:nvSpPr>
          <p:spPr>
            <a:xfrm>
              <a:off x="4061850" y="4583125"/>
              <a:ext cx="136625" cy="5400"/>
            </a:xfrm>
            <a:custGeom>
              <a:avLst/>
              <a:gdLst/>
              <a:ahLst/>
              <a:cxnLst/>
              <a:rect l="l" t="t" r="r" b="b"/>
              <a:pathLst>
                <a:path w="5465" h="216" extrusionOk="0">
                  <a:moveTo>
                    <a:pt x="0" y="1"/>
                  </a:moveTo>
                  <a:lnTo>
                    <a:pt x="0" y="215"/>
                  </a:lnTo>
                  <a:lnTo>
                    <a:pt x="5465" y="215"/>
                  </a:lnTo>
                  <a:lnTo>
                    <a:pt x="5465"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978;p40">
              <a:extLst>
                <a:ext uri="{FF2B5EF4-FFF2-40B4-BE49-F238E27FC236}">
                  <a16:creationId xmlns:a16="http://schemas.microsoft.com/office/drawing/2014/main" id="{730C24AF-9993-7B83-21EE-3B2F316FDC09}"/>
                </a:ext>
              </a:extLst>
            </p:cNvPr>
            <p:cNvSpPr/>
            <p:nvPr/>
          </p:nvSpPr>
          <p:spPr>
            <a:xfrm>
              <a:off x="4061850" y="4614775"/>
              <a:ext cx="136625" cy="5350"/>
            </a:xfrm>
            <a:custGeom>
              <a:avLst/>
              <a:gdLst/>
              <a:ahLst/>
              <a:cxnLst/>
              <a:rect l="l" t="t" r="r" b="b"/>
              <a:pathLst>
                <a:path w="5465" h="214" extrusionOk="0">
                  <a:moveTo>
                    <a:pt x="0" y="0"/>
                  </a:moveTo>
                  <a:lnTo>
                    <a:pt x="0"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979;p40">
              <a:extLst>
                <a:ext uri="{FF2B5EF4-FFF2-40B4-BE49-F238E27FC236}">
                  <a16:creationId xmlns:a16="http://schemas.microsoft.com/office/drawing/2014/main" id="{BC2F4F51-4E8E-71D0-E2B9-47B19DF183F6}"/>
                </a:ext>
              </a:extLst>
            </p:cNvPr>
            <p:cNvSpPr/>
            <p:nvPr/>
          </p:nvSpPr>
          <p:spPr>
            <a:xfrm>
              <a:off x="4061850" y="4646450"/>
              <a:ext cx="136625" cy="5350"/>
            </a:xfrm>
            <a:custGeom>
              <a:avLst/>
              <a:gdLst/>
              <a:ahLst/>
              <a:cxnLst/>
              <a:rect l="l" t="t" r="r" b="b"/>
              <a:pathLst>
                <a:path w="5465" h="214" extrusionOk="0">
                  <a:moveTo>
                    <a:pt x="0" y="0"/>
                  </a:moveTo>
                  <a:lnTo>
                    <a:pt x="0" y="213"/>
                  </a:lnTo>
                  <a:lnTo>
                    <a:pt x="5465" y="213"/>
                  </a:lnTo>
                  <a:lnTo>
                    <a:pt x="5465"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980;p40">
              <a:extLst>
                <a:ext uri="{FF2B5EF4-FFF2-40B4-BE49-F238E27FC236}">
                  <a16:creationId xmlns:a16="http://schemas.microsoft.com/office/drawing/2014/main" id="{96240EB2-5C6B-62AE-F4C3-36EB4C5A0141}"/>
                </a:ext>
              </a:extLst>
            </p:cNvPr>
            <p:cNvSpPr/>
            <p:nvPr/>
          </p:nvSpPr>
          <p:spPr>
            <a:xfrm>
              <a:off x="4680275" y="5167725"/>
              <a:ext cx="5350" cy="173825"/>
            </a:xfrm>
            <a:custGeom>
              <a:avLst/>
              <a:gdLst/>
              <a:ahLst/>
              <a:cxnLst/>
              <a:rect l="l" t="t" r="r" b="b"/>
              <a:pathLst>
                <a:path w="214" h="6953" extrusionOk="0">
                  <a:moveTo>
                    <a:pt x="0" y="0"/>
                  </a:moveTo>
                  <a:lnTo>
                    <a:pt x="0" y="6952"/>
                  </a:lnTo>
                  <a:lnTo>
                    <a:pt x="213" y="6952"/>
                  </a:lnTo>
                  <a:lnTo>
                    <a:pt x="213"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981;p40">
              <a:extLst>
                <a:ext uri="{FF2B5EF4-FFF2-40B4-BE49-F238E27FC236}">
                  <a16:creationId xmlns:a16="http://schemas.microsoft.com/office/drawing/2014/main" id="{48D28BF3-C06F-92B3-7626-784DD0CA14B0}"/>
                </a:ext>
              </a:extLst>
            </p:cNvPr>
            <p:cNvSpPr/>
            <p:nvPr/>
          </p:nvSpPr>
          <p:spPr>
            <a:xfrm>
              <a:off x="4663900" y="5316800"/>
              <a:ext cx="40000" cy="40000"/>
            </a:xfrm>
            <a:custGeom>
              <a:avLst/>
              <a:gdLst/>
              <a:ahLst/>
              <a:cxnLst/>
              <a:rect l="l" t="t" r="r" b="b"/>
              <a:pathLst>
                <a:path w="1600" h="1600" extrusionOk="0">
                  <a:moveTo>
                    <a:pt x="800" y="1"/>
                  </a:moveTo>
                  <a:cubicBezTo>
                    <a:pt x="359" y="1"/>
                    <a:pt x="0" y="358"/>
                    <a:pt x="0" y="800"/>
                  </a:cubicBezTo>
                  <a:cubicBezTo>
                    <a:pt x="0" y="1241"/>
                    <a:pt x="359" y="1600"/>
                    <a:pt x="800" y="1600"/>
                  </a:cubicBezTo>
                  <a:cubicBezTo>
                    <a:pt x="1242" y="1600"/>
                    <a:pt x="1599" y="1241"/>
                    <a:pt x="1599" y="800"/>
                  </a:cubicBezTo>
                  <a:cubicBezTo>
                    <a:pt x="1599" y="358"/>
                    <a:pt x="1242" y="1"/>
                    <a:pt x="8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982;p40">
              <a:extLst>
                <a:ext uri="{FF2B5EF4-FFF2-40B4-BE49-F238E27FC236}">
                  <a16:creationId xmlns:a16="http://schemas.microsoft.com/office/drawing/2014/main" id="{61131402-1831-003D-F481-F2833C088923}"/>
                </a:ext>
              </a:extLst>
            </p:cNvPr>
            <p:cNvSpPr/>
            <p:nvPr/>
          </p:nvSpPr>
          <p:spPr>
            <a:xfrm>
              <a:off x="4661250" y="5314125"/>
              <a:ext cx="45325" cy="45325"/>
            </a:xfrm>
            <a:custGeom>
              <a:avLst/>
              <a:gdLst/>
              <a:ahLst/>
              <a:cxnLst/>
              <a:rect l="l" t="t" r="r" b="b"/>
              <a:pathLst>
                <a:path w="1813" h="1813" extrusionOk="0">
                  <a:moveTo>
                    <a:pt x="906" y="213"/>
                  </a:moveTo>
                  <a:cubicBezTo>
                    <a:pt x="1289" y="213"/>
                    <a:pt x="1600" y="524"/>
                    <a:pt x="1600" y="907"/>
                  </a:cubicBezTo>
                  <a:cubicBezTo>
                    <a:pt x="1600" y="1288"/>
                    <a:pt x="1289" y="1599"/>
                    <a:pt x="906" y="1599"/>
                  </a:cubicBezTo>
                  <a:cubicBezTo>
                    <a:pt x="525" y="1599"/>
                    <a:pt x="214" y="1288"/>
                    <a:pt x="214" y="907"/>
                  </a:cubicBezTo>
                  <a:cubicBezTo>
                    <a:pt x="214" y="524"/>
                    <a:pt x="525" y="213"/>
                    <a:pt x="906" y="213"/>
                  </a:cubicBezTo>
                  <a:close/>
                  <a:moveTo>
                    <a:pt x="906" y="0"/>
                  </a:moveTo>
                  <a:cubicBezTo>
                    <a:pt x="407" y="0"/>
                    <a:pt x="1" y="407"/>
                    <a:pt x="1" y="907"/>
                  </a:cubicBezTo>
                  <a:cubicBezTo>
                    <a:pt x="1" y="1406"/>
                    <a:pt x="407" y="1812"/>
                    <a:pt x="906" y="1812"/>
                  </a:cubicBezTo>
                  <a:cubicBezTo>
                    <a:pt x="1406" y="1812"/>
                    <a:pt x="1813" y="1406"/>
                    <a:pt x="1813" y="907"/>
                  </a:cubicBezTo>
                  <a:cubicBezTo>
                    <a:pt x="1813" y="407"/>
                    <a:pt x="1406" y="0"/>
                    <a:pt x="90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983;p40">
              <a:extLst>
                <a:ext uri="{FF2B5EF4-FFF2-40B4-BE49-F238E27FC236}">
                  <a16:creationId xmlns:a16="http://schemas.microsoft.com/office/drawing/2014/main" id="{A12AB8EB-F33D-EF5F-174D-E44177415C41}"/>
                </a:ext>
              </a:extLst>
            </p:cNvPr>
            <p:cNvSpPr/>
            <p:nvPr/>
          </p:nvSpPr>
          <p:spPr>
            <a:xfrm>
              <a:off x="4489200" y="5276500"/>
              <a:ext cx="136675" cy="5325"/>
            </a:xfrm>
            <a:custGeom>
              <a:avLst/>
              <a:gdLst/>
              <a:ahLst/>
              <a:cxnLst/>
              <a:rect l="l" t="t" r="r" b="b"/>
              <a:pathLst>
                <a:path w="5467" h="213" extrusionOk="0">
                  <a:moveTo>
                    <a:pt x="1" y="0"/>
                  </a:moveTo>
                  <a:lnTo>
                    <a:pt x="1" y="213"/>
                  </a:lnTo>
                  <a:lnTo>
                    <a:pt x="5467" y="213"/>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984;p40">
              <a:extLst>
                <a:ext uri="{FF2B5EF4-FFF2-40B4-BE49-F238E27FC236}">
                  <a16:creationId xmlns:a16="http://schemas.microsoft.com/office/drawing/2014/main" id="{1C0F1612-5C2F-8677-8D74-E908B96FD56B}"/>
                </a:ext>
              </a:extLst>
            </p:cNvPr>
            <p:cNvSpPr/>
            <p:nvPr/>
          </p:nvSpPr>
          <p:spPr>
            <a:xfrm>
              <a:off x="4489200" y="5308175"/>
              <a:ext cx="136675" cy="5350"/>
            </a:xfrm>
            <a:custGeom>
              <a:avLst/>
              <a:gdLst/>
              <a:ahLst/>
              <a:cxnLst/>
              <a:rect l="l" t="t" r="r" b="b"/>
              <a:pathLst>
                <a:path w="5467" h="214" extrusionOk="0">
                  <a:moveTo>
                    <a:pt x="1" y="0"/>
                  </a:moveTo>
                  <a:lnTo>
                    <a:pt x="1" y="213"/>
                  </a:lnTo>
                  <a:lnTo>
                    <a:pt x="5467" y="213"/>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985;p40">
              <a:extLst>
                <a:ext uri="{FF2B5EF4-FFF2-40B4-BE49-F238E27FC236}">
                  <a16:creationId xmlns:a16="http://schemas.microsoft.com/office/drawing/2014/main" id="{6DF79180-8411-D05D-D401-BF8D82B1616D}"/>
                </a:ext>
              </a:extLst>
            </p:cNvPr>
            <p:cNvSpPr/>
            <p:nvPr/>
          </p:nvSpPr>
          <p:spPr>
            <a:xfrm>
              <a:off x="4489200" y="5339800"/>
              <a:ext cx="136675" cy="5400"/>
            </a:xfrm>
            <a:custGeom>
              <a:avLst/>
              <a:gdLst/>
              <a:ahLst/>
              <a:cxnLst/>
              <a:rect l="l" t="t" r="r" b="b"/>
              <a:pathLst>
                <a:path w="5467" h="216" extrusionOk="0">
                  <a:moveTo>
                    <a:pt x="1" y="1"/>
                  </a:moveTo>
                  <a:lnTo>
                    <a:pt x="1" y="215"/>
                  </a:lnTo>
                  <a:lnTo>
                    <a:pt x="5467" y="215"/>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986;p40">
              <a:extLst>
                <a:ext uri="{FF2B5EF4-FFF2-40B4-BE49-F238E27FC236}">
                  <a16:creationId xmlns:a16="http://schemas.microsoft.com/office/drawing/2014/main" id="{DE5B2069-ECAA-6C00-01AC-0068C8D2D89F}"/>
                </a:ext>
              </a:extLst>
            </p:cNvPr>
            <p:cNvSpPr/>
            <p:nvPr/>
          </p:nvSpPr>
          <p:spPr>
            <a:xfrm>
              <a:off x="4489200" y="5371475"/>
              <a:ext cx="136675" cy="5350"/>
            </a:xfrm>
            <a:custGeom>
              <a:avLst/>
              <a:gdLst/>
              <a:ahLst/>
              <a:cxnLst/>
              <a:rect l="l" t="t" r="r" b="b"/>
              <a:pathLst>
                <a:path w="5467" h="214" extrusionOk="0">
                  <a:moveTo>
                    <a:pt x="1" y="1"/>
                  </a:moveTo>
                  <a:lnTo>
                    <a:pt x="1" y="214"/>
                  </a:lnTo>
                  <a:lnTo>
                    <a:pt x="5467" y="214"/>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987;p40">
              <a:extLst>
                <a:ext uri="{FF2B5EF4-FFF2-40B4-BE49-F238E27FC236}">
                  <a16:creationId xmlns:a16="http://schemas.microsoft.com/office/drawing/2014/main" id="{DF827BD4-8A57-7B9E-4227-01C1341B19F4}"/>
                </a:ext>
              </a:extLst>
            </p:cNvPr>
            <p:cNvSpPr/>
            <p:nvPr/>
          </p:nvSpPr>
          <p:spPr>
            <a:xfrm>
              <a:off x="5542150" y="5109875"/>
              <a:ext cx="297875" cy="147425"/>
            </a:xfrm>
            <a:custGeom>
              <a:avLst/>
              <a:gdLst/>
              <a:ahLst/>
              <a:cxnLst/>
              <a:rect l="l" t="t" r="r" b="b"/>
              <a:pathLst>
                <a:path w="11915" h="5897" extrusionOk="0">
                  <a:moveTo>
                    <a:pt x="0" y="1"/>
                  </a:moveTo>
                  <a:lnTo>
                    <a:pt x="0" y="213"/>
                  </a:lnTo>
                  <a:lnTo>
                    <a:pt x="4308" y="213"/>
                  </a:lnTo>
                  <a:lnTo>
                    <a:pt x="4308" y="5791"/>
                  </a:lnTo>
                  <a:cubicBezTo>
                    <a:pt x="4308" y="5849"/>
                    <a:pt x="4355" y="5897"/>
                    <a:pt x="4415" y="5897"/>
                  </a:cubicBezTo>
                  <a:lnTo>
                    <a:pt x="11915" y="5897"/>
                  </a:lnTo>
                  <a:lnTo>
                    <a:pt x="11915" y="5684"/>
                  </a:lnTo>
                  <a:lnTo>
                    <a:pt x="4521" y="5684"/>
                  </a:lnTo>
                  <a:lnTo>
                    <a:pt x="4521" y="108"/>
                  </a:lnTo>
                  <a:cubicBezTo>
                    <a:pt x="4521" y="48"/>
                    <a:pt x="4473" y="1"/>
                    <a:pt x="4413"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988;p40">
              <a:extLst>
                <a:ext uri="{FF2B5EF4-FFF2-40B4-BE49-F238E27FC236}">
                  <a16:creationId xmlns:a16="http://schemas.microsoft.com/office/drawing/2014/main" id="{0004E734-3298-6763-4A2F-CDC4CB5EB3A7}"/>
                </a:ext>
              </a:extLst>
            </p:cNvPr>
            <p:cNvSpPr/>
            <p:nvPr/>
          </p:nvSpPr>
          <p:spPr>
            <a:xfrm>
              <a:off x="5824625" y="5234350"/>
              <a:ext cx="40000" cy="40050"/>
            </a:xfrm>
            <a:custGeom>
              <a:avLst/>
              <a:gdLst/>
              <a:ahLst/>
              <a:cxnLst/>
              <a:rect l="l" t="t" r="r" b="b"/>
              <a:pathLst>
                <a:path w="1600" h="1602" extrusionOk="0">
                  <a:moveTo>
                    <a:pt x="800" y="1"/>
                  </a:moveTo>
                  <a:cubicBezTo>
                    <a:pt x="359" y="1"/>
                    <a:pt x="1" y="359"/>
                    <a:pt x="1" y="800"/>
                  </a:cubicBezTo>
                  <a:cubicBezTo>
                    <a:pt x="1" y="1242"/>
                    <a:pt x="359" y="1601"/>
                    <a:pt x="800" y="1601"/>
                  </a:cubicBezTo>
                  <a:cubicBezTo>
                    <a:pt x="1242" y="1601"/>
                    <a:pt x="1600" y="1242"/>
                    <a:pt x="1600" y="800"/>
                  </a:cubicBezTo>
                  <a:cubicBezTo>
                    <a:pt x="1600" y="359"/>
                    <a:pt x="1242" y="1"/>
                    <a:pt x="8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989;p40">
              <a:extLst>
                <a:ext uri="{FF2B5EF4-FFF2-40B4-BE49-F238E27FC236}">
                  <a16:creationId xmlns:a16="http://schemas.microsoft.com/office/drawing/2014/main" id="{262AA25A-A490-46DA-7BE3-BBDEBD2B55AE}"/>
                </a:ext>
              </a:extLst>
            </p:cNvPr>
            <p:cNvSpPr/>
            <p:nvPr/>
          </p:nvSpPr>
          <p:spPr>
            <a:xfrm>
              <a:off x="5821975" y="5231700"/>
              <a:ext cx="45325" cy="45325"/>
            </a:xfrm>
            <a:custGeom>
              <a:avLst/>
              <a:gdLst/>
              <a:ahLst/>
              <a:cxnLst/>
              <a:rect l="l" t="t" r="r" b="b"/>
              <a:pathLst>
                <a:path w="1813" h="1813" extrusionOk="0">
                  <a:moveTo>
                    <a:pt x="906" y="214"/>
                  </a:moveTo>
                  <a:cubicBezTo>
                    <a:pt x="1289" y="214"/>
                    <a:pt x="1600" y="525"/>
                    <a:pt x="1600" y="906"/>
                  </a:cubicBezTo>
                  <a:cubicBezTo>
                    <a:pt x="1600" y="1289"/>
                    <a:pt x="1289" y="1600"/>
                    <a:pt x="906" y="1600"/>
                  </a:cubicBezTo>
                  <a:cubicBezTo>
                    <a:pt x="525" y="1600"/>
                    <a:pt x="214" y="1289"/>
                    <a:pt x="214" y="906"/>
                  </a:cubicBezTo>
                  <a:cubicBezTo>
                    <a:pt x="214" y="525"/>
                    <a:pt x="525" y="214"/>
                    <a:pt x="906" y="214"/>
                  </a:cubicBezTo>
                  <a:close/>
                  <a:moveTo>
                    <a:pt x="906" y="1"/>
                  </a:moveTo>
                  <a:cubicBezTo>
                    <a:pt x="407" y="1"/>
                    <a:pt x="1" y="407"/>
                    <a:pt x="1" y="906"/>
                  </a:cubicBezTo>
                  <a:cubicBezTo>
                    <a:pt x="1" y="1406"/>
                    <a:pt x="407" y="1813"/>
                    <a:pt x="906" y="1813"/>
                  </a:cubicBezTo>
                  <a:cubicBezTo>
                    <a:pt x="1406" y="1813"/>
                    <a:pt x="1813" y="1406"/>
                    <a:pt x="1813" y="906"/>
                  </a:cubicBezTo>
                  <a:cubicBezTo>
                    <a:pt x="1813" y="407"/>
                    <a:pt x="1406" y="1"/>
                    <a:pt x="906"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990;p40">
              <a:extLst>
                <a:ext uri="{FF2B5EF4-FFF2-40B4-BE49-F238E27FC236}">
                  <a16:creationId xmlns:a16="http://schemas.microsoft.com/office/drawing/2014/main" id="{1A146104-6EA9-CA4C-ADAA-3545F571A9CC}"/>
                </a:ext>
              </a:extLst>
            </p:cNvPr>
            <p:cNvSpPr/>
            <p:nvPr/>
          </p:nvSpPr>
          <p:spPr>
            <a:xfrm>
              <a:off x="5896650" y="5201850"/>
              <a:ext cx="136675" cy="5350"/>
            </a:xfrm>
            <a:custGeom>
              <a:avLst/>
              <a:gdLst/>
              <a:ahLst/>
              <a:cxnLst/>
              <a:rect l="l" t="t" r="r" b="b"/>
              <a:pathLst>
                <a:path w="5467" h="214" extrusionOk="0">
                  <a:moveTo>
                    <a:pt x="1" y="1"/>
                  </a:moveTo>
                  <a:lnTo>
                    <a:pt x="1" y="214"/>
                  </a:lnTo>
                  <a:lnTo>
                    <a:pt x="5467" y="214"/>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991;p40">
              <a:extLst>
                <a:ext uri="{FF2B5EF4-FFF2-40B4-BE49-F238E27FC236}">
                  <a16:creationId xmlns:a16="http://schemas.microsoft.com/office/drawing/2014/main" id="{BA776EEE-1606-462B-3B6D-CBC1B8CFBBDC}"/>
                </a:ext>
              </a:extLst>
            </p:cNvPr>
            <p:cNvSpPr/>
            <p:nvPr/>
          </p:nvSpPr>
          <p:spPr>
            <a:xfrm>
              <a:off x="5896650" y="5233500"/>
              <a:ext cx="136675" cy="5375"/>
            </a:xfrm>
            <a:custGeom>
              <a:avLst/>
              <a:gdLst/>
              <a:ahLst/>
              <a:cxnLst/>
              <a:rect l="l" t="t" r="r" b="b"/>
              <a:pathLst>
                <a:path w="5467" h="215" extrusionOk="0">
                  <a:moveTo>
                    <a:pt x="1" y="0"/>
                  </a:moveTo>
                  <a:lnTo>
                    <a:pt x="1" y="215"/>
                  </a:lnTo>
                  <a:lnTo>
                    <a:pt x="5467" y="215"/>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992;p40">
              <a:extLst>
                <a:ext uri="{FF2B5EF4-FFF2-40B4-BE49-F238E27FC236}">
                  <a16:creationId xmlns:a16="http://schemas.microsoft.com/office/drawing/2014/main" id="{5DE7FA4E-B23E-CD66-1927-A87890D80DE5}"/>
                </a:ext>
              </a:extLst>
            </p:cNvPr>
            <p:cNvSpPr/>
            <p:nvPr/>
          </p:nvSpPr>
          <p:spPr>
            <a:xfrm>
              <a:off x="5896650" y="5265175"/>
              <a:ext cx="136675" cy="5350"/>
            </a:xfrm>
            <a:custGeom>
              <a:avLst/>
              <a:gdLst/>
              <a:ahLst/>
              <a:cxnLst/>
              <a:rect l="l" t="t" r="r" b="b"/>
              <a:pathLst>
                <a:path w="5467" h="214" extrusionOk="0">
                  <a:moveTo>
                    <a:pt x="1" y="0"/>
                  </a:moveTo>
                  <a:lnTo>
                    <a:pt x="1" y="213"/>
                  </a:lnTo>
                  <a:lnTo>
                    <a:pt x="5467" y="213"/>
                  </a:lnTo>
                  <a:lnTo>
                    <a:pt x="5467" y="0"/>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993;p40">
              <a:extLst>
                <a:ext uri="{FF2B5EF4-FFF2-40B4-BE49-F238E27FC236}">
                  <a16:creationId xmlns:a16="http://schemas.microsoft.com/office/drawing/2014/main" id="{C2CD0A0B-3C83-1AD5-3B09-E9C154F83074}"/>
                </a:ext>
              </a:extLst>
            </p:cNvPr>
            <p:cNvSpPr/>
            <p:nvPr/>
          </p:nvSpPr>
          <p:spPr>
            <a:xfrm>
              <a:off x="5896650" y="5296850"/>
              <a:ext cx="136675" cy="5350"/>
            </a:xfrm>
            <a:custGeom>
              <a:avLst/>
              <a:gdLst/>
              <a:ahLst/>
              <a:cxnLst/>
              <a:rect l="l" t="t" r="r" b="b"/>
              <a:pathLst>
                <a:path w="5467" h="214" extrusionOk="0">
                  <a:moveTo>
                    <a:pt x="1" y="1"/>
                  </a:moveTo>
                  <a:lnTo>
                    <a:pt x="1" y="213"/>
                  </a:lnTo>
                  <a:lnTo>
                    <a:pt x="5467" y="213"/>
                  </a:lnTo>
                  <a:lnTo>
                    <a:pt x="5467"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994;p40">
              <a:extLst>
                <a:ext uri="{FF2B5EF4-FFF2-40B4-BE49-F238E27FC236}">
                  <a16:creationId xmlns:a16="http://schemas.microsoft.com/office/drawing/2014/main" id="{0154435B-8F53-E4AD-1FC9-0C45AD72A7EF}"/>
                </a:ext>
              </a:extLst>
            </p:cNvPr>
            <p:cNvSpPr/>
            <p:nvPr/>
          </p:nvSpPr>
          <p:spPr>
            <a:xfrm>
              <a:off x="5975800" y="4961625"/>
              <a:ext cx="297700" cy="5350"/>
            </a:xfrm>
            <a:custGeom>
              <a:avLst/>
              <a:gdLst/>
              <a:ahLst/>
              <a:cxnLst/>
              <a:rect l="l" t="t" r="r" b="b"/>
              <a:pathLst>
                <a:path w="11908" h="214" extrusionOk="0">
                  <a:moveTo>
                    <a:pt x="0" y="0"/>
                  </a:moveTo>
                  <a:lnTo>
                    <a:pt x="0" y="213"/>
                  </a:lnTo>
                  <a:lnTo>
                    <a:pt x="11907" y="213"/>
                  </a:lnTo>
                  <a:lnTo>
                    <a:pt x="11907"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995;p40">
              <a:extLst>
                <a:ext uri="{FF2B5EF4-FFF2-40B4-BE49-F238E27FC236}">
                  <a16:creationId xmlns:a16="http://schemas.microsoft.com/office/drawing/2014/main" id="{988B47B4-4EEB-27E0-BC01-B512AC290542}"/>
                </a:ext>
              </a:extLst>
            </p:cNvPr>
            <p:cNvSpPr/>
            <p:nvPr/>
          </p:nvSpPr>
          <p:spPr>
            <a:xfrm>
              <a:off x="6122200" y="4816450"/>
              <a:ext cx="5350" cy="147825"/>
            </a:xfrm>
            <a:custGeom>
              <a:avLst/>
              <a:gdLst/>
              <a:ahLst/>
              <a:cxnLst/>
              <a:rect l="l" t="t" r="r" b="b"/>
              <a:pathLst>
                <a:path w="214" h="5913" extrusionOk="0">
                  <a:moveTo>
                    <a:pt x="0" y="0"/>
                  </a:moveTo>
                  <a:lnTo>
                    <a:pt x="0" y="5913"/>
                  </a:lnTo>
                  <a:lnTo>
                    <a:pt x="213" y="5913"/>
                  </a:lnTo>
                  <a:lnTo>
                    <a:pt x="213" y="0"/>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996;p40">
              <a:extLst>
                <a:ext uri="{FF2B5EF4-FFF2-40B4-BE49-F238E27FC236}">
                  <a16:creationId xmlns:a16="http://schemas.microsoft.com/office/drawing/2014/main" id="{FAD8B244-25DA-222C-5EBB-21D9022E2074}"/>
                </a:ext>
              </a:extLst>
            </p:cNvPr>
            <p:cNvSpPr/>
            <p:nvPr/>
          </p:nvSpPr>
          <p:spPr>
            <a:xfrm>
              <a:off x="5921100" y="4909775"/>
              <a:ext cx="109325" cy="109300"/>
            </a:xfrm>
            <a:custGeom>
              <a:avLst/>
              <a:gdLst/>
              <a:ahLst/>
              <a:cxnLst/>
              <a:rect l="l" t="t" r="r" b="b"/>
              <a:pathLst>
                <a:path w="4373" h="4372" extrusionOk="0">
                  <a:moveTo>
                    <a:pt x="2187" y="0"/>
                  </a:moveTo>
                  <a:cubicBezTo>
                    <a:pt x="979" y="0"/>
                    <a:pt x="1" y="978"/>
                    <a:pt x="1" y="2186"/>
                  </a:cubicBezTo>
                  <a:cubicBezTo>
                    <a:pt x="1" y="3393"/>
                    <a:pt x="979" y="4372"/>
                    <a:pt x="2187" y="4372"/>
                  </a:cubicBezTo>
                  <a:cubicBezTo>
                    <a:pt x="3393" y="4372"/>
                    <a:pt x="4372" y="3393"/>
                    <a:pt x="4372" y="2186"/>
                  </a:cubicBezTo>
                  <a:cubicBezTo>
                    <a:pt x="4372" y="978"/>
                    <a:pt x="3393" y="0"/>
                    <a:pt x="2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997;p40">
              <a:extLst>
                <a:ext uri="{FF2B5EF4-FFF2-40B4-BE49-F238E27FC236}">
                  <a16:creationId xmlns:a16="http://schemas.microsoft.com/office/drawing/2014/main" id="{448613DF-74B7-7750-976D-AB12ECFE6FEE}"/>
                </a:ext>
              </a:extLst>
            </p:cNvPr>
            <p:cNvSpPr/>
            <p:nvPr/>
          </p:nvSpPr>
          <p:spPr>
            <a:xfrm>
              <a:off x="5910725" y="4907075"/>
              <a:ext cx="123875" cy="114675"/>
            </a:xfrm>
            <a:custGeom>
              <a:avLst/>
              <a:gdLst/>
              <a:ahLst/>
              <a:cxnLst/>
              <a:rect l="l" t="t" r="r" b="b"/>
              <a:pathLst>
                <a:path w="4955" h="4587" extrusionOk="0">
                  <a:moveTo>
                    <a:pt x="2600" y="213"/>
                  </a:moveTo>
                  <a:cubicBezTo>
                    <a:pt x="2872" y="213"/>
                    <a:pt x="3143" y="267"/>
                    <a:pt x="3401" y="375"/>
                  </a:cubicBezTo>
                  <a:cubicBezTo>
                    <a:pt x="3915" y="589"/>
                    <a:pt x="4312" y="990"/>
                    <a:pt x="4524" y="1503"/>
                  </a:cubicBezTo>
                  <a:cubicBezTo>
                    <a:pt x="4735" y="2017"/>
                    <a:pt x="4734" y="2583"/>
                    <a:pt x="4519" y="3095"/>
                  </a:cubicBezTo>
                  <a:cubicBezTo>
                    <a:pt x="4307" y="3607"/>
                    <a:pt x="3906" y="4006"/>
                    <a:pt x="3392" y="4218"/>
                  </a:cubicBezTo>
                  <a:cubicBezTo>
                    <a:pt x="3135" y="4324"/>
                    <a:pt x="2868" y="4374"/>
                    <a:pt x="2605" y="4374"/>
                  </a:cubicBezTo>
                  <a:cubicBezTo>
                    <a:pt x="1786" y="4374"/>
                    <a:pt x="1008" y="3887"/>
                    <a:pt x="678" y="3084"/>
                  </a:cubicBezTo>
                  <a:cubicBezTo>
                    <a:pt x="242" y="2024"/>
                    <a:pt x="749" y="806"/>
                    <a:pt x="1811" y="372"/>
                  </a:cubicBezTo>
                  <a:lnTo>
                    <a:pt x="1810" y="372"/>
                  </a:lnTo>
                  <a:cubicBezTo>
                    <a:pt x="2065" y="266"/>
                    <a:pt x="2333" y="213"/>
                    <a:pt x="2600" y="213"/>
                  </a:cubicBezTo>
                  <a:close/>
                  <a:moveTo>
                    <a:pt x="2602" y="0"/>
                  </a:moveTo>
                  <a:cubicBezTo>
                    <a:pt x="2306" y="0"/>
                    <a:pt x="2011" y="58"/>
                    <a:pt x="1729" y="174"/>
                  </a:cubicBezTo>
                  <a:cubicBezTo>
                    <a:pt x="560" y="654"/>
                    <a:pt x="1" y="1996"/>
                    <a:pt x="480" y="3166"/>
                  </a:cubicBezTo>
                  <a:cubicBezTo>
                    <a:pt x="845" y="4051"/>
                    <a:pt x="1702" y="4587"/>
                    <a:pt x="2605" y="4587"/>
                  </a:cubicBezTo>
                  <a:cubicBezTo>
                    <a:pt x="2894" y="4587"/>
                    <a:pt x="3188" y="4532"/>
                    <a:pt x="3473" y="4414"/>
                  </a:cubicBezTo>
                  <a:cubicBezTo>
                    <a:pt x="4039" y="4182"/>
                    <a:pt x="4481" y="3743"/>
                    <a:pt x="4716" y="3177"/>
                  </a:cubicBezTo>
                  <a:cubicBezTo>
                    <a:pt x="4953" y="2611"/>
                    <a:pt x="4954" y="1989"/>
                    <a:pt x="4722" y="1423"/>
                  </a:cubicBezTo>
                  <a:cubicBezTo>
                    <a:pt x="4488" y="856"/>
                    <a:pt x="4049" y="415"/>
                    <a:pt x="3483" y="178"/>
                  </a:cubicBezTo>
                  <a:cubicBezTo>
                    <a:pt x="3199" y="60"/>
                    <a:pt x="2901" y="0"/>
                    <a:pt x="2602"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998;p40">
              <a:extLst>
                <a:ext uri="{FF2B5EF4-FFF2-40B4-BE49-F238E27FC236}">
                  <a16:creationId xmlns:a16="http://schemas.microsoft.com/office/drawing/2014/main" id="{F4DAA992-9E9F-7200-8ED6-8099A72BD34A}"/>
                </a:ext>
              </a:extLst>
            </p:cNvPr>
            <p:cNvSpPr/>
            <p:nvPr/>
          </p:nvSpPr>
          <p:spPr>
            <a:xfrm>
              <a:off x="5920325" y="4909700"/>
              <a:ext cx="98900" cy="109275"/>
            </a:xfrm>
            <a:custGeom>
              <a:avLst/>
              <a:gdLst/>
              <a:ahLst/>
              <a:cxnLst/>
              <a:rect l="l" t="t" r="r" b="b"/>
              <a:pathLst>
                <a:path w="3956" h="4371" extrusionOk="0">
                  <a:moveTo>
                    <a:pt x="2161" y="0"/>
                  </a:moveTo>
                  <a:cubicBezTo>
                    <a:pt x="955" y="30"/>
                    <a:pt x="1" y="1032"/>
                    <a:pt x="29" y="2239"/>
                  </a:cubicBezTo>
                  <a:cubicBezTo>
                    <a:pt x="58" y="3427"/>
                    <a:pt x="1031" y="4371"/>
                    <a:pt x="2213" y="4371"/>
                  </a:cubicBezTo>
                  <a:cubicBezTo>
                    <a:pt x="2232" y="4371"/>
                    <a:pt x="2250" y="4371"/>
                    <a:pt x="2268" y="4370"/>
                  </a:cubicBezTo>
                  <a:cubicBezTo>
                    <a:pt x="2932" y="4354"/>
                    <a:pt x="3553" y="4037"/>
                    <a:pt x="3955" y="3508"/>
                  </a:cubicBezTo>
                  <a:lnTo>
                    <a:pt x="2161" y="2491"/>
                  </a:lnTo>
                  <a:lnTo>
                    <a:pt x="2161" y="0"/>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999;p40">
              <a:extLst>
                <a:ext uri="{FF2B5EF4-FFF2-40B4-BE49-F238E27FC236}">
                  <a16:creationId xmlns:a16="http://schemas.microsoft.com/office/drawing/2014/main" id="{B1CABD68-0E03-0291-76E3-96138C326A9F}"/>
                </a:ext>
              </a:extLst>
            </p:cNvPr>
            <p:cNvSpPr/>
            <p:nvPr/>
          </p:nvSpPr>
          <p:spPr>
            <a:xfrm>
              <a:off x="5917975" y="4906925"/>
              <a:ext cx="105200" cy="114725"/>
            </a:xfrm>
            <a:custGeom>
              <a:avLst/>
              <a:gdLst/>
              <a:ahLst/>
              <a:cxnLst/>
              <a:rect l="l" t="t" r="r" b="b"/>
              <a:pathLst>
                <a:path w="4208" h="4589" extrusionOk="0">
                  <a:moveTo>
                    <a:pt x="2149" y="223"/>
                  </a:moveTo>
                  <a:lnTo>
                    <a:pt x="2149" y="2665"/>
                  </a:lnTo>
                  <a:lnTo>
                    <a:pt x="3887" y="3650"/>
                  </a:lnTo>
                  <a:cubicBezTo>
                    <a:pt x="3503" y="4098"/>
                    <a:pt x="2953" y="4361"/>
                    <a:pt x="2359" y="4375"/>
                  </a:cubicBezTo>
                  <a:cubicBezTo>
                    <a:pt x="2344" y="4376"/>
                    <a:pt x="2329" y="4376"/>
                    <a:pt x="2313" y="4376"/>
                  </a:cubicBezTo>
                  <a:cubicBezTo>
                    <a:pt x="1778" y="4376"/>
                    <a:pt x="1266" y="4174"/>
                    <a:pt x="875" y="3802"/>
                  </a:cubicBezTo>
                  <a:cubicBezTo>
                    <a:pt x="473" y="3419"/>
                    <a:pt x="244" y="2903"/>
                    <a:pt x="230" y="2347"/>
                  </a:cubicBezTo>
                  <a:cubicBezTo>
                    <a:pt x="217" y="1792"/>
                    <a:pt x="419" y="1265"/>
                    <a:pt x="803" y="863"/>
                  </a:cubicBezTo>
                  <a:cubicBezTo>
                    <a:pt x="1161" y="486"/>
                    <a:pt x="1636" y="261"/>
                    <a:pt x="2149" y="223"/>
                  </a:cubicBezTo>
                  <a:close/>
                  <a:moveTo>
                    <a:pt x="2362" y="1"/>
                  </a:moveTo>
                  <a:lnTo>
                    <a:pt x="2252" y="4"/>
                  </a:lnTo>
                  <a:cubicBezTo>
                    <a:pt x="1640" y="20"/>
                    <a:pt x="1070" y="272"/>
                    <a:pt x="649" y="716"/>
                  </a:cubicBezTo>
                  <a:cubicBezTo>
                    <a:pt x="226" y="1159"/>
                    <a:pt x="1" y="1740"/>
                    <a:pt x="17" y="2352"/>
                  </a:cubicBezTo>
                  <a:cubicBezTo>
                    <a:pt x="32" y="2964"/>
                    <a:pt x="284" y="3534"/>
                    <a:pt x="727" y="3957"/>
                  </a:cubicBezTo>
                  <a:cubicBezTo>
                    <a:pt x="1156" y="4365"/>
                    <a:pt x="1716" y="4588"/>
                    <a:pt x="2307" y="4588"/>
                  </a:cubicBezTo>
                  <a:lnTo>
                    <a:pt x="2364" y="4588"/>
                  </a:lnTo>
                  <a:cubicBezTo>
                    <a:pt x="3065" y="4570"/>
                    <a:pt x="3710" y="4241"/>
                    <a:pt x="4134" y="3683"/>
                  </a:cubicBezTo>
                  <a:lnTo>
                    <a:pt x="4207" y="3586"/>
                  </a:lnTo>
                  <a:lnTo>
                    <a:pt x="2362" y="2540"/>
                  </a:lnTo>
                  <a:lnTo>
                    <a:pt x="2362"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000;p40">
              <a:extLst>
                <a:ext uri="{FF2B5EF4-FFF2-40B4-BE49-F238E27FC236}">
                  <a16:creationId xmlns:a16="http://schemas.microsoft.com/office/drawing/2014/main" id="{A5BC869F-F007-EAA0-2AE7-D81AAF3DF542}"/>
                </a:ext>
              </a:extLst>
            </p:cNvPr>
            <p:cNvSpPr/>
            <p:nvPr/>
          </p:nvSpPr>
          <p:spPr>
            <a:xfrm>
              <a:off x="5943850" y="4932275"/>
              <a:ext cx="64025" cy="64025"/>
            </a:xfrm>
            <a:custGeom>
              <a:avLst/>
              <a:gdLst/>
              <a:ahLst/>
              <a:cxnLst/>
              <a:rect l="l" t="t" r="r" b="b"/>
              <a:pathLst>
                <a:path w="2561" h="2561" extrusionOk="0">
                  <a:moveTo>
                    <a:pt x="1280" y="1"/>
                  </a:moveTo>
                  <a:cubicBezTo>
                    <a:pt x="574" y="1"/>
                    <a:pt x="1" y="574"/>
                    <a:pt x="1" y="1281"/>
                  </a:cubicBezTo>
                  <a:cubicBezTo>
                    <a:pt x="1" y="1987"/>
                    <a:pt x="574" y="2560"/>
                    <a:pt x="1280" y="2560"/>
                  </a:cubicBezTo>
                  <a:cubicBezTo>
                    <a:pt x="1987" y="2560"/>
                    <a:pt x="2560" y="1987"/>
                    <a:pt x="2560" y="1281"/>
                  </a:cubicBezTo>
                  <a:cubicBezTo>
                    <a:pt x="2560" y="574"/>
                    <a:pt x="1987" y="1"/>
                    <a:pt x="128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001;p40">
              <a:extLst>
                <a:ext uri="{FF2B5EF4-FFF2-40B4-BE49-F238E27FC236}">
                  <a16:creationId xmlns:a16="http://schemas.microsoft.com/office/drawing/2014/main" id="{30994488-1AEC-C2BD-2484-C2864C93D075}"/>
                </a:ext>
              </a:extLst>
            </p:cNvPr>
            <p:cNvSpPr/>
            <p:nvPr/>
          </p:nvSpPr>
          <p:spPr>
            <a:xfrm>
              <a:off x="5941175" y="4929650"/>
              <a:ext cx="69325" cy="69300"/>
            </a:xfrm>
            <a:custGeom>
              <a:avLst/>
              <a:gdLst/>
              <a:ahLst/>
              <a:cxnLst/>
              <a:rect l="l" t="t" r="r" b="b"/>
              <a:pathLst>
                <a:path w="2773" h="2772" extrusionOk="0">
                  <a:moveTo>
                    <a:pt x="1387" y="213"/>
                  </a:moveTo>
                  <a:cubicBezTo>
                    <a:pt x="2033" y="213"/>
                    <a:pt x="2560" y="739"/>
                    <a:pt x="2560" y="1386"/>
                  </a:cubicBezTo>
                  <a:cubicBezTo>
                    <a:pt x="2560" y="2033"/>
                    <a:pt x="2033" y="2558"/>
                    <a:pt x="1387" y="2558"/>
                  </a:cubicBezTo>
                  <a:cubicBezTo>
                    <a:pt x="740" y="2558"/>
                    <a:pt x="213" y="2033"/>
                    <a:pt x="213" y="1386"/>
                  </a:cubicBezTo>
                  <a:cubicBezTo>
                    <a:pt x="213" y="739"/>
                    <a:pt x="740" y="213"/>
                    <a:pt x="1387" y="213"/>
                  </a:cubicBezTo>
                  <a:close/>
                  <a:moveTo>
                    <a:pt x="1387" y="0"/>
                  </a:moveTo>
                  <a:cubicBezTo>
                    <a:pt x="623" y="0"/>
                    <a:pt x="0" y="621"/>
                    <a:pt x="0" y="1386"/>
                  </a:cubicBezTo>
                  <a:cubicBezTo>
                    <a:pt x="0" y="2150"/>
                    <a:pt x="623" y="2771"/>
                    <a:pt x="1387" y="2771"/>
                  </a:cubicBezTo>
                  <a:cubicBezTo>
                    <a:pt x="2152" y="2771"/>
                    <a:pt x="2773" y="2150"/>
                    <a:pt x="2773" y="1386"/>
                  </a:cubicBezTo>
                  <a:cubicBezTo>
                    <a:pt x="2773" y="621"/>
                    <a:pt x="2152" y="0"/>
                    <a:pt x="1387"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002;p40">
              <a:extLst>
                <a:ext uri="{FF2B5EF4-FFF2-40B4-BE49-F238E27FC236}">
                  <a16:creationId xmlns:a16="http://schemas.microsoft.com/office/drawing/2014/main" id="{7CDAB2C0-51A0-FFFA-CAA5-184CE473CF7F}"/>
                </a:ext>
              </a:extLst>
            </p:cNvPr>
            <p:cNvSpPr/>
            <p:nvPr/>
          </p:nvSpPr>
          <p:spPr>
            <a:xfrm>
              <a:off x="6070150" y="4909775"/>
              <a:ext cx="109325" cy="109300"/>
            </a:xfrm>
            <a:custGeom>
              <a:avLst/>
              <a:gdLst/>
              <a:ahLst/>
              <a:cxnLst/>
              <a:rect l="l" t="t" r="r" b="b"/>
              <a:pathLst>
                <a:path w="4373" h="4372" extrusionOk="0">
                  <a:moveTo>
                    <a:pt x="2186" y="0"/>
                  </a:moveTo>
                  <a:cubicBezTo>
                    <a:pt x="979" y="0"/>
                    <a:pt x="1" y="978"/>
                    <a:pt x="1" y="2186"/>
                  </a:cubicBezTo>
                  <a:cubicBezTo>
                    <a:pt x="1" y="3393"/>
                    <a:pt x="979" y="4372"/>
                    <a:pt x="2186" y="4372"/>
                  </a:cubicBezTo>
                  <a:cubicBezTo>
                    <a:pt x="3394" y="4372"/>
                    <a:pt x="4372" y="3393"/>
                    <a:pt x="4372" y="2186"/>
                  </a:cubicBezTo>
                  <a:cubicBezTo>
                    <a:pt x="4372" y="978"/>
                    <a:pt x="3394" y="0"/>
                    <a:pt x="218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003;p40">
              <a:extLst>
                <a:ext uri="{FF2B5EF4-FFF2-40B4-BE49-F238E27FC236}">
                  <a16:creationId xmlns:a16="http://schemas.microsoft.com/office/drawing/2014/main" id="{DFA8EBD8-D1A2-CA66-DC5B-B7A7A9D6DDBA}"/>
                </a:ext>
              </a:extLst>
            </p:cNvPr>
            <p:cNvSpPr/>
            <p:nvPr/>
          </p:nvSpPr>
          <p:spPr>
            <a:xfrm>
              <a:off x="6065975" y="4907100"/>
              <a:ext cx="123875" cy="114650"/>
            </a:xfrm>
            <a:custGeom>
              <a:avLst/>
              <a:gdLst/>
              <a:ahLst/>
              <a:cxnLst/>
              <a:rect l="l" t="t" r="r" b="b"/>
              <a:pathLst>
                <a:path w="4955" h="4586" extrusionOk="0">
                  <a:moveTo>
                    <a:pt x="2351" y="213"/>
                  </a:moveTo>
                  <a:cubicBezTo>
                    <a:pt x="3170" y="213"/>
                    <a:pt x="3947" y="700"/>
                    <a:pt x="4277" y="1502"/>
                  </a:cubicBezTo>
                  <a:cubicBezTo>
                    <a:pt x="4713" y="2562"/>
                    <a:pt x="4204" y="3779"/>
                    <a:pt x="3144" y="4215"/>
                  </a:cubicBezTo>
                  <a:cubicBezTo>
                    <a:pt x="2889" y="4320"/>
                    <a:pt x="2621" y="4373"/>
                    <a:pt x="2352" y="4373"/>
                  </a:cubicBezTo>
                  <a:cubicBezTo>
                    <a:pt x="2082" y="4373"/>
                    <a:pt x="1811" y="4319"/>
                    <a:pt x="1552" y="4212"/>
                  </a:cubicBezTo>
                  <a:cubicBezTo>
                    <a:pt x="1040" y="3998"/>
                    <a:pt x="643" y="3597"/>
                    <a:pt x="431" y="3083"/>
                  </a:cubicBezTo>
                  <a:cubicBezTo>
                    <a:pt x="220" y="2570"/>
                    <a:pt x="221" y="2004"/>
                    <a:pt x="434" y="1492"/>
                  </a:cubicBezTo>
                  <a:cubicBezTo>
                    <a:pt x="649" y="980"/>
                    <a:pt x="1049" y="581"/>
                    <a:pt x="1563" y="369"/>
                  </a:cubicBezTo>
                  <a:cubicBezTo>
                    <a:pt x="1821" y="263"/>
                    <a:pt x="2088" y="213"/>
                    <a:pt x="2351" y="213"/>
                  </a:cubicBezTo>
                  <a:close/>
                  <a:moveTo>
                    <a:pt x="2351" y="0"/>
                  </a:moveTo>
                  <a:cubicBezTo>
                    <a:pt x="2061" y="0"/>
                    <a:pt x="1767" y="56"/>
                    <a:pt x="1482" y="173"/>
                  </a:cubicBezTo>
                  <a:cubicBezTo>
                    <a:pt x="915" y="405"/>
                    <a:pt x="474" y="844"/>
                    <a:pt x="238" y="1410"/>
                  </a:cubicBezTo>
                  <a:cubicBezTo>
                    <a:pt x="2" y="1976"/>
                    <a:pt x="1" y="2598"/>
                    <a:pt x="233" y="3164"/>
                  </a:cubicBezTo>
                  <a:cubicBezTo>
                    <a:pt x="465" y="3731"/>
                    <a:pt x="906" y="4172"/>
                    <a:pt x="1470" y="4409"/>
                  </a:cubicBezTo>
                  <a:cubicBezTo>
                    <a:pt x="1755" y="4526"/>
                    <a:pt x="2054" y="4586"/>
                    <a:pt x="2353" y="4586"/>
                  </a:cubicBezTo>
                  <a:cubicBezTo>
                    <a:pt x="2648" y="4586"/>
                    <a:pt x="2944" y="4528"/>
                    <a:pt x="3226" y="4413"/>
                  </a:cubicBezTo>
                  <a:cubicBezTo>
                    <a:pt x="4395" y="3932"/>
                    <a:pt x="4955" y="2591"/>
                    <a:pt x="4474" y="1420"/>
                  </a:cubicBezTo>
                  <a:cubicBezTo>
                    <a:pt x="4110" y="536"/>
                    <a:pt x="3253" y="0"/>
                    <a:pt x="2351"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004;p40">
              <a:extLst>
                <a:ext uri="{FF2B5EF4-FFF2-40B4-BE49-F238E27FC236}">
                  <a16:creationId xmlns:a16="http://schemas.microsoft.com/office/drawing/2014/main" id="{2C6C4798-9865-C18C-D8D7-9F9DB8898533}"/>
                </a:ext>
              </a:extLst>
            </p:cNvPr>
            <p:cNvSpPr/>
            <p:nvPr/>
          </p:nvSpPr>
          <p:spPr>
            <a:xfrm>
              <a:off x="6069325" y="4909700"/>
              <a:ext cx="98925" cy="109275"/>
            </a:xfrm>
            <a:custGeom>
              <a:avLst/>
              <a:gdLst/>
              <a:ahLst/>
              <a:cxnLst/>
              <a:rect l="l" t="t" r="r" b="b"/>
              <a:pathLst>
                <a:path w="3957" h="4371" extrusionOk="0">
                  <a:moveTo>
                    <a:pt x="2161" y="0"/>
                  </a:moveTo>
                  <a:cubicBezTo>
                    <a:pt x="955" y="31"/>
                    <a:pt x="1" y="1033"/>
                    <a:pt x="32" y="2241"/>
                  </a:cubicBezTo>
                  <a:cubicBezTo>
                    <a:pt x="63" y="3428"/>
                    <a:pt x="1034" y="4371"/>
                    <a:pt x="2215" y="4371"/>
                  </a:cubicBezTo>
                  <a:cubicBezTo>
                    <a:pt x="2235" y="4371"/>
                    <a:pt x="2254" y="4371"/>
                    <a:pt x="2273" y="4370"/>
                  </a:cubicBezTo>
                  <a:cubicBezTo>
                    <a:pt x="2936" y="4354"/>
                    <a:pt x="3556" y="4037"/>
                    <a:pt x="3957" y="3508"/>
                  </a:cubicBezTo>
                  <a:lnTo>
                    <a:pt x="2161" y="2491"/>
                  </a:lnTo>
                  <a:lnTo>
                    <a:pt x="2161" y="0"/>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005;p40">
              <a:extLst>
                <a:ext uri="{FF2B5EF4-FFF2-40B4-BE49-F238E27FC236}">
                  <a16:creationId xmlns:a16="http://schemas.microsoft.com/office/drawing/2014/main" id="{5C7B8FD1-A2D8-1264-427A-AD5624E39EA6}"/>
                </a:ext>
              </a:extLst>
            </p:cNvPr>
            <p:cNvSpPr/>
            <p:nvPr/>
          </p:nvSpPr>
          <p:spPr>
            <a:xfrm>
              <a:off x="6067075" y="4906925"/>
              <a:ext cx="105175" cy="114725"/>
            </a:xfrm>
            <a:custGeom>
              <a:avLst/>
              <a:gdLst/>
              <a:ahLst/>
              <a:cxnLst/>
              <a:rect l="l" t="t" r="r" b="b"/>
              <a:pathLst>
                <a:path w="4207" h="4589" extrusionOk="0">
                  <a:moveTo>
                    <a:pt x="2146" y="223"/>
                  </a:moveTo>
                  <a:lnTo>
                    <a:pt x="2144" y="2663"/>
                  </a:lnTo>
                  <a:lnTo>
                    <a:pt x="3885" y="3650"/>
                  </a:lnTo>
                  <a:cubicBezTo>
                    <a:pt x="3502" y="4097"/>
                    <a:pt x="2953" y="4359"/>
                    <a:pt x="2360" y="4374"/>
                  </a:cubicBezTo>
                  <a:cubicBezTo>
                    <a:pt x="2342" y="4375"/>
                    <a:pt x="2324" y="4375"/>
                    <a:pt x="2306" y="4375"/>
                  </a:cubicBezTo>
                  <a:cubicBezTo>
                    <a:pt x="1184" y="4375"/>
                    <a:pt x="258" y="3478"/>
                    <a:pt x="228" y="2349"/>
                  </a:cubicBezTo>
                  <a:cubicBezTo>
                    <a:pt x="201" y="1240"/>
                    <a:pt x="1051" y="308"/>
                    <a:pt x="2146" y="223"/>
                  </a:cubicBezTo>
                  <a:close/>
                  <a:moveTo>
                    <a:pt x="2359" y="1"/>
                  </a:moveTo>
                  <a:lnTo>
                    <a:pt x="2248" y="4"/>
                  </a:lnTo>
                  <a:cubicBezTo>
                    <a:pt x="1636" y="20"/>
                    <a:pt x="1068" y="273"/>
                    <a:pt x="645" y="717"/>
                  </a:cubicBezTo>
                  <a:cubicBezTo>
                    <a:pt x="223" y="1161"/>
                    <a:pt x="0" y="1741"/>
                    <a:pt x="15" y="2355"/>
                  </a:cubicBezTo>
                  <a:cubicBezTo>
                    <a:pt x="46" y="3598"/>
                    <a:pt x="1069" y="4588"/>
                    <a:pt x="2306" y="4588"/>
                  </a:cubicBezTo>
                  <a:lnTo>
                    <a:pt x="2364" y="4588"/>
                  </a:lnTo>
                  <a:cubicBezTo>
                    <a:pt x="3064" y="4570"/>
                    <a:pt x="3709" y="4240"/>
                    <a:pt x="4132" y="3683"/>
                  </a:cubicBezTo>
                  <a:lnTo>
                    <a:pt x="4206" y="3586"/>
                  </a:lnTo>
                  <a:lnTo>
                    <a:pt x="2359" y="2540"/>
                  </a:lnTo>
                  <a:lnTo>
                    <a:pt x="2359"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006;p40">
              <a:extLst>
                <a:ext uri="{FF2B5EF4-FFF2-40B4-BE49-F238E27FC236}">
                  <a16:creationId xmlns:a16="http://schemas.microsoft.com/office/drawing/2014/main" id="{17C32379-F1DB-EF75-2CCA-5D7DB4324052}"/>
                </a:ext>
              </a:extLst>
            </p:cNvPr>
            <p:cNvSpPr/>
            <p:nvPr/>
          </p:nvSpPr>
          <p:spPr>
            <a:xfrm>
              <a:off x="6092900" y="4932275"/>
              <a:ext cx="64000" cy="64025"/>
            </a:xfrm>
            <a:custGeom>
              <a:avLst/>
              <a:gdLst/>
              <a:ahLst/>
              <a:cxnLst/>
              <a:rect l="l" t="t" r="r" b="b"/>
              <a:pathLst>
                <a:path w="2560" h="2561" extrusionOk="0">
                  <a:moveTo>
                    <a:pt x="1281" y="1"/>
                  </a:moveTo>
                  <a:cubicBezTo>
                    <a:pt x="574" y="1"/>
                    <a:pt x="0" y="574"/>
                    <a:pt x="0" y="1281"/>
                  </a:cubicBezTo>
                  <a:cubicBezTo>
                    <a:pt x="0" y="1987"/>
                    <a:pt x="574" y="2560"/>
                    <a:pt x="1281" y="2560"/>
                  </a:cubicBezTo>
                  <a:cubicBezTo>
                    <a:pt x="1987" y="2560"/>
                    <a:pt x="2560" y="1987"/>
                    <a:pt x="2560" y="1281"/>
                  </a:cubicBezTo>
                  <a:cubicBezTo>
                    <a:pt x="2560" y="574"/>
                    <a:pt x="1987" y="1"/>
                    <a:pt x="12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007;p40">
              <a:extLst>
                <a:ext uri="{FF2B5EF4-FFF2-40B4-BE49-F238E27FC236}">
                  <a16:creationId xmlns:a16="http://schemas.microsoft.com/office/drawing/2014/main" id="{08F81C1A-40EB-E22E-39E9-57307BA2A3C9}"/>
                </a:ext>
              </a:extLst>
            </p:cNvPr>
            <p:cNvSpPr/>
            <p:nvPr/>
          </p:nvSpPr>
          <p:spPr>
            <a:xfrm>
              <a:off x="6090250" y="4929650"/>
              <a:ext cx="69350" cy="69300"/>
            </a:xfrm>
            <a:custGeom>
              <a:avLst/>
              <a:gdLst/>
              <a:ahLst/>
              <a:cxnLst/>
              <a:rect l="l" t="t" r="r" b="b"/>
              <a:pathLst>
                <a:path w="2774" h="2772" extrusionOk="0">
                  <a:moveTo>
                    <a:pt x="1387" y="213"/>
                  </a:moveTo>
                  <a:cubicBezTo>
                    <a:pt x="2033" y="213"/>
                    <a:pt x="2560" y="739"/>
                    <a:pt x="2560" y="1386"/>
                  </a:cubicBezTo>
                  <a:cubicBezTo>
                    <a:pt x="2560" y="2033"/>
                    <a:pt x="2033" y="2558"/>
                    <a:pt x="1387" y="2558"/>
                  </a:cubicBezTo>
                  <a:cubicBezTo>
                    <a:pt x="741" y="2558"/>
                    <a:pt x="214" y="2033"/>
                    <a:pt x="214" y="1386"/>
                  </a:cubicBezTo>
                  <a:cubicBezTo>
                    <a:pt x="214" y="739"/>
                    <a:pt x="741" y="213"/>
                    <a:pt x="1387" y="213"/>
                  </a:cubicBezTo>
                  <a:close/>
                  <a:moveTo>
                    <a:pt x="1387" y="0"/>
                  </a:moveTo>
                  <a:cubicBezTo>
                    <a:pt x="622" y="0"/>
                    <a:pt x="1" y="621"/>
                    <a:pt x="1" y="1386"/>
                  </a:cubicBezTo>
                  <a:cubicBezTo>
                    <a:pt x="1" y="2150"/>
                    <a:pt x="622" y="2771"/>
                    <a:pt x="1387" y="2771"/>
                  </a:cubicBezTo>
                  <a:cubicBezTo>
                    <a:pt x="2151" y="2771"/>
                    <a:pt x="2773" y="2150"/>
                    <a:pt x="2773" y="1386"/>
                  </a:cubicBezTo>
                  <a:cubicBezTo>
                    <a:pt x="2773" y="621"/>
                    <a:pt x="2151" y="0"/>
                    <a:pt x="1387"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008;p40">
              <a:extLst>
                <a:ext uri="{FF2B5EF4-FFF2-40B4-BE49-F238E27FC236}">
                  <a16:creationId xmlns:a16="http://schemas.microsoft.com/office/drawing/2014/main" id="{AA767A89-5E1A-0AD1-F2A7-157608C0ADBE}"/>
                </a:ext>
              </a:extLst>
            </p:cNvPr>
            <p:cNvSpPr/>
            <p:nvPr/>
          </p:nvSpPr>
          <p:spPr>
            <a:xfrm>
              <a:off x="6219075" y="4909475"/>
              <a:ext cx="109325" cy="109350"/>
            </a:xfrm>
            <a:custGeom>
              <a:avLst/>
              <a:gdLst/>
              <a:ahLst/>
              <a:cxnLst/>
              <a:rect l="l" t="t" r="r" b="b"/>
              <a:pathLst>
                <a:path w="4373" h="4374" extrusionOk="0">
                  <a:moveTo>
                    <a:pt x="2187" y="0"/>
                  </a:moveTo>
                  <a:cubicBezTo>
                    <a:pt x="979" y="0"/>
                    <a:pt x="1" y="980"/>
                    <a:pt x="1" y="2187"/>
                  </a:cubicBezTo>
                  <a:cubicBezTo>
                    <a:pt x="1" y="3393"/>
                    <a:pt x="979" y="4373"/>
                    <a:pt x="2187" y="4373"/>
                  </a:cubicBezTo>
                  <a:cubicBezTo>
                    <a:pt x="3394" y="4373"/>
                    <a:pt x="4372" y="3393"/>
                    <a:pt x="4372" y="2187"/>
                  </a:cubicBezTo>
                  <a:cubicBezTo>
                    <a:pt x="4372" y="980"/>
                    <a:pt x="3394" y="0"/>
                    <a:pt x="218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009;p40">
              <a:extLst>
                <a:ext uri="{FF2B5EF4-FFF2-40B4-BE49-F238E27FC236}">
                  <a16:creationId xmlns:a16="http://schemas.microsoft.com/office/drawing/2014/main" id="{66B3913E-8BFE-8596-E16D-58D401EC69FB}"/>
                </a:ext>
              </a:extLst>
            </p:cNvPr>
            <p:cNvSpPr/>
            <p:nvPr/>
          </p:nvSpPr>
          <p:spPr>
            <a:xfrm>
              <a:off x="6211050" y="4906800"/>
              <a:ext cx="125375" cy="114700"/>
            </a:xfrm>
            <a:custGeom>
              <a:avLst/>
              <a:gdLst/>
              <a:ahLst/>
              <a:cxnLst/>
              <a:rect l="l" t="t" r="r" b="b"/>
              <a:pathLst>
                <a:path w="5015" h="4588" extrusionOk="0">
                  <a:moveTo>
                    <a:pt x="2505" y="214"/>
                  </a:moveTo>
                  <a:cubicBezTo>
                    <a:pt x="2651" y="214"/>
                    <a:pt x="2798" y="229"/>
                    <a:pt x="2945" y="261"/>
                  </a:cubicBezTo>
                  <a:cubicBezTo>
                    <a:pt x="4067" y="502"/>
                    <a:pt x="4781" y="1609"/>
                    <a:pt x="4540" y="2731"/>
                  </a:cubicBezTo>
                  <a:cubicBezTo>
                    <a:pt x="4424" y="3274"/>
                    <a:pt x="4102" y="3739"/>
                    <a:pt x="3636" y="4041"/>
                  </a:cubicBezTo>
                  <a:cubicBezTo>
                    <a:pt x="3296" y="4260"/>
                    <a:pt x="2908" y="4374"/>
                    <a:pt x="2512" y="4374"/>
                  </a:cubicBezTo>
                  <a:cubicBezTo>
                    <a:pt x="2365" y="4374"/>
                    <a:pt x="2218" y="4358"/>
                    <a:pt x="2071" y="4327"/>
                  </a:cubicBezTo>
                  <a:cubicBezTo>
                    <a:pt x="950" y="4086"/>
                    <a:pt x="234" y="2976"/>
                    <a:pt x="475" y="1857"/>
                  </a:cubicBezTo>
                  <a:cubicBezTo>
                    <a:pt x="591" y="1313"/>
                    <a:pt x="913" y="849"/>
                    <a:pt x="1380" y="546"/>
                  </a:cubicBezTo>
                  <a:cubicBezTo>
                    <a:pt x="1720" y="328"/>
                    <a:pt x="2109" y="214"/>
                    <a:pt x="2505" y="214"/>
                  </a:cubicBezTo>
                  <a:close/>
                  <a:moveTo>
                    <a:pt x="2504" y="0"/>
                  </a:moveTo>
                  <a:cubicBezTo>
                    <a:pt x="2068" y="0"/>
                    <a:pt x="1640" y="125"/>
                    <a:pt x="1264" y="368"/>
                  </a:cubicBezTo>
                  <a:cubicBezTo>
                    <a:pt x="749" y="700"/>
                    <a:pt x="396" y="1213"/>
                    <a:pt x="267" y="1812"/>
                  </a:cubicBezTo>
                  <a:cubicBezTo>
                    <a:pt x="0" y="3048"/>
                    <a:pt x="789" y="4269"/>
                    <a:pt x="2025" y="4535"/>
                  </a:cubicBezTo>
                  <a:cubicBezTo>
                    <a:pt x="2187" y="4569"/>
                    <a:pt x="2351" y="4587"/>
                    <a:pt x="2512" y="4587"/>
                  </a:cubicBezTo>
                  <a:cubicBezTo>
                    <a:pt x="2948" y="4587"/>
                    <a:pt x="3377" y="4462"/>
                    <a:pt x="3752" y="4220"/>
                  </a:cubicBezTo>
                  <a:cubicBezTo>
                    <a:pt x="4266" y="3888"/>
                    <a:pt x="4620" y="3374"/>
                    <a:pt x="4750" y="2775"/>
                  </a:cubicBezTo>
                  <a:cubicBezTo>
                    <a:pt x="5015" y="1540"/>
                    <a:pt x="4226" y="319"/>
                    <a:pt x="2990" y="52"/>
                  </a:cubicBezTo>
                  <a:cubicBezTo>
                    <a:pt x="2828" y="17"/>
                    <a:pt x="2666" y="0"/>
                    <a:pt x="2504"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010;p40">
              <a:extLst>
                <a:ext uri="{FF2B5EF4-FFF2-40B4-BE49-F238E27FC236}">
                  <a16:creationId xmlns:a16="http://schemas.microsoft.com/office/drawing/2014/main" id="{D5E550AF-3942-AB5A-FAC1-23E4843BC09A}"/>
                </a:ext>
              </a:extLst>
            </p:cNvPr>
            <p:cNvSpPr/>
            <p:nvPr/>
          </p:nvSpPr>
          <p:spPr>
            <a:xfrm>
              <a:off x="6218375" y="4909700"/>
              <a:ext cx="98900" cy="109275"/>
            </a:xfrm>
            <a:custGeom>
              <a:avLst/>
              <a:gdLst/>
              <a:ahLst/>
              <a:cxnLst/>
              <a:rect l="l" t="t" r="r" b="b"/>
              <a:pathLst>
                <a:path w="3956" h="4371" extrusionOk="0">
                  <a:moveTo>
                    <a:pt x="2162" y="0"/>
                  </a:moveTo>
                  <a:cubicBezTo>
                    <a:pt x="955" y="30"/>
                    <a:pt x="1" y="1032"/>
                    <a:pt x="30" y="2239"/>
                  </a:cubicBezTo>
                  <a:cubicBezTo>
                    <a:pt x="60" y="3427"/>
                    <a:pt x="1032" y="4371"/>
                    <a:pt x="2215" y="4371"/>
                  </a:cubicBezTo>
                  <a:cubicBezTo>
                    <a:pt x="2233" y="4371"/>
                    <a:pt x="2251" y="4371"/>
                    <a:pt x="2270" y="4370"/>
                  </a:cubicBezTo>
                  <a:cubicBezTo>
                    <a:pt x="2934" y="4354"/>
                    <a:pt x="3555" y="4037"/>
                    <a:pt x="3955" y="3508"/>
                  </a:cubicBezTo>
                  <a:lnTo>
                    <a:pt x="2162" y="2491"/>
                  </a:lnTo>
                  <a:lnTo>
                    <a:pt x="2162" y="0"/>
                  </a:ln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011;p40">
              <a:extLst>
                <a:ext uri="{FF2B5EF4-FFF2-40B4-BE49-F238E27FC236}">
                  <a16:creationId xmlns:a16="http://schemas.microsoft.com/office/drawing/2014/main" id="{235517A4-9976-F771-3727-CE7264673EB1}"/>
                </a:ext>
              </a:extLst>
            </p:cNvPr>
            <p:cNvSpPr/>
            <p:nvPr/>
          </p:nvSpPr>
          <p:spPr>
            <a:xfrm>
              <a:off x="6216075" y="4906925"/>
              <a:ext cx="105175" cy="114725"/>
            </a:xfrm>
            <a:custGeom>
              <a:avLst/>
              <a:gdLst/>
              <a:ahLst/>
              <a:cxnLst/>
              <a:rect l="l" t="t" r="r" b="b"/>
              <a:pathLst>
                <a:path w="4207" h="4589" extrusionOk="0">
                  <a:moveTo>
                    <a:pt x="2147" y="223"/>
                  </a:moveTo>
                  <a:lnTo>
                    <a:pt x="2147" y="2665"/>
                  </a:lnTo>
                  <a:lnTo>
                    <a:pt x="3886" y="3650"/>
                  </a:lnTo>
                  <a:cubicBezTo>
                    <a:pt x="3502" y="4098"/>
                    <a:pt x="2953" y="4361"/>
                    <a:pt x="2359" y="4375"/>
                  </a:cubicBezTo>
                  <a:cubicBezTo>
                    <a:pt x="2343" y="4376"/>
                    <a:pt x="2328" y="4376"/>
                    <a:pt x="2313" y="4376"/>
                  </a:cubicBezTo>
                  <a:cubicBezTo>
                    <a:pt x="1777" y="4376"/>
                    <a:pt x="1265" y="4174"/>
                    <a:pt x="874" y="3802"/>
                  </a:cubicBezTo>
                  <a:cubicBezTo>
                    <a:pt x="471" y="3419"/>
                    <a:pt x="243" y="2903"/>
                    <a:pt x="230" y="2347"/>
                  </a:cubicBezTo>
                  <a:cubicBezTo>
                    <a:pt x="216" y="1792"/>
                    <a:pt x="419" y="1265"/>
                    <a:pt x="801" y="863"/>
                  </a:cubicBezTo>
                  <a:cubicBezTo>
                    <a:pt x="1160" y="486"/>
                    <a:pt x="1634" y="261"/>
                    <a:pt x="2147" y="223"/>
                  </a:cubicBezTo>
                  <a:close/>
                  <a:moveTo>
                    <a:pt x="2360" y="1"/>
                  </a:moveTo>
                  <a:lnTo>
                    <a:pt x="2252" y="4"/>
                  </a:lnTo>
                  <a:cubicBezTo>
                    <a:pt x="1640" y="20"/>
                    <a:pt x="1069" y="272"/>
                    <a:pt x="648" y="716"/>
                  </a:cubicBezTo>
                  <a:cubicBezTo>
                    <a:pt x="225" y="1159"/>
                    <a:pt x="0" y="1740"/>
                    <a:pt x="17" y="2352"/>
                  </a:cubicBezTo>
                  <a:cubicBezTo>
                    <a:pt x="32" y="2964"/>
                    <a:pt x="283" y="3534"/>
                    <a:pt x="727" y="3957"/>
                  </a:cubicBezTo>
                  <a:cubicBezTo>
                    <a:pt x="1156" y="4365"/>
                    <a:pt x="1716" y="4588"/>
                    <a:pt x="2307" y="4588"/>
                  </a:cubicBezTo>
                  <a:lnTo>
                    <a:pt x="2363" y="4588"/>
                  </a:lnTo>
                  <a:cubicBezTo>
                    <a:pt x="3064" y="4570"/>
                    <a:pt x="3709" y="4241"/>
                    <a:pt x="4132" y="3683"/>
                  </a:cubicBezTo>
                  <a:lnTo>
                    <a:pt x="4206" y="3586"/>
                  </a:lnTo>
                  <a:lnTo>
                    <a:pt x="2360" y="2540"/>
                  </a:lnTo>
                  <a:lnTo>
                    <a:pt x="2360" y="1"/>
                  </a:ln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012;p40">
              <a:extLst>
                <a:ext uri="{FF2B5EF4-FFF2-40B4-BE49-F238E27FC236}">
                  <a16:creationId xmlns:a16="http://schemas.microsoft.com/office/drawing/2014/main" id="{72C048BF-FA88-2D0D-A1A5-F2C647D6B1D7}"/>
                </a:ext>
              </a:extLst>
            </p:cNvPr>
            <p:cNvSpPr/>
            <p:nvPr/>
          </p:nvSpPr>
          <p:spPr>
            <a:xfrm>
              <a:off x="6241950" y="4932275"/>
              <a:ext cx="63975" cy="64025"/>
            </a:xfrm>
            <a:custGeom>
              <a:avLst/>
              <a:gdLst/>
              <a:ahLst/>
              <a:cxnLst/>
              <a:rect l="l" t="t" r="r" b="b"/>
              <a:pathLst>
                <a:path w="2559" h="2561" extrusionOk="0">
                  <a:moveTo>
                    <a:pt x="1279" y="1"/>
                  </a:moveTo>
                  <a:cubicBezTo>
                    <a:pt x="572" y="1"/>
                    <a:pt x="0" y="574"/>
                    <a:pt x="0" y="1281"/>
                  </a:cubicBezTo>
                  <a:cubicBezTo>
                    <a:pt x="0" y="1987"/>
                    <a:pt x="572" y="2560"/>
                    <a:pt x="1279" y="2560"/>
                  </a:cubicBezTo>
                  <a:cubicBezTo>
                    <a:pt x="1986" y="2560"/>
                    <a:pt x="2558" y="1987"/>
                    <a:pt x="2558" y="1281"/>
                  </a:cubicBezTo>
                  <a:cubicBezTo>
                    <a:pt x="2558" y="574"/>
                    <a:pt x="1986" y="1"/>
                    <a:pt x="127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013;p40">
              <a:extLst>
                <a:ext uri="{FF2B5EF4-FFF2-40B4-BE49-F238E27FC236}">
                  <a16:creationId xmlns:a16="http://schemas.microsoft.com/office/drawing/2014/main" id="{E22FC25F-B2C8-84F3-2D2B-DAAA4CE8324B}"/>
                </a:ext>
              </a:extLst>
            </p:cNvPr>
            <p:cNvSpPr/>
            <p:nvPr/>
          </p:nvSpPr>
          <p:spPr>
            <a:xfrm>
              <a:off x="6239250" y="4929650"/>
              <a:ext cx="69350" cy="69300"/>
            </a:xfrm>
            <a:custGeom>
              <a:avLst/>
              <a:gdLst/>
              <a:ahLst/>
              <a:cxnLst/>
              <a:rect l="l" t="t" r="r" b="b"/>
              <a:pathLst>
                <a:path w="2774" h="2772" extrusionOk="0">
                  <a:moveTo>
                    <a:pt x="1387" y="213"/>
                  </a:moveTo>
                  <a:cubicBezTo>
                    <a:pt x="2033" y="213"/>
                    <a:pt x="2560" y="739"/>
                    <a:pt x="2560" y="1386"/>
                  </a:cubicBezTo>
                  <a:cubicBezTo>
                    <a:pt x="2560" y="2033"/>
                    <a:pt x="2033" y="2558"/>
                    <a:pt x="1387" y="2558"/>
                  </a:cubicBezTo>
                  <a:cubicBezTo>
                    <a:pt x="741" y="2558"/>
                    <a:pt x="214" y="2033"/>
                    <a:pt x="214" y="1386"/>
                  </a:cubicBezTo>
                  <a:cubicBezTo>
                    <a:pt x="214" y="739"/>
                    <a:pt x="741" y="213"/>
                    <a:pt x="1387" y="213"/>
                  </a:cubicBezTo>
                  <a:close/>
                  <a:moveTo>
                    <a:pt x="1387" y="0"/>
                  </a:moveTo>
                  <a:cubicBezTo>
                    <a:pt x="623" y="0"/>
                    <a:pt x="1" y="621"/>
                    <a:pt x="1" y="1386"/>
                  </a:cubicBezTo>
                  <a:cubicBezTo>
                    <a:pt x="1" y="2150"/>
                    <a:pt x="623" y="2771"/>
                    <a:pt x="1387" y="2771"/>
                  </a:cubicBezTo>
                  <a:cubicBezTo>
                    <a:pt x="2151" y="2771"/>
                    <a:pt x="2773" y="2150"/>
                    <a:pt x="2773" y="1386"/>
                  </a:cubicBezTo>
                  <a:cubicBezTo>
                    <a:pt x="2773" y="621"/>
                    <a:pt x="2151" y="0"/>
                    <a:pt x="1387" y="0"/>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014;p40">
              <a:extLst>
                <a:ext uri="{FF2B5EF4-FFF2-40B4-BE49-F238E27FC236}">
                  <a16:creationId xmlns:a16="http://schemas.microsoft.com/office/drawing/2014/main" id="{A11F7358-E97D-D504-72C0-9A38959352E9}"/>
                </a:ext>
              </a:extLst>
            </p:cNvPr>
            <p:cNvSpPr/>
            <p:nvPr/>
          </p:nvSpPr>
          <p:spPr>
            <a:xfrm>
              <a:off x="5965775" y="4680325"/>
              <a:ext cx="95425" cy="133650"/>
            </a:xfrm>
            <a:custGeom>
              <a:avLst/>
              <a:gdLst/>
              <a:ahLst/>
              <a:cxnLst/>
              <a:rect l="l" t="t" r="r" b="b"/>
              <a:pathLst>
                <a:path w="3817" h="5346" extrusionOk="0">
                  <a:moveTo>
                    <a:pt x="1004" y="0"/>
                  </a:moveTo>
                  <a:lnTo>
                    <a:pt x="1" y="967"/>
                  </a:lnTo>
                  <a:lnTo>
                    <a:pt x="1" y="5346"/>
                  </a:lnTo>
                  <a:lnTo>
                    <a:pt x="3817" y="5346"/>
                  </a:lnTo>
                  <a:lnTo>
                    <a:pt x="38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015;p40">
              <a:extLst>
                <a:ext uri="{FF2B5EF4-FFF2-40B4-BE49-F238E27FC236}">
                  <a16:creationId xmlns:a16="http://schemas.microsoft.com/office/drawing/2014/main" id="{2C31841D-E44C-6CEB-2329-80DAEA24B9C0}"/>
                </a:ext>
              </a:extLst>
            </p:cNvPr>
            <p:cNvSpPr/>
            <p:nvPr/>
          </p:nvSpPr>
          <p:spPr>
            <a:xfrm>
              <a:off x="5963100" y="4677675"/>
              <a:ext cx="100775" cy="138950"/>
            </a:xfrm>
            <a:custGeom>
              <a:avLst/>
              <a:gdLst/>
              <a:ahLst/>
              <a:cxnLst/>
              <a:rect l="l" t="t" r="r" b="b"/>
              <a:pathLst>
                <a:path w="4031" h="5558" extrusionOk="0">
                  <a:moveTo>
                    <a:pt x="3818" y="213"/>
                  </a:moveTo>
                  <a:lnTo>
                    <a:pt x="3818" y="5344"/>
                  </a:lnTo>
                  <a:lnTo>
                    <a:pt x="213" y="5344"/>
                  </a:lnTo>
                  <a:lnTo>
                    <a:pt x="213" y="1119"/>
                  </a:lnTo>
                  <a:lnTo>
                    <a:pt x="1154" y="213"/>
                  </a:lnTo>
                  <a:close/>
                  <a:moveTo>
                    <a:pt x="1111" y="1"/>
                  </a:moveTo>
                  <a:cubicBezTo>
                    <a:pt x="1084" y="1"/>
                    <a:pt x="1058" y="11"/>
                    <a:pt x="1038" y="30"/>
                  </a:cubicBezTo>
                  <a:lnTo>
                    <a:pt x="33" y="997"/>
                  </a:lnTo>
                  <a:cubicBezTo>
                    <a:pt x="12" y="1016"/>
                    <a:pt x="0" y="1044"/>
                    <a:pt x="0" y="1073"/>
                  </a:cubicBezTo>
                  <a:lnTo>
                    <a:pt x="0" y="5452"/>
                  </a:lnTo>
                  <a:cubicBezTo>
                    <a:pt x="0" y="5510"/>
                    <a:pt x="48" y="5557"/>
                    <a:pt x="108" y="5557"/>
                  </a:cubicBezTo>
                  <a:lnTo>
                    <a:pt x="3924" y="5557"/>
                  </a:lnTo>
                  <a:cubicBezTo>
                    <a:pt x="3983" y="5557"/>
                    <a:pt x="4031" y="5510"/>
                    <a:pt x="4031" y="5452"/>
                  </a:cubicBezTo>
                  <a:lnTo>
                    <a:pt x="4031" y="106"/>
                  </a:lnTo>
                  <a:cubicBezTo>
                    <a:pt x="4031" y="48"/>
                    <a:pt x="3983" y="1"/>
                    <a:pt x="3924"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016;p40">
              <a:extLst>
                <a:ext uri="{FF2B5EF4-FFF2-40B4-BE49-F238E27FC236}">
                  <a16:creationId xmlns:a16="http://schemas.microsoft.com/office/drawing/2014/main" id="{E7D253E2-0747-AB40-E803-F59F55A31577}"/>
                </a:ext>
              </a:extLst>
            </p:cNvPr>
            <p:cNvSpPr/>
            <p:nvPr/>
          </p:nvSpPr>
          <p:spPr>
            <a:xfrm>
              <a:off x="5965775" y="4680325"/>
              <a:ext cx="25925" cy="24175"/>
            </a:xfrm>
            <a:custGeom>
              <a:avLst/>
              <a:gdLst/>
              <a:ahLst/>
              <a:cxnLst/>
              <a:rect l="l" t="t" r="r" b="b"/>
              <a:pathLst>
                <a:path w="1037" h="967" extrusionOk="0">
                  <a:moveTo>
                    <a:pt x="1037" y="0"/>
                  </a:moveTo>
                  <a:lnTo>
                    <a:pt x="1" y="967"/>
                  </a:lnTo>
                  <a:lnTo>
                    <a:pt x="1037" y="967"/>
                  </a:lnTo>
                  <a:lnTo>
                    <a:pt x="103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017;p40">
              <a:extLst>
                <a:ext uri="{FF2B5EF4-FFF2-40B4-BE49-F238E27FC236}">
                  <a16:creationId xmlns:a16="http://schemas.microsoft.com/office/drawing/2014/main" id="{80F4B36C-525B-7ABA-E6D6-1C3799999B0F}"/>
                </a:ext>
              </a:extLst>
            </p:cNvPr>
            <p:cNvSpPr/>
            <p:nvPr/>
          </p:nvSpPr>
          <p:spPr>
            <a:xfrm>
              <a:off x="5962875" y="4677650"/>
              <a:ext cx="31475" cy="29525"/>
            </a:xfrm>
            <a:custGeom>
              <a:avLst/>
              <a:gdLst/>
              <a:ahLst/>
              <a:cxnLst/>
              <a:rect l="l" t="t" r="r" b="b"/>
              <a:pathLst>
                <a:path w="1259" h="1181" extrusionOk="0">
                  <a:moveTo>
                    <a:pt x="1046" y="353"/>
                  </a:moveTo>
                  <a:lnTo>
                    <a:pt x="1046" y="968"/>
                  </a:lnTo>
                  <a:lnTo>
                    <a:pt x="386" y="968"/>
                  </a:lnTo>
                  <a:lnTo>
                    <a:pt x="1046" y="353"/>
                  </a:lnTo>
                  <a:close/>
                  <a:moveTo>
                    <a:pt x="1151" y="1"/>
                  </a:moveTo>
                  <a:cubicBezTo>
                    <a:pt x="1125" y="1"/>
                    <a:pt x="1100" y="11"/>
                    <a:pt x="1080" y="30"/>
                  </a:cubicBezTo>
                  <a:lnTo>
                    <a:pt x="44" y="996"/>
                  </a:lnTo>
                  <a:cubicBezTo>
                    <a:pt x="11" y="1026"/>
                    <a:pt x="1" y="1072"/>
                    <a:pt x="17" y="1112"/>
                  </a:cubicBezTo>
                  <a:cubicBezTo>
                    <a:pt x="33" y="1154"/>
                    <a:pt x="72" y="1181"/>
                    <a:pt x="117" y="1181"/>
                  </a:cubicBezTo>
                  <a:lnTo>
                    <a:pt x="1153" y="1181"/>
                  </a:lnTo>
                  <a:cubicBezTo>
                    <a:pt x="1211" y="1181"/>
                    <a:pt x="1259" y="1133"/>
                    <a:pt x="1259" y="1074"/>
                  </a:cubicBezTo>
                  <a:lnTo>
                    <a:pt x="1259" y="107"/>
                  </a:lnTo>
                  <a:cubicBezTo>
                    <a:pt x="1259" y="66"/>
                    <a:pt x="1233" y="27"/>
                    <a:pt x="1195" y="10"/>
                  </a:cubicBezTo>
                  <a:cubicBezTo>
                    <a:pt x="1181" y="4"/>
                    <a:pt x="1166" y="1"/>
                    <a:pt x="1151"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018;p40">
              <a:extLst>
                <a:ext uri="{FF2B5EF4-FFF2-40B4-BE49-F238E27FC236}">
                  <a16:creationId xmlns:a16="http://schemas.microsoft.com/office/drawing/2014/main" id="{8CEC4723-28CE-71FE-E5B3-38BD87479EC4}"/>
                </a:ext>
              </a:extLst>
            </p:cNvPr>
            <p:cNvSpPr/>
            <p:nvPr/>
          </p:nvSpPr>
          <p:spPr>
            <a:xfrm>
              <a:off x="6070075" y="4680325"/>
              <a:ext cx="95475" cy="133650"/>
            </a:xfrm>
            <a:custGeom>
              <a:avLst/>
              <a:gdLst/>
              <a:ahLst/>
              <a:cxnLst/>
              <a:rect l="l" t="t" r="r" b="b"/>
              <a:pathLst>
                <a:path w="3819" h="5346" extrusionOk="0">
                  <a:moveTo>
                    <a:pt x="1006" y="0"/>
                  </a:moveTo>
                  <a:lnTo>
                    <a:pt x="1" y="967"/>
                  </a:lnTo>
                  <a:lnTo>
                    <a:pt x="1" y="5346"/>
                  </a:lnTo>
                  <a:lnTo>
                    <a:pt x="3818" y="5346"/>
                  </a:lnTo>
                  <a:lnTo>
                    <a:pt x="38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019;p40">
              <a:extLst>
                <a:ext uri="{FF2B5EF4-FFF2-40B4-BE49-F238E27FC236}">
                  <a16:creationId xmlns:a16="http://schemas.microsoft.com/office/drawing/2014/main" id="{925606F1-BAF2-25E0-0CD5-0ABB42BF5B91}"/>
                </a:ext>
              </a:extLst>
            </p:cNvPr>
            <p:cNvSpPr/>
            <p:nvPr/>
          </p:nvSpPr>
          <p:spPr>
            <a:xfrm>
              <a:off x="6067425" y="4677675"/>
              <a:ext cx="100800" cy="138950"/>
            </a:xfrm>
            <a:custGeom>
              <a:avLst/>
              <a:gdLst/>
              <a:ahLst/>
              <a:cxnLst/>
              <a:rect l="l" t="t" r="r" b="b"/>
              <a:pathLst>
                <a:path w="4032" h="5558" extrusionOk="0">
                  <a:moveTo>
                    <a:pt x="3817" y="213"/>
                  </a:moveTo>
                  <a:lnTo>
                    <a:pt x="3817" y="5344"/>
                  </a:lnTo>
                  <a:lnTo>
                    <a:pt x="214" y="5344"/>
                  </a:lnTo>
                  <a:lnTo>
                    <a:pt x="214" y="1119"/>
                  </a:lnTo>
                  <a:lnTo>
                    <a:pt x="1155" y="213"/>
                  </a:lnTo>
                  <a:close/>
                  <a:moveTo>
                    <a:pt x="1112" y="1"/>
                  </a:moveTo>
                  <a:cubicBezTo>
                    <a:pt x="1085" y="1"/>
                    <a:pt x="1058" y="11"/>
                    <a:pt x="1039" y="30"/>
                  </a:cubicBezTo>
                  <a:lnTo>
                    <a:pt x="34" y="997"/>
                  </a:lnTo>
                  <a:cubicBezTo>
                    <a:pt x="13" y="1016"/>
                    <a:pt x="1" y="1044"/>
                    <a:pt x="1" y="1073"/>
                  </a:cubicBezTo>
                  <a:lnTo>
                    <a:pt x="1" y="5452"/>
                  </a:lnTo>
                  <a:cubicBezTo>
                    <a:pt x="1" y="5510"/>
                    <a:pt x="49" y="5557"/>
                    <a:pt x="108" y="5557"/>
                  </a:cubicBezTo>
                  <a:lnTo>
                    <a:pt x="3924" y="5557"/>
                  </a:lnTo>
                  <a:cubicBezTo>
                    <a:pt x="3984" y="5557"/>
                    <a:pt x="4031" y="5510"/>
                    <a:pt x="4031" y="5452"/>
                  </a:cubicBezTo>
                  <a:lnTo>
                    <a:pt x="4031" y="106"/>
                  </a:lnTo>
                  <a:cubicBezTo>
                    <a:pt x="4031" y="48"/>
                    <a:pt x="3984" y="1"/>
                    <a:pt x="3924"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020;p40">
              <a:extLst>
                <a:ext uri="{FF2B5EF4-FFF2-40B4-BE49-F238E27FC236}">
                  <a16:creationId xmlns:a16="http://schemas.microsoft.com/office/drawing/2014/main" id="{57E5905F-1CA1-C50C-2E61-FCE4E840A003}"/>
                </a:ext>
              </a:extLst>
            </p:cNvPr>
            <p:cNvSpPr/>
            <p:nvPr/>
          </p:nvSpPr>
          <p:spPr>
            <a:xfrm>
              <a:off x="6070075" y="4680325"/>
              <a:ext cx="25975" cy="24175"/>
            </a:xfrm>
            <a:custGeom>
              <a:avLst/>
              <a:gdLst/>
              <a:ahLst/>
              <a:cxnLst/>
              <a:rect l="l" t="t" r="r" b="b"/>
              <a:pathLst>
                <a:path w="1039" h="967" extrusionOk="0">
                  <a:moveTo>
                    <a:pt x="1038" y="0"/>
                  </a:moveTo>
                  <a:lnTo>
                    <a:pt x="1" y="967"/>
                  </a:lnTo>
                  <a:lnTo>
                    <a:pt x="1038" y="967"/>
                  </a:lnTo>
                  <a:lnTo>
                    <a:pt x="103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021;p40">
              <a:extLst>
                <a:ext uri="{FF2B5EF4-FFF2-40B4-BE49-F238E27FC236}">
                  <a16:creationId xmlns:a16="http://schemas.microsoft.com/office/drawing/2014/main" id="{2CEAB664-ADB8-C819-A5DA-989D0DDFC3FF}"/>
                </a:ext>
              </a:extLst>
            </p:cNvPr>
            <p:cNvSpPr/>
            <p:nvPr/>
          </p:nvSpPr>
          <p:spPr>
            <a:xfrm>
              <a:off x="6067225" y="4677650"/>
              <a:ext cx="31475" cy="29525"/>
            </a:xfrm>
            <a:custGeom>
              <a:avLst/>
              <a:gdLst/>
              <a:ahLst/>
              <a:cxnLst/>
              <a:rect l="l" t="t" r="r" b="b"/>
              <a:pathLst>
                <a:path w="1259" h="1181" extrusionOk="0">
                  <a:moveTo>
                    <a:pt x="1045" y="353"/>
                  </a:moveTo>
                  <a:lnTo>
                    <a:pt x="1045" y="968"/>
                  </a:lnTo>
                  <a:lnTo>
                    <a:pt x="386" y="968"/>
                  </a:lnTo>
                  <a:lnTo>
                    <a:pt x="1045" y="353"/>
                  </a:lnTo>
                  <a:close/>
                  <a:moveTo>
                    <a:pt x="1151" y="1"/>
                  </a:moveTo>
                  <a:cubicBezTo>
                    <a:pt x="1125" y="1"/>
                    <a:pt x="1099" y="11"/>
                    <a:pt x="1079" y="30"/>
                  </a:cubicBezTo>
                  <a:lnTo>
                    <a:pt x="43" y="996"/>
                  </a:lnTo>
                  <a:cubicBezTo>
                    <a:pt x="10" y="1026"/>
                    <a:pt x="0" y="1072"/>
                    <a:pt x="16" y="1112"/>
                  </a:cubicBezTo>
                  <a:cubicBezTo>
                    <a:pt x="33" y="1154"/>
                    <a:pt x="71" y="1181"/>
                    <a:pt x="115" y="1181"/>
                  </a:cubicBezTo>
                  <a:lnTo>
                    <a:pt x="1151" y="1181"/>
                  </a:lnTo>
                  <a:cubicBezTo>
                    <a:pt x="1211" y="1181"/>
                    <a:pt x="1258" y="1133"/>
                    <a:pt x="1258" y="1074"/>
                  </a:cubicBezTo>
                  <a:lnTo>
                    <a:pt x="1258" y="107"/>
                  </a:lnTo>
                  <a:cubicBezTo>
                    <a:pt x="1258" y="66"/>
                    <a:pt x="1233" y="27"/>
                    <a:pt x="1194" y="10"/>
                  </a:cubicBezTo>
                  <a:cubicBezTo>
                    <a:pt x="1180" y="4"/>
                    <a:pt x="1165" y="1"/>
                    <a:pt x="1151"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022;p40">
              <a:extLst>
                <a:ext uri="{FF2B5EF4-FFF2-40B4-BE49-F238E27FC236}">
                  <a16:creationId xmlns:a16="http://schemas.microsoft.com/office/drawing/2014/main" id="{58ABCF61-3E18-6924-4993-648DF2C3896B}"/>
                </a:ext>
              </a:extLst>
            </p:cNvPr>
            <p:cNvSpPr/>
            <p:nvPr/>
          </p:nvSpPr>
          <p:spPr>
            <a:xfrm>
              <a:off x="6174425" y="4680325"/>
              <a:ext cx="95450" cy="133650"/>
            </a:xfrm>
            <a:custGeom>
              <a:avLst/>
              <a:gdLst/>
              <a:ahLst/>
              <a:cxnLst/>
              <a:rect l="l" t="t" r="r" b="b"/>
              <a:pathLst>
                <a:path w="3818" h="5346" extrusionOk="0">
                  <a:moveTo>
                    <a:pt x="1005" y="0"/>
                  </a:moveTo>
                  <a:lnTo>
                    <a:pt x="0" y="967"/>
                  </a:lnTo>
                  <a:lnTo>
                    <a:pt x="0" y="5346"/>
                  </a:lnTo>
                  <a:lnTo>
                    <a:pt x="3818" y="5346"/>
                  </a:lnTo>
                  <a:lnTo>
                    <a:pt x="38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023;p40">
              <a:extLst>
                <a:ext uri="{FF2B5EF4-FFF2-40B4-BE49-F238E27FC236}">
                  <a16:creationId xmlns:a16="http://schemas.microsoft.com/office/drawing/2014/main" id="{0B4CDAB3-CA13-BE54-B983-E2C607AFA731}"/>
                </a:ext>
              </a:extLst>
            </p:cNvPr>
            <p:cNvSpPr/>
            <p:nvPr/>
          </p:nvSpPr>
          <p:spPr>
            <a:xfrm>
              <a:off x="6171775" y="4677675"/>
              <a:ext cx="100775" cy="138950"/>
            </a:xfrm>
            <a:custGeom>
              <a:avLst/>
              <a:gdLst/>
              <a:ahLst/>
              <a:cxnLst/>
              <a:rect l="l" t="t" r="r" b="b"/>
              <a:pathLst>
                <a:path w="4031" h="5558" extrusionOk="0">
                  <a:moveTo>
                    <a:pt x="3817" y="213"/>
                  </a:moveTo>
                  <a:lnTo>
                    <a:pt x="3817" y="5344"/>
                  </a:lnTo>
                  <a:lnTo>
                    <a:pt x="213" y="5344"/>
                  </a:lnTo>
                  <a:lnTo>
                    <a:pt x="213" y="1119"/>
                  </a:lnTo>
                  <a:lnTo>
                    <a:pt x="1154" y="213"/>
                  </a:lnTo>
                  <a:close/>
                  <a:moveTo>
                    <a:pt x="1111" y="1"/>
                  </a:moveTo>
                  <a:cubicBezTo>
                    <a:pt x="1084" y="1"/>
                    <a:pt x="1056" y="11"/>
                    <a:pt x="1037" y="30"/>
                  </a:cubicBezTo>
                  <a:lnTo>
                    <a:pt x="33" y="997"/>
                  </a:lnTo>
                  <a:cubicBezTo>
                    <a:pt x="12" y="1016"/>
                    <a:pt x="0" y="1044"/>
                    <a:pt x="0" y="1073"/>
                  </a:cubicBezTo>
                  <a:lnTo>
                    <a:pt x="0" y="5452"/>
                  </a:lnTo>
                  <a:cubicBezTo>
                    <a:pt x="0" y="5510"/>
                    <a:pt x="48" y="5557"/>
                    <a:pt x="106" y="5557"/>
                  </a:cubicBezTo>
                  <a:lnTo>
                    <a:pt x="3924" y="5557"/>
                  </a:lnTo>
                  <a:cubicBezTo>
                    <a:pt x="3983" y="5557"/>
                    <a:pt x="4031" y="5510"/>
                    <a:pt x="4031" y="5452"/>
                  </a:cubicBezTo>
                  <a:lnTo>
                    <a:pt x="4031" y="106"/>
                  </a:lnTo>
                  <a:cubicBezTo>
                    <a:pt x="4031" y="48"/>
                    <a:pt x="3983" y="1"/>
                    <a:pt x="3924"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024;p40">
              <a:extLst>
                <a:ext uri="{FF2B5EF4-FFF2-40B4-BE49-F238E27FC236}">
                  <a16:creationId xmlns:a16="http://schemas.microsoft.com/office/drawing/2014/main" id="{86D499ED-683D-B869-18AA-A51180454D28}"/>
                </a:ext>
              </a:extLst>
            </p:cNvPr>
            <p:cNvSpPr/>
            <p:nvPr/>
          </p:nvSpPr>
          <p:spPr>
            <a:xfrm>
              <a:off x="6174425" y="4680325"/>
              <a:ext cx="25925" cy="24175"/>
            </a:xfrm>
            <a:custGeom>
              <a:avLst/>
              <a:gdLst/>
              <a:ahLst/>
              <a:cxnLst/>
              <a:rect l="l" t="t" r="r" b="b"/>
              <a:pathLst>
                <a:path w="1037" h="967" extrusionOk="0">
                  <a:moveTo>
                    <a:pt x="1036" y="0"/>
                  </a:moveTo>
                  <a:lnTo>
                    <a:pt x="0" y="967"/>
                  </a:lnTo>
                  <a:lnTo>
                    <a:pt x="1036" y="967"/>
                  </a:lnTo>
                  <a:lnTo>
                    <a:pt x="10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025;p40">
              <a:extLst>
                <a:ext uri="{FF2B5EF4-FFF2-40B4-BE49-F238E27FC236}">
                  <a16:creationId xmlns:a16="http://schemas.microsoft.com/office/drawing/2014/main" id="{D053FD6D-2431-D71B-2AED-B1A0F3F8CF36}"/>
                </a:ext>
              </a:extLst>
            </p:cNvPr>
            <p:cNvSpPr/>
            <p:nvPr/>
          </p:nvSpPr>
          <p:spPr>
            <a:xfrm>
              <a:off x="6171550" y="4677650"/>
              <a:ext cx="31475" cy="29525"/>
            </a:xfrm>
            <a:custGeom>
              <a:avLst/>
              <a:gdLst/>
              <a:ahLst/>
              <a:cxnLst/>
              <a:rect l="l" t="t" r="r" b="b"/>
              <a:pathLst>
                <a:path w="1259" h="1181" extrusionOk="0">
                  <a:moveTo>
                    <a:pt x="1046" y="353"/>
                  </a:moveTo>
                  <a:lnTo>
                    <a:pt x="1046" y="968"/>
                  </a:lnTo>
                  <a:lnTo>
                    <a:pt x="386" y="968"/>
                  </a:lnTo>
                  <a:lnTo>
                    <a:pt x="1046" y="353"/>
                  </a:lnTo>
                  <a:close/>
                  <a:moveTo>
                    <a:pt x="1151" y="1"/>
                  </a:moveTo>
                  <a:cubicBezTo>
                    <a:pt x="1125" y="1"/>
                    <a:pt x="1100" y="11"/>
                    <a:pt x="1080" y="30"/>
                  </a:cubicBezTo>
                  <a:lnTo>
                    <a:pt x="42" y="996"/>
                  </a:lnTo>
                  <a:cubicBezTo>
                    <a:pt x="11" y="1026"/>
                    <a:pt x="0" y="1072"/>
                    <a:pt x="17" y="1112"/>
                  </a:cubicBezTo>
                  <a:cubicBezTo>
                    <a:pt x="33" y="1154"/>
                    <a:pt x="72" y="1181"/>
                    <a:pt x="115" y="1181"/>
                  </a:cubicBezTo>
                  <a:lnTo>
                    <a:pt x="1151" y="1181"/>
                  </a:lnTo>
                  <a:cubicBezTo>
                    <a:pt x="1211" y="1181"/>
                    <a:pt x="1259" y="1133"/>
                    <a:pt x="1259" y="1074"/>
                  </a:cubicBezTo>
                  <a:lnTo>
                    <a:pt x="1259" y="107"/>
                  </a:lnTo>
                  <a:cubicBezTo>
                    <a:pt x="1259" y="66"/>
                    <a:pt x="1233" y="27"/>
                    <a:pt x="1195" y="10"/>
                  </a:cubicBezTo>
                  <a:cubicBezTo>
                    <a:pt x="1181" y="4"/>
                    <a:pt x="1166" y="1"/>
                    <a:pt x="1151" y="1"/>
                  </a:cubicBezTo>
                  <a:close/>
                </a:path>
              </a:pathLst>
            </a:custGeom>
            <a:solidFill>
              <a:srgbClr val="C1C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026;p40">
              <a:extLst>
                <a:ext uri="{FF2B5EF4-FFF2-40B4-BE49-F238E27FC236}">
                  <a16:creationId xmlns:a16="http://schemas.microsoft.com/office/drawing/2014/main" id="{3D558BE9-E4C3-DD90-6367-7E126BDDC1FC}"/>
                </a:ext>
              </a:extLst>
            </p:cNvPr>
            <p:cNvSpPr/>
            <p:nvPr/>
          </p:nvSpPr>
          <p:spPr>
            <a:xfrm>
              <a:off x="6120900" y="4362800"/>
              <a:ext cx="5325" cy="246975"/>
            </a:xfrm>
            <a:custGeom>
              <a:avLst/>
              <a:gdLst/>
              <a:ahLst/>
              <a:cxnLst/>
              <a:rect l="l" t="t" r="r" b="b"/>
              <a:pathLst>
                <a:path w="213" h="9879" extrusionOk="0">
                  <a:moveTo>
                    <a:pt x="0" y="1"/>
                  </a:moveTo>
                  <a:lnTo>
                    <a:pt x="0" y="9878"/>
                  </a:lnTo>
                  <a:lnTo>
                    <a:pt x="213" y="9878"/>
                  </a:lnTo>
                  <a:lnTo>
                    <a:pt x="213" y="1"/>
                  </a:ln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027;p40">
              <a:extLst>
                <a:ext uri="{FF2B5EF4-FFF2-40B4-BE49-F238E27FC236}">
                  <a16:creationId xmlns:a16="http://schemas.microsoft.com/office/drawing/2014/main" id="{413445B8-82A2-FCF1-9DC0-EC183C31E135}"/>
                </a:ext>
              </a:extLst>
            </p:cNvPr>
            <p:cNvSpPr/>
            <p:nvPr/>
          </p:nvSpPr>
          <p:spPr>
            <a:xfrm>
              <a:off x="6102025" y="4588000"/>
              <a:ext cx="40025" cy="40000"/>
            </a:xfrm>
            <a:custGeom>
              <a:avLst/>
              <a:gdLst/>
              <a:ahLst/>
              <a:cxnLst/>
              <a:rect l="l" t="t" r="r" b="b"/>
              <a:pathLst>
                <a:path w="1601" h="1600" extrusionOk="0">
                  <a:moveTo>
                    <a:pt x="800" y="1"/>
                  </a:moveTo>
                  <a:cubicBezTo>
                    <a:pt x="359" y="1"/>
                    <a:pt x="0" y="358"/>
                    <a:pt x="0" y="800"/>
                  </a:cubicBezTo>
                  <a:cubicBezTo>
                    <a:pt x="0" y="1241"/>
                    <a:pt x="359" y="1600"/>
                    <a:pt x="800" y="1600"/>
                  </a:cubicBezTo>
                  <a:cubicBezTo>
                    <a:pt x="1242" y="1600"/>
                    <a:pt x="1601" y="1241"/>
                    <a:pt x="1601" y="800"/>
                  </a:cubicBezTo>
                  <a:cubicBezTo>
                    <a:pt x="1601" y="358"/>
                    <a:pt x="1242" y="1"/>
                    <a:pt x="800" y="1"/>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028;p40">
              <a:extLst>
                <a:ext uri="{FF2B5EF4-FFF2-40B4-BE49-F238E27FC236}">
                  <a16:creationId xmlns:a16="http://schemas.microsoft.com/office/drawing/2014/main" id="{39608CFF-BEEE-AAD5-33D7-D50D32FFCC3E}"/>
                </a:ext>
              </a:extLst>
            </p:cNvPr>
            <p:cNvSpPr/>
            <p:nvPr/>
          </p:nvSpPr>
          <p:spPr>
            <a:xfrm>
              <a:off x="6099375" y="4585325"/>
              <a:ext cx="45325" cy="45350"/>
            </a:xfrm>
            <a:custGeom>
              <a:avLst/>
              <a:gdLst/>
              <a:ahLst/>
              <a:cxnLst/>
              <a:rect l="l" t="t" r="r" b="b"/>
              <a:pathLst>
                <a:path w="1813" h="1814" extrusionOk="0">
                  <a:moveTo>
                    <a:pt x="906" y="213"/>
                  </a:moveTo>
                  <a:cubicBezTo>
                    <a:pt x="1288" y="213"/>
                    <a:pt x="1600" y="525"/>
                    <a:pt x="1600" y="907"/>
                  </a:cubicBezTo>
                  <a:cubicBezTo>
                    <a:pt x="1600" y="1288"/>
                    <a:pt x="1288" y="1600"/>
                    <a:pt x="906" y="1600"/>
                  </a:cubicBezTo>
                  <a:cubicBezTo>
                    <a:pt x="525" y="1600"/>
                    <a:pt x="213" y="1288"/>
                    <a:pt x="213" y="907"/>
                  </a:cubicBezTo>
                  <a:cubicBezTo>
                    <a:pt x="213" y="525"/>
                    <a:pt x="525" y="213"/>
                    <a:pt x="906" y="213"/>
                  </a:cubicBezTo>
                  <a:close/>
                  <a:moveTo>
                    <a:pt x="906" y="0"/>
                  </a:moveTo>
                  <a:cubicBezTo>
                    <a:pt x="407" y="0"/>
                    <a:pt x="0" y="407"/>
                    <a:pt x="0" y="907"/>
                  </a:cubicBezTo>
                  <a:cubicBezTo>
                    <a:pt x="0" y="1408"/>
                    <a:pt x="407" y="1814"/>
                    <a:pt x="906" y="1814"/>
                  </a:cubicBezTo>
                  <a:cubicBezTo>
                    <a:pt x="1406" y="1814"/>
                    <a:pt x="1812" y="1408"/>
                    <a:pt x="1812" y="907"/>
                  </a:cubicBezTo>
                  <a:cubicBezTo>
                    <a:pt x="1812" y="407"/>
                    <a:pt x="1406" y="0"/>
                    <a:pt x="906" y="0"/>
                  </a:cubicBezTo>
                  <a:close/>
                </a:path>
              </a:pathLst>
            </a:custGeom>
            <a:solidFill>
              <a:srgbClr val="18181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029;p40">
              <a:extLst>
                <a:ext uri="{FF2B5EF4-FFF2-40B4-BE49-F238E27FC236}">
                  <a16:creationId xmlns:a16="http://schemas.microsoft.com/office/drawing/2014/main" id="{DE9A661D-7CF4-9526-9901-C8811488AD9C}"/>
                </a:ext>
              </a:extLst>
            </p:cNvPr>
            <p:cNvSpPr/>
            <p:nvPr/>
          </p:nvSpPr>
          <p:spPr>
            <a:xfrm>
              <a:off x="4179400" y="3196150"/>
              <a:ext cx="311575" cy="195400"/>
            </a:xfrm>
            <a:custGeom>
              <a:avLst/>
              <a:gdLst/>
              <a:ahLst/>
              <a:cxnLst/>
              <a:rect l="l" t="t" r="r" b="b"/>
              <a:pathLst>
                <a:path w="12463" h="7816" extrusionOk="0">
                  <a:moveTo>
                    <a:pt x="1168" y="38"/>
                  </a:moveTo>
                  <a:cubicBezTo>
                    <a:pt x="1160" y="38"/>
                    <a:pt x="1152" y="38"/>
                    <a:pt x="1144" y="39"/>
                  </a:cubicBezTo>
                  <a:lnTo>
                    <a:pt x="227" y="39"/>
                  </a:lnTo>
                  <a:cubicBezTo>
                    <a:pt x="118" y="48"/>
                    <a:pt x="33" y="134"/>
                    <a:pt x="23" y="242"/>
                  </a:cubicBezTo>
                  <a:cubicBezTo>
                    <a:pt x="11" y="365"/>
                    <a:pt x="102" y="477"/>
                    <a:pt x="227" y="489"/>
                  </a:cubicBezTo>
                  <a:lnTo>
                    <a:pt x="1144" y="489"/>
                  </a:lnTo>
                  <a:cubicBezTo>
                    <a:pt x="1151" y="489"/>
                    <a:pt x="1158" y="490"/>
                    <a:pt x="1165" y="490"/>
                  </a:cubicBezTo>
                  <a:cubicBezTo>
                    <a:pt x="1172" y="490"/>
                    <a:pt x="1180" y="489"/>
                    <a:pt x="1187" y="489"/>
                  </a:cubicBezTo>
                  <a:cubicBezTo>
                    <a:pt x="1312" y="477"/>
                    <a:pt x="1403" y="365"/>
                    <a:pt x="1390" y="242"/>
                  </a:cubicBezTo>
                  <a:cubicBezTo>
                    <a:pt x="1378" y="125"/>
                    <a:pt x="1282" y="38"/>
                    <a:pt x="1168" y="38"/>
                  </a:cubicBezTo>
                  <a:close/>
                  <a:moveTo>
                    <a:pt x="2143" y="48"/>
                  </a:moveTo>
                  <a:cubicBezTo>
                    <a:pt x="2028" y="48"/>
                    <a:pt x="1929" y="136"/>
                    <a:pt x="1918" y="252"/>
                  </a:cubicBezTo>
                  <a:cubicBezTo>
                    <a:pt x="1906" y="377"/>
                    <a:pt x="1997" y="487"/>
                    <a:pt x="2121" y="499"/>
                  </a:cubicBezTo>
                  <a:cubicBezTo>
                    <a:pt x="2128" y="500"/>
                    <a:pt x="2136" y="500"/>
                    <a:pt x="2143" y="500"/>
                  </a:cubicBezTo>
                  <a:cubicBezTo>
                    <a:pt x="2150" y="500"/>
                    <a:pt x="2158" y="500"/>
                    <a:pt x="2165" y="499"/>
                  </a:cubicBezTo>
                  <a:lnTo>
                    <a:pt x="4568" y="499"/>
                  </a:lnTo>
                  <a:cubicBezTo>
                    <a:pt x="4569" y="499"/>
                    <a:pt x="4570" y="499"/>
                    <a:pt x="4571" y="499"/>
                  </a:cubicBezTo>
                  <a:cubicBezTo>
                    <a:pt x="4694" y="499"/>
                    <a:pt x="4793" y="400"/>
                    <a:pt x="4795" y="277"/>
                  </a:cubicBezTo>
                  <a:cubicBezTo>
                    <a:pt x="4795" y="273"/>
                    <a:pt x="4795" y="267"/>
                    <a:pt x="4793" y="262"/>
                  </a:cubicBezTo>
                  <a:lnTo>
                    <a:pt x="4795" y="262"/>
                  </a:lnTo>
                  <a:cubicBezTo>
                    <a:pt x="4789" y="143"/>
                    <a:pt x="4691" y="49"/>
                    <a:pt x="4571" y="49"/>
                  </a:cubicBezTo>
                  <a:cubicBezTo>
                    <a:pt x="4570" y="49"/>
                    <a:pt x="4569" y="49"/>
                    <a:pt x="4568" y="49"/>
                  </a:cubicBezTo>
                  <a:lnTo>
                    <a:pt x="2165" y="49"/>
                  </a:lnTo>
                  <a:cubicBezTo>
                    <a:pt x="2158" y="49"/>
                    <a:pt x="2151" y="48"/>
                    <a:pt x="2143" y="48"/>
                  </a:cubicBezTo>
                  <a:close/>
                  <a:moveTo>
                    <a:pt x="5590" y="0"/>
                  </a:moveTo>
                  <a:cubicBezTo>
                    <a:pt x="5445" y="0"/>
                    <a:pt x="5328" y="118"/>
                    <a:pt x="5328" y="262"/>
                  </a:cubicBezTo>
                  <a:cubicBezTo>
                    <a:pt x="5328" y="407"/>
                    <a:pt x="5445" y="524"/>
                    <a:pt x="5590" y="524"/>
                  </a:cubicBezTo>
                  <a:lnTo>
                    <a:pt x="5591" y="524"/>
                  </a:lnTo>
                  <a:cubicBezTo>
                    <a:pt x="5736" y="524"/>
                    <a:pt x="5852" y="408"/>
                    <a:pt x="5852" y="264"/>
                  </a:cubicBezTo>
                  <a:lnTo>
                    <a:pt x="5852" y="262"/>
                  </a:lnTo>
                  <a:cubicBezTo>
                    <a:pt x="5852" y="118"/>
                    <a:pt x="5734" y="0"/>
                    <a:pt x="5590" y="0"/>
                  </a:cubicBezTo>
                  <a:close/>
                  <a:moveTo>
                    <a:pt x="6375" y="0"/>
                  </a:moveTo>
                  <a:cubicBezTo>
                    <a:pt x="6230" y="0"/>
                    <a:pt x="6112" y="118"/>
                    <a:pt x="6112" y="262"/>
                  </a:cubicBezTo>
                  <a:cubicBezTo>
                    <a:pt x="6112" y="407"/>
                    <a:pt x="6230" y="524"/>
                    <a:pt x="6375" y="524"/>
                  </a:cubicBezTo>
                  <a:lnTo>
                    <a:pt x="6376" y="524"/>
                  </a:lnTo>
                  <a:cubicBezTo>
                    <a:pt x="6520" y="524"/>
                    <a:pt x="6637" y="408"/>
                    <a:pt x="6637" y="264"/>
                  </a:cubicBezTo>
                  <a:lnTo>
                    <a:pt x="6637" y="262"/>
                  </a:lnTo>
                  <a:cubicBezTo>
                    <a:pt x="6637" y="118"/>
                    <a:pt x="6519" y="0"/>
                    <a:pt x="6375" y="0"/>
                  </a:cubicBezTo>
                  <a:close/>
                  <a:moveTo>
                    <a:pt x="7162" y="0"/>
                  </a:moveTo>
                  <a:cubicBezTo>
                    <a:pt x="7016" y="0"/>
                    <a:pt x="6899" y="118"/>
                    <a:pt x="6899" y="262"/>
                  </a:cubicBezTo>
                  <a:cubicBezTo>
                    <a:pt x="6899" y="407"/>
                    <a:pt x="7016" y="524"/>
                    <a:pt x="7162" y="524"/>
                  </a:cubicBezTo>
                  <a:cubicBezTo>
                    <a:pt x="7307" y="524"/>
                    <a:pt x="7424" y="407"/>
                    <a:pt x="7424" y="262"/>
                  </a:cubicBezTo>
                  <a:cubicBezTo>
                    <a:pt x="7424" y="118"/>
                    <a:pt x="7307" y="0"/>
                    <a:pt x="7162" y="0"/>
                  </a:cubicBezTo>
                  <a:close/>
                  <a:moveTo>
                    <a:pt x="7947" y="0"/>
                  </a:moveTo>
                  <a:cubicBezTo>
                    <a:pt x="7801" y="0"/>
                    <a:pt x="7685" y="118"/>
                    <a:pt x="7685" y="262"/>
                  </a:cubicBezTo>
                  <a:cubicBezTo>
                    <a:pt x="7685" y="407"/>
                    <a:pt x="7801" y="524"/>
                    <a:pt x="7947" y="524"/>
                  </a:cubicBezTo>
                  <a:cubicBezTo>
                    <a:pt x="8091" y="524"/>
                    <a:pt x="8209" y="407"/>
                    <a:pt x="8209" y="262"/>
                  </a:cubicBezTo>
                  <a:cubicBezTo>
                    <a:pt x="8209" y="118"/>
                    <a:pt x="8091" y="0"/>
                    <a:pt x="7947" y="0"/>
                  </a:cubicBezTo>
                  <a:close/>
                  <a:moveTo>
                    <a:pt x="8731" y="0"/>
                  </a:moveTo>
                  <a:cubicBezTo>
                    <a:pt x="8587" y="0"/>
                    <a:pt x="8469" y="118"/>
                    <a:pt x="8469" y="262"/>
                  </a:cubicBezTo>
                  <a:cubicBezTo>
                    <a:pt x="8469" y="407"/>
                    <a:pt x="8587" y="524"/>
                    <a:pt x="8731" y="524"/>
                  </a:cubicBezTo>
                  <a:cubicBezTo>
                    <a:pt x="8876" y="524"/>
                    <a:pt x="8994" y="407"/>
                    <a:pt x="8994" y="262"/>
                  </a:cubicBezTo>
                  <a:cubicBezTo>
                    <a:pt x="8994" y="118"/>
                    <a:pt x="8876" y="0"/>
                    <a:pt x="8731" y="0"/>
                  </a:cubicBezTo>
                  <a:close/>
                  <a:moveTo>
                    <a:pt x="9516" y="0"/>
                  </a:moveTo>
                  <a:cubicBezTo>
                    <a:pt x="9372" y="0"/>
                    <a:pt x="9254" y="118"/>
                    <a:pt x="9254" y="262"/>
                  </a:cubicBezTo>
                  <a:cubicBezTo>
                    <a:pt x="9254" y="407"/>
                    <a:pt x="9372" y="524"/>
                    <a:pt x="9516" y="524"/>
                  </a:cubicBezTo>
                  <a:cubicBezTo>
                    <a:pt x="9661" y="524"/>
                    <a:pt x="9778" y="407"/>
                    <a:pt x="9778" y="262"/>
                  </a:cubicBezTo>
                  <a:cubicBezTo>
                    <a:pt x="9778" y="118"/>
                    <a:pt x="9661" y="0"/>
                    <a:pt x="9516" y="0"/>
                  </a:cubicBezTo>
                  <a:close/>
                  <a:moveTo>
                    <a:pt x="227" y="1083"/>
                  </a:moveTo>
                  <a:cubicBezTo>
                    <a:pt x="102" y="1083"/>
                    <a:pt x="0" y="1184"/>
                    <a:pt x="0" y="1309"/>
                  </a:cubicBezTo>
                  <a:cubicBezTo>
                    <a:pt x="0" y="1434"/>
                    <a:pt x="102" y="1535"/>
                    <a:pt x="227" y="1535"/>
                  </a:cubicBezTo>
                  <a:lnTo>
                    <a:pt x="1144" y="1535"/>
                  </a:lnTo>
                  <a:cubicBezTo>
                    <a:pt x="1267" y="1535"/>
                    <a:pt x="1369" y="1434"/>
                    <a:pt x="1369" y="1309"/>
                  </a:cubicBezTo>
                  <a:cubicBezTo>
                    <a:pt x="1369" y="1186"/>
                    <a:pt x="1267" y="1084"/>
                    <a:pt x="1144" y="1083"/>
                  </a:cubicBezTo>
                  <a:close/>
                  <a:moveTo>
                    <a:pt x="2165" y="1083"/>
                  </a:moveTo>
                  <a:cubicBezTo>
                    <a:pt x="2040" y="1083"/>
                    <a:pt x="1939" y="1184"/>
                    <a:pt x="1939" y="1309"/>
                  </a:cubicBezTo>
                  <a:cubicBezTo>
                    <a:pt x="1939" y="1434"/>
                    <a:pt x="2040" y="1535"/>
                    <a:pt x="2164" y="1535"/>
                  </a:cubicBezTo>
                  <a:lnTo>
                    <a:pt x="4568" y="1535"/>
                  </a:lnTo>
                  <a:cubicBezTo>
                    <a:pt x="4569" y="1535"/>
                    <a:pt x="4570" y="1535"/>
                    <a:pt x="4571" y="1535"/>
                  </a:cubicBezTo>
                  <a:cubicBezTo>
                    <a:pt x="4694" y="1535"/>
                    <a:pt x="4793" y="1436"/>
                    <a:pt x="4795" y="1314"/>
                  </a:cubicBezTo>
                  <a:lnTo>
                    <a:pt x="4795" y="1309"/>
                  </a:lnTo>
                  <a:cubicBezTo>
                    <a:pt x="4795" y="1184"/>
                    <a:pt x="4694" y="1083"/>
                    <a:pt x="4568" y="1083"/>
                  </a:cubicBezTo>
                  <a:close/>
                  <a:moveTo>
                    <a:pt x="227" y="2131"/>
                  </a:moveTo>
                  <a:cubicBezTo>
                    <a:pt x="102" y="2131"/>
                    <a:pt x="0" y="2232"/>
                    <a:pt x="0" y="2356"/>
                  </a:cubicBezTo>
                  <a:cubicBezTo>
                    <a:pt x="0" y="2481"/>
                    <a:pt x="102" y="2582"/>
                    <a:pt x="227" y="2582"/>
                  </a:cubicBezTo>
                  <a:lnTo>
                    <a:pt x="1144" y="2582"/>
                  </a:lnTo>
                  <a:cubicBezTo>
                    <a:pt x="1267" y="2582"/>
                    <a:pt x="1369" y="2481"/>
                    <a:pt x="1369" y="2356"/>
                  </a:cubicBezTo>
                  <a:cubicBezTo>
                    <a:pt x="1369" y="2232"/>
                    <a:pt x="1267" y="2131"/>
                    <a:pt x="1144" y="2131"/>
                  </a:cubicBezTo>
                  <a:close/>
                  <a:moveTo>
                    <a:pt x="2165" y="2131"/>
                  </a:moveTo>
                  <a:cubicBezTo>
                    <a:pt x="2040" y="2131"/>
                    <a:pt x="1939" y="2232"/>
                    <a:pt x="1939" y="2356"/>
                  </a:cubicBezTo>
                  <a:cubicBezTo>
                    <a:pt x="1939" y="2481"/>
                    <a:pt x="2040" y="2582"/>
                    <a:pt x="2165" y="2582"/>
                  </a:cubicBezTo>
                  <a:lnTo>
                    <a:pt x="4568" y="2582"/>
                  </a:lnTo>
                  <a:cubicBezTo>
                    <a:pt x="4569" y="2582"/>
                    <a:pt x="4570" y="2582"/>
                    <a:pt x="4571" y="2582"/>
                  </a:cubicBezTo>
                  <a:cubicBezTo>
                    <a:pt x="4694" y="2582"/>
                    <a:pt x="4793" y="2483"/>
                    <a:pt x="4795" y="2360"/>
                  </a:cubicBezTo>
                  <a:lnTo>
                    <a:pt x="4795" y="2356"/>
                  </a:lnTo>
                  <a:cubicBezTo>
                    <a:pt x="4795" y="2232"/>
                    <a:pt x="4696" y="2131"/>
                    <a:pt x="4573" y="2131"/>
                  </a:cubicBezTo>
                  <a:close/>
                  <a:moveTo>
                    <a:pt x="5590" y="2094"/>
                  </a:moveTo>
                  <a:cubicBezTo>
                    <a:pt x="5445" y="2094"/>
                    <a:pt x="5328" y="2211"/>
                    <a:pt x="5328" y="2356"/>
                  </a:cubicBezTo>
                  <a:cubicBezTo>
                    <a:pt x="5328" y="2502"/>
                    <a:pt x="5445" y="2619"/>
                    <a:pt x="5590" y="2619"/>
                  </a:cubicBezTo>
                  <a:lnTo>
                    <a:pt x="5593" y="2619"/>
                  </a:lnTo>
                  <a:cubicBezTo>
                    <a:pt x="5736" y="2618"/>
                    <a:pt x="5852" y="2500"/>
                    <a:pt x="5852" y="2356"/>
                  </a:cubicBezTo>
                  <a:cubicBezTo>
                    <a:pt x="5852" y="2211"/>
                    <a:pt x="5734" y="2094"/>
                    <a:pt x="5590" y="2094"/>
                  </a:cubicBezTo>
                  <a:close/>
                  <a:moveTo>
                    <a:pt x="6375" y="2094"/>
                  </a:moveTo>
                  <a:cubicBezTo>
                    <a:pt x="6230" y="2094"/>
                    <a:pt x="6112" y="2211"/>
                    <a:pt x="6112" y="2356"/>
                  </a:cubicBezTo>
                  <a:cubicBezTo>
                    <a:pt x="6112" y="2502"/>
                    <a:pt x="6230" y="2619"/>
                    <a:pt x="6375" y="2619"/>
                  </a:cubicBezTo>
                  <a:lnTo>
                    <a:pt x="6377" y="2619"/>
                  </a:lnTo>
                  <a:cubicBezTo>
                    <a:pt x="6520" y="2619"/>
                    <a:pt x="6637" y="2502"/>
                    <a:pt x="6637" y="2359"/>
                  </a:cubicBezTo>
                  <a:lnTo>
                    <a:pt x="6637" y="2356"/>
                  </a:lnTo>
                  <a:cubicBezTo>
                    <a:pt x="6637" y="2211"/>
                    <a:pt x="6520" y="2094"/>
                    <a:pt x="6375" y="2094"/>
                  </a:cubicBezTo>
                  <a:close/>
                  <a:moveTo>
                    <a:pt x="7162" y="2094"/>
                  </a:moveTo>
                  <a:cubicBezTo>
                    <a:pt x="7018" y="2094"/>
                    <a:pt x="6900" y="2211"/>
                    <a:pt x="6900" y="2356"/>
                  </a:cubicBezTo>
                  <a:cubicBezTo>
                    <a:pt x="6900" y="2502"/>
                    <a:pt x="7018" y="2619"/>
                    <a:pt x="7162" y="2619"/>
                  </a:cubicBezTo>
                  <a:cubicBezTo>
                    <a:pt x="7307" y="2619"/>
                    <a:pt x="7424" y="2502"/>
                    <a:pt x="7424" y="2356"/>
                  </a:cubicBezTo>
                  <a:cubicBezTo>
                    <a:pt x="7424" y="2211"/>
                    <a:pt x="7307" y="2094"/>
                    <a:pt x="7162" y="2094"/>
                  </a:cubicBezTo>
                  <a:close/>
                  <a:moveTo>
                    <a:pt x="7947" y="2094"/>
                  </a:moveTo>
                  <a:cubicBezTo>
                    <a:pt x="7802" y="2094"/>
                    <a:pt x="7685" y="2211"/>
                    <a:pt x="7685" y="2356"/>
                  </a:cubicBezTo>
                  <a:cubicBezTo>
                    <a:pt x="7685" y="2502"/>
                    <a:pt x="7802" y="2619"/>
                    <a:pt x="7947" y="2619"/>
                  </a:cubicBezTo>
                  <a:cubicBezTo>
                    <a:pt x="8091" y="2619"/>
                    <a:pt x="8209" y="2502"/>
                    <a:pt x="8209" y="2356"/>
                  </a:cubicBezTo>
                  <a:cubicBezTo>
                    <a:pt x="8209" y="2211"/>
                    <a:pt x="8091" y="2094"/>
                    <a:pt x="7947" y="2094"/>
                  </a:cubicBezTo>
                  <a:close/>
                  <a:moveTo>
                    <a:pt x="8731" y="2094"/>
                  </a:moveTo>
                  <a:cubicBezTo>
                    <a:pt x="8587" y="2094"/>
                    <a:pt x="8469" y="2211"/>
                    <a:pt x="8469" y="2356"/>
                  </a:cubicBezTo>
                  <a:cubicBezTo>
                    <a:pt x="8469" y="2502"/>
                    <a:pt x="8587" y="2619"/>
                    <a:pt x="8731" y="2619"/>
                  </a:cubicBezTo>
                  <a:cubicBezTo>
                    <a:pt x="8876" y="2619"/>
                    <a:pt x="8994" y="2502"/>
                    <a:pt x="8994" y="2356"/>
                  </a:cubicBezTo>
                  <a:cubicBezTo>
                    <a:pt x="8994" y="2211"/>
                    <a:pt x="8876" y="2094"/>
                    <a:pt x="8731" y="2094"/>
                  </a:cubicBezTo>
                  <a:close/>
                  <a:moveTo>
                    <a:pt x="9516" y="2094"/>
                  </a:moveTo>
                  <a:cubicBezTo>
                    <a:pt x="9372" y="2094"/>
                    <a:pt x="9254" y="2211"/>
                    <a:pt x="9254" y="2356"/>
                  </a:cubicBezTo>
                  <a:cubicBezTo>
                    <a:pt x="9254" y="2502"/>
                    <a:pt x="9372" y="2619"/>
                    <a:pt x="9516" y="2619"/>
                  </a:cubicBezTo>
                  <a:cubicBezTo>
                    <a:pt x="9661" y="2619"/>
                    <a:pt x="9778" y="2502"/>
                    <a:pt x="9778" y="2356"/>
                  </a:cubicBezTo>
                  <a:cubicBezTo>
                    <a:pt x="9778" y="2211"/>
                    <a:pt x="9661" y="2094"/>
                    <a:pt x="9516" y="2094"/>
                  </a:cubicBezTo>
                  <a:close/>
                  <a:moveTo>
                    <a:pt x="227" y="3178"/>
                  </a:moveTo>
                  <a:cubicBezTo>
                    <a:pt x="102" y="3178"/>
                    <a:pt x="0" y="3279"/>
                    <a:pt x="0" y="3404"/>
                  </a:cubicBezTo>
                  <a:cubicBezTo>
                    <a:pt x="0" y="3529"/>
                    <a:pt x="102" y="3630"/>
                    <a:pt x="227" y="3630"/>
                  </a:cubicBezTo>
                  <a:lnTo>
                    <a:pt x="1144" y="3630"/>
                  </a:lnTo>
                  <a:cubicBezTo>
                    <a:pt x="1267" y="3629"/>
                    <a:pt x="1369" y="3528"/>
                    <a:pt x="1369" y="3404"/>
                  </a:cubicBezTo>
                  <a:cubicBezTo>
                    <a:pt x="1369" y="3279"/>
                    <a:pt x="1267" y="3178"/>
                    <a:pt x="1144" y="3178"/>
                  </a:cubicBezTo>
                  <a:close/>
                  <a:moveTo>
                    <a:pt x="2165" y="3178"/>
                  </a:moveTo>
                  <a:cubicBezTo>
                    <a:pt x="2040" y="3178"/>
                    <a:pt x="1939" y="3279"/>
                    <a:pt x="1939" y="3404"/>
                  </a:cubicBezTo>
                  <a:cubicBezTo>
                    <a:pt x="1939" y="3529"/>
                    <a:pt x="2040" y="3630"/>
                    <a:pt x="2165" y="3630"/>
                  </a:cubicBezTo>
                  <a:lnTo>
                    <a:pt x="4568" y="3630"/>
                  </a:lnTo>
                  <a:cubicBezTo>
                    <a:pt x="4694" y="3630"/>
                    <a:pt x="4795" y="3529"/>
                    <a:pt x="4795" y="3404"/>
                  </a:cubicBezTo>
                  <a:cubicBezTo>
                    <a:pt x="4795" y="3280"/>
                    <a:pt x="4696" y="3179"/>
                    <a:pt x="4573" y="3178"/>
                  </a:cubicBezTo>
                  <a:close/>
                  <a:moveTo>
                    <a:pt x="227" y="4224"/>
                  </a:moveTo>
                  <a:cubicBezTo>
                    <a:pt x="102" y="4236"/>
                    <a:pt x="11" y="4347"/>
                    <a:pt x="23" y="4472"/>
                  </a:cubicBezTo>
                  <a:cubicBezTo>
                    <a:pt x="33" y="4579"/>
                    <a:pt x="118" y="4664"/>
                    <a:pt x="227" y="4674"/>
                  </a:cubicBezTo>
                  <a:lnTo>
                    <a:pt x="1144" y="4674"/>
                  </a:lnTo>
                  <a:cubicBezTo>
                    <a:pt x="1267" y="4674"/>
                    <a:pt x="1369" y="4574"/>
                    <a:pt x="1369" y="4451"/>
                  </a:cubicBezTo>
                  <a:cubicBezTo>
                    <a:pt x="1369" y="4326"/>
                    <a:pt x="1267" y="4224"/>
                    <a:pt x="1144" y="4224"/>
                  </a:cubicBezTo>
                  <a:close/>
                  <a:moveTo>
                    <a:pt x="2143" y="4223"/>
                  </a:moveTo>
                  <a:cubicBezTo>
                    <a:pt x="2028" y="4223"/>
                    <a:pt x="1929" y="4311"/>
                    <a:pt x="1918" y="4427"/>
                  </a:cubicBezTo>
                  <a:cubicBezTo>
                    <a:pt x="1906" y="4552"/>
                    <a:pt x="1997" y="4662"/>
                    <a:pt x="2121" y="4674"/>
                  </a:cubicBezTo>
                  <a:cubicBezTo>
                    <a:pt x="2128" y="4675"/>
                    <a:pt x="2136" y="4675"/>
                    <a:pt x="2143" y="4675"/>
                  </a:cubicBezTo>
                  <a:cubicBezTo>
                    <a:pt x="2150" y="4675"/>
                    <a:pt x="2158" y="4675"/>
                    <a:pt x="2165" y="4674"/>
                  </a:cubicBezTo>
                  <a:lnTo>
                    <a:pt x="4568" y="4674"/>
                  </a:lnTo>
                  <a:cubicBezTo>
                    <a:pt x="4569" y="4674"/>
                    <a:pt x="4570" y="4674"/>
                    <a:pt x="4571" y="4674"/>
                  </a:cubicBezTo>
                  <a:cubicBezTo>
                    <a:pt x="4694" y="4674"/>
                    <a:pt x="4793" y="4575"/>
                    <a:pt x="4795" y="4452"/>
                  </a:cubicBezTo>
                  <a:lnTo>
                    <a:pt x="4795" y="4451"/>
                  </a:lnTo>
                  <a:cubicBezTo>
                    <a:pt x="4795" y="4327"/>
                    <a:pt x="4696" y="4226"/>
                    <a:pt x="4573" y="4224"/>
                  </a:cubicBezTo>
                  <a:lnTo>
                    <a:pt x="2165" y="4224"/>
                  </a:lnTo>
                  <a:cubicBezTo>
                    <a:pt x="2158" y="4224"/>
                    <a:pt x="2151" y="4223"/>
                    <a:pt x="2143" y="4223"/>
                  </a:cubicBezTo>
                  <a:close/>
                  <a:moveTo>
                    <a:pt x="8273" y="5103"/>
                  </a:moveTo>
                  <a:cubicBezTo>
                    <a:pt x="8128" y="5103"/>
                    <a:pt x="8011" y="5221"/>
                    <a:pt x="8011" y="5365"/>
                  </a:cubicBezTo>
                  <a:cubicBezTo>
                    <a:pt x="8011" y="5511"/>
                    <a:pt x="8128" y="5627"/>
                    <a:pt x="8273" y="5627"/>
                  </a:cubicBezTo>
                  <a:cubicBezTo>
                    <a:pt x="8417" y="5627"/>
                    <a:pt x="8535" y="5511"/>
                    <a:pt x="8535" y="5365"/>
                  </a:cubicBezTo>
                  <a:cubicBezTo>
                    <a:pt x="8535" y="5221"/>
                    <a:pt x="8417" y="5103"/>
                    <a:pt x="8273" y="5103"/>
                  </a:cubicBezTo>
                  <a:close/>
                  <a:moveTo>
                    <a:pt x="9842" y="5103"/>
                  </a:moveTo>
                  <a:cubicBezTo>
                    <a:pt x="9698" y="5103"/>
                    <a:pt x="9580" y="5221"/>
                    <a:pt x="9580" y="5365"/>
                  </a:cubicBezTo>
                  <a:cubicBezTo>
                    <a:pt x="9580" y="5511"/>
                    <a:pt x="9698" y="5627"/>
                    <a:pt x="9842" y="5627"/>
                  </a:cubicBezTo>
                  <a:lnTo>
                    <a:pt x="9845" y="5627"/>
                  </a:lnTo>
                  <a:cubicBezTo>
                    <a:pt x="9990" y="5627"/>
                    <a:pt x="10106" y="5509"/>
                    <a:pt x="10106" y="5365"/>
                  </a:cubicBezTo>
                  <a:cubicBezTo>
                    <a:pt x="10106" y="5221"/>
                    <a:pt x="9988" y="5103"/>
                    <a:pt x="9842" y="5103"/>
                  </a:cubicBezTo>
                  <a:close/>
                  <a:moveTo>
                    <a:pt x="10628" y="5103"/>
                  </a:moveTo>
                  <a:cubicBezTo>
                    <a:pt x="10482" y="5103"/>
                    <a:pt x="10365" y="5221"/>
                    <a:pt x="10365" y="5365"/>
                  </a:cubicBezTo>
                  <a:cubicBezTo>
                    <a:pt x="10365" y="5511"/>
                    <a:pt x="10482" y="5627"/>
                    <a:pt x="10628" y="5627"/>
                  </a:cubicBezTo>
                  <a:lnTo>
                    <a:pt x="10630" y="5627"/>
                  </a:lnTo>
                  <a:cubicBezTo>
                    <a:pt x="10774" y="5627"/>
                    <a:pt x="10890" y="5509"/>
                    <a:pt x="10890" y="5365"/>
                  </a:cubicBezTo>
                  <a:cubicBezTo>
                    <a:pt x="10890" y="5221"/>
                    <a:pt x="10773" y="5103"/>
                    <a:pt x="10628" y="5103"/>
                  </a:cubicBezTo>
                  <a:close/>
                  <a:moveTo>
                    <a:pt x="11413" y="5103"/>
                  </a:moveTo>
                  <a:cubicBezTo>
                    <a:pt x="11267" y="5103"/>
                    <a:pt x="11151" y="5221"/>
                    <a:pt x="11151" y="5365"/>
                  </a:cubicBezTo>
                  <a:cubicBezTo>
                    <a:pt x="11151" y="5511"/>
                    <a:pt x="11267" y="5627"/>
                    <a:pt x="11413" y="5627"/>
                  </a:cubicBezTo>
                  <a:lnTo>
                    <a:pt x="11415" y="5627"/>
                  </a:lnTo>
                  <a:cubicBezTo>
                    <a:pt x="11559" y="5627"/>
                    <a:pt x="11675" y="5509"/>
                    <a:pt x="11675" y="5365"/>
                  </a:cubicBezTo>
                  <a:cubicBezTo>
                    <a:pt x="11675" y="5221"/>
                    <a:pt x="11557" y="5103"/>
                    <a:pt x="11413" y="5103"/>
                  </a:cubicBezTo>
                  <a:close/>
                  <a:moveTo>
                    <a:pt x="12199" y="5103"/>
                  </a:moveTo>
                  <a:cubicBezTo>
                    <a:pt x="12055" y="5103"/>
                    <a:pt x="11937" y="5221"/>
                    <a:pt x="11937" y="5365"/>
                  </a:cubicBezTo>
                  <a:cubicBezTo>
                    <a:pt x="11937" y="5511"/>
                    <a:pt x="12055" y="5627"/>
                    <a:pt x="12199" y="5627"/>
                  </a:cubicBezTo>
                  <a:cubicBezTo>
                    <a:pt x="12344" y="5627"/>
                    <a:pt x="12461" y="5511"/>
                    <a:pt x="12461" y="5365"/>
                  </a:cubicBezTo>
                  <a:cubicBezTo>
                    <a:pt x="12461" y="5221"/>
                    <a:pt x="12344" y="5103"/>
                    <a:pt x="12199" y="5103"/>
                  </a:cubicBezTo>
                  <a:close/>
                  <a:moveTo>
                    <a:pt x="9058" y="5103"/>
                  </a:moveTo>
                  <a:cubicBezTo>
                    <a:pt x="8913" y="5103"/>
                    <a:pt x="8796" y="5221"/>
                    <a:pt x="8796" y="5365"/>
                  </a:cubicBezTo>
                  <a:cubicBezTo>
                    <a:pt x="8796" y="5511"/>
                    <a:pt x="8913" y="5627"/>
                    <a:pt x="9058" y="5627"/>
                  </a:cubicBezTo>
                  <a:cubicBezTo>
                    <a:pt x="9061" y="5627"/>
                    <a:pt x="9065" y="5627"/>
                    <a:pt x="9068" y="5627"/>
                  </a:cubicBezTo>
                  <a:cubicBezTo>
                    <a:pt x="9209" y="5627"/>
                    <a:pt x="9324" y="5515"/>
                    <a:pt x="9329" y="5374"/>
                  </a:cubicBezTo>
                  <a:lnTo>
                    <a:pt x="9329" y="5365"/>
                  </a:lnTo>
                  <a:lnTo>
                    <a:pt x="9320" y="5365"/>
                  </a:lnTo>
                  <a:cubicBezTo>
                    <a:pt x="9320" y="5221"/>
                    <a:pt x="9203" y="5103"/>
                    <a:pt x="9058" y="5103"/>
                  </a:cubicBezTo>
                  <a:close/>
                  <a:moveTo>
                    <a:pt x="227" y="5270"/>
                  </a:moveTo>
                  <a:cubicBezTo>
                    <a:pt x="102" y="5270"/>
                    <a:pt x="0" y="5371"/>
                    <a:pt x="0" y="5496"/>
                  </a:cubicBezTo>
                  <a:cubicBezTo>
                    <a:pt x="0" y="5621"/>
                    <a:pt x="102" y="5722"/>
                    <a:pt x="227" y="5722"/>
                  </a:cubicBezTo>
                  <a:lnTo>
                    <a:pt x="1144" y="5722"/>
                  </a:lnTo>
                  <a:cubicBezTo>
                    <a:pt x="1267" y="5722"/>
                    <a:pt x="1369" y="5621"/>
                    <a:pt x="1369" y="5496"/>
                  </a:cubicBezTo>
                  <a:cubicBezTo>
                    <a:pt x="1369" y="5371"/>
                    <a:pt x="1267" y="5271"/>
                    <a:pt x="1144" y="5270"/>
                  </a:cubicBezTo>
                  <a:close/>
                  <a:moveTo>
                    <a:pt x="5043" y="5270"/>
                  </a:moveTo>
                  <a:cubicBezTo>
                    <a:pt x="4918" y="5270"/>
                    <a:pt x="4817" y="5371"/>
                    <a:pt x="4817" y="5496"/>
                  </a:cubicBezTo>
                  <a:cubicBezTo>
                    <a:pt x="4817" y="5621"/>
                    <a:pt x="4918" y="5722"/>
                    <a:pt x="5043" y="5722"/>
                  </a:cubicBezTo>
                  <a:lnTo>
                    <a:pt x="7447" y="5722"/>
                  </a:lnTo>
                  <a:cubicBezTo>
                    <a:pt x="7570" y="5722"/>
                    <a:pt x="7671" y="5624"/>
                    <a:pt x="7673" y="5500"/>
                  </a:cubicBezTo>
                  <a:lnTo>
                    <a:pt x="7673" y="5496"/>
                  </a:lnTo>
                  <a:cubicBezTo>
                    <a:pt x="7673" y="5371"/>
                    <a:pt x="7572" y="5270"/>
                    <a:pt x="7447" y="5270"/>
                  </a:cubicBezTo>
                  <a:close/>
                  <a:moveTo>
                    <a:pt x="227" y="6310"/>
                  </a:moveTo>
                  <a:cubicBezTo>
                    <a:pt x="102" y="6310"/>
                    <a:pt x="0" y="6412"/>
                    <a:pt x="0" y="6537"/>
                  </a:cubicBezTo>
                  <a:cubicBezTo>
                    <a:pt x="0" y="6662"/>
                    <a:pt x="102" y="6763"/>
                    <a:pt x="227" y="6763"/>
                  </a:cubicBezTo>
                  <a:lnTo>
                    <a:pt x="1144" y="6763"/>
                  </a:lnTo>
                  <a:cubicBezTo>
                    <a:pt x="1266" y="6763"/>
                    <a:pt x="1366" y="6665"/>
                    <a:pt x="1369" y="6543"/>
                  </a:cubicBezTo>
                  <a:cubicBezTo>
                    <a:pt x="1372" y="6416"/>
                    <a:pt x="1272" y="6312"/>
                    <a:pt x="1145" y="6310"/>
                  </a:cubicBezTo>
                  <a:close/>
                  <a:moveTo>
                    <a:pt x="5043" y="6310"/>
                  </a:moveTo>
                  <a:cubicBezTo>
                    <a:pt x="4918" y="6310"/>
                    <a:pt x="4817" y="6412"/>
                    <a:pt x="4817" y="6537"/>
                  </a:cubicBezTo>
                  <a:cubicBezTo>
                    <a:pt x="4817" y="6662"/>
                    <a:pt x="4918" y="6763"/>
                    <a:pt x="5043" y="6763"/>
                  </a:cubicBezTo>
                  <a:lnTo>
                    <a:pt x="7447" y="6763"/>
                  </a:lnTo>
                  <a:cubicBezTo>
                    <a:pt x="7570" y="6763"/>
                    <a:pt x="7671" y="6666"/>
                    <a:pt x="7673" y="6543"/>
                  </a:cubicBezTo>
                  <a:cubicBezTo>
                    <a:pt x="7677" y="6418"/>
                    <a:pt x="7579" y="6313"/>
                    <a:pt x="7454" y="6310"/>
                  </a:cubicBezTo>
                  <a:close/>
                  <a:moveTo>
                    <a:pt x="9844" y="7262"/>
                  </a:moveTo>
                  <a:cubicBezTo>
                    <a:pt x="9698" y="7262"/>
                    <a:pt x="9582" y="7380"/>
                    <a:pt x="9582" y="7524"/>
                  </a:cubicBezTo>
                  <a:cubicBezTo>
                    <a:pt x="9582" y="7668"/>
                    <a:pt x="9698" y="7786"/>
                    <a:pt x="9844" y="7786"/>
                  </a:cubicBezTo>
                  <a:lnTo>
                    <a:pt x="9845" y="7786"/>
                  </a:lnTo>
                  <a:cubicBezTo>
                    <a:pt x="9990" y="7786"/>
                    <a:pt x="10106" y="7670"/>
                    <a:pt x="10106" y="7525"/>
                  </a:cubicBezTo>
                  <a:lnTo>
                    <a:pt x="10106" y="7524"/>
                  </a:lnTo>
                  <a:cubicBezTo>
                    <a:pt x="10106" y="7380"/>
                    <a:pt x="9988" y="7262"/>
                    <a:pt x="9844" y="7262"/>
                  </a:cubicBezTo>
                  <a:close/>
                  <a:moveTo>
                    <a:pt x="10628" y="7262"/>
                  </a:moveTo>
                  <a:cubicBezTo>
                    <a:pt x="10484" y="7262"/>
                    <a:pt x="10366" y="7380"/>
                    <a:pt x="10366" y="7524"/>
                  </a:cubicBezTo>
                  <a:cubicBezTo>
                    <a:pt x="10366" y="7668"/>
                    <a:pt x="10484" y="7786"/>
                    <a:pt x="10628" y="7786"/>
                  </a:cubicBezTo>
                  <a:lnTo>
                    <a:pt x="10630" y="7786"/>
                  </a:lnTo>
                  <a:cubicBezTo>
                    <a:pt x="10774" y="7786"/>
                    <a:pt x="10890" y="7670"/>
                    <a:pt x="10890" y="7525"/>
                  </a:cubicBezTo>
                  <a:lnTo>
                    <a:pt x="10890" y="7524"/>
                  </a:lnTo>
                  <a:cubicBezTo>
                    <a:pt x="10890" y="7380"/>
                    <a:pt x="10773" y="7262"/>
                    <a:pt x="10628" y="7262"/>
                  </a:cubicBezTo>
                  <a:close/>
                  <a:moveTo>
                    <a:pt x="11413" y="7262"/>
                  </a:moveTo>
                  <a:cubicBezTo>
                    <a:pt x="11269" y="7262"/>
                    <a:pt x="11151" y="7380"/>
                    <a:pt x="11151" y="7524"/>
                  </a:cubicBezTo>
                  <a:cubicBezTo>
                    <a:pt x="11151" y="7668"/>
                    <a:pt x="11269" y="7786"/>
                    <a:pt x="11413" y="7786"/>
                  </a:cubicBezTo>
                  <a:lnTo>
                    <a:pt x="11415" y="7786"/>
                  </a:lnTo>
                  <a:cubicBezTo>
                    <a:pt x="11559" y="7786"/>
                    <a:pt x="11675" y="7670"/>
                    <a:pt x="11675" y="7525"/>
                  </a:cubicBezTo>
                  <a:lnTo>
                    <a:pt x="11675" y="7524"/>
                  </a:lnTo>
                  <a:cubicBezTo>
                    <a:pt x="11675" y="7380"/>
                    <a:pt x="11557" y="7262"/>
                    <a:pt x="11413" y="7262"/>
                  </a:cubicBezTo>
                  <a:close/>
                  <a:moveTo>
                    <a:pt x="8273" y="7262"/>
                  </a:moveTo>
                  <a:cubicBezTo>
                    <a:pt x="8128" y="7262"/>
                    <a:pt x="8011" y="7380"/>
                    <a:pt x="8011" y="7524"/>
                  </a:cubicBezTo>
                  <a:cubicBezTo>
                    <a:pt x="8011" y="7668"/>
                    <a:pt x="8128" y="7786"/>
                    <a:pt x="8273" y="7786"/>
                  </a:cubicBezTo>
                  <a:cubicBezTo>
                    <a:pt x="8274" y="7786"/>
                    <a:pt x="8275" y="7786"/>
                    <a:pt x="8276" y="7786"/>
                  </a:cubicBezTo>
                  <a:cubicBezTo>
                    <a:pt x="8419" y="7786"/>
                    <a:pt x="8535" y="7670"/>
                    <a:pt x="8536" y="7528"/>
                  </a:cubicBezTo>
                  <a:lnTo>
                    <a:pt x="8536" y="7524"/>
                  </a:lnTo>
                  <a:cubicBezTo>
                    <a:pt x="8536" y="7380"/>
                    <a:pt x="8419" y="7262"/>
                    <a:pt x="8273" y="7262"/>
                  </a:cubicBezTo>
                  <a:close/>
                  <a:moveTo>
                    <a:pt x="12199" y="7262"/>
                  </a:moveTo>
                  <a:cubicBezTo>
                    <a:pt x="12055" y="7262"/>
                    <a:pt x="11937" y="7380"/>
                    <a:pt x="11937" y="7524"/>
                  </a:cubicBezTo>
                  <a:cubicBezTo>
                    <a:pt x="11937" y="7668"/>
                    <a:pt x="12055" y="7786"/>
                    <a:pt x="12199" y="7786"/>
                  </a:cubicBezTo>
                  <a:cubicBezTo>
                    <a:pt x="12200" y="7786"/>
                    <a:pt x="12201" y="7786"/>
                    <a:pt x="12202" y="7786"/>
                  </a:cubicBezTo>
                  <a:cubicBezTo>
                    <a:pt x="12345" y="7786"/>
                    <a:pt x="12461" y="7670"/>
                    <a:pt x="12463" y="7528"/>
                  </a:cubicBezTo>
                  <a:lnTo>
                    <a:pt x="12463" y="7524"/>
                  </a:lnTo>
                  <a:cubicBezTo>
                    <a:pt x="12463" y="7380"/>
                    <a:pt x="12345" y="7262"/>
                    <a:pt x="12199" y="7262"/>
                  </a:cubicBezTo>
                  <a:close/>
                  <a:moveTo>
                    <a:pt x="9059" y="7262"/>
                  </a:moveTo>
                  <a:cubicBezTo>
                    <a:pt x="8913" y="7262"/>
                    <a:pt x="8796" y="7380"/>
                    <a:pt x="8796" y="7524"/>
                  </a:cubicBezTo>
                  <a:cubicBezTo>
                    <a:pt x="8796" y="7668"/>
                    <a:pt x="8913" y="7786"/>
                    <a:pt x="9059" y="7786"/>
                  </a:cubicBezTo>
                  <a:cubicBezTo>
                    <a:pt x="9063" y="7786"/>
                    <a:pt x="9066" y="7786"/>
                    <a:pt x="9070" y="7786"/>
                  </a:cubicBezTo>
                  <a:cubicBezTo>
                    <a:pt x="9208" y="7786"/>
                    <a:pt x="9323" y="7677"/>
                    <a:pt x="9329" y="7537"/>
                  </a:cubicBezTo>
                  <a:cubicBezTo>
                    <a:pt x="9329" y="7533"/>
                    <a:pt x="9329" y="7528"/>
                    <a:pt x="9329" y="7524"/>
                  </a:cubicBezTo>
                  <a:lnTo>
                    <a:pt x="9321" y="7524"/>
                  </a:lnTo>
                  <a:cubicBezTo>
                    <a:pt x="9321" y="7380"/>
                    <a:pt x="9203" y="7262"/>
                    <a:pt x="9059" y="7262"/>
                  </a:cubicBezTo>
                  <a:close/>
                  <a:moveTo>
                    <a:pt x="227" y="7363"/>
                  </a:moveTo>
                  <a:cubicBezTo>
                    <a:pt x="102" y="7363"/>
                    <a:pt x="0" y="7464"/>
                    <a:pt x="0" y="7589"/>
                  </a:cubicBezTo>
                  <a:cubicBezTo>
                    <a:pt x="0" y="7715"/>
                    <a:pt x="102" y="7816"/>
                    <a:pt x="227" y="7816"/>
                  </a:cubicBezTo>
                  <a:lnTo>
                    <a:pt x="1144" y="7816"/>
                  </a:lnTo>
                  <a:cubicBezTo>
                    <a:pt x="1267" y="7814"/>
                    <a:pt x="1369" y="7715"/>
                    <a:pt x="1369" y="7589"/>
                  </a:cubicBezTo>
                  <a:cubicBezTo>
                    <a:pt x="1369" y="7464"/>
                    <a:pt x="1267" y="7363"/>
                    <a:pt x="1144" y="7363"/>
                  </a:cubicBezTo>
                  <a:close/>
                  <a:moveTo>
                    <a:pt x="5043" y="7363"/>
                  </a:moveTo>
                  <a:cubicBezTo>
                    <a:pt x="4918" y="7363"/>
                    <a:pt x="4817" y="7464"/>
                    <a:pt x="4817" y="7589"/>
                  </a:cubicBezTo>
                  <a:cubicBezTo>
                    <a:pt x="4817" y="7715"/>
                    <a:pt x="4918" y="7816"/>
                    <a:pt x="5043" y="7816"/>
                  </a:cubicBezTo>
                  <a:lnTo>
                    <a:pt x="7447" y="7816"/>
                  </a:lnTo>
                  <a:cubicBezTo>
                    <a:pt x="7572" y="7816"/>
                    <a:pt x="7673" y="7715"/>
                    <a:pt x="7673" y="7589"/>
                  </a:cubicBezTo>
                  <a:cubicBezTo>
                    <a:pt x="7674" y="7466"/>
                    <a:pt x="7575" y="7365"/>
                    <a:pt x="7451" y="736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030;p40">
              <a:extLst>
                <a:ext uri="{FF2B5EF4-FFF2-40B4-BE49-F238E27FC236}">
                  <a16:creationId xmlns:a16="http://schemas.microsoft.com/office/drawing/2014/main" id="{A0857591-1F34-D969-FD98-41F376604D1C}"/>
                </a:ext>
              </a:extLst>
            </p:cNvPr>
            <p:cNvSpPr/>
            <p:nvPr/>
          </p:nvSpPr>
          <p:spPr>
            <a:xfrm>
              <a:off x="4179400" y="3405500"/>
              <a:ext cx="311800" cy="195525"/>
            </a:xfrm>
            <a:custGeom>
              <a:avLst/>
              <a:gdLst/>
              <a:ahLst/>
              <a:cxnLst/>
              <a:rect l="l" t="t" r="r" b="b"/>
              <a:pathLst>
                <a:path w="12472" h="7821" extrusionOk="0">
                  <a:moveTo>
                    <a:pt x="2165" y="39"/>
                  </a:moveTo>
                  <a:cubicBezTo>
                    <a:pt x="2040" y="39"/>
                    <a:pt x="1939" y="140"/>
                    <a:pt x="1939" y="265"/>
                  </a:cubicBezTo>
                  <a:cubicBezTo>
                    <a:pt x="1939" y="390"/>
                    <a:pt x="2040" y="491"/>
                    <a:pt x="2165" y="491"/>
                  </a:cubicBezTo>
                  <a:lnTo>
                    <a:pt x="4568" y="491"/>
                  </a:lnTo>
                  <a:cubicBezTo>
                    <a:pt x="4694" y="491"/>
                    <a:pt x="4795" y="390"/>
                    <a:pt x="4795" y="265"/>
                  </a:cubicBezTo>
                  <a:cubicBezTo>
                    <a:pt x="4795" y="142"/>
                    <a:pt x="4696" y="40"/>
                    <a:pt x="4573" y="39"/>
                  </a:cubicBezTo>
                  <a:close/>
                  <a:moveTo>
                    <a:pt x="227" y="43"/>
                  </a:moveTo>
                  <a:cubicBezTo>
                    <a:pt x="102" y="43"/>
                    <a:pt x="0" y="145"/>
                    <a:pt x="0" y="270"/>
                  </a:cubicBezTo>
                  <a:cubicBezTo>
                    <a:pt x="0" y="395"/>
                    <a:pt x="102" y="496"/>
                    <a:pt x="227" y="496"/>
                  </a:cubicBezTo>
                  <a:lnTo>
                    <a:pt x="1144" y="496"/>
                  </a:lnTo>
                  <a:cubicBezTo>
                    <a:pt x="1267" y="496"/>
                    <a:pt x="1369" y="395"/>
                    <a:pt x="1369" y="270"/>
                  </a:cubicBezTo>
                  <a:cubicBezTo>
                    <a:pt x="1369" y="145"/>
                    <a:pt x="1267" y="43"/>
                    <a:pt x="1144" y="43"/>
                  </a:cubicBezTo>
                  <a:close/>
                  <a:moveTo>
                    <a:pt x="5591" y="0"/>
                  </a:moveTo>
                  <a:cubicBezTo>
                    <a:pt x="5447" y="0"/>
                    <a:pt x="5329" y="116"/>
                    <a:pt x="5328" y="261"/>
                  </a:cubicBezTo>
                  <a:cubicBezTo>
                    <a:pt x="5326" y="405"/>
                    <a:pt x="5442" y="524"/>
                    <a:pt x="5587" y="526"/>
                  </a:cubicBezTo>
                  <a:lnTo>
                    <a:pt x="5591" y="526"/>
                  </a:lnTo>
                  <a:cubicBezTo>
                    <a:pt x="5734" y="524"/>
                    <a:pt x="5850" y="408"/>
                    <a:pt x="5852" y="265"/>
                  </a:cubicBezTo>
                  <a:cubicBezTo>
                    <a:pt x="5853" y="121"/>
                    <a:pt x="5737" y="2"/>
                    <a:pt x="5591" y="0"/>
                  </a:cubicBezTo>
                  <a:close/>
                  <a:moveTo>
                    <a:pt x="6376" y="0"/>
                  </a:moveTo>
                  <a:cubicBezTo>
                    <a:pt x="6232" y="0"/>
                    <a:pt x="6114" y="116"/>
                    <a:pt x="6112" y="261"/>
                  </a:cubicBezTo>
                  <a:cubicBezTo>
                    <a:pt x="6111" y="405"/>
                    <a:pt x="6227" y="524"/>
                    <a:pt x="6373" y="526"/>
                  </a:cubicBezTo>
                  <a:lnTo>
                    <a:pt x="6376" y="526"/>
                  </a:lnTo>
                  <a:cubicBezTo>
                    <a:pt x="6520" y="526"/>
                    <a:pt x="6637" y="408"/>
                    <a:pt x="6637" y="265"/>
                  </a:cubicBezTo>
                  <a:cubicBezTo>
                    <a:pt x="6638" y="121"/>
                    <a:pt x="6522" y="2"/>
                    <a:pt x="6376" y="0"/>
                  </a:cubicBezTo>
                  <a:close/>
                  <a:moveTo>
                    <a:pt x="7164" y="0"/>
                  </a:moveTo>
                  <a:cubicBezTo>
                    <a:pt x="7019" y="0"/>
                    <a:pt x="6900" y="116"/>
                    <a:pt x="6899" y="261"/>
                  </a:cubicBezTo>
                  <a:cubicBezTo>
                    <a:pt x="6899" y="405"/>
                    <a:pt x="7015" y="524"/>
                    <a:pt x="7159" y="526"/>
                  </a:cubicBezTo>
                  <a:lnTo>
                    <a:pt x="7161" y="526"/>
                  </a:lnTo>
                  <a:cubicBezTo>
                    <a:pt x="7305" y="526"/>
                    <a:pt x="7423" y="410"/>
                    <a:pt x="7424" y="265"/>
                  </a:cubicBezTo>
                  <a:cubicBezTo>
                    <a:pt x="7424" y="121"/>
                    <a:pt x="7308" y="2"/>
                    <a:pt x="7164" y="0"/>
                  </a:cubicBezTo>
                  <a:close/>
                  <a:moveTo>
                    <a:pt x="7948" y="0"/>
                  </a:moveTo>
                  <a:cubicBezTo>
                    <a:pt x="7804" y="0"/>
                    <a:pt x="7685" y="116"/>
                    <a:pt x="7683" y="261"/>
                  </a:cubicBezTo>
                  <a:cubicBezTo>
                    <a:pt x="7683" y="405"/>
                    <a:pt x="7799" y="524"/>
                    <a:pt x="7944" y="526"/>
                  </a:cubicBezTo>
                  <a:lnTo>
                    <a:pt x="7947" y="526"/>
                  </a:lnTo>
                  <a:cubicBezTo>
                    <a:pt x="8090" y="526"/>
                    <a:pt x="8207" y="410"/>
                    <a:pt x="8209" y="265"/>
                  </a:cubicBezTo>
                  <a:cubicBezTo>
                    <a:pt x="8210" y="121"/>
                    <a:pt x="8093" y="2"/>
                    <a:pt x="7948" y="0"/>
                  </a:cubicBezTo>
                  <a:close/>
                  <a:moveTo>
                    <a:pt x="8733" y="0"/>
                  </a:moveTo>
                  <a:cubicBezTo>
                    <a:pt x="8589" y="0"/>
                    <a:pt x="8469" y="116"/>
                    <a:pt x="8469" y="261"/>
                  </a:cubicBezTo>
                  <a:cubicBezTo>
                    <a:pt x="8468" y="405"/>
                    <a:pt x="8584" y="524"/>
                    <a:pt x="8729" y="526"/>
                  </a:cubicBezTo>
                  <a:lnTo>
                    <a:pt x="8731" y="526"/>
                  </a:lnTo>
                  <a:cubicBezTo>
                    <a:pt x="8874" y="526"/>
                    <a:pt x="8992" y="410"/>
                    <a:pt x="8994" y="265"/>
                  </a:cubicBezTo>
                  <a:cubicBezTo>
                    <a:pt x="8995" y="121"/>
                    <a:pt x="8877" y="2"/>
                    <a:pt x="8733" y="0"/>
                  </a:cubicBezTo>
                  <a:close/>
                  <a:moveTo>
                    <a:pt x="9518" y="0"/>
                  </a:moveTo>
                  <a:cubicBezTo>
                    <a:pt x="9373" y="0"/>
                    <a:pt x="9256" y="116"/>
                    <a:pt x="9254" y="261"/>
                  </a:cubicBezTo>
                  <a:cubicBezTo>
                    <a:pt x="9253" y="405"/>
                    <a:pt x="9369" y="524"/>
                    <a:pt x="9513" y="526"/>
                  </a:cubicBezTo>
                  <a:lnTo>
                    <a:pt x="9516" y="526"/>
                  </a:lnTo>
                  <a:cubicBezTo>
                    <a:pt x="9659" y="526"/>
                    <a:pt x="9777" y="410"/>
                    <a:pt x="9778" y="265"/>
                  </a:cubicBezTo>
                  <a:cubicBezTo>
                    <a:pt x="9780" y="121"/>
                    <a:pt x="9664" y="2"/>
                    <a:pt x="9518" y="0"/>
                  </a:cubicBezTo>
                  <a:close/>
                  <a:moveTo>
                    <a:pt x="2143" y="1095"/>
                  </a:moveTo>
                  <a:cubicBezTo>
                    <a:pt x="2028" y="1095"/>
                    <a:pt x="1929" y="1182"/>
                    <a:pt x="1918" y="1300"/>
                  </a:cubicBezTo>
                  <a:cubicBezTo>
                    <a:pt x="1906" y="1424"/>
                    <a:pt x="1997" y="1535"/>
                    <a:pt x="2121" y="1547"/>
                  </a:cubicBezTo>
                  <a:cubicBezTo>
                    <a:pt x="2128" y="1548"/>
                    <a:pt x="2136" y="1548"/>
                    <a:pt x="2143" y="1548"/>
                  </a:cubicBezTo>
                  <a:cubicBezTo>
                    <a:pt x="2150" y="1548"/>
                    <a:pt x="2158" y="1548"/>
                    <a:pt x="2165" y="1547"/>
                  </a:cubicBezTo>
                  <a:lnTo>
                    <a:pt x="4568" y="1547"/>
                  </a:lnTo>
                  <a:cubicBezTo>
                    <a:pt x="4569" y="1547"/>
                    <a:pt x="4570" y="1547"/>
                    <a:pt x="4571" y="1547"/>
                  </a:cubicBezTo>
                  <a:cubicBezTo>
                    <a:pt x="4694" y="1547"/>
                    <a:pt x="4793" y="1448"/>
                    <a:pt x="4795" y="1325"/>
                  </a:cubicBezTo>
                  <a:cubicBezTo>
                    <a:pt x="4795" y="1321"/>
                    <a:pt x="4795" y="1315"/>
                    <a:pt x="4793" y="1310"/>
                  </a:cubicBezTo>
                  <a:lnTo>
                    <a:pt x="4795" y="1310"/>
                  </a:lnTo>
                  <a:cubicBezTo>
                    <a:pt x="4789" y="1190"/>
                    <a:pt x="4689" y="1096"/>
                    <a:pt x="4568" y="1096"/>
                  </a:cubicBezTo>
                  <a:lnTo>
                    <a:pt x="2165" y="1096"/>
                  </a:lnTo>
                  <a:cubicBezTo>
                    <a:pt x="2158" y="1095"/>
                    <a:pt x="2151" y="1095"/>
                    <a:pt x="2143" y="1095"/>
                  </a:cubicBezTo>
                  <a:close/>
                  <a:moveTo>
                    <a:pt x="227" y="1100"/>
                  </a:moveTo>
                  <a:cubicBezTo>
                    <a:pt x="102" y="1112"/>
                    <a:pt x="11" y="1224"/>
                    <a:pt x="23" y="1348"/>
                  </a:cubicBezTo>
                  <a:cubicBezTo>
                    <a:pt x="33" y="1455"/>
                    <a:pt x="118" y="1541"/>
                    <a:pt x="227" y="1552"/>
                  </a:cubicBezTo>
                  <a:lnTo>
                    <a:pt x="1144" y="1552"/>
                  </a:lnTo>
                  <a:cubicBezTo>
                    <a:pt x="1267" y="1552"/>
                    <a:pt x="1370" y="1450"/>
                    <a:pt x="1370" y="1325"/>
                  </a:cubicBezTo>
                  <a:cubicBezTo>
                    <a:pt x="1370" y="1321"/>
                    <a:pt x="1370" y="1315"/>
                    <a:pt x="1369" y="1310"/>
                  </a:cubicBezTo>
                  <a:lnTo>
                    <a:pt x="1369" y="1315"/>
                  </a:lnTo>
                  <a:cubicBezTo>
                    <a:pt x="1363" y="1194"/>
                    <a:pt x="1263" y="1100"/>
                    <a:pt x="1144" y="1100"/>
                  </a:cubicBezTo>
                  <a:close/>
                  <a:moveTo>
                    <a:pt x="2165" y="2131"/>
                  </a:moveTo>
                  <a:cubicBezTo>
                    <a:pt x="2040" y="2131"/>
                    <a:pt x="1939" y="2232"/>
                    <a:pt x="1939" y="2357"/>
                  </a:cubicBezTo>
                  <a:cubicBezTo>
                    <a:pt x="1939" y="2482"/>
                    <a:pt x="2040" y="2583"/>
                    <a:pt x="2165" y="2583"/>
                  </a:cubicBezTo>
                  <a:lnTo>
                    <a:pt x="4568" y="2583"/>
                  </a:lnTo>
                  <a:cubicBezTo>
                    <a:pt x="4569" y="2583"/>
                    <a:pt x="4570" y="2583"/>
                    <a:pt x="4571" y="2583"/>
                  </a:cubicBezTo>
                  <a:cubicBezTo>
                    <a:pt x="4694" y="2583"/>
                    <a:pt x="4793" y="2484"/>
                    <a:pt x="4795" y="2362"/>
                  </a:cubicBezTo>
                  <a:lnTo>
                    <a:pt x="4795" y="2357"/>
                  </a:lnTo>
                  <a:cubicBezTo>
                    <a:pt x="4795" y="2232"/>
                    <a:pt x="4694" y="2131"/>
                    <a:pt x="4568" y="2131"/>
                  </a:cubicBezTo>
                  <a:close/>
                  <a:moveTo>
                    <a:pt x="227" y="2135"/>
                  </a:moveTo>
                  <a:cubicBezTo>
                    <a:pt x="102" y="2135"/>
                    <a:pt x="0" y="2237"/>
                    <a:pt x="0" y="2362"/>
                  </a:cubicBezTo>
                  <a:cubicBezTo>
                    <a:pt x="0" y="2487"/>
                    <a:pt x="102" y="2588"/>
                    <a:pt x="227" y="2588"/>
                  </a:cubicBezTo>
                  <a:lnTo>
                    <a:pt x="1144" y="2588"/>
                  </a:lnTo>
                  <a:cubicBezTo>
                    <a:pt x="1267" y="2588"/>
                    <a:pt x="1369" y="2487"/>
                    <a:pt x="1369" y="2362"/>
                  </a:cubicBezTo>
                  <a:cubicBezTo>
                    <a:pt x="1369" y="2237"/>
                    <a:pt x="1267" y="2137"/>
                    <a:pt x="1144" y="2135"/>
                  </a:cubicBezTo>
                  <a:close/>
                  <a:moveTo>
                    <a:pt x="5593" y="2104"/>
                  </a:moveTo>
                  <a:cubicBezTo>
                    <a:pt x="5590" y="2104"/>
                    <a:pt x="5586" y="2104"/>
                    <a:pt x="5582" y="2104"/>
                  </a:cubicBezTo>
                  <a:cubicBezTo>
                    <a:pt x="5436" y="2108"/>
                    <a:pt x="5323" y="2229"/>
                    <a:pt x="5328" y="2374"/>
                  </a:cubicBezTo>
                  <a:cubicBezTo>
                    <a:pt x="5332" y="2516"/>
                    <a:pt x="5450" y="2628"/>
                    <a:pt x="5593" y="2628"/>
                  </a:cubicBezTo>
                  <a:cubicBezTo>
                    <a:pt x="5736" y="2628"/>
                    <a:pt x="5852" y="2512"/>
                    <a:pt x="5852" y="2368"/>
                  </a:cubicBezTo>
                  <a:cubicBezTo>
                    <a:pt x="5852" y="2365"/>
                    <a:pt x="5852" y="2360"/>
                    <a:pt x="5852" y="2357"/>
                  </a:cubicBezTo>
                  <a:cubicBezTo>
                    <a:pt x="5848" y="2216"/>
                    <a:pt x="5733" y="2104"/>
                    <a:pt x="5593" y="2104"/>
                  </a:cubicBezTo>
                  <a:close/>
                  <a:moveTo>
                    <a:pt x="6378" y="2104"/>
                  </a:moveTo>
                  <a:cubicBezTo>
                    <a:pt x="6374" y="2104"/>
                    <a:pt x="6371" y="2104"/>
                    <a:pt x="6367" y="2104"/>
                  </a:cubicBezTo>
                  <a:cubicBezTo>
                    <a:pt x="6221" y="2108"/>
                    <a:pt x="6108" y="2229"/>
                    <a:pt x="6112" y="2374"/>
                  </a:cubicBezTo>
                  <a:cubicBezTo>
                    <a:pt x="6117" y="2516"/>
                    <a:pt x="6235" y="2628"/>
                    <a:pt x="6377" y="2628"/>
                  </a:cubicBezTo>
                  <a:cubicBezTo>
                    <a:pt x="6520" y="2628"/>
                    <a:pt x="6637" y="2512"/>
                    <a:pt x="6638" y="2368"/>
                  </a:cubicBezTo>
                  <a:cubicBezTo>
                    <a:pt x="6638" y="2365"/>
                    <a:pt x="6638" y="2360"/>
                    <a:pt x="6637" y="2357"/>
                  </a:cubicBezTo>
                  <a:cubicBezTo>
                    <a:pt x="6632" y="2216"/>
                    <a:pt x="6517" y="2104"/>
                    <a:pt x="6378" y="2104"/>
                  </a:cubicBezTo>
                  <a:close/>
                  <a:moveTo>
                    <a:pt x="7164" y="2104"/>
                  </a:moveTo>
                  <a:cubicBezTo>
                    <a:pt x="7160" y="2104"/>
                    <a:pt x="7157" y="2104"/>
                    <a:pt x="7153" y="2104"/>
                  </a:cubicBezTo>
                  <a:cubicBezTo>
                    <a:pt x="7009" y="2108"/>
                    <a:pt x="6896" y="2229"/>
                    <a:pt x="6900" y="2374"/>
                  </a:cubicBezTo>
                  <a:cubicBezTo>
                    <a:pt x="6905" y="2515"/>
                    <a:pt x="7021" y="2628"/>
                    <a:pt x="7162" y="2628"/>
                  </a:cubicBezTo>
                  <a:cubicBezTo>
                    <a:pt x="7307" y="2628"/>
                    <a:pt x="7424" y="2510"/>
                    <a:pt x="7424" y="2366"/>
                  </a:cubicBezTo>
                  <a:lnTo>
                    <a:pt x="7424" y="2357"/>
                  </a:lnTo>
                  <a:cubicBezTo>
                    <a:pt x="7420" y="2216"/>
                    <a:pt x="7304" y="2104"/>
                    <a:pt x="7164" y="2104"/>
                  </a:cubicBezTo>
                  <a:close/>
                  <a:moveTo>
                    <a:pt x="7949" y="2104"/>
                  </a:moveTo>
                  <a:cubicBezTo>
                    <a:pt x="7945" y="2104"/>
                    <a:pt x="7942" y="2104"/>
                    <a:pt x="7938" y="2104"/>
                  </a:cubicBezTo>
                  <a:cubicBezTo>
                    <a:pt x="7793" y="2108"/>
                    <a:pt x="7680" y="2229"/>
                    <a:pt x="7685" y="2374"/>
                  </a:cubicBezTo>
                  <a:cubicBezTo>
                    <a:pt x="7689" y="2515"/>
                    <a:pt x="7805" y="2628"/>
                    <a:pt x="7947" y="2628"/>
                  </a:cubicBezTo>
                  <a:cubicBezTo>
                    <a:pt x="8091" y="2628"/>
                    <a:pt x="8209" y="2510"/>
                    <a:pt x="8209" y="2366"/>
                  </a:cubicBezTo>
                  <a:lnTo>
                    <a:pt x="8209" y="2357"/>
                  </a:lnTo>
                  <a:cubicBezTo>
                    <a:pt x="8205" y="2216"/>
                    <a:pt x="8090" y="2104"/>
                    <a:pt x="7949" y="2104"/>
                  </a:cubicBezTo>
                  <a:close/>
                  <a:moveTo>
                    <a:pt x="8733" y="2104"/>
                  </a:moveTo>
                  <a:cubicBezTo>
                    <a:pt x="8730" y="2104"/>
                    <a:pt x="8726" y="2104"/>
                    <a:pt x="8723" y="2104"/>
                  </a:cubicBezTo>
                  <a:cubicBezTo>
                    <a:pt x="8578" y="2108"/>
                    <a:pt x="8465" y="2229"/>
                    <a:pt x="8469" y="2374"/>
                  </a:cubicBezTo>
                  <a:cubicBezTo>
                    <a:pt x="8474" y="2515"/>
                    <a:pt x="8590" y="2628"/>
                    <a:pt x="8731" y="2628"/>
                  </a:cubicBezTo>
                  <a:cubicBezTo>
                    <a:pt x="8876" y="2628"/>
                    <a:pt x="8994" y="2510"/>
                    <a:pt x="8994" y="2366"/>
                  </a:cubicBezTo>
                  <a:lnTo>
                    <a:pt x="8994" y="2357"/>
                  </a:lnTo>
                  <a:cubicBezTo>
                    <a:pt x="8989" y="2216"/>
                    <a:pt x="8874" y="2104"/>
                    <a:pt x="8733" y="2104"/>
                  </a:cubicBezTo>
                  <a:close/>
                  <a:moveTo>
                    <a:pt x="9519" y="2104"/>
                  </a:moveTo>
                  <a:cubicBezTo>
                    <a:pt x="9516" y="2104"/>
                    <a:pt x="9512" y="2104"/>
                    <a:pt x="9509" y="2104"/>
                  </a:cubicBezTo>
                  <a:cubicBezTo>
                    <a:pt x="9363" y="2108"/>
                    <a:pt x="9250" y="2229"/>
                    <a:pt x="9254" y="2374"/>
                  </a:cubicBezTo>
                  <a:cubicBezTo>
                    <a:pt x="9259" y="2515"/>
                    <a:pt x="9375" y="2628"/>
                    <a:pt x="9516" y="2628"/>
                  </a:cubicBezTo>
                  <a:cubicBezTo>
                    <a:pt x="9661" y="2628"/>
                    <a:pt x="9778" y="2510"/>
                    <a:pt x="9778" y="2366"/>
                  </a:cubicBezTo>
                  <a:lnTo>
                    <a:pt x="9778" y="2357"/>
                  </a:lnTo>
                  <a:cubicBezTo>
                    <a:pt x="9774" y="2216"/>
                    <a:pt x="9659" y="2104"/>
                    <a:pt x="9519" y="2104"/>
                  </a:cubicBezTo>
                  <a:close/>
                  <a:moveTo>
                    <a:pt x="2165" y="3178"/>
                  </a:moveTo>
                  <a:cubicBezTo>
                    <a:pt x="2040" y="3178"/>
                    <a:pt x="1939" y="3279"/>
                    <a:pt x="1939" y="3404"/>
                  </a:cubicBezTo>
                  <a:cubicBezTo>
                    <a:pt x="1939" y="3529"/>
                    <a:pt x="2040" y="3630"/>
                    <a:pt x="2165" y="3630"/>
                  </a:cubicBezTo>
                  <a:lnTo>
                    <a:pt x="4568" y="3630"/>
                  </a:lnTo>
                  <a:cubicBezTo>
                    <a:pt x="4569" y="3630"/>
                    <a:pt x="4570" y="3630"/>
                    <a:pt x="4571" y="3630"/>
                  </a:cubicBezTo>
                  <a:cubicBezTo>
                    <a:pt x="4694" y="3630"/>
                    <a:pt x="4793" y="3531"/>
                    <a:pt x="4795" y="3408"/>
                  </a:cubicBezTo>
                  <a:lnTo>
                    <a:pt x="4795" y="3404"/>
                  </a:lnTo>
                  <a:cubicBezTo>
                    <a:pt x="4795" y="3280"/>
                    <a:pt x="4696" y="3179"/>
                    <a:pt x="4573" y="3178"/>
                  </a:cubicBezTo>
                  <a:close/>
                  <a:moveTo>
                    <a:pt x="227" y="3182"/>
                  </a:moveTo>
                  <a:cubicBezTo>
                    <a:pt x="102" y="3182"/>
                    <a:pt x="0" y="3283"/>
                    <a:pt x="0" y="3408"/>
                  </a:cubicBezTo>
                  <a:cubicBezTo>
                    <a:pt x="0" y="3533"/>
                    <a:pt x="102" y="3635"/>
                    <a:pt x="227" y="3635"/>
                  </a:cubicBezTo>
                  <a:lnTo>
                    <a:pt x="1144" y="3635"/>
                  </a:lnTo>
                  <a:cubicBezTo>
                    <a:pt x="1267" y="3635"/>
                    <a:pt x="1369" y="3533"/>
                    <a:pt x="1369" y="3408"/>
                  </a:cubicBezTo>
                  <a:cubicBezTo>
                    <a:pt x="1369" y="3283"/>
                    <a:pt x="1267" y="3182"/>
                    <a:pt x="1144" y="3182"/>
                  </a:cubicBezTo>
                  <a:close/>
                  <a:moveTo>
                    <a:pt x="2165" y="4226"/>
                  </a:moveTo>
                  <a:cubicBezTo>
                    <a:pt x="2040" y="4226"/>
                    <a:pt x="1939" y="4327"/>
                    <a:pt x="1939" y="4451"/>
                  </a:cubicBezTo>
                  <a:cubicBezTo>
                    <a:pt x="1939" y="4576"/>
                    <a:pt x="2040" y="4677"/>
                    <a:pt x="2165" y="4677"/>
                  </a:cubicBezTo>
                  <a:lnTo>
                    <a:pt x="4568" y="4677"/>
                  </a:lnTo>
                  <a:cubicBezTo>
                    <a:pt x="4694" y="4677"/>
                    <a:pt x="4795" y="4576"/>
                    <a:pt x="4795" y="4451"/>
                  </a:cubicBezTo>
                  <a:cubicBezTo>
                    <a:pt x="4795" y="4327"/>
                    <a:pt x="4696" y="4226"/>
                    <a:pt x="4573" y="4226"/>
                  </a:cubicBezTo>
                  <a:close/>
                  <a:moveTo>
                    <a:pt x="227" y="4229"/>
                  </a:moveTo>
                  <a:cubicBezTo>
                    <a:pt x="102" y="4229"/>
                    <a:pt x="0" y="4330"/>
                    <a:pt x="0" y="4455"/>
                  </a:cubicBezTo>
                  <a:cubicBezTo>
                    <a:pt x="0" y="4580"/>
                    <a:pt x="102" y="4681"/>
                    <a:pt x="227" y="4681"/>
                  </a:cubicBezTo>
                  <a:lnTo>
                    <a:pt x="1144" y="4681"/>
                  </a:lnTo>
                  <a:cubicBezTo>
                    <a:pt x="1269" y="4680"/>
                    <a:pt x="1370" y="4577"/>
                    <a:pt x="1369" y="4452"/>
                  </a:cubicBezTo>
                  <a:lnTo>
                    <a:pt x="1369" y="4452"/>
                  </a:lnTo>
                  <a:lnTo>
                    <a:pt x="1369" y="4455"/>
                  </a:lnTo>
                  <a:cubicBezTo>
                    <a:pt x="1369" y="4330"/>
                    <a:pt x="1267" y="4229"/>
                    <a:pt x="1144" y="4229"/>
                  </a:cubicBezTo>
                  <a:close/>
                  <a:moveTo>
                    <a:pt x="8273" y="5104"/>
                  </a:moveTo>
                  <a:cubicBezTo>
                    <a:pt x="8128" y="5104"/>
                    <a:pt x="8011" y="5222"/>
                    <a:pt x="8011" y="5366"/>
                  </a:cubicBezTo>
                  <a:cubicBezTo>
                    <a:pt x="8011" y="5511"/>
                    <a:pt x="8128" y="5628"/>
                    <a:pt x="8273" y="5628"/>
                  </a:cubicBezTo>
                  <a:cubicBezTo>
                    <a:pt x="8417" y="5628"/>
                    <a:pt x="8535" y="5511"/>
                    <a:pt x="8535" y="5366"/>
                  </a:cubicBezTo>
                  <a:cubicBezTo>
                    <a:pt x="8535" y="5222"/>
                    <a:pt x="8417" y="5104"/>
                    <a:pt x="8273" y="5104"/>
                  </a:cubicBezTo>
                  <a:close/>
                  <a:moveTo>
                    <a:pt x="9842" y="5104"/>
                  </a:moveTo>
                  <a:cubicBezTo>
                    <a:pt x="9698" y="5104"/>
                    <a:pt x="9580" y="5222"/>
                    <a:pt x="9580" y="5366"/>
                  </a:cubicBezTo>
                  <a:cubicBezTo>
                    <a:pt x="9580" y="5511"/>
                    <a:pt x="9698" y="5628"/>
                    <a:pt x="9842" y="5628"/>
                  </a:cubicBezTo>
                  <a:lnTo>
                    <a:pt x="9845" y="5628"/>
                  </a:lnTo>
                  <a:cubicBezTo>
                    <a:pt x="9988" y="5628"/>
                    <a:pt x="10106" y="5512"/>
                    <a:pt x="10106" y="5368"/>
                  </a:cubicBezTo>
                  <a:lnTo>
                    <a:pt x="10106" y="5366"/>
                  </a:lnTo>
                  <a:cubicBezTo>
                    <a:pt x="10106" y="5222"/>
                    <a:pt x="9988" y="5104"/>
                    <a:pt x="9842" y="5104"/>
                  </a:cubicBezTo>
                  <a:close/>
                  <a:moveTo>
                    <a:pt x="10628" y="5104"/>
                  </a:moveTo>
                  <a:cubicBezTo>
                    <a:pt x="10482" y="5104"/>
                    <a:pt x="10365" y="5222"/>
                    <a:pt x="10365" y="5366"/>
                  </a:cubicBezTo>
                  <a:cubicBezTo>
                    <a:pt x="10365" y="5511"/>
                    <a:pt x="10482" y="5628"/>
                    <a:pt x="10628" y="5628"/>
                  </a:cubicBezTo>
                  <a:lnTo>
                    <a:pt x="10630" y="5628"/>
                  </a:lnTo>
                  <a:cubicBezTo>
                    <a:pt x="10773" y="5628"/>
                    <a:pt x="10890" y="5512"/>
                    <a:pt x="10890" y="5368"/>
                  </a:cubicBezTo>
                  <a:lnTo>
                    <a:pt x="10890" y="5366"/>
                  </a:lnTo>
                  <a:cubicBezTo>
                    <a:pt x="10890" y="5222"/>
                    <a:pt x="10773" y="5104"/>
                    <a:pt x="10628" y="5104"/>
                  </a:cubicBezTo>
                  <a:close/>
                  <a:moveTo>
                    <a:pt x="11413" y="5104"/>
                  </a:moveTo>
                  <a:cubicBezTo>
                    <a:pt x="11267" y="5104"/>
                    <a:pt x="11151" y="5222"/>
                    <a:pt x="11151" y="5366"/>
                  </a:cubicBezTo>
                  <a:cubicBezTo>
                    <a:pt x="11151" y="5511"/>
                    <a:pt x="11267" y="5628"/>
                    <a:pt x="11413" y="5628"/>
                  </a:cubicBezTo>
                  <a:lnTo>
                    <a:pt x="11415" y="5628"/>
                  </a:lnTo>
                  <a:cubicBezTo>
                    <a:pt x="11559" y="5628"/>
                    <a:pt x="11675" y="5512"/>
                    <a:pt x="11675" y="5368"/>
                  </a:cubicBezTo>
                  <a:lnTo>
                    <a:pt x="11675" y="5366"/>
                  </a:lnTo>
                  <a:cubicBezTo>
                    <a:pt x="11675" y="5222"/>
                    <a:pt x="11557" y="5104"/>
                    <a:pt x="11413" y="5104"/>
                  </a:cubicBezTo>
                  <a:close/>
                  <a:moveTo>
                    <a:pt x="12199" y="5104"/>
                  </a:moveTo>
                  <a:cubicBezTo>
                    <a:pt x="12055" y="5104"/>
                    <a:pt x="11937" y="5222"/>
                    <a:pt x="11937" y="5366"/>
                  </a:cubicBezTo>
                  <a:cubicBezTo>
                    <a:pt x="11937" y="5511"/>
                    <a:pt x="12055" y="5628"/>
                    <a:pt x="12199" y="5628"/>
                  </a:cubicBezTo>
                  <a:cubicBezTo>
                    <a:pt x="12344" y="5628"/>
                    <a:pt x="12461" y="5511"/>
                    <a:pt x="12461" y="5366"/>
                  </a:cubicBezTo>
                  <a:cubicBezTo>
                    <a:pt x="12461" y="5222"/>
                    <a:pt x="12344" y="5104"/>
                    <a:pt x="12199" y="5104"/>
                  </a:cubicBezTo>
                  <a:close/>
                  <a:moveTo>
                    <a:pt x="9058" y="5104"/>
                  </a:moveTo>
                  <a:cubicBezTo>
                    <a:pt x="8913" y="5104"/>
                    <a:pt x="8796" y="5222"/>
                    <a:pt x="8796" y="5366"/>
                  </a:cubicBezTo>
                  <a:cubicBezTo>
                    <a:pt x="8796" y="5511"/>
                    <a:pt x="8913" y="5628"/>
                    <a:pt x="9058" y="5628"/>
                  </a:cubicBezTo>
                  <a:cubicBezTo>
                    <a:pt x="9060" y="5628"/>
                    <a:pt x="9063" y="5628"/>
                    <a:pt x="9066" y="5628"/>
                  </a:cubicBezTo>
                  <a:cubicBezTo>
                    <a:pt x="9208" y="5628"/>
                    <a:pt x="9324" y="5517"/>
                    <a:pt x="9329" y="5375"/>
                  </a:cubicBezTo>
                  <a:lnTo>
                    <a:pt x="9329" y="5366"/>
                  </a:lnTo>
                  <a:lnTo>
                    <a:pt x="9320" y="5366"/>
                  </a:lnTo>
                  <a:cubicBezTo>
                    <a:pt x="9320" y="5222"/>
                    <a:pt x="9203" y="5104"/>
                    <a:pt x="9058" y="5104"/>
                  </a:cubicBezTo>
                  <a:close/>
                  <a:moveTo>
                    <a:pt x="5043" y="5272"/>
                  </a:moveTo>
                  <a:cubicBezTo>
                    <a:pt x="4918" y="5272"/>
                    <a:pt x="4817" y="5374"/>
                    <a:pt x="4817" y="5499"/>
                  </a:cubicBezTo>
                  <a:cubicBezTo>
                    <a:pt x="4817" y="5624"/>
                    <a:pt x="4918" y="5725"/>
                    <a:pt x="5043" y="5725"/>
                  </a:cubicBezTo>
                  <a:lnTo>
                    <a:pt x="7447" y="5725"/>
                  </a:lnTo>
                  <a:cubicBezTo>
                    <a:pt x="7572" y="5725"/>
                    <a:pt x="7673" y="5624"/>
                    <a:pt x="7673" y="5499"/>
                  </a:cubicBezTo>
                  <a:cubicBezTo>
                    <a:pt x="7674" y="5375"/>
                    <a:pt x="7575" y="5274"/>
                    <a:pt x="7451" y="5272"/>
                  </a:cubicBezTo>
                  <a:close/>
                  <a:moveTo>
                    <a:pt x="227" y="5277"/>
                  </a:moveTo>
                  <a:cubicBezTo>
                    <a:pt x="102" y="5277"/>
                    <a:pt x="0" y="5378"/>
                    <a:pt x="0" y="5503"/>
                  </a:cubicBezTo>
                  <a:cubicBezTo>
                    <a:pt x="0" y="5627"/>
                    <a:pt x="102" y="5728"/>
                    <a:pt x="227" y="5728"/>
                  </a:cubicBezTo>
                  <a:lnTo>
                    <a:pt x="1144" y="5728"/>
                  </a:lnTo>
                  <a:cubicBezTo>
                    <a:pt x="1269" y="5728"/>
                    <a:pt x="1370" y="5624"/>
                    <a:pt x="1369" y="5499"/>
                  </a:cubicBezTo>
                  <a:lnTo>
                    <a:pt x="1369" y="5499"/>
                  </a:lnTo>
                  <a:lnTo>
                    <a:pt x="1369" y="5503"/>
                  </a:lnTo>
                  <a:cubicBezTo>
                    <a:pt x="1369" y="5378"/>
                    <a:pt x="1267" y="5277"/>
                    <a:pt x="1144" y="5277"/>
                  </a:cubicBezTo>
                  <a:close/>
                  <a:moveTo>
                    <a:pt x="5022" y="6318"/>
                  </a:moveTo>
                  <a:cubicBezTo>
                    <a:pt x="4907" y="6318"/>
                    <a:pt x="4807" y="6405"/>
                    <a:pt x="4796" y="6522"/>
                  </a:cubicBezTo>
                  <a:cubicBezTo>
                    <a:pt x="4784" y="6647"/>
                    <a:pt x="4875" y="6757"/>
                    <a:pt x="5000" y="6769"/>
                  </a:cubicBezTo>
                  <a:cubicBezTo>
                    <a:pt x="5007" y="6770"/>
                    <a:pt x="5014" y="6770"/>
                    <a:pt x="5021" y="6770"/>
                  </a:cubicBezTo>
                  <a:cubicBezTo>
                    <a:pt x="5029" y="6770"/>
                    <a:pt x="5036" y="6770"/>
                    <a:pt x="5043" y="6769"/>
                  </a:cubicBezTo>
                  <a:lnTo>
                    <a:pt x="7447" y="6769"/>
                  </a:lnTo>
                  <a:cubicBezTo>
                    <a:pt x="7447" y="6769"/>
                    <a:pt x="7448" y="6769"/>
                    <a:pt x="7449" y="6769"/>
                  </a:cubicBezTo>
                  <a:cubicBezTo>
                    <a:pt x="7572" y="6769"/>
                    <a:pt x="7671" y="6670"/>
                    <a:pt x="7673" y="6547"/>
                  </a:cubicBezTo>
                  <a:lnTo>
                    <a:pt x="7673" y="6543"/>
                  </a:lnTo>
                  <a:cubicBezTo>
                    <a:pt x="7673" y="6419"/>
                    <a:pt x="7573" y="6319"/>
                    <a:pt x="7450" y="6319"/>
                  </a:cubicBezTo>
                  <a:lnTo>
                    <a:pt x="5043" y="6319"/>
                  </a:lnTo>
                  <a:cubicBezTo>
                    <a:pt x="5036" y="6318"/>
                    <a:pt x="5029" y="6318"/>
                    <a:pt x="5022" y="6318"/>
                  </a:cubicBezTo>
                  <a:close/>
                  <a:moveTo>
                    <a:pt x="227" y="6324"/>
                  </a:moveTo>
                  <a:cubicBezTo>
                    <a:pt x="102" y="6336"/>
                    <a:pt x="11" y="6446"/>
                    <a:pt x="23" y="6571"/>
                  </a:cubicBezTo>
                  <a:cubicBezTo>
                    <a:pt x="33" y="6678"/>
                    <a:pt x="118" y="6763"/>
                    <a:pt x="227" y="6773"/>
                  </a:cubicBezTo>
                  <a:lnTo>
                    <a:pt x="1144" y="6773"/>
                  </a:lnTo>
                  <a:cubicBezTo>
                    <a:pt x="1267" y="6773"/>
                    <a:pt x="1369" y="6672"/>
                    <a:pt x="1369" y="6547"/>
                  </a:cubicBezTo>
                  <a:cubicBezTo>
                    <a:pt x="1369" y="6423"/>
                    <a:pt x="1267" y="6324"/>
                    <a:pt x="1144" y="6324"/>
                  </a:cubicBezTo>
                  <a:close/>
                  <a:moveTo>
                    <a:pt x="8276" y="7268"/>
                  </a:moveTo>
                  <a:cubicBezTo>
                    <a:pt x="8131" y="7268"/>
                    <a:pt x="8012" y="7384"/>
                    <a:pt x="8011" y="7528"/>
                  </a:cubicBezTo>
                  <a:cubicBezTo>
                    <a:pt x="8009" y="7673"/>
                    <a:pt x="8127" y="7792"/>
                    <a:pt x="8271" y="7793"/>
                  </a:cubicBezTo>
                  <a:lnTo>
                    <a:pt x="8273" y="7793"/>
                  </a:lnTo>
                  <a:cubicBezTo>
                    <a:pt x="8417" y="7793"/>
                    <a:pt x="8535" y="7677"/>
                    <a:pt x="8535" y="7533"/>
                  </a:cubicBezTo>
                  <a:lnTo>
                    <a:pt x="8536" y="7533"/>
                  </a:lnTo>
                  <a:cubicBezTo>
                    <a:pt x="8536" y="7388"/>
                    <a:pt x="8420" y="7269"/>
                    <a:pt x="8276" y="7268"/>
                  </a:cubicBezTo>
                  <a:close/>
                  <a:moveTo>
                    <a:pt x="9069" y="7268"/>
                  </a:moveTo>
                  <a:cubicBezTo>
                    <a:pt x="8924" y="7268"/>
                    <a:pt x="8806" y="7384"/>
                    <a:pt x="8804" y="7528"/>
                  </a:cubicBezTo>
                  <a:cubicBezTo>
                    <a:pt x="8803" y="7673"/>
                    <a:pt x="8919" y="7792"/>
                    <a:pt x="9065" y="7793"/>
                  </a:cubicBezTo>
                  <a:lnTo>
                    <a:pt x="9067" y="7793"/>
                  </a:lnTo>
                  <a:cubicBezTo>
                    <a:pt x="9211" y="7793"/>
                    <a:pt x="9327" y="7677"/>
                    <a:pt x="9329" y="7533"/>
                  </a:cubicBezTo>
                  <a:cubicBezTo>
                    <a:pt x="9330" y="7388"/>
                    <a:pt x="9214" y="7269"/>
                    <a:pt x="9069" y="7268"/>
                  </a:cubicBezTo>
                  <a:close/>
                  <a:moveTo>
                    <a:pt x="9854" y="7268"/>
                  </a:moveTo>
                  <a:cubicBezTo>
                    <a:pt x="9708" y="7268"/>
                    <a:pt x="9591" y="7384"/>
                    <a:pt x="9589" y="7528"/>
                  </a:cubicBezTo>
                  <a:cubicBezTo>
                    <a:pt x="9588" y="7673"/>
                    <a:pt x="9705" y="7792"/>
                    <a:pt x="9850" y="7793"/>
                  </a:cubicBezTo>
                  <a:lnTo>
                    <a:pt x="9854" y="7793"/>
                  </a:lnTo>
                  <a:cubicBezTo>
                    <a:pt x="9994" y="7787"/>
                    <a:pt x="10104" y="7673"/>
                    <a:pt x="10106" y="7533"/>
                  </a:cubicBezTo>
                  <a:lnTo>
                    <a:pt x="10113" y="7533"/>
                  </a:lnTo>
                  <a:cubicBezTo>
                    <a:pt x="10115" y="7388"/>
                    <a:pt x="9999" y="7269"/>
                    <a:pt x="9854" y="7268"/>
                  </a:cubicBezTo>
                  <a:close/>
                  <a:moveTo>
                    <a:pt x="10639" y="7268"/>
                  </a:moveTo>
                  <a:cubicBezTo>
                    <a:pt x="10494" y="7268"/>
                    <a:pt x="10375" y="7384"/>
                    <a:pt x="10374" y="7528"/>
                  </a:cubicBezTo>
                  <a:cubicBezTo>
                    <a:pt x="10372" y="7673"/>
                    <a:pt x="10490" y="7792"/>
                    <a:pt x="10634" y="7793"/>
                  </a:cubicBezTo>
                  <a:lnTo>
                    <a:pt x="10639" y="7793"/>
                  </a:lnTo>
                  <a:cubicBezTo>
                    <a:pt x="10779" y="7787"/>
                    <a:pt x="10889" y="7673"/>
                    <a:pt x="10890" y="7533"/>
                  </a:cubicBezTo>
                  <a:lnTo>
                    <a:pt x="10899" y="7533"/>
                  </a:lnTo>
                  <a:cubicBezTo>
                    <a:pt x="10899" y="7388"/>
                    <a:pt x="10783" y="7269"/>
                    <a:pt x="10639" y="7268"/>
                  </a:cubicBezTo>
                  <a:close/>
                  <a:moveTo>
                    <a:pt x="11423" y="7268"/>
                  </a:moveTo>
                  <a:cubicBezTo>
                    <a:pt x="11279" y="7268"/>
                    <a:pt x="11160" y="7384"/>
                    <a:pt x="11158" y="7528"/>
                  </a:cubicBezTo>
                  <a:cubicBezTo>
                    <a:pt x="11158" y="7673"/>
                    <a:pt x="11275" y="7792"/>
                    <a:pt x="11419" y="7793"/>
                  </a:cubicBezTo>
                  <a:lnTo>
                    <a:pt x="11423" y="7793"/>
                  </a:lnTo>
                  <a:cubicBezTo>
                    <a:pt x="11563" y="7787"/>
                    <a:pt x="11674" y="7673"/>
                    <a:pt x="11675" y="7533"/>
                  </a:cubicBezTo>
                  <a:lnTo>
                    <a:pt x="11684" y="7533"/>
                  </a:lnTo>
                  <a:cubicBezTo>
                    <a:pt x="11684" y="7388"/>
                    <a:pt x="11568" y="7269"/>
                    <a:pt x="11423" y="7268"/>
                  </a:cubicBezTo>
                  <a:close/>
                  <a:moveTo>
                    <a:pt x="12210" y="7268"/>
                  </a:moveTo>
                  <a:cubicBezTo>
                    <a:pt x="12065" y="7268"/>
                    <a:pt x="11948" y="7384"/>
                    <a:pt x="11946" y="7528"/>
                  </a:cubicBezTo>
                  <a:cubicBezTo>
                    <a:pt x="11945" y="7673"/>
                    <a:pt x="12061" y="7792"/>
                    <a:pt x="12207" y="7793"/>
                  </a:cubicBezTo>
                  <a:lnTo>
                    <a:pt x="12208" y="7793"/>
                  </a:lnTo>
                  <a:cubicBezTo>
                    <a:pt x="12348" y="7789"/>
                    <a:pt x="12461" y="7673"/>
                    <a:pt x="12461" y="7533"/>
                  </a:cubicBezTo>
                  <a:lnTo>
                    <a:pt x="12470" y="7533"/>
                  </a:lnTo>
                  <a:cubicBezTo>
                    <a:pt x="12472" y="7388"/>
                    <a:pt x="12356" y="7269"/>
                    <a:pt x="12210" y="7268"/>
                  </a:cubicBezTo>
                  <a:close/>
                  <a:moveTo>
                    <a:pt x="5043" y="7364"/>
                  </a:moveTo>
                  <a:cubicBezTo>
                    <a:pt x="4918" y="7364"/>
                    <a:pt x="4819" y="7466"/>
                    <a:pt x="4819" y="7591"/>
                  </a:cubicBezTo>
                  <a:cubicBezTo>
                    <a:pt x="4819" y="7716"/>
                    <a:pt x="4920" y="7816"/>
                    <a:pt x="5043" y="7816"/>
                  </a:cubicBezTo>
                  <a:lnTo>
                    <a:pt x="7447" y="7816"/>
                  </a:lnTo>
                  <a:cubicBezTo>
                    <a:pt x="7447" y="7816"/>
                    <a:pt x="7448" y="7816"/>
                    <a:pt x="7449" y="7816"/>
                  </a:cubicBezTo>
                  <a:cubicBezTo>
                    <a:pt x="7572" y="7816"/>
                    <a:pt x="7671" y="7718"/>
                    <a:pt x="7673" y="7594"/>
                  </a:cubicBezTo>
                  <a:lnTo>
                    <a:pt x="7673" y="7591"/>
                  </a:lnTo>
                  <a:cubicBezTo>
                    <a:pt x="7673" y="7466"/>
                    <a:pt x="7572" y="7364"/>
                    <a:pt x="7447" y="7364"/>
                  </a:cubicBezTo>
                  <a:close/>
                  <a:moveTo>
                    <a:pt x="227" y="7369"/>
                  </a:moveTo>
                  <a:cubicBezTo>
                    <a:pt x="102" y="7369"/>
                    <a:pt x="0" y="7470"/>
                    <a:pt x="0" y="7595"/>
                  </a:cubicBezTo>
                  <a:cubicBezTo>
                    <a:pt x="0" y="7719"/>
                    <a:pt x="102" y="7820"/>
                    <a:pt x="227" y="7820"/>
                  </a:cubicBezTo>
                  <a:lnTo>
                    <a:pt x="1144" y="7820"/>
                  </a:lnTo>
                  <a:cubicBezTo>
                    <a:pt x="1267" y="7820"/>
                    <a:pt x="1369" y="7719"/>
                    <a:pt x="1369" y="7595"/>
                  </a:cubicBezTo>
                  <a:cubicBezTo>
                    <a:pt x="1369" y="7470"/>
                    <a:pt x="1267" y="7370"/>
                    <a:pt x="1144" y="7369"/>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031;p40">
              <a:extLst>
                <a:ext uri="{FF2B5EF4-FFF2-40B4-BE49-F238E27FC236}">
                  <a16:creationId xmlns:a16="http://schemas.microsoft.com/office/drawing/2014/main" id="{F4912851-903E-E624-ACCE-3C04E3336754}"/>
                </a:ext>
              </a:extLst>
            </p:cNvPr>
            <p:cNvSpPr/>
            <p:nvPr/>
          </p:nvSpPr>
          <p:spPr>
            <a:xfrm>
              <a:off x="4179400" y="3619975"/>
              <a:ext cx="311575" cy="195375"/>
            </a:xfrm>
            <a:custGeom>
              <a:avLst/>
              <a:gdLst/>
              <a:ahLst/>
              <a:cxnLst/>
              <a:rect l="l" t="t" r="r" b="b"/>
              <a:pathLst>
                <a:path w="12463" h="7815" extrusionOk="0">
                  <a:moveTo>
                    <a:pt x="227" y="38"/>
                  </a:moveTo>
                  <a:cubicBezTo>
                    <a:pt x="102" y="38"/>
                    <a:pt x="0" y="137"/>
                    <a:pt x="0" y="262"/>
                  </a:cubicBezTo>
                  <a:cubicBezTo>
                    <a:pt x="0" y="388"/>
                    <a:pt x="102" y="489"/>
                    <a:pt x="227" y="489"/>
                  </a:cubicBezTo>
                  <a:lnTo>
                    <a:pt x="1144" y="489"/>
                  </a:lnTo>
                  <a:cubicBezTo>
                    <a:pt x="1267" y="489"/>
                    <a:pt x="1369" y="388"/>
                    <a:pt x="1369" y="264"/>
                  </a:cubicBezTo>
                  <a:cubicBezTo>
                    <a:pt x="1369" y="139"/>
                    <a:pt x="1267" y="38"/>
                    <a:pt x="1144" y="38"/>
                  </a:cubicBezTo>
                  <a:close/>
                  <a:moveTo>
                    <a:pt x="2165" y="36"/>
                  </a:moveTo>
                  <a:cubicBezTo>
                    <a:pt x="2040" y="36"/>
                    <a:pt x="1939" y="137"/>
                    <a:pt x="1939" y="262"/>
                  </a:cubicBezTo>
                  <a:cubicBezTo>
                    <a:pt x="1938" y="388"/>
                    <a:pt x="2039" y="489"/>
                    <a:pt x="2164" y="489"/>
                  </a:cubicBezTo>
                  <a:lnTo>
                    <a:pt x="4568" y="489"/>
                  </a:lnTo>
                  <a:cubicBezTo>
                    <a:pt x="4694" y="489"/>
                    <a:pt x="4795" y="388"/>
                    <a:pt x="4795" y="262"/>
                  </a:cubicBezTo>
                  <a:cubicBezTo>
                    <a:pt x="4795" y="139"/>
                    <a:pt x="4696" y="38"/>
                    <a:pt x="4573" y="36"/>
                  </a:cubicBezTo>
                  <a:close/>
                  <a:moveTo>
                    <a:pt x="5590" y="0"/>
                  </a:moveTo>
                  <a:cubicBezTo>
                    <a:pt x="5445" y="0"/>
                    <a:pt x="5328" y="118"/>
                    <a:pt x="5328" y="262"/>
                  </a:cubicBezTo>
                  <a:cubicBezTo>
                    <a:pt x="5328" y="408"/>
                    <a:pt x="5445" y="524"/>
                    <a:pt x="5590" y="524"/>
                  </a:cubicBezTo>
                  <a:lnTo>
                    <a:pt x="5591" y="524"/>
                  </a:lnTo>
                  <a:cubicBezTo>
                    <a:pt x="5736" y="524"/>
                    <a:pt x="5852" y="407"/>
                    <a:pt x="5852" y="262"/>
                  </a:cubicBezTo>
                  <a:cubicBezTo>
                    <a:pt x="5852" y="118"/>
                    <a:pt x="5734" y="0"/>
                    <a:pt x="5590" y="0"/>
                  </a:cubicBezTo>
                  <a:close/>
                  <a:moveTo>
                    <a:pt x="6375" y="0"/>
                  </a:moveTo>
                  <a:cubicBezTo>
                    <a:pt x="6230" y="0"/>
                    <a:pt x="6112" y="118"/>
                    <a:pt x="6112" y="262"/>
                  </a:cubicBezTo>
                  <a:cubicBezTo>
                    <a:pt x="6112" y="408"/>
                    <a:pt x="6230" y="524"/>
                    <a:pt x="6375" y="524"/>
                  </a:cubicBezTo>
                  <a:lnTo>
                    <a:pt x="6376" y="524"/>
                  </a:lnTo>
                  <a:cubicBezTo>
                    <a:pt x="6520" y="524"/>
                    <a:pt x="6637" y="408"/>
                    <a:pt x="6637" y="265"/>
                  </a:cubicBezTo>
                  <a:lnTo>
                    <a:pt x="6637" y="262"/>
                  </a:lnTo>
                  <a:cubicBezTo>
                    <a:pt x="6637" y="118"/>
                    <a:pt x="6519" y="0"/>
                    <a:pt x="6375" y="0"/>
                  </a:cubicBezTo>
                  <a:close/>
                  <a:moveTo>
                    <a:pt x="7162" y="0"/>
                  </a:moveTo>
                  <a:cubicBezTo>
                    <a:pt x="7016" y="0"/>
                    <a:pt x="6899" y="118"/>
                    <a:pt x="6899" y="262"/>
                  </a:cubicBezTo>
                  <a:cubicBezTo>
                    <a:pt x="6899" y="408"/>
                    <a:pt x="7016" y="524"/>
                    <a:pt x="7162" y="524"/>
                  </a:cubicBezTo>
                  <a:cubicBezTo>
                    <a:pt x="7307" y="524"/>
                    <a:pt x="7424" y="408"/>
                    <a:pt x="7424" y="262"/>
                  </a:cubicBezTo>
                  <a:cubicBezTo>
                    <a:pt x="7424" y="118"/>
                    <a:pt x="7307" y="0"/>
                    <a:pt x="7162" y="0"/>
                  </a:cubicBezTo>
                  <a:close/>
                  <a:moveTo>
                    <a:pt x="7947" y="0"/>
                  </a:moveTo>
                  <a:cubicBezTo>
                    <a:pt x="7801" y="0"/>
                    <a:pt x="7685" y="118"/>
                    <a:pt x="7685" y="262"/>
                  </a:cubicBezTo>
                  <a:cubicBezTo>
                    <a:pt x="7685" y="408"/>
                    <a:pt x="7801" y="524"/>
                    <a:pt x="7947" y="524"/>
                  </a:cubicBezTo>
                  <a:cubicBezTo>
                    <a:pt x="8091" y="524"/>
                    <a:pt x="8209" y="408"/>
                    <a:pt x="8209" y="262"/>
                  </a:cubicBezTo>
                  <a:cubicBezTo>
                    <a:pt x="8209" y="118"/>
                    <a:pt x="8091" y="0"/>
                    <a:pt x="7947" y="0"/>
                  </a:cubicBezTo>
                  <a:close/>
                  <a:moveTo>
                    <a:pt x="8731" y="0"/>
                  </a:moveTo>
                  <a:cubicBezTo>
                    <a:pt x="8587" y="0"/>
                    <a:pt x="8469" y="118"/>
                    <a:pt x="8469" y="262"/>
                  </a:cubicBezTo>
                  <a:cubicBezTo>
                    <a:pt x="8469" y="408"/>
                    <a:pt x="8587" y="524"/>
                    <a:pt x="8731" y="524"/>
                  </a:cubicBezTo>
                  <a:cubicBezTo>
                    <a:pt x="8876" y="524"/>
                    <a:pt x="8994" y="408"/>
                    <a:pt x="8994" y="262"/>
                  </a:cubicBezTo>
                  <a:cubicBezTo>
                    <a:pt x="8994" y="118"/>
                    <a:pt x="8876" y="0"/>
                    <a:pt x="8731" y="0"/>
                  </a:cubicBezTo>
                  <a:close/>
                  <a:moveTo>
                    <a:pt x="9516" y="0"/>
                  </a:moveTo>
                  <a:cubicBezTo>
                    <a:pt x="9372" y="0"/>
                    <a:pt x="9254" y="118"/>
                    <a:pt x="9254" y="262"/>
                  </a:cubicBezTo>
                  <a:cubicBezTo>
                    <a:pt x="9254" y="408"/>
                    <a:pt x="9372" y="524"/>
                    <a:pt x="9516" y="524"/>
                  </a:cubicBezTo>
                  <a:cubicBezTo>
                    <a:pt x="9661" y="524"/>
                    <a:pt x="9778" y="408"/>
                    <a:pt x="9778" y="262"/>
                  </a:cubicBezTo>
                  <a:cubicBezTo>
                    <a:pt x="9778" y="118"/>
                    <a:pt x="9661" y="0"/>
                    <a:pt x="9516" y="0"/>
                  </a:cubicBezTo>
                  <a:close/>
                  <a:moveTo>
                    <a:pt x="227" y="1086"/>
                  </a:moveTo>
                  <a:cubicBezTo>
                    <a:pt x="102" y="1086"/>
                    <a:pt x="0" y="1187"/>
                    <a:pt x="0" y="1312"/>
                  </a:cubicBezTo>
                  <a:cubicBezTo>
                    <a:pt x="0" y="1437"/>
                    <a:pt x="102" y="1538"/>
                    <a:pt x="227" y="1538"/>
                  </a:cubicBezTo>
                  <a:lnTo>
                    <a:pt x="1144" y="1538"/>
                  </a:lnTo>
                  <a:cubicBezTo>
                    <a:pt x="1269" y="1537"/>
                    <a:pt x="1369" y="1436"/>
                    <a:pt x="1369" y="1311"/>
                  </a:cubicBezTo>
                  <a:cubicBezTo>
                    <a:pt x="1369" y="1186"/>
                    <a:pt x="1267" y="1086"/>
                    <a:pt x="1144" y="1086"/>
                  </a:cubicBezTo>
                  <a:close/>
                  <a:moveTo>
                    <a:pt x="2165" y="1086"/>
                  </a:moveTo>
                  <a:cubicBezTo>
                    <a:pt x="2040" y="1086"/>
                    <a:pt x="1939" y="1187"/>
                    <a:pt x="1939" y="1312"/>
                  </a:cubicBezTo>
                  <a:cubicBezTo>
                    <a:pt x="1939" y="1437"/>
                    <a:pt x="2040" y="1538"/>
                    <a:pt x="2165" y="1538"/>
                  </a:cubicBezTo>
                  <a:lnTo>
                    <a:pt x="4568" y="1538"/>
                  </a:lnTo>
                  <a:cubicBezTo>
                    <a:pt x="4694" y="1538"/>
                    <a:pt x="4795" y="1437"/>
                    <a:pt x="4795" y="1312"/>
                  </a:cubicBezTo>
                  <a:lnTo>
                    <a:pt x="4795" y="1311"/>
                  </a:lnTo>
                  <a:cubicBezTo>
                    <a:pt x="4795" y="1187"/>
                    <a:pt x="4694" y="1086"/>
                    <a:pt x="4570" y="1086"/>
                  </a:cubicBezTo>
                  <a:close/>
                  <a:moveTo>
                    <a:pt x="227" y="2128"/>
                  </a:moveTo>
                  <a:cubicBezTo>
                    <a:pt x="102" y="2130"/>
                    <a:pt x="0" y="2231"/>
                    <a:pt x="0" y="2356"/>
                  </a:cubicBezTo>
                  <a:cubicBezTo>
                    <a:pt x="0" y="2479"/>
                    <a:pt x="102" y="2581"/>
                    <a:pt x="227" y="2581"/>
                  </a:cubicBezTo>
                  <a:lnTo>
                    <a:pt x="1144" y="2581"/>
                  </a:lnTo>
                  <a:cubicBezTo>
                    <a:pt x="1265" y="2581"/>
                    <a:pt x="1364" y="2485"/>
                    <a:pt x="1369" y="2365"/>
                  </a:cubicBezTo>
                  <a:lnTo>
                    <a:pt x="1369" y="2354"/>
                  </a:lnTo>
                  <a:cubicBezTo>
                    <a:pt x="1369" y="2231"/>
                    <a:pt x="1267" y="2130"/>
                    <a:pt x="1144" y="2128"/>
                  </a:cubicBezTo>
                  <a:close/>
                  <a:moveTo>
                    <a:pt x="2165" y="2128"/>
                  </a:moveTo>
                  <a:cubicBezTo>
                    <a:pt x="2040" y="2130"/>
                    <a:pt x="1939" y="2231"/>
                    <a:pt x="1939" y="2356"/>
                  </a:cubicBezTo>
                  <a:cubicBezTo>
                    <a:pt x="1939" y="2479"/>
                    <a:pt x="2040" y="2581"/>
                    <a:pt x="2165" y="2581"/>
                  </a:cubicBezTo>
                  <a:lnTo>
                    <a:pt x="4568" y="2581"/>
                  </a:lnTo>
                  <a:cubicBezTo>
                    <a:pt x="4569" y="2581"/>
                    <a:pt x="4570" y="2581"/>
                    <a:pt x="4571" y="2581"/>
                  </a:cubicBezTo>
                  <a:cubicBezTo>
                    <a:pt x="4691" y="2581"/>
                    <a:pt x="4790" y="2486"/>
                    <a:pt x="4795" y="2365"/>
                  </a:cubicBezTo>
                  <a:lnTo>
                    <a:pt x="4795" y="2354"/>
                  </a:lnTo>
                  <a:cubicBezTo>
                    <a:pt x="4795" y="2229"/>
                    <a:pt x="4694" y="2128"/>
                    <a:pt x="4568" y="2128"/>
                  </a:cubicBezTo>
                  <a:close/>
                  <a:moveTo>
                    <a:pt x="5590" y="2103"/>
                  </a:moveTo>
                  <a:cubicBezTo>
                    <a:pt x="5445" y="2103"/>
                    <a:pt x="5328" y="2220"/>
                    <a:pt x="5328" y="2366"/>
                  </a:cubicBezTo>
                  <a:cubicBezTo>
                    <a:pt x="5328" y="2511"/>
                    <a:pt x="5445" y="2628"/>
                    <a:pt x="5590" y="2628"/>
                  </a:cubicBezTo>
                  <a:lnTo>
                    <a:pt x="5593" y="2628"/>
                  </a:lnTo>
                  <a:cubicBezTo>
                    <a:pt x="5736" y="2628"/>
                    <a:pt x="5852" y="2511"/>
                    <a:pt x="5852" y="2368"/>
                  </a:cubicBezTo>
                  <a:lnTo>
                    <a:pt x="5852" y="2366"/>
                  </a:lnTo>
                  <a:cubicBezTo>
                    <a:pt x="5852" y="2220"/>
                    <a:pt x="5734" y="2103"/>
                    <a:pt x="5590" y="2103"/>
                  </a:cubicBezTo>
                  <a:close/>
                  <a:moveTo>
                    <a:pt x="6375" y="2103"/>
                  </a:moveTo>
                  <a:cubicBezTo>
                    <a:pt x="6230" y="2103"/>
                    <a:pt x="6112" y="2220"/>
                    <a:pt x="6112" y="2366"/>
                  </a:cubicBezTo>
                  <a:cubicBezTo>
                    <a:pt x="6112" y="2511"/>
                    <a:pt x="6230" y="2628"/>
                    <a:pt x="6375" y="2628"/>
                  </a:cubicBezTo>
                  <a:lnTo>
                    <a:pt x="6377" y="2628"/>
                  </a:lnTo>
                  <a:cubicBezTo>
                    <a:pt x="6520" y="2628"/>
                    <a:pt x="6637" y="2511"/>
                    <a:pt x="6637" y="2368"/>
                  </a:cubicBezTo>
                  <a:lnTo>
                    <a:pt x="6637" y="2366"/>
                  </a:lnTo>
                  <a:cubicBezTo>
                    <a:pt x="6637" y="2220"/>
                    <a:pt x="6520" y="2103"/>
                    <a:pt x="6375" y="2103"/>
                  </a:cubicBezTo>
                  <a:close/>
                  <a:moveTo>
                    <a:pt x="7162" y="2103"/>
                  </a:moveTo>
                  <a:cubicBezTo>
                    <a:pt x="7018" y="2103"/>
                    <a:pt x="6900" y="2220"/>
                    <a:pt x="6900" y="2366"/>
                  </a:cubicBezTo>
                  <a:cubicBezTo>
                    <a:pt x="6900" y="2511"/>
                    <a:pt x="7018" y="2628"/>
                    <a:pt x="7162" y="2628"/>
                  </a:cubicBezTo>
                  <a:cubicBezTo>
                    <a:pt x="7307" y="2628"/>
                    <a:pt x="7424" y="2511"/>
                    <a:pt x="7424" y="2366"/>
                  </a:cubicBezTo>
                  <a:cubicBezTo>
                    <a:pt x="7424" y="2220"/>
                    <a:pt x="7307" y="2103"/>
                    <a:pt x="7162" y="2103"/>
                  </a:cubicBezTo>
                  <a:close/>
                  <a:moveTo>
                    <a:pt x="7947" y="2103"/>
                  </a:moveTo>
                  <a:cubicBezTo>
                    <a:pt x="7802" y="2103"/>
                    <a:pt x="7685" y="2220"/>
                    <a:pt x="7685" y="2366"/>
                  </a:cubicBezTo>
                  <a:cubicBezTo>
                    <a:pt x="7685" y="2511"/>
                    <a:pt x="7802" y="2628"/>
                    <a:pt x="7947" y="2628"/>
                  </a:cubicBezTo>
                  <a:cubicBezTo>
                    <a:pt x="8091" y="2628"/>
                    <a:pt x="8209" y="2511"/>
                    <a:pt x="8209" y="2366"/>
                  </a:cubicBezTo>
                  <a:cubicBezTo>
                    <a:pt x="8209" y="2220"/>
                    <a:pt x="8091" y="2103"/>
                    <a:pt x="7947" y="2103"/>
                  </a:cubicBezTo>
                  <a:close/>
                  <a:moveTo>
                    <a:pt x="8731" y="2103"/>
                  </a:moveTo>
                  <a:cubicBezTo>
                    <a:pt x="8587" y="2103"/>
                    <a:pt x="8469" y="2220"/>
                    <a:pt x="8469" y="2366"/>
                  </a:cubicBezTo>
                  <a:cubicBezTo>
                    <a:pt x="8469" y="2511"/>
                    <a:pt x="8587" y="2628"/>
                    <a:pt x="8731" y="2628"/>
                  </a:cubicBezTo>
                  <a:cubicBezTo>
                    <a:pt x="8876" y="2628"/>
                    <a:pt x="8994" y="2511"/>
                    <a:pt x="8994" y="2366"/>
                  </a:cubicBezTo>
                  <a:cubicBezTo>
                    <a:pt x="8994" y="2220"/>
                    <a:pt x="8876" y="2103"/>
                    <a:pt x="8731" y="2103"/>
                  </a:cubicBezTo>
                  <a:close/>
                  <a:moveTo>
                    <a:pt x="9516" y="2103"/>
                  </a:moveTo>
                  <a:cubicBezTo>
                    <a:pt x="9372" y="2103"/>
                    <a:pt x="9254" y="2220"/>
                    <a:pt x="9254" y="2366"/>
                  </a:cubicBezTo>
                  <a:cubicBezTo>
                    <a:pt x="9254" y="2511"/>
                    <a:pt x="9372" y="2628"/>
                    <a:pt x="9516" y="2628"/>
                  </a:cubicBezTo>
                  <a:cubicBezTo>
                    <a:pt x="9661" y="2628"/>
                    <a:pt x="9778" y="2511"/>
                    <a:pt x="9778" y="2366"/>
                  </a:cubicBezTo>
                  <a:cubicBezTo>
                    <a:pt x="9778" y="2220"/>
                    <a:pt x="9661" y="2103"/>
                    <a:pt x="9516" y="2103"/>
                  </a:cubicBezTo>
                  <a:close/>
                  <a:moveTo>
                    <a:pt x="227" y="3176"/>
                  </a:moveTo>
                  <a:cubicBezTo>
                    <a:pt x="102" y="3176"/>
                    <a:pt x="0" y="3278"/>
                    <a:pt x="0" y="3403"/>
                  </a:cubicBezTo>
                  <a:cubicBezTo>
                    <a:pt x="0" y="3526"/>
                    <a:pt x="102" y="3627"/>
                    <a:pt x="227" y="3627"/>
                  </a:cubicBezTo>
                  <a:lnTo>
                    <a:pt x="1144" y="3627"/>
                  </a:lnTo>
                  <a:cubicBezTo>
                    <a:pt x="1267" y="3627"/>
                    <a:pt x="1368" y="3527"/>
                    <a:pt x="1369" y="3402"/>
                  </a:cubicBezTo>
                  <a:lnTo>
                    <a:pt x="1369" y="3402"/>
                  </a:lnTo>
                  <a:cubicBezTo>
                    <a:pt x="1369" y="3402"/>
                    <a:pt x="1369" y="3402"/>
                    <a:pt x="1369" y="3403"/>
                  </a:cubicBezTo>
                  <a:lnTo>
                    <a:pt x="1369" y="3401"/>
                  </a:lnTo>
                  <a:cubicBezTo>
                    <a:pt x="1369" y="3401"/>
                    <a:pt x="1369" y="3402"/>
                    <a:pt x="1369" y="3402"/>
                  </a:cubicBezTo>
                  <a:lnTo>
                    <a:pt x="1369" y="3402"/>
                  </a:lnTo>
                  <a:cubicBezTo>
                    <a:pt x="1368" y="3277"/>
                    <a:pt x="1267" y="3178"/>
                    <a:pt x="1144" y="3176"/>
                  </a:cubicBezTo>
                  <a:close/>
                  <a:moveTo>
                    <a:pt x="2165" y="3176"/>
                  </a:moveTo>
                  <a:cubicBezTo>
                    <a:pt x="2040" y="3176"/>
                    <a:pt x="1939" y="3276"/>
                    <a:pt x="1939" y="3401"/>
                  </a:cubicBezTo>
                  <a:cubicBezTo>
                    <a:pt x="1938" y="3526"/>
                    <a:pt x="2039" y="3627"/>
                    <a:pt x="2164" y="3627"/>
                  </a:cubicBezTo>
                  <a:lnTo>
                    <a:pt x="4568" y="3627"/>
                  </a:lnTo>
                  <a:cubicBezTo>
                    <a:pt x="4569" y="3627"/>
                    <a:pt x="4570" y="3627"/>
                    <a:pt x="4571" y="3627"/>
                  </a:cubicBezTo>
                  <a:cubicBezTo>
                    <a:pt x="4694" y="3627"/>
                    <a:pt x="4793" y="3528"/>
                    <a:pt x="4795" y="3406"/>
                  </a:cubicBezTo>
                  <a:lnTo>
                    <a:pt x="4795" y="3403"/>
                  </a:lnTo>
                  <a:cubicBezTo>
                    <a:pt x="4795" y="3278"/>
                    <a:pt x="4694" y="3176"/>
                    <a:pt x="4568" y="3176"/>
                  </a:cubicBezTo>
                  <a:close/>
                  <a:moveTo>
                    <a:pt x="227" y="4223"/>
                  </a:moveTo>
                  <a:cubicBezTo>
                    <a:pt x="102" y="4223"/>
                    <a:pt x="0" y="4324"/>
                    <a:pt x="0" y="4449"/>
                  </a:cubicBezTo>
                  <a:cubicBezTo>
                    <a:pt x="0" y="4574"/>
                    <a:pt x="102" y="4674"/>
                    <a:pt x="227" y="4676"/>
                  </a:cubicBezTo>
                  <a:lnTo>
                    <a:pt x="1144" y="4676"/>
                  </a:lnTo>
                  <a:cubicBezTo>
                    <a:pt x="1267" y="4674"/>
                    <a:pt x="1369" y="4573"/>
                    <a:pt x="1369" y="4449"/>
                  </a:cubicBezTo>
                  <a:cubicBezTo>
                    <a:pt x="1369" y="4324"/>
                    <a:pt x="1267" y="4223"/>
                    <a:pt x="1144" y="4223"/>
                  </a:cubicBezTo>
                  <a:close/>
                  <a:moveTo>
                    <a:pt x="2165" y="4223"/>
                  </a:moveTo>
                  <a:cubicBezTo>
                    <a:pt x="2040" y="4223"/>
                    <a:pt x="1939" y="4324"/>
                    <a:pt x="1939" y="4449"/>
                  </a:cubicBezTo>
                  <a:cubicBezTo>
                    <a:pt x="1939" y="4574"/>
                    <a:pt x="2040" y="4674"/>
                    <a:pt x="2165" y="4676"/>
                  </a:cubicBezTo>
                  <a:lnTo>
                    <a:pt x="4568" y="4676"/>
                  </a:lnTo>
                  <a:cubicBezTo>
                    <a:pt x="4694" y="4676"/>
                    <a:pt x="4795" y="4574"/>
                    <a:pt x="4795" y="4449"/>
                  </a:cubicBezTo>
                  <a:cubicBezTo>
                    <a:pt x="4795" y="4326"/>
                    <a:pt x="4696" y="4225"/>
                    <a:pt x="4573" y="4223"/>
                  </a:cubicBezTo>
                  <a:close/>
                  <a:moveTo>
                    <a:pt x="8273" y="5112"/>
                  </a:moveTo>
                  <a:cubicBezTo>
                    <a:pt x="8128" y="5112"/>
                    <a:pt x="8011" y="5230"/>
                    <a:pt x="8011" y="5374"/>
                  </a:cubicBezTo>
                  <a:cubicBezTo>
                    <a:pt x="8011" y="5520"/>
                    <a:pt x="8128" y="5638"/>
                    <a:pt x="8273" y="5638"/>
                  </a:cubicBezTo>
                  <a:cubicBezTo>
                    <a:pt x="8417" y="5638"/>
                    <a:pt x="8535" y="5520"/>
                    <a:pt x="8536" y="5375"/>
                  </a:cubicBezTo>
                  <a:cubicBezTo>
                    <a:pt x="8536" y="5371"/>
                    <a:pt x="8536" y="5368"/>
                    <a:pt x="8535" y="5364"/>
                  </a:cubicBezTo>
                  <a:lnTo>
                    <a:pt x="8535" y="5374"/>
                  </a:lnTo>
                  <a:cubicBezTo>
                    <a:pt x="8535" y="5230"/>
                    <a:pt x="8417" y="5112"/>
                    <a:pt x="8273" y="5112"/>
                  </a:cubicBezTo>
                  <a:close/>
                  <a:moveTo>
                    <a:pt x="9842" y="5112"/>
                  </a:moveTo>
                  <a:cubicBezTo>
                    <a:pt x="9698" y="5112"/>
                    <a:pt x="9580" y="5230"/>
                    <a:pt x="9580" y="5374"/>
                  </a:cubicBezTo>
                  <a:cubicBezTo>
                    <a:pt x="9580" y="5520"/>
                    <a:pt x="9698" y="5638"/>
                    <a:pt x="9842" y="5638"/>
                  </a:cubicBezTo>
                  <a:lnTo>
                    <a:pt x="9845" y="5638"/>
                  </a:lnTo>
                  <a:cubicBezTo>
                    <a:pt x="9988" y="5638"/>
                    <a:pt x="10106" y="5521"/>
                    <a:pt x="10106" y="5377"/>
                  </a:cubicBezTo>
                  <a:cubicBezTo>
                    <a:pt x="10106" y="5376"/>
                    <a:pt x="10106" y="5375"/>
                    <a:pt x="10106" y="5374"/>
                  </a:cubicBezTo>
                  <a:cubicBezTo>
                    <a:pt x="10106" y="5230"/>
                    <a:pt x="9988" y="5112"/>
                    <a:pt x="9842" y="5112"/>
                  </a:cubicBezTo>
                  <a:close/>
                  <a:moveTo>
                    <a:pt x="10628" y="5112"/>
                  </a:moveTo>
                  <a:cubicBezTo>
                    <a:pt x="10482" y="5112"/>
                    <a:pt x="10365" y="5230"/>
                    <a:pt x="10365" y="5374"/>
                  </a:cubicBezTo>
                  <a:cubicBezTo>
                    <a:pt x="10365" y="5520"/>
                    <a:pt x="10482" y="5638"/>
                    <a:pt x="10628" y="5638"/>
                  </a:cubicBezTo>
                  <a:lnTo>
                    <a:pt x="10630" y="5638"/>
                  </a:lnTo>
                  <a:cubicBezTo>
                    <a:pt x="10773" y="5638"/>
                    <a:pt x="10890" y="5521"/>
                    <a:pt x="10890" y="5377"/>
                  </a:cubicBezTo>
                  <a:cubicBezTo>
                    <a:pt x="10890" y="5376"/>
                    <a:pt x="10890" y="5375"/>
                    <a:pt x="10890" y="5374"/>
                  </a:cubicBezTo>
                  <a:cubicBezTo>
                    <a:pt x="10890" y="5230"/>
                    <a:pt x="10773" y="5112"/>
                    <a:pt x="10628" y="5112"/>
                  </a:cubicBezTo>
                  <a:close/>
                  <a:moveTo>
                    <a:pt x="11413" y="5112"/>
                  </a:moveTo>
                  <a:cubicBezTo>
                    <a:pt x="11267" y="5112"/>
                    <a:pt x="11151" y="5230"/>
                    <a:pt x="11151" y="5374"/>
                  </a:cubicBezTo>
                  <a:cubicBezTo>
                    <a:pt x="11151" y="5520"/>
                    <a:pt x="11267" y="5638"/>
                    <a:pt x="11413" y="5638"/>
                  </a:cubicBezTo>
                  <a:lnTo>
                    <a:pt x="11415" y="5638"/>
                  </a:lnTo>
                  <a:cubicBezTo>
                    <a:pt x="11559" y="5638"/>
                    <a:pt x="11675" y="5521"/>
                    <a:pt x="11675" y="5377"/>
                  </a:cubicBezTo>
                  <a:cubicBezTo>
                    <a:pt x="11675" y="5376"/>
                    <a:pt x="11675" y="5375"/>
                    <a:pt x="11675" y="5374"/>
                  </a:cubicBezTo>
                  <a:cubicBezTo>
                    <a:pt x="11675" y="5230"/>
                    <a:pt x="11557" y="5112"/>
                    <a:pt x="11413" y="5112"/>
                  </a:cubicBezTo>
                  <a:close/>
                  <a:moveTo>
                    <a:pt x="12199" y="5112"/>
                  </a:moveTo>
                  <a:cubicBezTo>
                    <a:pt x="12055" y="5112"/>
                    <a:pt x="11937" y="5230"/>
                    <a:pt x="11937" y="5374"/>
                  </a:cubicBezTo>
                  <a:cubicBezTo>
                    <a:pt x="11937" y="5520"/>
                    <a:pt x="12055" y="5638"/>
                    <a:pt x="12199" y="5638"/>
                  </a:cubicBezTo>
                  <a:cubicBezTo>
                    <a:pt x="12344" y="5638"/>
                    <a:pt x="12461" y="5520"/>
                    <a:pt x="12463" y="5375"/>
                  </a:cubicBezTo>
                  <a:cubicBezTo>
                    <a:pt x="12463" y="5371"/>
                    <a:pt x="12463" y="5368"/>
                    <a:pt x="12461" y="5364"/>
                  </a:cubicBezTo>
                  <a:lnTo>
                    <a:pt x="12461" y="5374"/>
                  </a:lnTo>
                  <a:cubicBezTo>
                    <a:pt x="12461" y="5230"/>
                    <a:pt x="12344" y="5112"/>
                    <a:pt x="12199" y="5112"/>
                  </a:cubicBezTo>
                  <a:close/>
                  <a:moveTo>
                    <a:pt x="9058" y="5112"/>
                  </a:moveTo>
                  <a:cubicBezTo>
                    <a:pt x="8913" y="5112"/>
                    <a:pt x="8796" y="5230"/>
                    <a:pt x="8796" y="5374"/>
                  </a:cubicBezTo>
                  <a:cubicBezTo>
                    <a:pt x="8796" y="5520"/>
                    <a:pt x="8913" y="5638"/>
                    <a:pt x="9058" y="5638"/>
                  </a:cubicBezTo>
                  <a:cubicBezTo>
                    <a:pt x="9060" y="5638"/>
                    <a:pt x="9063" y="5638"/>
                    <a:pt x="9066" y="5638"/>
                  </a:cubicBezTo>
                  <a:cubicBezTo>
                    <a:pt x="9208" y="5638"/>
                    <a:pt x="9324" y="5526"/>
                    <a:pt x="9329" y="5383"/>
                  </a:cubicBezTo>
                  <a:cubicBezTo>
                    <a:pt x="9329" y="5377"/>
                    <a:pt x="9329" y="5371"/>
                    <a:pt x="9329" y="5364"/>
                  </a:cubicBezTo>
                  <a:lnTo>
                    <a:pt x="9321" y="5374"/>
                  </a:lnTo>
                  <a:lnTo>
                    <a:pt x="9320" y="5374"/>
                  </a:lnTo>
                  <a:cubicBezTo>
                    <a:pt x="9320" y="5230"/>
                    <a:pt x="9203" y="5112"/>
                    <a:pt x="9058" y="5112"/>
                  </a:cubicBezTo>
                  <a:close/>
                  <a:moveTo>
                    <a:pt x="227" y="5270"/>
                  </a:moveTo>
                  <a:cubicBezTo>
                    <a:pt x="102" y="5270"/>
                    <a:pt x="0" y="5371"/>
                    <a:pt x="0" y="5496"/>
                  </a:cubicBezTo>
                  <a:cubicBezTo>
                    <a:pt x="0" y="5621"/>
                    <a:pt x="102" y="5722"/>
                    <a:pt x="227" y="5722"/>
                  </a:cubicBezTo>
                  <a:lnTo>
                    <a:pt x="1144" y="5722"/>
                  </a:lnTo>
                  <a:cubicBezTo>
                    <a:pt x="1267" y="5721"/>
                    <a:pt x="1369" y="5621"/>
                    <a:pt x="1369" y="5496"/>
                  </a:cubicBezTo>
                  <a:cubicBezTo>
                    <a:pt x="1369" y="5371"/>
                    <a:pt x="1267" y="5270"/>
                    <a:pt x="1144" y="5270"/>
                  </a:cubicBezTo>
                  <a:close/>
                  <a:moveTo>
                    <a:pt x="5043" y="5270"/>
                  </a:moveTo>
                  <a:cubicBezTo>
                    <a:pt x="4918" y="5270"/>
                    <a:pt x="4819" y="5371"/>
                    <a:pt x="4819" y="5496"/>
                  </a:cubicBezTo>
                  <a:cubicBezTo>
                    <a:pt x="4819" y="5621"/>
                    <a:pt x="4920" y="5722"/>
                    <a:pt x="5043" y="5722"/>
                  </a:cubicBezTo>
                  <a:lnTo>
                    <a:pt x="7447" y="5722"/>
                  </a:lnTo>
                  <a:cubicBezTo>
                    <a:pt x="7572" y="5722"/>
                    <a:pt x="7673" y="5621"/>
                    <a:pt x="7673" y="5496"/>
                  </a:cubicBezTo>
                  <a:cubicBezTo>
                    <a:pt x="7674" y="5372"/>
                    <a:pt x="7575" y="5271"/>
                    <a:pt x="7451" y="5270"/>
                  </a:cubicBezTo>
                  <a:close/>
                  <a:moveTo>
                    <a:pt x="227" y="6316"/>
                  </a:moveTo>
                  <a:cubicBezTo>
                    <a:pt x="102" y="6330"/>
                    <a:pt x="11" y="6440"/>
                    <a:pt x="23" y="6564"/>
                  </a:cubicBezTo>
                  <a:cubicBezTo>
                    <a:pt x="33" y="6672"/>
                    <a:pt x="118" y="6757"/>
                    <a:pt x="227" y="6768"/>
                  </a:cubicBezTo>
                  <a:lnTo>
                    <a:pt x="1144" y="6768"/>
                  </a:lnTo>
                  <a:cubicBezTo>
                    <a:pt x="1267" y="6768"/>
                    <a:pt x="1369" y="6668"/>
                    <a:pt x="1369" y="6543"/>
                  </a:cubicBezTo>
                  <a:cubicBezTo>
                    <a:pt x="1369" y="6418"/>
                    <a:pt x="1267" y="6316"/>
                    <a:pt x="1144" y="6316"/>
                  </a:cubicBezTo>
                  <a:close/>
                  <a:moveTo>
                    <a:pt x="5022" y="6315"/>
                  </a:moveTo>
                  <a:cubicBezTo>
                    <a:pt x="4907" y="6315"/>
                    <a:pt x="4807" y="6403"/>
                    <a:pt x="4796" y="6520"/>
                  </a:cubicBezTo>
                  <a:cubicBezTo>
                    <a:pt x="4784" y="6644"/>
                    <a:pt x="4875" y="6756"/>
                    <a:pt x="5000" y="6768"/>
                  </a:cubicBezTo>
                  <a:cubicBezTo>
                    <a:pt x="5007" y="6768"/>
                    <a:pt x="5014" y="6769"/>
                    <a:pt x="5021" y="6769"/>
                  </a:cubicBezTo>
                  <a:cubicBezTo>
                    <a:pt x="5029" y="6769"/>
                    <a:pt x="5036" y="6768"/>
                    <a:pt x="5043" y="6768"/>
                  </a:cubicBezTo>
                  <a:lnTo>
                    <a:pt x="7447" y="6768"/>
                  </a:lnTo>
                  <a:cubicBezTo>
                    <a:pt x="7570" y="6768"/>
                    <a:pt x="7671" y="6669"/>
                    <a:pt x="7673" y="6546"/>
                  </a:cubicBezTo>
                  <a:lnTo>
                    <a:pt x="7673" y="6543"/>
                  </a:lnTo>
                  <a:cubicBezTo>
                    <a:pt x="7674" y="6419"/>
                    <a:pt x="7575" y="6318"/>
                    <a:pt x="7451" y="6316"/>
                  </a:cubicBezTo>
                  <a:lnTo>
                    <a:pt x="5043" y="6316"/>
                  </a:lnTo>
                  <a:cubicBezTo>
                    <a:pt x="5036" y="6316"/>
                    <a:pt x="5029" y="6315"/>
                    <a:pt x="5022" y="6315"/>
                  </a:cubicBezTo>
                  <a:close/>
                  <a:moveTo>
                    <a:pt x="8273" y="7260"/>
                  </a:moveTo>
                  <a:cubicBezTo>
                    <a:pt x="8130" y="7260"/>
                    <a:pt x="8012" y="7376"/>
                    <a:pt x="8011" y="7520"/>
                  </a:cubicBezTo>
                  <a:cubicBezTo>
                    <a:pt x="8009" y="7665"/>
                    <a:pt x="8127" y="7783"/>
                    <a:pt x="8271" y="7785"/>
                  </a:cubicBezTo>
                  <a:lnTo>
                    <a:pt x="8273" y="7785"/>
                  </a:lnTo>
                  <a:cubicBezTo>
                    <a:pt x="8417" y="7785"/>
                    <a:pt x="8535" y="7668"/>
                    <a:pt x="8535" y="7524"/>
                  </a:cubicBezTo>
                  <a:lnTo>
                    <a:pt x="8536" y="7524"/>
                  </a:lnTo>
                  <a:cubicBezTo>
                    <a:pt x="8536" y="7380"/>
                    <a:pt x="8420" y="7260"/>
                    <a:pt x="8276" y="7260"/>
                  </a:cubicBezTo>
                  <a:cubicBezTo>
                    <a:pt x="8275" y="7260"/>
                    <a:pt x="8274" y="7260"/>
                    <a:pt x="8273" y="7260"/>
                  </a:cubicBezTo>
                  <a:close/>
                  <a:moveTo>
                    <a:pt x="9842" y="7260"/>
                  </a:moveTo>
                  <a:cubicBezTo>
                    <a:pt x="9699" y="7260"/>
                    <a:pt x="9582" y="7376"/>
                    <a:pt x="9580" y="7520"/>
                  </a:cubicBezTo>
                  <a:cubicBezTo>
                    <a:pt x="9580" y="7665"/>
                    <a:pt x="9696" y="7783"/>
                    <a:pt x="9841" y="7785"/>
                  </a:cubicBezTo>
                  <a:lnTo>
                    <a:pt x="9845" y="7785"/>
                  </a:lnTo>
                  <a:cubicBezTo>
                    <a:pt x="9988" y="7783"/>
                    <a:pt x="10104" y="7667"/>
                    <a:pt x="10106" y="7524"/>
                  </a:cubicBezTo>
                  <a:cubicBezTo>
                    <a:pt x="10107" y="7380"/>
                    <a:pt x="9990" y="7260"/>
                    <a:pt x="9845" y="7260"/>
                  </a:cubicBezTo>
                  <a:cubicBezTo>
                    <a:pt x="9844" y="7260"/>
                    <a:pt x="9843" y="7260"/>
                    <a:pt x="9842" y="7260"/>
                  </a:cubicBezTo>
                  <a:close/>
                  <a:moveTo>
                    <a:pt x="10627" y="7260"/>
                  </a:moveTo>
                  <a:cubicBezTo>
                    <a:pt x="10484" y="7260"/>
                    <a:pt x="10366" y="7376"/>
                    <a:pt x="10366" y="7520"/>
                  </a:cubicBezTo>
                  <a:cubicBezTo>
                    <a:pt x="10365" y="7665"/>
                    <a:pt x="10481" y="7783"/>
                    <a:pt x="10625" y="7785"/>
                  </a:cubicBezTo>
                  <a:lnTo>
                    <a:pt x="10630" y="7785"/>
                  </a:lnTo>
                  <a:cubicBezTo>
                    <a:pt x="10773" y="7783"/>
                    <a:pt x="10889" y="7667"/>
                    <a:pt x="10890" y="7524"/>
                  </a:cubicBezTo>
                  <a:cubicBezTo>
                    <a:pt x="10892" y="7380"/>
                    <a:pt x="10774" y="7260"/>
                    <a:pt x="10630" y="7260"/>
                  </a:cubicBezTo>
                  <a:cubicBezTo>
                    <a:pt x="10629" y="7260"/>
                    <a:pt x="10628" y="7260"/>
                    <a:pt x="10627" y="7260"/>
                  </a:cubicBezTo>
                  <a:close/>
                  <a:moveTo>
                    <a:pt x="11412" y="7260"/>
                  </a:moveTo>
                  <a:cubicBezTo>
                    <a:pt x="11269" y="7260"/>
                    <a:pt x="11152" y="7376"/>
                    <a:pt x="11151" y="7520"/>
                  </a:cubicBezTo>
                  <a:cubicBezTo>
                    <a:pt x="11150" y="7665"/>
                    <a:pt x="11266" y="7783"/>
                    <a:pt x="11410" y="7785"/>
                  </a:cubicBezTo>
                  <a:lnTo>
                    <a:pt x="11415" y="7785"/>
                  </a:lnTo>
                  <a:cubicBezTo>
                    <a:pt x="11557" y="7783"/>
                    <a:pt x="11674" y="7667"/>
                    <a:pt x="11675" y="7524"/>
                  </a:cubicBezTo>
                  <a:cubicBezTo>
                    <a:pt x="11677" y="7380"/>
                    <a:pt x="11560" y="7260"/>
                    <a:pt x="11415" y="7260"/>
                  </a:cubicBezTo>
                  <a:cubicBezTo>
                    <a:pt x="11414" y="7260"/>
                    <a:pt x="11413" y="7260"/>
                    <a:pt x="11412" y="7260"/>
                  </a:cubicBezTo>
                  <a:close/>
                  <a:moveTo>
                    <a:pt x="12199" y="7260"/>
                  </a:moveTo>
                  <a:cubicBezTo>
                    <a:pt x="12056" y="7260"/>
                    <a:pt x="11939" y="7376"/>
                    <a:pt x="11937" y="7520"/>
                  </a:cubicBezTo>
                  <a:cubicBezTo>
                    <a:pt x="11936" y="7665"/>
                    <a:pt x="12053" y="7783"/>
                    <a:pt x="12198" y="7785"/>
                  </a:cubicBezTo>
                  <a:lnTo>
                    <a:pt x="12199" y="7785"/>
                  </a:lnTo>
                  <a:cubicBezTo>
                    <a:pt x="12344" y="7785"/>
                    <a:pt x="12461" y="7668"/>
                    <a:pt x="12461" y="7524"/>
                  </a:cubicBezTo>
                  <a:lnTo>
                    <a:pt x="12463" y="7524"/>
                  </a:lnTo>
                  <a:cubicBezTo>
                    <a:pt x="12463" y="7380"/>
                    <a:pt x="12347" y="7260"/>
                    <a:pt x="12202" y="7260"/>
                  </a:cubicBezTo>
                  <a:cubicBezTo>
                    <a:pt x="12201" y="7260"/>
                    <a:pt x="12200" y="7260"/>
                    <a:pt x="12199" y="7260"/>
                  </a:cubicBezTo>
                  <a:close/>
                  <a:moveTo>
                    <a:pt x="9058" y="7260"/>
                  </a:moveTo>
                  <a:cubicBezTo>
                    <a:pt x="8915" y="7260"/>
                    <a:pt x="8797" y="7376"/>
                    <a:pt x="8796" y="7520"/>
                  </a:cubicBezTo>
                  <a:cubicBezTo>
                    <a:pt x="8796" y="7665"/>
                    <a:pt x="8912" y="7783"/>
                    <a:pt x="9056" y="7785"/>
                  </a:cubicBezTo>
                  <a:lnTo>
                    <a:pt x="9058" y="7785"/>
                  </a:lnTo>
                  <a:cubicBezTo>
                    <a:pt x="9060" y="7785"/>
                    <a:pt x="9063" y="7785"/>
                    <a:pt x="9066" y="7785"/>
                  </a:cubicBezTo>
                  <a:cubicBezTo>
                    <a:pt x="9208" y="7785"/>
                    <a:pt x="9324" y="7673"/>
                    <a:pt x="9329" y="7531"/>
                  </a:cubicBezTo>
                  <a:lnTo>
                    <a:pt x="9329" y="7524"/>
                  </a:lnTo>
                  <a:lnTo>
                    <a:pt x="9321" y="7524"/>
                  </a:lnTo>
                  <a:cubicBezTo>
                    <a:pt x="9321" y="7380"/>
                    <a:pt x="9205" y="7260"/>
                    <a:pt x="9061" y="7260"/>
                  </a:cubicBezTo>
                  <a:cubicBezTo>
                    <a:pt x="9060" y="7260"/>
                    <a:pt x="9059" y="7260"/>
                    <a:pt x="9058" y="7260"/>
                  </a:cubicBezTo>
                  <a:close/>
                  <a:moveTo>
                    <a:pt x="227" y="7362"/>
                  </a:moveTo>
                  <a:cubicBezTo>
                    <a:pt x="102" y="7362"/>
                    <a:pt x="0" y="7463"/>
                    <a:pt x="0" y="7588"/>
                  </a:cubicBezTo>
                  <a:cubicBezTo>
                    <a:pt x="0" y="7713"/>
                    <a:pt x="102" y="7814"/>
                    <a:pt x="227" y="7814"/>
                  </a:cubicBezTo>
                  <a:lnTo>
                    <a:pt x="1144" y="7814"/>
                  </a:lnTo>
                  <a:cubicBezTo>
                    <a:pt x="1267" y="7814"/>
                    <a:pt x="1369" y="7713"/>
                    <a:pt x="1369" y="7588"/>
                  </a:cubicBezTo>
                  <a:cubicBezTo>
                    <a:pt x="1369" y="7464"/>
                    <a:pt x="1267" y="7363"/>
                    <a:pt x="1144" y="7362"/>
                  </a:cubicBezTo>
                  <a:close/>
                  <a:moveTo>
                    <a:pt x="5043" y="7362"/>
                  </a:moveTo>
                  <a:cubicBezTo>
                    <a:pt x="4918" y="7362"/>
                    <a:pt x="4819" y="7463"/>
                    <a:pt x="4819" y="7588"/>
                  </a:cubicBezTo>
                  <a:cubicBezTo>
                    <a:pt x="4819" y="7713"/>
                    <a:pt x="4920" y="7814"/>
                    <a:pt x="5043" y="7814"/>
                  </a:cubicBezTo>
                  <a:lnTo>
                    <a:pt x="7447" y="7814"/>
                  </a:lnTo>
                  <a:cubicBezTo>
                    <a:pt x="7447" y="7814"/>
                    <a:pt x="7448" y="7814"/>
                    <a:pt x="7449" y="7814"/>
                  </a:cubicBezTo>
                  <a:cubicBezTo>
                    <a:pt x="7572" y="7814"/>
                    <a:pt x="7671" y="7715"/>
                    <a:pt x="7673" y="7592"/>
                  </a:cubicBezTo>
                  <a:lnTo>
                    <a:pt x="7673" y="7588"/>
                  </a:lnTo>
                  <a:cubicBezTo>
                    <a:pt x="7673" y="7463"/>
                    <a:pt x="7572" y="7362"/>
                    <a:pt x="7447" y="7362"/>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032;p40">
              <a:extLst>
                <a:ext uri="{FF2B5EF4-FFF2-40B4-BE49-F238E27FC236}">
                  <a16:creationId xmlns:a16="http://schemas.microsoft.com/office/drawing/2014/main" id="{099E0775-1944-17C3-C36F-DF3BF5FEA195}"/>
                </a:ext>
              </a:extLst>
            </p:cNvPr>
            <p:cNvSpPr/>
            <p:nvPr/>
          </p:nvSpPr>
          <p:spPr>
            <a:xfrm>
              <a:off x="4530125" y="3196150"/>
              <a:ext cx="312325" cy="195400"/>
            </a:xfrm>
            <a:custGeom>
              <a:avLst/>
              <a:gdLst/>
              <a:ahLst/>
              <a:cxnLst/>
              <a:rect l="l" t="t" r="r" b="b"/>
              <a:pathLst>
                <a:path w="12493" h="7816" extrusionOk="0">
                  <a:moveTo>
                    <a:pt x="1198" y="38"/>
                  </a:moveTo>
                  <a:cubicBezTo>
                    <a:pt x="1190" y="38"/>
                    <a:pt x="1182" y="38"/>
                    <a:pt x="1173" y="39"/>
                  </a:cubicBezTo>
                  <a:lnTo>
                    <a:pt x="259" y="39"/>
                  </a:lnTo>
                  <a:cubicBezTo>
                    <a:pt x="252" y="38"/>
                    <a:pt x="244" y="38"/>
                    <a:pt x="237" y="38"/>
                  </a:cubicBezTo>
                  <a:cubicBezTo>
                    <a:pt x="229" y="38"/>
                    <a:pt x="222" y="38"/>
                    <a:pt x="215" y="39"/>
                  </a:cubicBezTo>
                  <a:cubicBezTo>
                    <a:pt x="91" y="51"/>
                    <a:pt x="0" y="161"/>
                    <a:pt x="12" y="285"/>
                  </a:cubicBezTo>
                  <a:cubicBezTo>
                    <a:pt x="23" y="402"/>
                    <a:pt x="121" y="490"/>
                    <a:pt x="237" y="490"/>
                  </a:cubicBezTo>
                  <a:cubicBezTo>
                    <a:pt x="244" y="490"/>
                    <a:pt x="252" y="489"/>
                    <a:pt x="259" y="489"/>
                  </a:cubicBezTo>
                  <a:lnTo>
                    <a:pt x="1173" y="489"/>
                  </a:lnTo>
                  <a:cubicBezTo>
                    <a:pt x="1181" y="489"/>
                    <a:pt x="1188" y="490"/>
                    <a:pt x="1196" y="490"/>
                  </a:cubicBezTo>
                  <a:cubicBezTo>
                    <a:pt x="1203" y="490"/>
                    <a:pt x="1211" y="489"/>
                    <a:pt x="1218" y="489"/>
                  </a:cubicBezTo>
                  <a:cubicBezTo>
                    <a:pt x="1342" y="477"/>
                    <a:pt x="1432" y="365"/>
                    <a:pt x="1421" y="242"/>
                  </a:cubicBezTo>
                  <a:cubicBezTo>
                    <a:pt x="1409" y="125"/>
                    <a:pt x="1313" y="38"/>
                    <a:pt x="1198" y="38"/>
                  </a:cubicBezTo>
                  <a:close/>
                  <a:moveTo>
                    <a:pt x="2173" y="48"/>
                  </a:moveTo>
                  <a:cubicBezTo>
                    <a:pt x="2059" y="48"/>
                    <a:pt x="1960" y="136"/>
                    <a:pt x="1949" y="252"/>
                  </a:cubicBezTo>
                  <a:cubicBezTo>
                    <a:pt x="1936" y="377"/>
                    <a:pt x="2027" y="487"/>
                    <a:pt x="2152" y="499"/>
                  </a:cubicBezTo>
                  <a:cubicBezTo>
                    <a:pt x="2159" y="500"/>
                    <a:pt x="2167" y="500"/>
                    <a:pt x="2174" y="500"/>
                  </a:cubicBezTo>
                  <a:cubicBezTo>
                    <a:pt x="2181" y="500"/>
                    <a:pt x="2188" y="500"/>
                    <a:pt x="2195" y="499"/>
                  </a:cubicBezTo>
                  <a:lnTo>
                    <a:pt x="4601" y="499"/>
                  </a:lnTo>
                  <a:cubicBezTo>
                    <a:pt x="4726" y="499"/>
                    <a:pt x="4827" y="398"/>
                    <a:pt x="4827" y="273"/>
                  </a:cubicBezTo>
                  <a:cubicBezTo>
                    <a:pt x="4827" y="270"/>
                    <a:pt x="4827" y="265"/>
                    <a:pt x="4827" y="262"/>
                  </a:cubicBezTo>
                  <a:cubicBezTo>
                    <a:pt x="4820" y="142"/>
                    <a:pt x="4722" y="49"/>
                    <a:pt x="4601" y="49"/>
                  </a:cubicBezTo>
                  <a:lnTo>
                    <a:pt x="2195" y="49"/>
                  </a:lnTo>
                  <a:cubicBezTo>
                    <a:pt x="2187" y="49"/>
                    <a:pt x="2180" y="48"/>
                    <a:pt x="2173" y="48"/>
                  </a:cubicBezTo>
                  <a:close/>
                  <a:moveTo>
                    <a:pt x="5622" y="0"/>
                  </a:moveTo>
                  <a:cubicBezTo>
                    <a:pt x="5478" y="0"/>
                    <a:pt x="5360" y="118"/>
                    <a:pt x="5360" y="262"/>
                  </a:cubicBezTo>
                  <a:cubicBezTo>
                    <a:pt x="5360" y="407"/>
                    <a:pt x="5478" y="524"/>
                    <a:pt x="5622" y="524"/>
                  </a:cubicBezTo>
                  <a:cubicBezTo>
                    <a:pt x="5767" y="524"/>
                    <a:pt x="5884" y="407"/>
                    <a:pt x="5884" y="262"/>
                  </a:cubicBezTo>
                  <a:cubicBezTo>
                    <a:pt x="5884" y="118"/>
                    <a:pt x="5767" y="0"/>
                    <a:pt x="5622" y="0"/>
                  </a:cubicBezTo>
                  <a:close/>
                  <a:moveTo>
                    <a:pt x="6407" y="0"/>
                  </a:moveTo>
                  <a:cubicBezTo>
                    <a:pt x="6263" y="0"/>
                    <a:pt x="6145" y="118"/>
                    <a:pt x="6145" y="262"/>
                  </a:cubicBezTo>
                  <a:cubicBezTo>
                    <a:pt x="6145" y="407"/>
                    <a:pt x="6263" y="524"/>
                    <a:pt x="6407" y="524"/>
                  </a:cubicBezTo>
                  <a:cubicBezTo>
                    <a:pt x="6553" y="524"/>
                    <a:pt x="6669" y="407"/>
                    <a:pt x="6669" y="262"/>
                  </a:cubicBezTo>
                  <a:cubicBezTo>
                    <a:pt x="6669" y="118"/>
                    <a:pt x="6553" y="0"/>
                    <a:pt x="6407" y="0"/>
                  </a:cubicBezTo>
                  <a:close/>
                  <a:moveTo>
                    <a:pt x="7192" y="0"/>
                  </a:moveTo>
                  <a:cubicBezTo>
                    <a:pt x="7047" y="0"/>
                    <a:pt x="6930" y="118"/>
                    <a:pt x="6930" y="262"/>
                  </a:cubicBezTo>
                  <a:cubicBezTo>
                    <a:pt x="6930" y="407"/>
                    <a:pt x="7047" y="524"/>
                    <a:pt x="7192" y="524"/>
                  </a:cubicBezTo>
                  <a:cubicBezTo>
                    <a:pt x="7338" y="524"/>
                    <a:pt x="7455" y="407"/>
                    <a:pt x="7455" y="262"/>
                  </a:cubicBezTo>
                  <a:cubicBezTo>
                    <a:pt x="7455" y="118"/>
                    <a:pt x="7338" y="0"/>
                    <a:pt x="7192" y="0"/>
                  </a:cubicBezTo>
                  <a:close/>
                  <a:moveTo>
                    <a:pt x="7978" y="0"/>
                  </a:moveTo>
                  <a:cubicBezTo>
                    <a:pt x="7832" y="0"/>
                    <a:pt x="7714" y="118"/>
                    <a:pt x="7714" y="262"/>
                  </a:cubicBezTo>
                  <a:cubicBezTo>
                    <a:pt x="7714" y="407"/>
                    <a:pt x="7832" y="524"/>
                    <a:pt x="7978" y="524"/>
                  </a:cubicBezTo>
                  <a:cubicBezTo>
                    <a:pt x="8122" y="524"/>
                    <a:pt x="8240" y="407"/>
                    <a:pt x="8240" y="262"/>
                  </a:cubicBezTo>
                  <a:cubicBezTo>
                    <a:pt x="8240" y="118"/>
                    <a:pt x="8122" y="0"/>
                    <a:pt x="7978" y="0"/>
                  </a:cubicBezTo>
                  <a:close/>
                  <a:moveTo>
                    <a:pt x="8762" y="0"/>
                  </a:moveTo>
                  <a:cubicBezTo>
                    <a:pt x="8617" y="0"/>
                    <a:pt x="8500" y="118"/>
                    <a:pt x="8500" y="262"/>
                  </a:cubicBezTo>
                  <a:cubicBezTo>
                    <a:pt x="8500" y="407"/>
                    <a:pt x="8617" y="524"/>
                    <a:pt x="8762" y="524"/>
                  </a:cubicBezTo>
                  <a:cubicBezTo>
                    <a:pt x="8907" y="524"/>
                    <a:pt x="9025" y="407"/>
                    <a:pt x="9025" y="262"/>
                  </a:cubicBezTo>
                  <a:cubicBezTo>
                    <a:pt x="9025" y="118"/>
                    <a:pt x="8907" y="0"/>
                    <a:pt x="8762" y="0"/>
                  </a:cubicBezTo>
                  <a:close/>
                  <a:moveTo>
                    <a:pt x="9547" y="0"/>
                  </a:moveTo>
                  <a:cubicBezTo>
                    <a:pt x="9403" y="0"/>
                    <a:pt x="9285" y="118"/>
                    <a:pt x="9285" y="262"/>
                  </a:cubicBezTo>
                  <a:cubicBezTo>
                    <a:pt x="9285" y="407"/>
                    <a:pt x="9403" y="524"/>
                    <a:pt x="9547" y="524"/>
                  </a:cubicBezTo>
                  <a:cubicBezTo>
                    <a:pt x="9689" y="520"/>
                    <a:pt x="9800" y="404"/>
                    <a:pt x="9800" y="262"/>
                  </a:cubicBezTo>
                  <a:lnTo>
                    <a:pt x="9809" y="262"/>
                  </a:lnTo>
                  <a:cubicBezTo>
                    <a:pt x="9809" y="118"/>
                    <a:pt x="9692" y="0"/>
                    <a:pt x="9547" y="0"/>
                  </a:cubicBezTo>
                  <a:close/>
                  <a:moveTo>
                    <a:pt x="2195" y="1083"/>
                  </a:moveTo>
                  <a:cubicBezTo>
                    <a:pt x="2071" y="1083"/>
                    <a:pt x="1970" y="1184"/>
                    <a:pt x="1970" y="1309"/>
                  </a:cubicBezTo>
                  <a:cubicBezTo>
                    <a:pt x="1970" y="1434"/>
                    <a:pt x="2071" y="1535"/>
                    <a:pt x="2195" y="1535"/>
                  </a:cubicBezTo>
                  <a:lnTo>
                    <a:pt x="4601" y="1535"/>
                  </a:lnTo>
                  <a:cubicBezTo>
                    <a:pt x="4726" y="1535"/>
                    <a:pt x="4827" y="1434"/>
                    <a:pt x="4827" y="1309"/>
                  </a:cubicBezTo>
                  <a:cubicBezTo>
                    <a:pt x="4826" y="1186"/>
                    <a:pt x="4726" y="1084"/>
                    <a:pt x="4601" y="1083"/>
                  </a:cubicBezTo>
                  <a:close/>
                  <a:moveTo>
                    <a:pt x="259" y="1083"/>
                  </a:moveTo>
                  <a:cubicBezTo>
                    <a:pt x="134" y="1083"/>
                    <a:pt x="33" y="1184"/>
                    <a:pt x="33" y="1309"/>
                  </a:cubicBezTo>
                  <a:cubicBezTo>
                    <a:pt x="33" y="1434"/>
                    <a:pt x="134" y="1535"/>
                    <a:pt x="259" y="1535"/>
                  </a:cubicBezTo>
                  <a:lnTo>
                    <a:pt x="1173" y="1535"/>
                  </a:lnTo>
                  <a:cubicBezTo>
                    <a:pt x="1174" y="1535"/>
                    <a:pt x="1175" y="1535"/>
                    <a:pt x="1176" y="1535"/>
                  </a:cubicBezTo>
                  <a:cubicBezTo>
                    <a:pt x="1298" y="1535"/>
                    <a:pt x="1398" y="1436"/>
                    <a:pt x="1400" y="1314"/>
                  </a:cubicBezTo>
                  <a:lnTo>
                    <a:pt x="1400" y="1309"/>
                  </a:lnTo>
                  <a:cubicBezTo>
                    <a:pt x="1400" y="1184"/>
                    <a:pt x="1298" y="1083"/>
                    <a:pt x="1173" y="1083"/>
                  </a:cubicBezTo>
                  <a:close/>
                  <a:moveTo>
                    <a:pt x="2195" y="2131"/>
                  </a:moveTo>
                  <a:cubicBezTo>
                    <a:pt x="2071" y="2131"/>
                    <a:pt x="1970" y="2232"/>
                    <a:pt x="1970" y="2356"/>
                  </a:cubicBezTo>
                  <a:cubicBezTo>
                    <a:pt x="1970" y="2481"/>
                    <a:pt x="2071" y="2582"/>
                    <a:pt x="2195" y="2582"/>
                  </a:cubicBezTo>
                  <a:lnTo>
                    <a:pt x="4601" y="2582"/>
                  </a:lnTo>
                  <a:cubicBezTo>
                    <a:pt x="4726" y="2582"/>
                    <a:pt x="4827" y="2481"/>
                    <a:pt x="4827" y="2356"/>
                  </a:cubicBezTo>
                  <a:cubicBezTo>
                    <a:pt x="4827" y="2232"/>
                    <a:pt x="4726" y="2131"/>
                    <a:pt x="4601" y="2131"/>
                  </a:cubicBezTo>
                  <a:close/>
                  <a:moveTo>
                    <a:pt x="259" y="2131"/>
                  </a:moveTo>
                  <a:cubicBezTo>
                    <a:pt x="134" y="2131"/>
                    <a:pt x="33" y="2232"/>
                    <a:pt x="33" y="2356"/>
                  </a:cubicBezTo>
                  <a:cubicBezTo>
                    <a:pt x="33" y="2481"/>
                    <a:pt x="134" y="2582"/>
                    <a:pt x="259" y="2582"/>
                  </a:cubicBezTo>
                  <a:lnTo>
                    <a:pt x="1173" y="2582"/>
                  </a:lnTo>
                  <a:cubicBezTo>
                    <a:pt x="1174" y="2582"/>
                    <a:pt x="1175" y="2582"/>
                    <a:pt x="1176" y="2582"/>
                  </a:cubicBezTo>
                  <a:cubicBezTo>
                    <a:pt x="1298" y="2582"/>
                    <a:pt x="1398" y="2483"/>
                    <a:pt x="1400" y="2360"/>
                  </a:cubicBezTo>
                  <a:lnTo>
                    <a:pt x="1400" y="2356"/>
                  </a:lnTo>
                  <a:cubicBezTo>
                    <a:pt x="1401" y="2232"/>
                    <a:pt x="1301" y="2131"/>
                    <a:pt x="1178" y="2131"/>
                  </a:cubicBezTo>
                  <a:close/>
                  <a:moveTo>
                    <a:pt x="5622" y="2094"/>
                  </a:moveTo>
                  <a:cubicBezTo>
                    <a:pt x="5478" y="2094"/>
                    <a:pt x="5360" y="2211"/>
                    <a:pt x="5360" y="2356"/>
                  </a:cubicBezTo>
                  <a:cubicBezTo>
                    <a:pt x="5360" y="2502"/>
                    <a:pt x="5478" y="2619"/>
                    <a:pt x="5622" y="2619"/>
                  </a:cubicBezTo>
                  <a:cubicBezTo>
                    <a:pt x="5768" y="2619"/>
                    <a:pt x="5886" y="2502"/>
                    <a:pt x="5886" y="2356"/>
                  </a:cubicBezTo>
                  <a:cubicBezTo>
                    <a:pt x="5886" y="2211"/>
                    <a:pt x="5768" y="2094"/>
                    <a:pt x="5622" y="2094"/>
                  </a:cubicBezTo>
                  <a:close/>
                  <a:moveTo>
                    <a:pt x="6408" y="2094"/>
                  </a:moveTo>
                  <a:cubicBezTo>
                    <a:pt x="6263" y="2094"/>
                    <a:pt x="6145" y="2211"/>
                    <a:pt x="6145" y="2356"/>
                  </a:cubicBezTo>
                  <a:cubicBezTo>
                    <a:pt x="6145" y="2502"/>
                    <a:pt x="6263" y="2619"/>
                    <a:pt x="6408" y="2619"/>
                  </a:cubicBezTo>
                  <a:cubicBezTo>
                    <a:pt x="6553" y="2619"/>
                    <a:pt x="6671" y="2502"/>
                    <a:pt x="6671" y="2356"/>
                  </a:cubicBezTo>
                  <a:cubicBezTo>
                    <a:pt x="6671" y="2211"/>
                    <a:pt x="6553" y="2094"/>
                    <a:pt x="6408" y="2094"/>
                  </a:cubicBezTo>
                  <a:close/>
                  <a:moveTo>
                    <a:pt x="7193" y="2094"/>
                  </a:moveTo>
                  <a:cubicBezTo>
                    <a:pt x="7047" y="2094"/>
                    <a:pt x="6931" y="2211"/>
                    <a:pt x="6931" y="2356"/>
                  </a:cubicBezTo>
                  <a:cubicBezTo>
                    <a:pt x="6931" y="2502"/>
                    <a:pt x="7047" y="2619"/>
                    <a:pt x="7193" y="2619"/>
                  </a:cubicBezTo>
                  <a:cubicBezTo>
                    <a:pt x="7338" y="2619"/>
                    <a:pt x="7455" y="2502"/>
                    <a:pt x="7455" y="2356"/>
                  </a:cubicBezTo>
                  <a:cubicBezTo>
                    <a:pt x="7455" y="2211"/>
                    <a:pt x="7338" y="2094"/>
                    <a:pt x="7193" y="2094"/>
                  </a:cubicBezTo>
                  <a:close/>
                  <a:moveTo>
                    <a:pt x="7978" y="2094"/>
                  </a:moveTo>
                  <a:cubicBezTo>
                    <a:pt x="7833" y="2094"/>
                    <a:pt x="7716" y="2211"/>
                    <a:pt x="7716" y="2356"/>
                  </a:cubicBezTo>
                  <a:cubicBezTo>
                    <a:pt x="7716" y="2502"/>
                    <a:pt x="7833" y="2619"/>
                    <a:pt x="7978" y="2619"/>
                  </a:cubicBezTo>
                  <a:cubicBezTo>
                    <a:pt x="8122" y="2619"/>
                    <a:pt x="8240" y="2502"/>
                    <a:pt x="8240" y="2356"/>
                  </a:cubicBezTo>
                  <a:cubicBezTo>
                    <a:pt x="8240" y="2211"/>
                    <a:pt x="8122" y="2094"/>
                    <a:pt x="7978" y="2094"/>
                  </a:cubicBezTo>
                  <a:close/>
                  <a:moveTo>
                    <a:pt x="8762" y="2094"/>
                  </a:moveTo>
                  <a:cubicBezTo>
                    <a:pt x="8618" y="2094"/>
                    <a:pt x="8500" y="2211"/>
                    <a:pt x="8500" y="2356"/>
                  </a:cubicBezTo>
                  <a:cubicBezTo>
                    <a:pt x="8500" y="2502"/>
                    <a:pt x="8618" y="2619"/>
                    <a:pt x="8762" y="2619"/>
                  </a:cubicBezTo>
                  <a:cubicBezTo>
                    <a:pt x="8907" y="2619"/>
                    <a:pt x="9025" y="2502"/>
                    <a:pt x="9025" y="2356"/>
                  </a:cubicBezTo>
                  <a:cubicBezTo>
                    <a:pt x="9025" y="2211"/>
                    <a:pt x="8907" y="2094"/>
                    <a:pt x="8762" y="2094"/>
                  </a:cubicBezTo>
                  <a:close/>
                  <a:moveTo>
                    <a:pt x="9547" y="2094"/>
                  </a:moveTo>
                  <a:cubicBezTo>
                    <a:pt x="9403" y="2094"/>
                    <a:pt x="9285" y="2211"/>
                    <a:pt x="9285" y="2356"/>
                  </a:cubicBezTo>
                  <a:cubicBezTo>
                    <a:pt x="9285" y="2502"/>
                    <a:pt x="9403" y="2619"/>
                    <a:pt x="9547" y="2619"/>
                  </a:cubicBezTo>
                  <a:cubicBezTo>
                    <a:pt x="9689" y="2613"/>
                    <a:pt x="9802" y="2497"/>
                    <a:pt x="9802" y="2356"/>
                  </a:cubicBezTo>
                  <a:lnTo>
                    <a:pt x="9809" y="2356"/>
                  </a:lnTo>
                  <a:cubicBezTo>
                    <a:pt x="9809" y="2211"/>
                    <a:pt x="9692" y="2094"/>
                    <a:pt x="9547" y="2094"/>
                  </a:cubicBezTo>
                  <a:close/>
                  <a:moveTo>
                    <a:pt x="259" y="3178"/>
                  </a:moveTo>
                  <a:cubicBezTo>
                    <a:pt x="134" y="3178"/>
                    <a:pt x="33" y="3279"/>
                    <a:pt x="33" y="3404"/>
                  </a:cubicBezTo>
                  <a:cubicBezTo>
                    <a:pt x="33" y="3529"/>
                    <a:pt x="134" y="3630"/>
                    <a:pt x="259" y="3630"/>
                  </a:cubicBezTo>
                  <a:lnTo>
                    <a:pt x="1173" y="3630"/>
                  </a:lnTo>
                  <a:cubicBezTo>
                    <a:pt x="1298" y="3630"/>
                    <a:pt x="1400" y="3529"/>
                    <a:pt x="1400" y="3404"/>
                  </a:cubicBezTo>
                  <a:cubicBezTo>
                    <a:pt x="1401" y="3280"/>
                    <a:pt x="1301" y="3179"/>
                    <a:pt x="1178" y="3178"/>
                  </a:cubicBezTo>
                  <a:close/>
                  <a:moveTo>
                    <a:pt x="2195" y="3178"/>
                  </a:moveTo>
                  <a:cubicBezTo>
                    <a:pt x="2071" y="3178"/>
                    <a:pt x="1970" y="3279"/>
                    <a:pt x="1970" y="3404"/>
                  </a:cubicBezTo>
                  <a:cubicBezTo>
                    <a:pt x="1970" y="3529"/>
                    <a:pt x="2071" y="3630"/>
                    <a:pt x="2195" y="3630"/>
                  </a:cubicBezTo>
                  <a:lnTo>
                    <a:pt x="4601" y="3630"/>
                  </a:lnTo>
                  <a:cubicBezTo>
                    <a:pt x="4726" y="3629"/>
                    <a:pt x="4826" y="3528"/>
                    <a:pt x="4827" y="3404"/>
                  </a:cubicBezTo>
                  <a:cubicBezTo>
                    <a:pt x="4827" y="3279"/>
                    <a:pt x="4726" y="3178"/>
                    <a:pt x="4601" y="3178"/>
                  </a:cubicBezTo>
                  <a:close/>
                  <a:moveTo>
                    <a:pt x="237" y="4223"/>
                  </a:moveTo>
                  <a:cubicBezTo>
                    <a:pt x="121" y="4223"/>
                    <a:pt x="23" y="4311"/>
                    <a:pt x="12" y="4427"/>
                  </a:cubicBezTo>
                  <a:cubicBezTo>
                    <a:pt x="0" y="4552"/>
                    <a:pt x="91" y="4662"/>
                    <a:pt x="215" y="4674"/>
                  </a:cubicBezTo>
                  <a:cubicBezTo>
                    <a:pt x="222" y="4675"/>
                    <a:pt x="229" y="4675"/>
                    <a:pt x="237" y="4675"/>
                  </a:cubicBezTo>
                  <a:cubicBezTo>
                    <a:pt x="244" y="4675"/>
                    <a:pt x="252" y="4675"/>
                    <a:pt x="259" y="4674"/>
                  </a:cubicBezTo>
                  <a:lnTo>
                    <a:pt x="1173" y="4674"/>
                  </a:lnTo>
                  <a:cubicBezTo>
                    <a:pt x="1174" y="4674"/>
                    <a:pt x="1175" y="4674"/>
                    <a:pt x="1176" y="4674"/>
                  </a:cubicBezTo>
                  <a:cubicBezTo>
                    <a:pt x="1298" y="4674"/>
                    <a:pt x="1398" y="4575"/>
                    <a:pt x="1400" y="4452"/>
                  </a:cubicBezTo>
                  <a:lnTo>
                    <a:pt x="1400" y="4451"/>
                  </a:lnTo>
                  <a:cubicBezTo>
                    <a:pt x="1401" y="4327"/>
                    <a:pt x="1301" y="4226"/>
                    <a:pt x="1178" y="4224"/>
                  </a:cubicBezTo>
                  <a:lnTo>
                    <a:pt x="259" y="4224"/>
                  </a:lnTo>
                  <a:cubicBezTo>
                    <a:pt x="252" y="4224"/>
                    <a:pt x="244" y="4223"/>
                    <a:pt x="237" y="4223"/>
                  </a:cubicBezTo>
                  <a:close/>
                  <a:moveTo>
                    <a:pt x="2173" y="4223"/>
                  </a:moveTo>
                  <a:cubicBezTo>
                    <a:pt x="2059" y="4223"/>
                    <a:pt x="1960" y="4311"/>
                    <a:pt x="1949" y="4427"/>
                  </a:cubicBezTo>
                  <a:cubicBezTo>
                    <a:pt x="1936" y="4552"/>
                    <a:pt x="2027" y="4662"/>
                    <a:pt x="2152" y="4674"/>
                  </a:cubicBezTo>
                  <a:cubicBezTo>
                    <a:pt x="2159" y="4675"/>
                    <a:pt x="2167" y="4675"/>
                    <a:pt x="2174" y="4675"/>
                  </a:cubicBezTo>
                  <a:cubicBezTo>
                    <a:pt x="2181" y="4675"/>
                    <a:pt x="2188" y="4675"/>
                    <a:pt x="2195" y="4674"/>
                  </a:cubicBezTo>
                  <a:lnTo>
                    <a:pt x="4601" y="4674"/>
                  </a:lnTo>
                  <a:cubicBezTo>
                    <a:pt x="4724" y="4674"/>
                    <a:pt x="4826" y="4574"/>
                    <a:pt x="4827" y="4451"/>
                  </a:cubicBezTo>
                  <a:cubicBezTo>
                    <a:pt x="4827" y="4326"/>
                    <a:pt x="4726" y="4224"/>
                    <a:pt x="4601" y="4224"/>
                  </a:cubicBezTo>
                  <a:lnTo>
                    <a:pt x="2195" y="4224"/>
                  </a:lnTo>
                  <a:cubicBezTo>
                    <a:pt x="2187" y="4224"/>
                    <a:pt x="2180" y="4223"/>
                    <a:pt x="2173" y="4223"/>
                  </a:cubicBezTo>
                  <a:close/>
                  <a:moveTo>
                    <a:pt x="9089" y="5103"/>
                  </a:moveTo>
                  <a:cubicBezTo>
                    <a:pt x="8944" y="5103"/>
                    <a:pt x="8826" y="5221"/>
                    <a:pt x="8826" y="5365"/>
                  </a:cubicBezTo>
                  <a:cubicBezTo>
                    <a:pt x="8826" y="5511"/>
                    <a:pt x="8944" y="5627"/>
                    <a:pt x="9089" y="5627"/>
                  </a:cubicBezTo>
                  <a:lnTo>
                    <a:pt x="9092" y="5627"/>
                  </a:lnTo>
                  <a:cubicBezTo>
                    <a:pt x="9234" y="5627"/>
                    <a:pt x="9351" y="5509"/>
                    <a:pt x="9351" y="5365"/>
                  </a:cubicBezTo>
                  <a:cubicBezTo>
                    <a:pt x="9351" y="5221"/>
                    <a:pt x="9233" y="5103"/>
                    <a:pt x="9089" y="5103"/>
                  </a:cubicBezTo>
                  <a:close/>
                  <a:moveTo>
                    <a:pt x="9873" y="5103"/>
                  </a:moveTo>
                  <a:cubicBezTo>
                    <a:pt x="9729" y="5103"/>
                    <a:pt x="9611" y="5221"/>
                    <a:pt x="9611" y="5365"/>
                  </a:cubicBezTo>
                  <a:cubicBezTo>
                    <a:pt x="9611" y="5511"/>
                    <a:pt x="9729" y="5627"/>
                    <a:pt x="9873" y="5627"/>
                  </a:cubicBezTo>
                  <a:lnTo>
                    <a:pt x="9876" y="5627"/>
                  </a:lnTo>
                  <a:cubicBezTo>
                    <a:pt x="10019" y="5627"/>
                    <a:pt x="10135" y="5509"/>
                    <a:pt x="10135" y="5365"/>
                  </a:cubicBezTo>
                  <a:cubicBezTo>
                    <a:pt x="10135" y="5221"/>
                    <a:pt x="10019" y="5103"/>
                    <a:pt x="9873" y="5103"/>
                  </a:cubicBezTo>
                  <a:close/>
                  <a:moveTo>
                    <a:pt x="11446" y="5103"/>
                  </a:moveTo>
                  <a:cubicBezTo>
                    <a:pt x="11301" y="5103"/>
                    <a:pt x="11183" y="5221"/>
                    <a:pt x="11183" y="5365"/>
                  </a:cubicBezTo>
                  <a:cubicBezTo>
                    <a:pt x="11183" y="5511"/>
                    <a:pt x="11301" y="5627"/>
                    <a:pt x="11446" y="5627"/>
                  </a:cubicBezTo>
                  <a:cubicBezTo>
                    <a:pt x="11590" y="5627"/>
                    <a:pt x="11708" y="5511"/>
                    <a:pt x="11708" y="5365"/>
                  </a:cubicBezTo>
                  <a:cubicBezTo>
                    <a:pt x="11708" y="5221"/>
                    <a:pt x="11590" y="5103"/>
                    <a:pt x="11446" y="5103"/>
                  </a:cubicBezTo>
                  <a:close/>
                  <a:moveTo>
                    <a:pt x="12230" y="5103"/>
                  </a:moveTo>
                  <a:cubicBezTo>
                    <a:pt x="12086" y="5103"/>
                    <a:pt x="11968" y="5221"/>
                    <a:pt x="11968" y="5365"/>
                  </a:cubicBezTo>
                  <a:cubicBezTo>
                    <a:pt x="11968" y="5511"/>
                    <a:pt x="12086" y="5627"/>
                    <a:pt x="12230" y="5627"/>
                  </a:cubicBezTo>
                  <a:cubicBezTo>
                    <a:pt x="12375" y="5627"/>
                    <a:pt x="12492" y="5511"/>
                    <a:pt x="12492" y="5365"/>
                  </a:cubicBezTo>
                  <a:cubicBezTo>
                    <a:pt x="12492" y="5221"/>
                    <a:pt x="12375" y="5103"/>
                    <a:pt x="12230" y="5103"/>
                  </a:cubicBezTo>
                  <a:close/>
                  <a:moveTo>
                    <a:pt x="8304" y="5103"/>
                  </a:moveTo>
                  <a:cubicBezTo>
                    <a:pt x="8159" y="5103"/>
                    <a:pt x="8042" y="5221"/>
                    <a:pt x="8042" y="5365"/>
                  </a:cubicBezTo>
                  <a:cubicBezTo>
                    <a:pt x="8042" y="5511"/>
                    <a:pt x="8159" y="5629"/>
                    <a:pt x="8304" y="5629"/>
                  </a:cubicBezTo>
                  <a:lnTo>
                    <a:pt x="8308" y="5629"/>
                  </a:lnTo>
                  <a:cubicBezTo>
                    <a:pt x="8451" y="5626"/>
                    <a:pt x="8566" y="5509"/>
                    <a:pt x="8566" y="5365"/>
                  </a:cubicBezTo>
                  <a:cubicBezTo>
                    <a:pt x="8566" y="5221"/>
                    <a:pt x="8448" y="5103"/>
                    <a:pt x="8304" y="5103"/>
                  </a:cubicBezTo>
                  <a:close/>
                  <a:moveTo>
                    <a:pt x="10661" y="5103"/>
                  </a:moveTo>
                  <a:cubicBezTo>
                    <a:pt x="10515" y="5103"/>
                    <a:pt x="10399" y="5221"/>
                    <a:pt x="10399" y="5365"/>
                  </a:cubicBezTo>
                  <a:cubicBezTo>
                    <a:pt x="10399" y="5508"/>
                    <a:pt x="10512" y="5624"/>
                    <a:pt x="10653" y="5629"/>
                  </a:cubicBezTo>
                  <a:cubicBezTo>
                    <a:pt x="10655" y="5629"/>
                    <a:pt x="10657" y="5629"/>
                    <a:pt x="10659" y="5629"/>
                  </a:cubicBezTo>
                  <a:cubicBezTo>
                    <a:pt x="10802" y="5629"/>
                    <a:pt x="10918" y="5515"/>
                    <a:pt x="10923" y="5372"/>
                  </a:cubicBezTo>
                  <a:lnTo>
                    <a:pt x="10923" y="5365"/>
                  </a:lnTo>
                  <a:cubicBezTo>
                    <a:pt x="10923" y="5221"/>
                    <a:pt x="10805" y="5103"/>
                    <a:pt x="10661" y="5103"/>
                  </a:cubicBezTo>
                  <a:close/>
                  <a:moveTo>
                    <a:pt x="259" y="5270"/>
                  </a:moveTo>
                  <a:cubicBezTo>
                    <a:pt x="134" y="5270"/>
                    <a:pt x="33" y="5371"/>
                    <a:pt x="33" y="5496"/>
                  </a:cubicBezTo>
                  <a:cubicBezTo>
                    <a:pt x="33" y="5621"/>
                    <a:pt x="134" y="5722"/>
                    <a:pt x="259" y="5722"/>
                  </a:cubicBezTo>
                  <a:lnTo>
                    <a:pt x="1173" y="5722"/>
                  </a:lnTo>
                  <a:cubicBezTo>
                    <a:pt x="1297" y="5722"/>
                    <a:pt x="1398" y="5624"/>
                    <a:pt x="1400" y="5500"/>
                  </a:cubicBezTo>
                  <a:lnTo>
                    <a:pt x="1400" y="5496"/>
                  </a:lnTo>
                  <a:cubicBezTo>
                    <a:pt x="1400" y="5371"/>
                    <a:pt x="1298" y="5270"/>
                    <a:pt x="1173" y="5270"/>
                  </a:cubicBezTo>
                  <a:close/>
                  <a:moveTo>
                    <a:pt x="5074" y="5270"/>
                  </a:moveTo>
                  <a:cubicBezTo>
                    <a:pt x="4949" y="5270"/>
                    <a:pt x="4848" y="5371"/>
                    <a:pt x="4848" y="5496"/>
                  </a:cubicBezTo>
                  <a:cubicBezTo>
                    <a:pt x="4848" y="5621"/>
                    <a:pt x="4949" y="5722"/>
                    <a:pt x="5074" y="5722"/>
                  </a:cubicBezTo>
                  <a:lnTo>
                    <a:pt x="7478" y="5722"/>
                  </a:lnTo>
                  <a:cubicBezTo>
                    <a:pt x="7601" y="5722"/>
                    <a:pt x="7702" y="5624"/>
                    <a:pt x="7704" y="5500"/>
                  </a:cubicBezTo>
                  <a:lnTo>
                    <a:pt x="7704" y="5496"/>
                  </a:lnTo>
                  <a:cubicBezTo>
                    <a:pt x="7704" y="5371"/>
                    <a:pt x="7603" y="5270"/>
                    <a:pt x="7478" y="5270"/>
                  </a:cubicBezTo>
                  <a:close/>
                  <a:moveTo>
                    <a:pt x="259" y="6310"/>
                  </a:moveTo>
                  <a:cubicBezTo>
                    <a:pt x="134" y="6310"/>
                    <a:pt x="33" y="6412"/>
                    <a:pt x="33" y="6537"/>
                  </a:cubicBezTo>
                  <a:cubicBezTo>
                    <a:pt x="33" y="6662"/>
                    <a:pt x="134" y="6763"/>
                    <a:pt x="259" y="6763"/>
                  </a:cubicBezTo>
                  <a:lnTo>
                    <a:pt x="1173" y="6763"/>
                  </a:lnTo>
                  <a:cubicBezTo>
                    <a:pt x="1297" y="6763"/>
                    <a:pt x="1398" y="6666"/>
                    <a:pt x="1400" y="6543"/>
                  </a:cubicBezTo>
                  <a:cubicBezTo>
                    <a:pt x="1404" y="6418"/>
                    <a:pt x="1306" y="6313"/>
                    <a:pt x="1181" y="6310"/>
                  </a:cubicBezTo>
                  <a:close/>
                  <a:moveTo>
                    <a:pt x="5074" y="6310"/>
                  </a:moveTo>
                  <a:cubicBezTo>
                    <a:pt x="4949" y="6310"/>
                    <a:pt x="4848" y="6412"/>
                    <a:pt x="4848" y="6537"/>
                  </a:cubicBezTo>
                  <a:cubicBezTo>
                    <a:pt x="4848" y="6662"/>
                    <a:pt x="4949" y="6763"/>
                    <a:pt x="5074" y="6763"/>
                  </a:cubicBezTo>
                  <a:lnTo>
                    <a:pt x="7478" y="6763"/>
                  </a:lnTo>
                  <a:cubicBezTo>
                    <a:pt x="7601" y="6763"/>
                    <a:pt x="7701" y="6666"/>
                    <a:pt x="7704" y="6543"/>
                  </a:cubicBezTo>
                  <a:cubicBezTo>
                    <a:pt x="7707" y="6418"/>
                    <a:pt x="7609" y="6313"/>
                    <a:pt x="7485" y="6310"/>
                  </a:cubicBezTo>
                  <a:close/>
                  <a:moveTo>
                    <a:pt x="8304" y="7262"/>
                  </a:moveTo>
                  <a:cubicBezTo>
                    <a:pt x="8159" y="7262"/>
                    <a:pt x="8042" y="7380"/>
                    <a:pt x="8042" y="7524"/>
                  </a:cubicBezTo>
                  <a:cubicBezTo>
                    <a:pt x="8042" y="7668"/>
                    <a:pt x="8159" y="7786"/>
                    <a:pt x="8304" y="7786"/>
                  </a:cubicBezTo>
                  <a:lnTo>
                    <a:pt x="8308" y="7786"/>
                  </a:lnTo>
                  <a:cubicBezTo>
                    <a:pt x="8453" y="7785"/>
                    <a:pt x="8567" y="7667"/>
                    <a:pt x="8566" y="7524"/>
                  </a:cubicBezTo>
                  <a:cubicBezTo>
                    <a:pt x="8566" y="7380"/>
                    <a:pt x="8450" y="7262"/>
                    <a:pt x="8304" y="7262"/>
                  </a:cubicBezTo>
                  <a:close/>
                  <a:moveTo>
                    <a:pt x="9089" y="7262"/>
                  </a:moveTo>
                  <a:cubicBezTo>
                    <a:pt x="8944" y="7262"/>
                    <a:pt x="8826" y="7380"/>
                    <a:pt x="8826" y="7524"/>
                  </a:cubicBezTo>
                  <a:cubicBezTo>
                    <a:pt x="8826" y="7668"/>
                    <a:pt x="8944" y="7786"/>
                    <a:pt x="9089" y="7786"/>
                  </a:cubicBezTo>
                  <a:lnTo>
                    <a:pt x="9092" y="7786"/>
                  </a:lnTo>
                  <a:cubicBezTo>
                    <a:pt x="9234" y="7786"/>
                    <a:pt x="9352" y="7670"/>
                    <a:pt x="9352" y="7525"/>
                  </a:cubicBezTo>
                  <a:lnTo>
                    <a:pt x="9352" y="7524"/>
                  </a:lnTo>
                  <a:cubicBezTo>
                    <a:pt x="9352" y="7380"/>
                    <a:pt x="9234" y="7262"/>
                    <a:pt x="9089" y="7262"/>
                  </a:cubicBezTo>
                  <a:close/>
                  <a:moveTo>
                    <a:pt x="9875" y="7262"/>
                  </a:moveTo>
                  <a:cubicBezTo>
                    <a:pt x="9729" y="7262"/>
                    <a:pt x="9611" y="7380"/>
                    <a:pt x="9611" y="7524"/>
                  </a:cubicBezTo>
                  <a:cubicBezTo>
                    <a:pt x="9611" y="7668"/>
                    <a:pt x="9729" y="7786"/>
                    <a:pt x="9875" y="7786"/>
                  </a:cubicBezTo>
                  <a:lnTo>
                    <a:pt x="9876" y="7786"/>
                  </a:lnTo>
                  <a:cubicBezTo>
                    <a:pt x="10019" y="7786"/>
                    <a:pt x="10137" y="7670"/>
                    <a:pt x="10137" y="7525"/>
                  </a:cubicBezTo>
                  <a:lnTo>
                    <a:pt x="10137" y="7524"/>
                  </a:lnTo>
                  <a:cubicBezTo>
                    <a:pt x="10137" y="7380"/>
                    <a:pt x="10019" y="7262"/>
                    <a:pt x="9875" y="7262"/>
                  </a:cubicBezTo>
                  <a:close/>
                  <a:moveTo>
                    <a:pt x="11446" y="7262"/>
                  </a:moveTo>
                  <a:cubicBezTo>
                    <a:pt x="11301" y="7262"/>
                    <a:pt x="11183" y="7380"/>
                    <a:pt x="11183" y="7524"/>
                  </a:cubicBezTo>
                  <a:cubicBezTo>
                    <a:pt x="11183" y="7668"/>
                    <a:pt x="11301" y="7786"/>
                    <a:pt x="11446" y="7786"/>
                  </a:cubicBezTo>
                  <a:cubicBezTo>
                    <a:pt x="11446" y="7786"/>
                    <a:pt x="11447" y="7786"/>
                    <a:pt x="11448" y="7786"/>
                  </a:cubicBezTo>
                  <a:cubicBezTo>
                    <a:pt x="11591" y="7786"/>
                    <a:pt x="11708" y="7670"/>
                    <a:pt x="11708" y="7528"/>
                  </a:cubicBezTo>
                  <a:lnTo>
                    <a:pt x="11708" y="7524"/>
                  </a:lnTo>
                  <a:cubicBezTo>
                    <a:pt x="11708" y="7380"/>
                    <a:pt x="11590" y="7262"/>
                    <a:pt x="11446" y="7262"/>
                  </a:cubicBezTo>
                  <a:close/>
                  <a:moveTo>
                    <a:pt x="12230" y="7262"/>
                  </a:moveTo>
                  <a:cubicBezTo>
                    <a:pt x="12086" y="7262"/>
                    <a:pt x="11968" y="7380"/>
                    <a:pt x="11968" y="7524"/>
                  </a:cubicBezTo>
                  <a:cubicBezTo>
                    <a:pt x="11968" y="7668"/>
                    <a:pt x="12086" y="7786"/>
                    <a:pt x="12230" y="7786"/>
                  </a:cubicBezTo>
                  <a:cubicBezTo>
                    <a:pt x="12231" y="7786"/>
                    <a:pt x="12232" y="7786"/>
                    <a:pt x="12233" y="7786"/>
                  </a:cubicBezTo>
                  <a:cubicBezTo>
                    <a:pt x="12376" y="7786"/>
                    <a:pt x="12492" y="7670"/>
                    <a:pt x="12492" y="7528"/>
                  </a:cubicBezTo>
                  <a:lnTo>
                    <a:pt x="12492" y="7524"/>
                  </a:lnTo>
                  <a:cubicBezTo>
                    <a:pt x="12492" y="7380"/>
                    <a:pt x="12376" y="7262"/>
                    <a:pt x="12230" y="7262"/>
                  </a:cubicBezTo>
                  <a:close/>
                  <a:moveTo>
                    <a:pt x="10661" y="7262"/>
                  </a:moveTo>
                  <a:cubicBezTo>
                    <a:pt x="10516" y="7262"/>
                    <a:pt x="10399" y="7380"/>
                    <a:pt x="10399" y="7524"/>
                  </a:cubicBezTo>
                  <a:cubicBezTo>
                    <a:pt x="10399" y="7667"/>
                    <a:pt x="10512" y="7783"/>
                    <a:pt x="10655" y="7786"/>
                  </a:cubicBezTo>
                  <a:cubicBezTo>
                    <a:pt x="10658" y="7786"/>
                    <a:pt x="10660" y="7786"/>
                    <a:pt x="10663" y="7786"/>
                  </a:cubicBezTo>
                  <a:cubicBezTo>
                    <a:pt x="10802" y="7786"/>
                    <a:pt x="10919" y="7676"/>
                    <a:pt x="10923" y="7534"/>
                  </a:cubicBezTo>
                  <a:lnTo>
                    <a:pt x="10923" y="7524"/>
                  </a:lnTo>
                  <a:cubicBezTo>
                    <a:pt x="10923" y="7380"/>
                    <a:pt x="10805" y="7262"/>
                    <a:pt x="10661" y="7262"/>
                  </a:cubicBezTo>
                  <a:close/>
                  <a:moveTo>
                    <a:pt x="259" y="7363"/>
                  </a:moveTo>
                  <a:cubicBezTo>
                    <a:pt x="134" y="7363"/>
                    <a:pt x="33" y="7464"/>
                    <a:pt x="33" y="7589"/>
                  </a:cubicBezTo>
                  <a:cubicBezTo>
                    <a:pt x="33" y="7715"/>
                    <a:pt x="134" y="7816"/>
                    <a:pt x="259" y="7816"/>
                  </a:cubicBezTo>
                  <a:lnTo>
                    <a:pt x="1173" y="7816"/>
                  </a:lnTo>
                  <a:cubicBezTo>
                    <a:pt x="1298" y="7816"/>
                    <a:pt x="1400" y="7715"/>
                    <a:pt x="1400" y="7589"/>
                  </a:cubicBezTo>
                  <a:cubicBezTo>
                    <a:pt x="1401" y="7466"/>
                    <a:pt x="1301" y="7365"/>
                    <a:pt x="1178" y="7363"/>
                  </a:cubicBezTo>
                  <a:close/>
                  <a:moveTo>
                    <a:pt x="5074" y="7363"/>
                  </a:moveTo>
                  <a:cubicBezTo>
                    <a:pt x="4949" y="7363"/>
                    <a:pt x="4848" y="7464"/>
                    <a:pt x="4848" y="7589"/>
                  </a:cubicBezTo>
                  <a:cubicBezTo>
                    <a:pt x="4848" y="7715"/>
                    <a:pt x="4949" y="7816"/>
                    <a:pt x="5074" y="7816"/>
                  </a:cubicBezTo>
                  <a:lnTo>
                    <a:pt x="7478" y="7816"/>
                  </a:lnTo>
                  <a:cubicBezTo>
                    <a:pt x="7603" y="7816"/>
                    <a:pt x="7704" y="7715"/>
                    <a:pt x="7704" y="7589"/>
                  </a:cubicBezTo>
                  <a:cubicBezTo>
                    <a:pt x="7705" y="7466"/>
                    <a:pt x="7606" y="7365"/>
                    <a:pt x="7482" y="7363"/>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033;p40">
              <a:extLst>
                <a:ext uri="{FF2B5EF4-FFF2-40B4-BE49-F238E27FC236}">
                  <a16:creationId xmlns:a16="http://schemas.microsoft.com/office/drawing/2014/main" id="{76E070DA-32F5-132A-80F7-BF6522FF79B8}"/>
                </a:ext>
              </a:extLst>
            </p:cNvPr>
            <p:cNvSpPr/>
            <p:nvPr/>
          </p:nvSpPr>
          <p:spPr>
            <a:xfrm>
              <a:off x="4530125" y="3410550"/>
              <a:ext cx="312325" cy="195425"/>
            </a:xfrm>
            <a:custGeom>
              <a:avLst/>
              <a:gdLst/>
              <a:ahLst/>
              <a:cxnLst/>
              <a:rect l="l" t="t" r="r" b="b"/>
              <a:pathLst>
                <a:path w="12493" h="7817" extrusionOk="0">
                  <a:moveTo>
                    <a:pt x="237" y="38"/>
                  </a:moveTo>
                  <a:cubicBezTo>
                    <a:pt x="229" y="38"/>
                    <a:pt x="222" y="39"/>
                    <a:pt x="215" y="39"/>
                  </a:cubicBezTo>
                  <a:cubicBezTo>
                    <a:pt x="91" y="51"/>
                    <a:pt x="0" y="161"/>
                    <a:pt x="12" y="287"/>
                  </a:cubicBezTo>
                  <a:cubicBezTo>
                    <a:pt x="23" y="403"/>
                    <a:pt x="121" y="490"/>
                    <a:pt x="237" y="490"/>
                  </a:cubicBezTo>
                  <a:cubicBezTo>
                    <a:pt x="244" y="490"/>
                    <a:pt x="252" y="490"/>
                    <a:pt x="259" y="489"/>
                  </a:cubicBezTo>
                  <a:lnTo>
                    <a:pt x="1173" y="489"/>
                  </a:lnTo>
                  <a:cubicBezTo>
                    <a:pt x="1181" y="490"/>
                    <a:pt x="1188" y="490"/>
                    <a:pt x="1196" y="490"/>
                  </a:cubicBezTo>
                  <a:cubicBezTo>
                    <a:pt x="1203" y="490"/>
                    <a:pt x="1211" y="490"/>
                    <a:pt x="1218" y="489"/>
                  </a:cubicBezTo>
                  <a:cubicBezTo>
                    <a:pt x="1342" y="477"/>
                    <a:pt x="1432" y="367"/>
                    <a:pt x="1421" y="242"/>
                  </a:cubicBezTo>
                  <a:cubicBezTo>
                    <a:pt x="1409" y="126"/>
                    <a:pt x="1311" y="38"/>
                    <a:pt x="1195" y="38"/>
                  </a:cubicBezTo>
                  <a:cubicBezTo>
                    <a:pt x="1188" y="38"/>
                    <a:pt x="1181" y="39"/>
                    <a:pt x="1173" y="39"/>
                  </a:cubicBezTo>
                  <a:lnTo>
                    <a:pt x="259" y="39"/>
                  </a:lnTo>
                  <a:cubicBezTo>
                    <a:pt x="252" y="39"/>
                    <a:pt x="244" y="38"/>
                    <a:pt x="237" y="38"/>
                  </a:cubicBezTo>
                  <a:close/>
                  <a:moveTo>
                    <a:pt x="2173" y="38"/>
                  </a:moveTo>
                  <a:cubicBezTo>
                    <a:pt x="2059" y="38"/>
                    <a:pt x="1960" y="126"/>
                    <a:pt x="1949" y="242"/>
                  </a:cubicBezTo>
                  <a:cubicBezTo>
                    <a:pt x="1936" y="367"/>
                    <a:pt x="2027" y="477"/>
                    <a:pt x="2152" y="489"/>
                  </a:cubicBezTo>
                  <a:cubicBezTo>
                    <a:pt x="2159" y="490"/>
                    <a:pt x="2167" y="490"/>
                    <a:pt x="2174" y="490"/>
                  </a:cubicBezTo>
                  <a:cubicBezTo>
                    <a:pt x="2181" y="490"/>
                    <a:pt x="2188" y="490"/>
                    <a:pt x="2195" y="489"/>
                  </a:cubicBezTo>
                  <a:lnTo>
                    <a:pt x="4601" y="489"/>
                  </a:lnTo>
                  <a:cubicBezTo>
                    <a:pt x="4724" y="489"/>
                    <a:pt x="4826" y="389"/>
                    <a:pt x="4827" y="266"/>
                  </a:cubicBezTo>
                  <a:cubicBezTo>
                    <a:pt x="4827" y="141"/>
                    <a:pt x="4726" y="39"/>
                    <a:pt x="4601" y="39"/>
                  </a:cubicBezTo>
                  <a:lnTo>
                    <a:pt x="2195" y="39"/>
                  </a:lnTo>
                  <a:cubicBezTo>
                    <a:pt x="2187" y="39"/>
                    <a:pt x="2180" y="38"/>
                    <a:pt x="2173" y="38"/>
                  </a:cubicBezTo>
                  <a:close/>
                  <a:moveTo>
                    <a:pt x="5625" y="1"/>
                  </a:moveTo>
                  <a:cubicBezTo>
                    <a:pt x="5479" y="1"/>
                    <a:pt x="5362" y="117"/>
                    <a:pt x="5360" y="261"/>
                  </a:cubicBezTo>
                  <a:cubicBezTo>
                    <a:pt x="5359" y="406"/>
                    <a:pt x="5475" y="525"/>
                    <a:pt x="5621" y="526"/>
                  </a:cubicBezTo>
                  <a:lnTo>
                    <a:pt x="5622" y="526"/>
                  </a:lnTo>
                  <a:cubicBezTo>
                    <a:pt x="5767" y="526"/>
                    <a:pt x="5883" y="410"/>
                    <a:pt x="5884" y="266"/>
                  </a:cubicBezTo>
                  <a:cubicBezTo>
                    <a:pt x="5886" y="121"/>
                    <a:pt x="5770" y="2"/>
                    <a:pt x="5625" y="1"/>
                  </a:cubicBezTo>
                  <a:close/>
                  <a:moveTo>
                    <a:pt x="6410" y="1"/>
                  </a:moveTo>
                  <a:cubicBezTo>
                    <a:pt x="6264" y="1"/>
                    <a:pt x="6146" y="117"/>
                    <a:pt x="6145" y="261"/>
                  </a:cubicBezTo>
                  <a:cubicBezTo>
                    <a:pt x="6143" y="406"/>
                    <a:pt x="6260" y="525"/>
                    <a:pt x="6405" y="526"/>
                  </a:cubicBezTo>
                  <a:lnTo>
                    <a:pt x="6407" y="526"/>
                  </a:lnTo>
                  <a:cubicBezTo>
                    <a:pt x="6551" y="526"/>
                    <a:pt x="6668" y="410"/>
                    <a:pt x="6669" y="266"/>
                  </a:cubicBezTo>
                  <a:cubicBezTo>
                    <a:pt x="6671" y="121"/>
                    <a:pt x="6554" y="2"/>
                    <a:pt x="6410" y="1"/>
                  </a:cubicBezTo>
                  <a:close/>
                  <a:moveTo>
                    <a:pt x="7195" y="1"/>
                  </a:moveTo>
                  <a:cubicBezTo>
                    <a:pt x="7050" y="1"/>
                    <a:pt x="6931" y="117"/>
                    <a:pt x="6930" y="261"/>
                  </a:cubicBezTo>
                  <a:cubicBezTo>
                    <a:pt x="6928" y="406"/>
                    <a:pt x="7046" y="525"/>
                    <a:pt x="7190" y="526"/>
                  </a:cubicBezTo>
                  <a:lnTo>
                    <a:pt x="7192" y="526"/>
                  </a:lnTo>
                  <a:cubicBezTo>
                    <a:pt x="7336" y="526"/>
                    <a:pt x="7454" y="410"/>
                    <a:pt x="7454" y="266"/>
                  </a:cubicBezTo>
                  <a:lnTo>
                    <a:pt x="7455" y="266"/>
                  </a:lnTo>
                  <a:cubicBezTo>
                    <a:pt x="7455" y="121"/>
                    <a:pt x="7339" y="2"/>
                    <a:pt x="7195" y="1"/>
                  </a:cubicBezTo>
                  <a:close/>
                  <a:moveTo>
                    <a:pt x="7979" y="1"/>
                  </a:moveTo>
                  <a:cubicBezTo>
                    <a:pt x="7835" y="1"/>
                    <a:pt x="7716" y="117"/>
                    <a:pt x="7714" y="261"/>
                  </a:cubicBezTo>
                  <a:cubicBezTo>
                    <a:pt x="7714" y="406"/>
                    <a:pt x="7830" y="525"/>
                    <a:pt x="7975" y="526"/>
                  </a:cubicBezTo>
                  <a:lnTo>
                    <a:pt x="7976" y="526"/>
                  </a:lnTo>
                  <a:cubicBezTo>
                    <a:pt x="8121" y="526"/>
                    <a:pt x="8238" y="410"/>
                    <a:pt x="8240" y="266"/>
                  </a:cubicBezTo>
                  <a:cubicBezTo>
                    <a:pt x="8240" y="121"/>
                    <a:pt x="8124" y="2"/>
                    <a:pt x="7979" y="1"/>
                  </a:cubicBezTo>
                  <a:close/>
                  <a:moveTo>
                    <a:pt x="8764" y="1"/>
                  </a:moveTo>
                  <a:cubicBezTo>
                    <a:pt x="8620" y="1"/>
                    <a:pt x="8500" y="117"/>
                    <a:pt x="8499" y="261"/>
                  </a:cubicBezTo>
                  <a:cubicBezTo>
                    <a:pt x="8499" y="406"/>
                    <a:pt x="8615" y="525"/>
                    <a:pt x="8759" y="526"/>
                  </a:cubicBezTo>
                  <a:lnTo>
                    <a:pt x="8762" y="526"/>
                  </a:lnTo>
                  <a:cubicBezTo>
                    <a:pt x="8905" y="526"/>
                    <a:pt x="9023" y="410"/>
                    <a:pt x="9025" y="266"/>
                  </a:cubicBezTo>
                  <a:cubicBezTo>
                    <a:pt x="9026" y="121"/>
                    <a:pt x="8908" y="2"/>
                    <a:pt x="8764" y="1"/>
                  </a:cubicBezTo>
                  <a:close/>
                  <a:moveTo>
                    <a:pt x="9549" y="1"/>
                  </a:moveTo>
                  <a:cubicBezTo>
                    <a:pt x="9404" y="1"/>
                    <a:pt x="9285" y="117"/>
                    <a:pt x="9285" y="261"/>
                  </a:cubicBezTo>
                  <a:cubicBezTo>
                    <a:pt x="9284" y="406"/>
                    <a:pt x="9400" y="525"/>
                    <a:pt x="9544" y="526"/>
                  </a:cubicBezTo>
                  <a:lnTo>
                    <a:pt x="9547" y="526"/>
                  </a:lnTo>
                  <a:cubicBezTo>
                    <a:pt x="9687" y="522"/>
                    <a:pt x="9799" y="406"/>
                    <a:pt x="9800" y="266"/>
                  </a:cubicBezTo>
                  <a:lnTo>
                    <a:pt x="9809" y="266"/>
                  </a:lnTo>
                  <a:cubicBezTo>
                    <a:pt x="9811" y="121"/>
                    <a:pt x="9693" y="2"/>
                    <a:pt x="9549" y="1"/>
                  </a:cubicBezTo>
                  <a:close/>
                  <a:moveTo>
                    <a:pt x="259" y="1085"/>
                  </a:moveTo>
                  <a:cubicBezTo>
                    <a:pt x="134" y="1085"/>
                    <a:pt x="33" y="1186"/>
                    <a:pt x="33" y="1311"/>
                  </a:cubicBezTo>
                  <a:cubicBezTo>
                    <a:pt x="33" y="1436"/>
                    <a:pt x="134" y="1536"/>
                    <a:pt x="259" y="1536"/>
                  </a:cubicBezTo>
                  <a:lnTo>
                    <a:pt x="1173" y="1536"/>
                  </a:lnTo>
                  <a:cubicBezTo>
                    <a:pt x="1174" y="1536"/>
                    <a:pt x="1175" y="1536"/>
                    <a:pt x="1176" y="1536"/>
                  </a:cubicBezTo>
                  <a:cubicBezTo>
                    <a:pt x="1298" y="1536"/>
                    <a:pt x="1398" y="1438"/>
                    <a:pt x="1400" y="1314"/>
                  </a:cubicBezTo>
                  <a:lnTo>
                    <a:pt x="1400" y="1311"/>
                  </a:lnTo>
                  <a:cubicBezTo>
                    <a:pt x="1400" y="1186"/>
                    <a:pt x="1298" y="1085"/>
                    <a:pt x="1173" y="1085"/>
                  </a:cubicBezTo>
                  <a:close/>
                  <a:moveTo>
                    <a:pt x="2195" y="1085"/>
                  </a:moveTo>
                  <a:cubicBezTo>
                    <a:pt x="2071" y="1085"/>
                    <a:pt x="1970" y="1186"/>
                    <a:pt x="1970" y="1311"/>
                  </a:cubicBezTo>
                  <a:cubicBezTo>
                    <a:pt x="1970" y="1436"/>
                    <a:pt x="2071" y="1537"/>
                    <a:pt x="2195" y="1537"/>
                  </a:cubicBezTo>
                  <a:lnTo>
                    <a:pt x="4601" y="1537"/>
                  </a:lnTo>
                  <a:cubicBezTo>
                    <a:pt x="4726" y="1537"/>
                    <a:pt x="4827" y="1436"/>
                    <a:pt x="4827" y="1311"/>
                  </a:cubicBezTo>
                  <a:cubicBezTo>
                    <a:pt x="4826" y="1186"/>
                    <a:pt x="4726" y="1086"/>
                    <a:pt x="4601" y="1085"/>
                  </a:cubicBezTo>
                  <a:close/>
                  <a:moveTo>
                    <a:pt x="2195" y="2131"/>
                  </a:moveTo>
                  <a:cubicBezTo>
                    <a:pt x="2071" y="2131"/>
                    <a:pt x="1970" y="2233"/>
                    <a:pt x="1970" y="2358"/>
                  </a:cubicBezTo>
                  <a:cubicBezTo>
                    <a:pt x="1970" y="2483"/>
                    <a:pt x="2071" y="2584"/>
                    <a:pt x="2195" y="2584"/>
                  </a:cubicBezTo>
                  <a:lnTo>
                    <a:pt x="4601" y="2584"/>
                  </a:lnTo>
                  <a:cubicBezTo>
                    <a:pt x="4726" y="2584"/>
                    <a:pt x="4827" y="2483"/>
                    <a:pt x="4827" y="2358"/>
                  </a:cubicBezTo>
                  <a:cubicBezTo>
                    <a:pt x="4826" y="2233"/>
                    <a:pt x="4726" y="2133"/>
                    <a:pt x="4601" y="2131"/>
                  </a:cubicBezTo>
                  <a:close/>
                  <a:moveTo>
                    <a:pt x="259" y="2131"/>
                  </a:moveTo>
                  <a:cubicBezTo>
                    <a:pt x="134" y="2131"/>
                    <a:pt x="33" y="2233"/>
                    <a:pt x="33" y="2358"/>
                  </a:cubicBezTo>
                  <a:cubicBezTo>
                    <a:pt x="33" y="2483"/>
                    <a:pt x="134" y="2584"/>
                    <a:pt x="259" y="2584"/>
                  </a:cubicBezTo>
                  <a:lnTo>
                    <a:pt x="1173" y="2584"/>
                  </a:lnTo>
                  <a:cubicBezTo>
                    <a:pt x="1174" y="2584"/>
                    <a:pt x="1175" y="2584"/>
                    <a:pt x="1176" y="2584"/>
                  </a:cubicBezTo>
                  <a:cubicBezTo>
                    <a:pt x="1298" y="2584"/>
                    <a:pt x="1398" y="2485"/>
                    <a:pt x="1400" y="2362"/>
                  </a:cubicBezTo>
                  <a:lnTo>
                    <a:pt x="1400" y="2358"/>
                  </a:lnTo>
                  <a:cubicBezTo>
                    <a:pt x="1400" y="2233"/>
                    <a:pt x="1298" y="2131"/>
                    <a:pt x="1173" y="2131"/>
                  </a:cubicBezTo>
                  <a:close/>
                  <a:moveTo>
                    <a:pt x="5622" y="2096"/>
                  </a:moveTo>
                  <a:cubicBezTo>
                    <a:pt x="5478" y="2096"/>
                    <a:pt x="5360" y="2213"/>
                    <a:pt x="5360" y="2358"/>
                  </a:cubicBezTo>
                  <a:cubicBezTo>
                    <a:pt x="5360" y="2502"/>
                    <a:pt x="5478" y="2620"/>
                    <a:pt x="5622" y="2620"/>
                  </a:cubicBezTo>
                  <a:cubicBezTo>
                    <a:pt x="5768" y="2620"/>
                    <a:pt x="5886" y="2502"/>
                    <a:pt x="5886" y="2358"/>
                  </a:cubicBezTo>
                  <a:cubicBezTo>
                    <a:pt x="5886" y="2213"/>
                    <a:pt x="5768" y="2096"/>
                    <a:pt x="5622" y="2096"/>
                  </a:cubicBezTo>
                  <a:close/>
                  <a:moveTo>
                    <a:pt x="6408" y="2096"/>
                  </a:moveTo>
                  <a:cubicBezTo>
                    <a:pt x="6263" y="2096"/>
                    <a:pt x="6145" y="2213"/>
                    <a:pt x="6145" y="2358"/>
                  </a:cubicBezTo>
                  <a:cubicBezTo>
                    <a:pt x="6145" y="2502"/>
                    <a:pt x="6263" y="2620"/>
                    <a:pt x="6408" y="2620"/>
                  </a:cubicBezTo>
                  <a:cubicBezTo>
                    <a:pt x="6553" y="2620"/>
                    <a:pt x="6671" y="2502"/>
                    <a:pt x="6671" y="2358"/>
                  </a:cubicBezTo>
                  <a:cubicBezTo>
                    <a:pt x="6671" y="2213"/>
                    <a:pt x="6553" y="2096"/>
                    <a:pt x="6408" y="2096"/>
                  </a:cubicBezTo>
                  <a:close/>
                  <a:moveTo>
                    <a:pt x="7193" y="2096"/>
                  </a:moveTo>
                  <a:cubicBezTo>
                    <a:pt x="7047" y="2096"/>
                    <a:pt x="6931" y="2213"/>
                    <a:pt x="6931" y="2358"/>
                  </a:cubicBezTo>
                  <a:cubicBezTo>
                    <a:pt x="6931" y="2502"/>
                    <a:pt x="7047" y="2620"/>
                    <a:pt x="7193" y="2620"/>
                  </a:cubicBezTo>
                  <a:cubicBezTo>
                    <a:pt x="7338" y="2620"/>
                    <a:pt x="7455" y="2502"/>
                    <a:pt x="7455" y="2358"/>
                  </a:cubicBezTo>
                  <a:cubicBezTo>
                    <a:pt x="7455" y="2213"/>
                    <a:pt x="7338" y="2096"/>
                    <a:pt x="7193" y="2096"/>
                  </a:cubicBezTo>
                  <a:close/>
                  <a:moveTo>
                    <a:pt x="7978" y="2096"/>
                  </a:moveTo>
                  <a:cubicBezTo>
                    <a:pt x="7833" y="2096"/>
                    <a:pt x="7716" y="2213"/>
                    <a:pt x="7716" y="2358"/>
                  </a:cubicBezTo>
                  <a:cubicBezTo>
                    <a:pt x="7716" y="2502"/>
                    <a:pt x="7833" y="2620"/>
                    <a:pt x="7978" y="2620"/>
                  </a:cubicBezTo>
                  <a:cubicBezTo>
                    <a:pt x="8122" y="2620"/>
                    <a:pt x="8240" y="2502"/>
                    <a:pt x="8240" y="2358"/>
                  </a:cubicBezTo>
                  <a:cubicBezTo>
                    <a:pt x="8240" y="2213"/>
                    <a:pt x="8122" y="2096"/>
                    <a:pt x="7978" y="2096"/>
                  </a:cubicBezTo>
                  <a:close/>
                  <a:moveTo>
                    <a:pt x="8762" y="2096"/>
                  </a:moveTo>
                  <a:cubicBezTo>
                    <a:pt x="8618" y="2096"/>
                    <a:pt x="8500" y="2213"/>
                    <a:pt x="8500" y="2358"/>
                  </a:cubicBezTo>
                  <a:cubicBezTo>
                    <a:pt x="8500" y="2502"/>
                    <a:pt x="8618" y="2620"/>
                    <a:pt x="8762" y="2620"/>
                  </a:cubicBezTo>
                  <a:cubicBezTo>
                    <a:pt x="8907" y="2620"/>
                    <a:pt x="9025" y="2502"/>
                    <a:pt x="9025" y="2358"/>
                  </a:cubicBezTo>
                  <a:cubicBezTo>
                    <a:pt x="9025" y="2213"/>
                    <a:pt x="8907" y="2096"/>
                    <a:pt x="8762" y="2096"/>
                  </a:cubicBezTo>
                  <a:close/>
                  <a:moveTo>
                    <a:pt x="9547" y="2096"/>
                  </a:moveTo>
                  <a:cubicBezTo>
                    <a:pt x="9403" y="2096"/>
                    <a:pt x="9285" y="2213"/>
                    <a:pt x="9285" y="2358"/>
                  </a:cubicBezTo>
                  <a:cubicBezTo>
                    <a:pt x="9285" y="2502"/>
                    <a:pt x="9403" y="2620"/>
                    <a:pt x="9547" y="2620"/>
                  </a:cubicBezTo>
                  <a:cubicBezTo>
                    <a:pt x="9689" y="2615"/>
                    <a:pt x="9802" y="2499"/>
                    <a:pt x="9802" y="2358"/>
                  </a:cubicBezTo>
                  <a:lnTo>
                    <a:pt x="9809" y="2358"/>
                  </a:lnTo>
                  <a:cubicBezTo>
                    <a:pt x="9809" y="2213"/>
                    <a:pt x="9692" y="2096"/>
                    <a:pt x="9547" y="2096"/>
                  </a:cubicBezTo>
                  <a:close/>
                  <a:moveTo>
                    <a:pt x="259" y="3178"/>
                  </a:moveTo>
                  <a:cubicBezTo>
                    <a:pt x="134" y="3178"/>
                    <a:pt x="33" y="3279"/>
                    <a:pt x="33" y="3404"/>
                  </a:cubicBezTo>
                  <a:cubicBezTo>
                    <a:pt x="33" y="3529"/>
                    <a:pt x="134" y="3631"/>
                    <a:pt x="259" y="3631"/>
                  </a:cubicBezTo>
                  <a:lnTo>
                    <a:pt x="1173" y="3631"/>
                  </a:lnTo>
                  <a:cubicBezTo>
                    <a:pt x="1298" y="3631"/>
                    <a:pt x="1400" y="3529"/>
                    <a:pt x="1400" y="3404"/>
                  </a:cubicBezTo>
                  <a:cubicBezTo>
                    <a:pt x="1401" y="3281"/>
                    <a:pt x="1301" y="3180"/>
                    <a:pt x="1178" y="3178"/>
                  </a:cubicBezTo>
                  <a:close/>
                  <a:moveTo>
                    <a:pt x="2195" y="3178"/>
                  </a:moveTo>
                  <a:cubicBezTo>
                    <a:pt x="2071" y="3178"/>
                    <a:pt x="1970" y="3279"/>
                    <a:pt x="1970" y="3404"/>
                  </a:cubicBezTo>
                  <a:cubicBezTo>
                    <a:pt x="1970" y="3529"/>
                    <a:pt x="2071" y="3631"/>
                    <a:pt x="2195" y="3631"/>
                  </a:cubicBezTo>
                  <a:lnTo>
                    <a:pt x="4601" y="3631"/>
                  </a:lnTo>
                  <a:cubicBezTo>
                    <a:pt x="4726" y="3629"/>
                    <a:pt x="4826" y="3529"/>
                    <a:pt x="4827" y="3404"/>
                  </a:cubicBezTo>
                  <a:cubicBezTo>
                    <a:pt x="4827" y="3279"/>
                    <a:pt x="4726" y="3178"/>
                    <a:pt x="4601" y="3178"/>
                  </a:cubicBezTo>
                  <a:close/>
                  <a:moveTo>
                    <a:pt x="259" y="4226"/>
                  </a:moveTo>
                  <a:cubicBezTo>
                    <a:pt x="134" y="4226"/>
                    <a:pt x="33" y="4327"/>
                    <a:pt x="33" y="4451"/>
                  </a:cubicBezTo>
                  <a:cubicBezTo>
                    <a:pt x="33" y="4576"/>
                    <a:pt x="134" y="4677"/>
                    <a:pt x="259" y="4677"/>
                  </a:cubicBezTo>
                  <a:lnTo>
                    <a:pt x="1173" y="4677"/>
                  </a:lnTo>
                  <a:cubicBezTo>
                    <a:pt x="1298" y="4677"/>
                    <a:pt x="1400" y="4576"/>
                    <a:pt x="1400" y="4451"/>
                  </a:cubicBezTo>
                  <a:cubicBezTo>
                    <a:pt x="1401" y="4327"/>
                    <a:pt x="1301" y="4226"/>
                    <a:pt x="1178" y="4226"/>
                  </a:cubicBezTo>
                  <a:close/>
                  <a:moveTo>
                    <a:pt x="2195" y="4226"/>
                  </a:moveTo>
                  <a:cubicBezTo>
                    <a:pt x="2071" y="4226"/>
                    <a:pt x="1970" y="4327"/>
                    <a:pt x="1970" y="4451"/>
                  </a:cubicBezTo>
                  <a:cubicBezTo>
                    <a:pt x="1970" y="4576"/>
                    <a:pt x="2071" y="4677"/>
                    <a:pt x="2195" y="4677"/>
                  </a:cubicBezTo>
                  <a:lnTo>
                    <a:pt x="4601" y="4677"/>
                  </a:lnTo>
                  <a:cubicBezTo>
                    <a:pt x="4726" y="4677"/>
                    <a:pt x="4826" y="4576"/>
                    <a:pt x="4827" y="4451"/>
                  </a:cubicBezTo>
                  <a:cubicBezTo>
                    <a:pt x="4827" y="4327"/>
                    <a:pt x="4726" y="4226"/>
                    <a:pt x="4601" y="4226"/>
                  </a:cubicBezTo>
                  <a:close/>
                  <a:moveTo>
                    <a:pt x="8303" y="5100"/>
                  </a:moveTo>
                  <a:cubicBezTo>
                    <a:pt x="8161" y="5100"/>
                    <a:pt x="8045" y="5215"/>
                    <a:pt x="8042" y="5358"/>
                  </a:cubicBezTo>
                  <a:cubicBezTo>
                    <a:pt x="8039" y="5502"/>
                    <a:pt x="8155" y="5621"/>
                    <a:pt x="8299" y="5624"/>
                  </a:cubicBezTo>
                  <a:lnTo>
                    <a:pt x="8308" y="5624"/>
                  </a:lnTo>
                  <a:cubicBezTo>
                    <a:pt x="8450" y="5623"/>
                    <a:pt x="8564" y="5508"/>
                    <a:pt x="8566" y="5367"/>
                  </a:cubicBezTo>
                  <a:cubicBezTo>
                    <a:pt x="8569" y="5222"/>
                    <a:pt x="8453" y="5102"/>
                    <a:pt x="8308" y="5100"/>
                  </a:cubicBezTo>
                  <a:cubicBezTo>
                    <a:pt x="8307" y="5100"/>
                    <a:pt x="8305" y="5100"/>
                    <a:pt x="8303" y="5100"/>
                  </a:cubicBezTo>
                  <a:close/>
                  <a:moveTo>
                    <a:pt x="10660" y="5100"/>
                  </a:moveTo>
                  <a:cubicBezTo>
                    <a:pt x="10516" y="5100"/>
                    <a:pt x="10400" y="5215"/>
                    <a:pt x="10399" y="5358"/>
                  </a:cubicBezTo>
                  <a:cubicBezTo>
                    <a:pt x="10396" y="5502"/>
                    <a:pt x="10510" y="5621"/>
                    <a:pt x="10653" y="5624"/>
                  </a:cubicBezTo>
                  <a:cubicBezTo>
                    <a:pt x="10655" y="5624"/>
                    <a:pt x="10657" y="5624"/>
                    <a:pt x="10659" y="5624"/>
                  </a:cubicBezTo>
                  <a:cubicBezTo>
                    <a:pt x="10802" y="5624"/>
                    <a:pt x="10918" y="5512"/>
                    <a:pt x="10923" y="5368"/>
                  </a:cubicBezTo>
                  <a:lnTo>
                    <a:pt x="10923" y="5367"/>
                  </a:lnTo>
                  <a:cubicBezTo>
                    <a:pt x="10924" y="5222"/>
                    <a:pt x="10810" y="5102"/>
                    <a:pt x="10665" y="5100"/>
                  </a:cubicBezTo>
                  <a:cubicBezTo>
                    <a:pt x="10663" y="5100"/>
                    <a:pt x="10662" y="5100"/>
                    <a:pt x="10660" y="5100"/>
                  </a:cubicBezTo>
                  <a:close/>
                  <a:moveTo>
                    <a:pt x="9089" y="5105"/>
                  </a:moveTo>
                  <a:cubicBezTo>
                    <a:pt x="8944" y="5105"/>
                    <a:pt x="8826" y="5222"/>
                    <a:pt x="8826" y="5367"/>
                  </a:cubicBezTo>
                  <a:cubicBezTo>
                    <a:pt x="8826" y="5511"/>
                    <a:pt x="8944" y="5629"/>
                    <a:pt x="9089" y="5629"/>
                  </a:cubicBezTo>
                  <a:lnTo>
                    <a:pt x="9092" y="5629"/>
                  </a:lnTo>
                  <a:cubicBezTo>
                    <a:pt x="9234" y="5627"/>
                    <a:pt x="9351" y="5511"/>
                    <a:pt x="9351" y="5367"/>
                  </a:cubicBezTo>
                  <a:cubicBezTo>
                    <a:pt x="9351" y="5222"/>
                    <a:pt x="9233" y="5105"/>
                    <a:pt x="9089" y="5105"/>
                  </a:cubicBezTo>
                  <a:close/>
                  <a:moveTo>
                    <a:pt x="9873" y="5105"/>
                  </a:moveTo>
                  <a:cubicBezTo>
                    <a:pt x="9729" y="5105"/>
                    <a:pt x="9611" y="5222"/>
                    <a:pt x="9611" y="5367"/>
                  </a:cubicBezTo>
                  <a:cubicBezTo>
                    <a:pt x="9611" y="5511"/>
                    <a:pt x="9729" y="5629"/>
                    <a:pt x="9873" y="5629"/>
                  </a:cubicBezTo>
                  <a:lnTo>
                    <a:pt x="9876" y="5629"/>
                  </a:lnTo>
                  <a:cubicBezTo>
                    <a:pt x="10019" y="5627"/>
                    <a:pt x="10135" y="5511"/>
                    <a:pt x="10135" y="5367"/>
                  </a:cubicBezTo>
                  <a:cubicBezTo>
                    <a:pt x="10135" y="5222"/>
                    <a:pt x="10019" y="5105"/>
                    <a:pt x="9873" y="5105"/>
                  </a:cubicBezTo>
                  <a:close/>
                  <a:moveTo>
                    <a:pt x="11446" y="5105"/>
                  </a:moveTo>
                  <a:cubicBezTo>
                    <a:pt x="11301" y="5105"/>
                    <a:pt x="11183" y="5222"/>
                    <a:pt x="11183" y="5367"/>
                  </a:cubicBezTo>
                  <a:cubicBezTo>
                    <a:pt x="11183" y="5511"/>
                    <a:pt x="11301" y="5629"/>
                    <a:pt x="11446" y="5629"/>
                  </a:cubicBezTo>
                  <a:cubicBezTo>
                    <a:pt x="11590" y="5629"/>
                    <a:pt x="11708" y="5511"/>
                    <a:pt x="11708" y="5367"/>
                  </a:cubicBezTo>
                  <a:cubicBezTo>
                    <a:pt x="11708" y="5222"/>
                    <a:pt x="11590" y="5105"/>
                    <a:pt x="11446" y="5105"/>
                  </a:cubicBezTo>
                  <a:close/>
                  <a:moveTo>
                    <a:pt x="12230" y="5105"/>
                  </a:moveTo>
                  <a:cubicBezTo>
                    <a:pt x="12086" y="5105"/>
                    <a:pt x="11968" y="5222"/>
                    <a:pt x="11968" y="5367"/>
                  </a:cubicBezTo>
                  <a:cubicBezTo>
                    <a:pt x="11968" y="5511"/>
                    <a:pt x="12086" y="5629"/>
                    <a:pt x="12230" y="5629"/>
                  </a:cubicBezTo>
                  <a:cubicBezTo>
                    <a:pt x="12375" y="5629"/>
                    <a:pt x="12492" y="5511"/>
                    <a:pt x="12492" y="5367"/>
                  </a:cubicBezTo>
                  <a:cubicBezTo>
                    <a:pt x="12492" y="5222"/>
                    <a:pt x="12375" y="5105"/>
                    <a:pt x="12230" y="5105"/>
                  </a:cubicBezTo>
                  <a:close/>
                  <a:moveTo>
                    <a:pt x="237" y="5272"/>
                  </a:moveTo>
                  <a:cubicBezTo>
                    <a:pt x="121" y="5272"/>
                    <a:pt x="23" y="5359"/>
                    <a:pt x="12" y="5475"/>
                  </a:cubicBezTo>
                  <a:cubicBezTo>
                    <a:pt x="0" y="5601"/>
                    <a:pt x="91" y="5711"/>
                    <a:pt x="215" y="5723"/>
                  </a:cubicBezTo>
                  <a:cubicBezTo>
                    <a:pt x="222" y="5723"/>
                    <a:pt x="229" y="5724"/>
                    <a:pt x="237" y="5724"/>
                  </a:cubicBezTo>
                  <a:cubicBezTo>
                    <a:pt x="244" y="5724"/>
                    <a:pt x="252" y="5723"/>
                    <a:pt x="259" y="5723"/>
                  </a:cubicBezTo>
                  <a:lnTo>
                    <a:pt x="1173" y="5723"/>
                  </a:lnTo>
                  <a:cubicBezTo>
                    <a:pt x="1174" y="5723"/>
                    <a:pt x="1175" y="5723"/>
                    <a:pt x="1176" y="5723"/>
                  </a:cubicBezTo>
                  <a:cubicBezTo>
                    <a:pt x="1298" y="5723"/>
                    <a:pt x="1398" y="5623"/>
                    <a:pt x="1400" y="5501"/>
                  </a:cubicBezTo>
                  <a:lnTo>
                    <a:pt x="1400" y="5496"/>
                  </a:lnTo>
                  <a:cubicBezTo>
                    <a:pt x="1400" y="5373"/>
                    <a:pt x="1300" y="5273"/>
                    <a:pt x="1176" y="5273"/>
                  </a:cubicBezTo>
                  <a:lnTo>
                    <a:pt x="259" y="5273"/>
                  </a:lnTo>
                  <a:cubicBezTo>
                    <a:pt x="252" y="5272"/>
                    <a:pt x="244" y="5272"/>
                    <a:pt x="237" y="5272"/>
                  </a:cubicBezTo>
                  <a:close/>
                  <a:moveTo>
                    <a:pt x="5053" y="5272"/>
                  </a:moveTo>
                  <a:cubicBezTo>
                    <a:pt x="4938" y="5272"/>
                    <a:pt x="4838" y="5359"/>
                    <a:pt x="4827" y="5475"/>
                  </a:cubicBezTo>
                  <a:cubicBezTo>
                    <a:pt x="4815" y="5601"/>
                    <a:pt x="4906" y="5711"/>
                    <a:pt x="5030" y="5723"/>
                  </a:cubicBezTo>
                  <a:cubicBezTo>
                    <a:pt x="5037" y="5723"/>
                    <a:pt x="5045" y="5724"/>
                    <a:pt x="5052" y="5724"/>
                  </a:cubicBezTo>
                  <a:cubicBezTo>
                    <a:pt x="5059" y="5724"/>
                    <a:pt x="5067" y="5723"/>
                    <a:pt x="5074" y="5723"/>
                  </a:cubicBezTo>
                  <a:lnTo>
                    <a:pt x="7478" y="5723"/>
                  </a:lnTo>
                  <a:cubicBezTo>
                    <a:pt x="7478" y="5723"/>
                    <a:pt x="7479" y="5723"/>
                    <a:pt x="7480" y="5723"/>
                  </a:cubicBezTo>
                  <a:cubicBezTo>
                    <a:pt x="7603" y="5723"/>
                    <a:pt x="7702" y="5623"/>
                    <a:pt x="7704" y="5501"/>
                  </a:cubicBezTo>
                  <a:lnTo>
                    <a:pt x="7704" y="5496"/>
                  </a:lnTo>
                  <a:cubicBezTo>
                    <a:pt x="7704" y="5373"/>
                    <a:pt x="7604" y="5273"/>
                    <a:pt x="7480" y="5273"/>
                  </a:cubicBezTo>
                  <a:lnTo>
                    <a:pt x="5074" y="5273"/>
                  </a:lnTo>
                  <a:cubicBezTo>
                    <a:pt x="5067" y="5272"/>
                    <a:pt x="5060" y="5272"/>
                    <a:pt x="5053" y="5272"/>
                  </a:cubicBezTo>
                  <a:close/>
                  <a:moveTo>
                    <a:pt x="256" y="6318"/>
                  </a:moveTo>
                  <a:cubicBezTo>
                    <a:pt x="133" y="6318"/>
                    <a:pt x="33" y="6419"/>
                    <a:pt x="33" y="6543"/>
                  </a:cubicBezTo>
                  <a:cubicBezTo>
                    <a:pt x="33" y="6668"/>
                    <a:pt x="133" y="6769"/>
                    <a:pt x="258" y="6769"/>
                  </a:cubicBezTo>
                  <a:lnTo>
                    <a:pt x="1173" y="6769"/>
                  </a:lnTo>
                  <a:cubicBezTo>
                    <a:pt x="1174" y="6769"/>
                    <a:pt x="1175" y="6769"/>
                    <a:pt x="1176" y="6769"/>
                  </a:cubicBezTo>
                  <a:cubicBezTo>
                    <a:pt x="1298" y="6769"/>
                    <a:pt x="1398" y="6670"/>
                    <a:pt x="1400" y="6547"/>
                  </a:cubicBezTo>
                  <a:lnTo>
                    <a:pt x="1400" y="6543"/>
                  </a:lnTo>
                  <a:cubicBezTo>
                    <a:pt x="1400" y="6419"/>
                    <a:pt x="1298" y="6318"/>
                    <a:pt x="1173" y="6318"/>
                  </a:cubicBezTo>
                  <a:lnTo>
                    <a:pt x="259" y="6318"/>
                  </a:lnTo>
                  <a:cubicBezTo>
                    <a:pt x="258" y="6318"/>
                    <a:pt x="257" y="6318"/>
                    <a:pt x="256" y="6318"/>
                  </a:cubicBezTo>
                  <a:close/>
                  <a:moveTo>
                    <a:pt x="5072" y="6318"/>
                  </a:moveTo>
                  <a:cubicBezTo>
                    <a:pt x="4948" y="6318"/>
                    <a:pt x="4848" y="6419"/>
                    <a:pt x="4848" y="6543"/>
                  </a:cubicBezTo>
                  <a:cubicBezTo>
                    <a:pt x="4848" y="6668"/>
                    <a:pt x="4949" y="6769"/>
                    <a:pt x="5073" y="6769"/>
                  </a:cubicBezTo>
                  <a:lnTo>
                    <a:pt x="7478" y="6769"/>
                  </a:lnTo>
                  <a:cubicBezTo>
                    <a:pt x="7478" y="6769"/>
                    <a:pt x="7479" y="6769"/>
                    <a:pt x="7480" y="6769"/>
                  </a:cubicBezTo>
                  <a:cubicBezTo>
                    <a:pt x="7603" y="6769"/>
                    <a:pt x="7702" y="6670"/>
                    <a:pt x="7704" y="6547"/>
                  </a:cubicBezTo>
                  <a:lnTo>
                    <a:pt x="7704" y="6543"/>
                  </a:lnTo>
                  <a:cubicBezTo>
                    <a:pt x="7704" y="6419"/>
                    <a:pt x="7603" y="6318"/>
                    <a:pt x="7478" y="6318"/>
                  </a:cubicBezTo>
                  <a:lnTo>
                    <a:pt x="5074" y="6318"/>
                  </a:lnTo>
                  <a:cubicBezTo>
                    <a:pt x="5073" y="6318"/>
                    <a:pt x="5073" y="6318"/>
                    <a:pt x="5072" y="6318"/>
                  </a:cubicBezTo>
                  <a:close/>
                  <a:moveTo>
                    <a:pt x="8304" y="7262"/>
                  </a:moveTo>
                  <a:cubicBezTo>
                    <a:pt x="8159" y="7262"/>
                    <a:pt x="8042" y="7380"/>
                    <a:pt x="8042" y="7524"/>
                  </a:cubicBezTo>
                  <a:cubicBezTo>
                    <a:pt x="8042" y="7670"/>
                    <a:pt x="8159" y="7786"/>
                    <a:pt x="8304" y="7786"/>
                  </a:cubicBezTo>
                  <a:lnTo>
                    <a:pt x="8307" y="7786"/>
                  </a:lnTo>
                  <a:cubicBezTo>
                    <a:pt x="8450" y="7786"/>
                    <a:pt x="8566" y="7670"/>
                    <a:pt x="8566" y="7527"/>
                  </a:cubicBezTo>
                  <a:lnTo>
                    <a:pt x="8566" y="7524"/>
                  </a:lnTo>
                  <a:cubicBezTo>
                    <a:pt x="8566" y="7380"/>
                    <a:pt x="8450" y="7262"/>
                    <a:pt x="8304" y="7262"/>
                  </a:cubicBezTo>
                  <a:close/>
                  <a:moveTo>
                    <a:pt x="9089" y="7262"/>
                  </a:moveTo>
                  <a:cubicBezTo>
                    <a:pt x="8944" y="7262"/>
                    <a:pt x="8826" y="7380"/>
                    <a:pt x="8826" y="7524"/>
                  </a:cubicBezTo>
                  <a:cubicBezTo>
                    <a:pt x="8826" y="7670"/>
                    <a:pt x="8944" y="7786"/>
                    <a:pt x="9089" y="7786"/>
                  </a:cubicBezTo>
                  <a:lnTo>
                    <a:pt x="9092" y="7786"/>
                  </a:lnTo>
                  <a:cubicBezTo>
                    <a:pt x="9234" y="7786"/>
                    <a:pt x="9352" y="7670"/>
                    <a:pt x="9352" y="7527"/>
                  </a:cubicBezTo>
                  <a:lnTo>
                    <a:pt x="9352" y="7524"/>
                  </a:lnTo>
                  <a:cubicBezTo>
                    <a:pt x="9352" y="7380"/>
                    <a:pt x="9234" y="7262"/>
                    <a:pt x="9089" y="7262"/>
                  </a:cubicBezTo>
                  <a:close/>
                  <a:moveTo>
                    <a:pt x="9875" y="7262"/>
                  </a:moveTo>
                  <a:cubicBezTo>
                    <a:pt x="9729" y="7262"/>
                    <a:pt x="9611" y="7380"/>
                    <a:pt x="9611" y="7524"/>
                  </a:cubicBezTo>
                  <a:cubicBezTo>
                    <a:pt x="9611" y="7670"/>
                    <a:pt x="9729" y="7786"/>
                    <a:pt x="9875" y="7786"/>
                  </a:cubicBezTo>
                  <a:lnTo>
                    <a:pt x="9876" y="7786"/>
                  </a:lnTo>
                  <a:cubicBezTo>
                    <a:pt x="10019" y="7786"/>
                    <a:pt x="10137" y="7670"/>
                    <a:pt x="10137" y="7527"/>
                  </a:cubicBezTo>
                  <a:lnTo>
                    <a:pt x="10137" y="7524"/>
                  </a:lnTo>
                  <a:cubicBezTo>
                    <a:pt x="10137" y="7380"/>
                    <a:pt x="10019" y="7262"/>
                    <a:pt x="9875" y="7262"/>
                  </a:cubicBezTo>
                  <a:close/>
                  <a:moveTo>
                    <a:pt x="10661" y="7262"/>
                  </a:moveTo>
                  <a:cubicBezTo>
                    <a:pt x="10516" y="7262"/>
                    <a:pt x="10399" y="7380"/>
                    <a:pt x="10399" y="7524"/>
                  </a:cubicBezTo>
                  <a:cubicBezTo>
                    <a:pt x="10399" y="7670"/>
                    <a:pt x="10516" y="7786"/>
                    <a:pt x="10661" y="7786"/>
                  </a:cubicBezTo>
                  <a:cubicBezTo>
                    <a:pt x="10805" y="7786"/>
                    <a:pt x="10923" y="7670"/>
                    <a:pt x="10923" y="7524"/>
                  </a:cubicBezTo>
                  <a:cubicBezTo>
                    <a:pt x="10923" y="7380"/>
                    <a:pt x="10805" y="7262"/>
                    <a:pt x="10661" y="7262"/>
                  </a:cubicBezTo>
                  <a:close/>
                  <a:moveTo>
                    <a:pt x="11446" y="7262"/>
                  </a:moveTo>
                  <a:cubicBezTo>
                    <a:pt x="11301" y="7262"/>
                    <a:pt x="11183" y="7380"/>
                    <a:pt x="11183" y="7524"/>
                  </a:cubicBezTo>
                  <a:cubicBezTo>
                    <a:pt x="11183" y="7670"/>
                    <a:pt x="11301" y="7786"/>
                    <a:pt x="11446" y="7786"/>
                  </a:cubicBezTo>
                  <a:cubicBezTo>
                    <a:pt x="11590" y="7786"/>
                    <a:pt x="11708" y="7670"/>
                    <a:pt x="11708" y="7524"/>
                  </a:cubicBezTo>
                  <a:cubicBezTo>
                    <a:pt x="11708" y="7380"/>
                    <a:pt x="11590" y="7262"/>
                    <a:pt x="11446" y="7262"/>
                  </a:cubicBezTo>
                  <a:close/>
                  <a:moveTo>
                    <a:pt x="12230" y="7262"/>
                  </a:moveTo>
                  <a:cubicBezTo>
                    <a:pt x="12086" y="7262"/>
                    <a:pt x="11968" y="7380"/>
                    <a:pt x="11968" y="7524"/>
                  </a:cubicBezTo>
                  <a:cubicBezTo>
                    <a:pt x="11968" y="7670"/>
                    <a:pt x="12086" y="7786"/>
                    <a:pt x="12230" y="7786"/>
                  </a:cubicBezTo>
                  <a:cubicBezTo>
                    <a:pt x="12376" y="7786"/>
                    <a:pt x="12492" y="7670"/>
                    <a:pt x="12492" y="7524"/>
                  </a:cubicBezTo>
                  <a:cubicBezTo>
                    <a:pt x="12492" y="7380"/>
                    <a:pt x="12376" y="7262"/>
                    <a:pt x="12230" y="7262"/>
                  </a:cubicBezTo>
                  <a:close/>
                  <a:moveTo>
                    <a:pt x="259" y="7365"/>
                  </a:moveTo>
                  <a:cubicBezTo>
                    <a:pt x="134" y="7365"/>
                    <a:pt x="33" y="7466"/>
                    <a:pt x="33" y="7591"/>
                  </a:cubicBezTo>
                  <a:cubicBezTo>
                    <a:pt x="34" y="7716"/>
                    <a:pt x="134" y="7816"/>
                    <a:pt x="259" y="7816"/>
                  </a:cubicBezTo>
                  <a:lnTo>
                    <a:pt x="1173" y="7816"/>
                  </a:lnTo>
                  <a:cubicBezTo>
                    <a:pt x="1174" y="7816"/>
                    <a:pt x="1175" y="7816"/>
                    <a:pt x="1176" y="7816"/>
                  </a:cubicBezTo>
                  <a:cubicBezTo>
                    <a:pt x="1298" y="7816"/>
                    <a:pt x="1398" y="7718"/>
                    <a:pt x="1400" y="7594"/>
                  </a:cubicBezTo>
                  <a:lnTo>
                    <a:pt x="1400" y="7591"/>
                  </a:lnTo>
                  <a:cubicBezTo>
                    <a:pt x="1400" y="7466"/>
                    <a:pt x="1298" y="7365"/>
                    <a:pt x="1173" y="7365"/>
                  </a:cubicBezTo>
                  <a:close/>
                  <a:moveTo>
                    <a:pt x="5074" y="7365"/>
                  </a:moveTo>
                  <a:cubicBezTo>
                    <a:pt x="4949" y="7365"/>
                    <a:pt x="4848" y="7466"/>
                    <a:pt x="4850" y="7591"/>
                  </a:cubicBezTo>
                  <a:cubicBezTo>
                    <a:pt x="4850" y="7716"/>
                    <a:pt x="4949" y="7816"/>
                    <a:pt x="5074" y="7816"/>
                  </a:cubicBezTo>
                  <a:lnTo>
                    <a:pt x="7478" y="7816"/>
                  </a:lnTo>
                  <a:cubicBezTo>
                    <a:pt x="7478" y="7816"/>
                    <a:pt x="7479" y="7816"/>
                    <a:pt x="7480" y="7816"/>
                  </a:cubicBezTo>
                  <a:cubicBezTo>
                    <a:pt x="7603" y="7816"/>
                    <a:pt x="7702" y="7718"/>
                    <a:pt x="7704" y="7594"/>
                  </a:cubicBezTo>
                  <a:lnTo>
                    <a:pt x="7704" y="7591"/>
                  </a:lnTo>
                  <a:cubicBezTo>
                    <a:pt x="7704" y="7466"/>
                    <a:pt x="7603" y="7365"/>
                    <a:pt x="7478" y="7365"/>
                  </a:cubicBezTo>
                  <a:close/>
                </a:path>
              </a:pathLst>
            </a:custGeom>
            <a:solidFill>
              <a:srgbClr val="707B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59" name="Resim 1558" descr="logo, amblem, simge, sembol, ticari marka içeren bir resim&#10;&#10;Açıklama otomatik olarak oluşturuldu">
            <a:extLst>
              <a:ext uri="{FF2B5EF4-FFF2-40B4-BE49-F238E27FC236}">
                <a16:creationId xmlns:a16="http://schemas.microsoft.com/office/drawing/2014/main" id="{C3968079-F957-94BD-E488-E1F6F5D7831C}"/>
              </a:ext>
            </a:extLst>
          </p:cNvPr>
          <p:cNvPicPr>
            <a:picLocks noChangeAspect="1"/>
          </p:cNvPicPr>
          <p:nvPr/>
        </p:nvPicPr>
        <p:blipFill>
          <a:blip r:embed="rId3"/>
          <a:stretch>
            <a:fillRect/>
          </a:stretch>
        </p:blipFill>
        <p:spPr>
          <a:xfrm>
            <a:off x="8133994" y="-28411"/>
            <a:ext cx="1031509" cy="729231"/>
          </a:xfrm>
          <a:prstGeom prst="rect">
            <a:avLst/>
          </a:prstGeom>
        </p:spPr>
      </p:pic>
      <p:sp>
        <p:nvSpPr>
          <p:cNvPr id="1560" name="Google Shape;670;p39">
            <a:extLst>
              <a:ext uri="{FF2B5EF4-FFF2-40B4-BE49-F238E27FC236}">
                <a16:creationId xmlns:a16="http://schemas.microsoft.com/office/drawing/2014/main" id="{1A96E7FB-B911-0CD7-108C-48C894DE8C2B}"/>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42803780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15" name="Google Shape;1274;p42">
            <a:extLst>
              <a:ext uri="{FF2B5EF4-FFF2-40B4-BE49-F238E27FC236}">
                <a16:creationId xmlns:a16="http://schemas.microsoft.com/office/drawing/2014/main" id="{05F14E81-C1AB-8ED9-EA45-2857CFDEFFB0}"/>
              </a:ext>
            </a:extLst>
          </p:cNvPr>
          <p:cNvSpPr txBox="1">
            <a:spLocks/>
          </p:cNvSpPr>
          <p:nvPr/>
        </p:nvSpPr>
        <p:spPr>
          <a:xfrm>
            <a:off x="785250" y="1337171"/>
            <a:ext cx="6701075" cy="1986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dirty="0"/>
              <a:t>B</a:t>
            </a:r>
            <a:r>
              <a:rPr lang="es-ES" dirty="0" err="1"/>
              <a:t>asit</a:t>
            </a:r>
            <a:r>
              <a:rPr lang="es-ES" dirty="0"/>
              <a:t> ve </a:t>
            </a:r>
            <a:r>
              <a:rPr lang="es-ES" dirty="0" err="1"/>
              <a:t>etkili</a:t>
            </a:r>
            <a:r>
              <a:rPr lang="es-ES" dirty="0"/>
              <a:t> bir </a:t>
            </a:r>
            <a:r>
              <a:rPr lang="es-ES" dirty="0" err="1"/>
              <a:t>algoritmadır</a:t>
            </a:r>
            <a:r>
              <a:rPr lang="tr-TR" dirty="0"/>
              <a:t>.</a:t>
            </a:r>
          </a:p>
          <a:p>
            <a:pPr marL="285750" indent="-285750" algn="just">
              <a:buFont typeface="Arial" panose="020B0604020202020204" pitchFamily="34" charset="0"/>
              <a:buChar char="•"/>
            </a:pPr>
            <a:endParaRPr lang="tr-TR" dirty="0">
              <a:latin typeface="Maven Pro" panose="020B0604020202020204" charset="-94"/>
            </a:endParaRPr>
          </a:p>
          <a:p>
            <a:pPr marL="285750" indent="-285750" algn="just">
              <a:buFont typeface="Arial" panose="020B0604020202020204" pitchFamily="34" charset="0"/>
              <a:buChar char="•"/>
            </a:pPr>
            <a:r>
              <a:rPr lang="tr-TR" dirty="0"/>
              <a:t>KNN algoritmasının çalışma mantığı, veriler arasında mesafe hesaplamaya dayanır. Yeni bir veri noktasının sınıfını belirlemek için, bu veri noktasına en yakın </a:t>
            </a:r>
            <a:r>
              <a:rPr lang="tr-TR" b="1" dirty="0"/>
              <a:t>K</a:t>
            </a:r>
            <a:r>
              <a:rPr lang="tr-TR" dirty="0"/>
              <a:t> tane komşu verinin sınıfına bakar ve çoğunluk oya göre yeni veri noktasını sınıflandırır.</a:t>
            </a:r>
            <a:endParaRPr lang="tr-TR" dirty="0">
              <a:latin typeface="Maven Pro" panose="020B0604020202020204" charset="-94"/>
            </a:endParaRPr>
          </a:p>
        </p:txBody>
      </p:sp>
    </p:spTree>
    <p:extLst>
      <p:ext uri="{BB962C8B-B14F-4D97-AF65-F5344CB8AC3E}">
        <p14:creationId xmlns:p14="http://schemas.microsoft.com/office/powerpoint/2010/main" val="3482251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2" end="2"/>
                                            </p:txEl>
                                          </p:spTgt>
                                        </p:tgtEl>
                                        <p:attrNameLst>
                                          <p:attrName>style.visibility</p:attrName>
                                        </p:attrNameLst>
                                      </p:cBhvr>
                                      <p:to>
                                        <p:strVal val="visible"/>
                                      </p:to>
                                    </p:set>
                                    <p:animEffect transition="in" filter="fade">
                                      <p:cBhvr>
                                        <p:cTn id="14" dur="1000"/>
                                        <p:tgtEl>
                                          <p:spTgt spid="15">
                                            <p:txEl>
                                              <p:pRg st="2" end="2"/>
                                            </p:txEl>
                                          </p:spTgt>
                                        </p:tgtEl>
                                      </p:cBhvr>
                                    </p:animEffect>
                                    <p:anim calcmode="lin" valueType="num">
                                      <p:cBhvr>
                                        <p:cTn id="15"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68"/>
        <p:cNvGrpSpPr/>
        <p:nvPr/>
      </p:nvGrpSpPr>
      <p:grpSpPr>
        <a:xfrm>
          <a:off x="0" y="0"/>
          <a:ext cx="0" cy="0"/>
          <a:chOff x="0" y="0"/>
          <a:chExt cx="0" cy="0"/>
        </a:xfrm>
      </p:grpSpPr>
      <p:pic>
        <p:nvPicPr>
          <p:cNvPr id="10" name="Resim 9" descr="logo, amblem, simge, sembol, ticari marka içeren bir resim&#10;&#10;Açıklama otomatik olarak oluşturuldu">
            <a:extLst>
              <a:ext uri="{FF2B5EF4-FFF2-40B4-BE49-F238E27FC236}">
                <a16:creationId xmlns:a16="http://schemas.microsoft.com/office/drawing/2014/main" id="{967B4D15-B5F4-1C99-3AC1-1BB756A5841F}"/>
              </a:ext>
            </a:extLst>
          </p:cNvPr>
          <p:cNvPicPr>
            <a:picLocks noChangeAspect="1"/>
          </p:cNvPicPr>
          <p:nvPr/>
        </p:nvPicPr>
        <p:blipFill>
          <a:blip r:embed="rId3"/>
          <a:stretch>
            <a:fillRect/>
          </a:stretch>
        </p:blipFill>
        <p:spPr>
          <a:xfrm>
            <a:off x="8133994" y="-28411"/>
            <a:ext cx="1031509" cy="729231"/>
          </a:xfrm>
          <a:prstGeom prst="rect">
            <a:avLst/>
          </a:prstGeom>
        </p:spPr>
      </p:pic>
      <p:sp>
        <p:nvSpPr>
          <p:cNvPr id="11" name="Google Shape;670;p39">
            <a:extLst>
              <a:ext uri="{FF2B5EF4-FFF2-40B4-BE49-F238E27FC236}">
                <a16:creationId xmlns:a16="http://schemas.microsoft.com/office/drawing/2014/main" id="{C08F7613-1B53-9C25-0BDA-A87142493034}"/>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cxnSp>
        <p:nvCxnSpPr>
          <p:cNvPr id="8" name="Düz Ok Bağlayıcısı 7">
            <a:extLst>
              <a:ext uri="{FF2B5EF4-FFF2-40B4-BE49-F238E27FC236}">
                <a16:creationId xmlns:a16="http://schemas.microsoft.com/office/drawing/2014/main" id="{A74FB7B2-08C1-75FE-3F04-37B546D6E573}"/>
              </a:ext>
            </a:extLst>
          </p:cNvPr>
          <p:cNvCxnSpPr>
            <a:cxnSpLocks/>
          </p:cNvCxnSpPr>
          <p:nvPr/>
        </p:nvCxnSpPr>
        <p:spPr>
          <a:xfrm flipV="1">
            <a:off x="1550530" y="551278"/>
            <a:ext cx="29022" cy="3428862"/>
          </a:xfrm>
          <a:prstGeom prst="straightConnector1">
            <a:avLst/>
          </a:prstGeom>
          <a:noFill/>
          <a:ln w="15875" cap="flat" cmpd="sng" algn="ctr">
            <a:solidFill>
              <a:sysClr val="windowText" lastClr="000000"/>
            </a:solidFill>
            <a:prstDash val="solid"/>
            <a:miter lim="800000"/>
            <a:tailEnd type="triangle"/>
          </a:ln>
          <a:effectLst/>
        </p:spPr>
      </p:cxnSp>
      <p:cxnSp>
        <p:nvCxnSpPr>
          <p:cNvPr id="9" name="Düz Ok Bağlayıcısı 8">
            <a:extLst>
              <a:ext uri="{FF2B5EF4-FFF2-40B4-BE49-F238E27FC236}">
                <a16:creationId xmlns:a16="http://schemas.microsoft.com/office/drawing/2014/main" id="{0940CB30-7A07-4AEF-34AE-0A66BD132DF7}"/>
              </a:ext>
            </a:extLst>
          </p:cNvPr>
          <p:cNvCxnSpPr/>
          <p:nvPr/>
        </p:nvCxnSpPr>
        <p:spPr>
          <a:xfrm>
            <a:off x="1550529" y="3974174"/>
            <a:ext cx="6488349" cy="0"/>
          </a:xfrm>
          <a:prstGeom prst="straightConnector1">
            <a:avLst/>
          </a:prstGeom>
          <a:noFill/>
          <a:ln w="15875" cap="flat" cmpd="sng" algn="ctr">
            <a:solidFill>
              <a:sysClr val="windowText" lastClr="000000"/>
            </a:solidFill>
            <a:prstDash val="solid"/>
            <a:miter lim="800000"/>
            <a:tailEnd type="triangle"/>
          </a:ln>
          <a:effectLst/>
        </p:spPr>
      </p:cxnSp>
      <p:sp>
        <p:nvSpPr>
          <p:cNvPr id="12" name="Oval 11">
            <a:extLst>
              <a:ext uri="{FF2B5EF4-FFF2-40B4-BE49-F238E27FC236}">
                <a16:creationId xmlns:a16="http://schemas.microsoft.com/office/drawing/2014/main" id="{28DB0A3C-E791-A724-A304-2F2C841FBBE1}"/>
              </a:ext>
            </a:extLst>
          </p:cNvPr>
          <p:cNvSpPr/>
          <p:nvPr/>
        </p:nvSpPr>
        <p:spPr>
          <a:xfrm>
            <a:off x="1919946" y="2228232"/>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56244A40-AE5B-22E1-032A-B7837F8123BE}"/>
              </a:ext>
            </a:extLst>
          </p:cNvPr>
          <p:cNvSpPr/>
          <p:nvPr/>
        </p:nvSpPr>
        <p:spPr>
          <a:xfrm>
            <a:off x="3493430" y="3052884"/>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1828C596-C236-37C6-7F67-A39777EE2F52}"/>
              </a:ext>
            </a:extLst>
          </p:cNvPr>
          <p:cNvSpPr/>
          <p:nvPr/>
        </p:nvSpPr>
        <p:spPr>
          <a:xfrm>
            <a:off x="2909891" y="2263826"/>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84A46AD2-352A-0B3C-E201-867A58374DD3}"/>
              </a:ext>
            </a:extLst>
          </p:cNvPr>
          <p:cNvSpPr/>
          <p:nvPr/>
        </p:nvSpPr>
        <p:spPr>
          <a:xfrm>
            <a:off x="4344894" y="2138934"/>
            <a:ext cx="162127" cy="178595"/>
          </a:xfrm>
          <a:prstGeom prst="ellipse">
            <a:avLst/>
          </a:prstGeom>
          <a:solidFill>
            <a:srgbClr val="FF000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E2101AA5-02B0-7E74-279E-DC5906BDC078}"/>
              </a:ext>
            </a:extLst>
          </p:cNvPr>
          <p:cNvSpPr/>
          <p:nvPr/>
        </p:nvSpPr>
        <p:spPr>
          <a:xfrm>
            <a:off x="3037509" y="2874289"/>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2D0BC71F-BF54-8165-652C-7D4BF860E7FA}"/>
              </a:ext>
            </a:extLst>
          </p:cNvPr>
          <p:cNvSpPr/>
          <p:nvPr/>
        </p:nvSpPr>
        <p:spPr>
          <a:xfrm>
            <a:off x="3761355" y="2255238"/>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D9D6487-B426-C3CD-A7C4-D55F4A27385F}"/>
              </a:ext>
            </a:extLst>
          </p:cNvPr>
          <p:cNvSpPr/>
          <p:nvPr/>
        </p:nvSpPr>
        <p:spPr>
          <a:xfrm>
            <a:off x="4107820" y="1684697"/>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A08D3045-E46E-C6A9-E025-E1BFBF965D06}"/>
              </a:ext>
            </a:extLst>
          </p:cNvPr>
          <p:cNvSpPr/>
          <p:nvPr/>
        </p:nvSpPr>
        <p:spPr>
          <a:xfrm>
            <a:off x="4395183" y="2623974"/>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val 19">
            <a:extLst>
              <a:ext uri="{FF2B5EF4-FFF2-40B4-BE49-F238E27FC236}">
                <a16:creationId xmlns:a16="http://schemas.microsoft.com/office/drawing/2014/main" id="{B3839423-700B-BF31-AD04-917349C3698F}"/>
              </a:ext>
            </a:extLst>
          </p:cNvPr>
          <p:cNvSpPr/>
          <p:nvPr/>
        </p:nvSpPr>
        <p:spPr>
          <a:xfrm>
            <a:off x="5018053" y="925459"/>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96E4973-9D61-BB41-6D13-80DE7CA05456}"/>
              </a:ext>
            </a:extLst>
          </p:cNvPr>
          <p:cNvSpPr/>
          <p:nvPr/>
        </p:nvSpPr>
        <p:spPr>
          <a:xfrm>
            <a:off x="6424206" y="2400297"/>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11C1F507-5841-F3CE-CA53-3EA1D208F5BD}"/>
              </a:ext>
            </a:extLst>
          </p:cNvPr>
          <p:cNvSpPr/>
          <p:nvPr/>
        </p:nvSpPr>
        <p:spPr>
          <a:xfrm>
            <a:off x="4961764" y="2221679"/>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B8EE740A-D416-4EE1-1B95-44949DFE0EF0}"/>
              </a:ext>
            </a:extLst>
          </p:cNvPr>
          <p:cNvSpPr/>
          <p:nvPr/>
        </p:nvSpPr>
        <p:spPr>
          <a:xfrm>
            <a:off x="5731564" y="1095664"/>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39BDF60E-FFE3-6A5E-6D34-D68D917EF8BE}"/>
              </a:ext>
            </a:extLst>
          </p:cNvPr>
          <p:cNvSpPr/>
          <p:nvPr/>
        </p:nvSpPr>
        <p:spPr>
          <a:xfrm>
            <a:off x="4713639" y="1654206"/>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3810673E-6FEA-B690-50B9-7B00AA2A32AB}"/>
              </a:ext>
            </a:extLst>
          </p:cNvPr>
          <p:cNvSpPr/>
          <p:nvPr/>
        </p:nvSpPr>
        <p:spPr>
          <a:xfrm>
            <a:off x="6377141" y="1429675"/>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2B8C7D0-0E10-87F0-4C41-33C2FE58D1A9}"/>
              </a:ext>
            </a:extLst>
          </p:cNvPr>
          <p:cNvSpPr/>
          <p:nvPr/>
        </p:nvSpPr>
        <p:spPr>
          <a:xfrm>
            <a:off x="7122470" y="1513982"/>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0F1E0E82-C2EB-2ACC-FE2A-67AD7598B83B}"/>
              </a:ext>
            </a:extLst>
          </p:cNvPr>
          <p:cNvSpPr/>
          <p:nvPr/>
        </p:nvSpPr>
        <p:spPr>
          <a:xfrm>
            <a:off x="3493430" y="1342733"/>
            <a:ext cx="1818677" cy="1770998"/>
          </a:xfrm>
          <a:prstGeom prst="ellipse">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9" name="Düz Ok Bağlayıcısı 28">
            <a:extLst>
              <a:ext uri="{FF2B5EF4-FFF2-40B4-BE49-F238E27FC236}">
                <a16:creationId xmlns:a16="http://schemas.microsoft.com/office/drawing/2014/main" id="{E3026453-FCBA-CC06-6B97-916CC3A6AB6F}"/>
              </a:ext>
            </a:extLst>
          </p:cNvPr>
          <p:cNvCxnSpPr>
            <a:stCxn id="15" idx="7"/>
            <a:endCxn id="24" idx="3"/>
          </p:cNvCxnSpPr>
          <p:nvPr/>
        </p:nvCxnSpPr>
        <p:spPr>
          <a:xfrm flipV="1">
            <a:off x="4483278" y="1806646"/>
            <a:ext cx="254104" cy="358443"/>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Düz Ok Bağlayıcısı 29">
            <a:extLst>
              <a:ext uri="{FF2B5EF4-FFF2-40B4-BE49-F238E27FC236}">
                <a16:creationId xmlns:a16="http://schemas.microsoft.com/office/drawing/2014/main" id="{C3B0E594-49EC-E225-2959-6088E2AE9D10}"/>
              </a:ext>
            </a:extLst>
          </p:cNvPr>
          <p:cNvCxnSpPr>
            <a:cxnSpLocks/>
            <a:stCxn id="15" idx="6"/>
            <a:endCxn id="22" idx="2"/>
          </p:cNvCxnSpPr>
          <p:nvPr/>
        </p:nvCxnSpPr>
        <p:spPr>
          <a:xfrm>
            <a:off x="4507021" y="2228232"/>
            <a:ext cx="454743" cy="82745"/>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70" name="Düz Ok Bağlayıcısı 1569">
            <a:extLst>
              <a:ext uri="{FF2B5EF4-FFF2-40B4-BE49-F238E27FC236}">
                <a16:creationId xmlns:a16="http://schemas.microsoft.com/office/drawing/2014/main" id="{6678F12F-856E-DAB2-A2AA-3B238888B675}"/>
              </a:ext>
            </a:extLst>
          </p:cNvPr>
          <p:cNvCxnSpPr>
            <a:cxnSpLocks/>
            <a:stCxn id="15" idx="4"/>
            <a:endCxn id="19" idx="0"/>
          </p:cNvCxnSpPr>
          <p:nvPr/>
        </p:nvCxnSpPr>
        <p:spPr>
          <a:xfrm>
            <a:off x="4425958" y="2317529"/>
            <a:ext cx="50289" cy="306445"/>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88" name="Düz Ok Bağlayıcısı 1587">
            <a:extLst>
              <a:ext uri="{FF2B5EF4-FFF2-40B4-BE49-F238E27FC236}">
                <a16:creationId xmlns:a16="http://schemas.microsoft.com/office/drawing/2014/main" id="{B496FE80-C609-34CB-4394-C158491798FF}"/>
              </a:ext>
            </a:extLst>
          </p:cNvPr>
          <p:cNvCxnSpPr>
            <a:cxnSpLocks/>
            <a:stCxn id="15" idx="2"/>
            <a:endCxn id="17" idx="7"/>
          </p:cNvCxnSpPr>
          <p:nvPr/>
        </p:nvCxnSpPr>
        <p:spPr>
          <a:xfrm flipH="1">
            <a:off x="3899739" y="2228232"/>
            <a:ext cx="445155" cy="53161"/>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91" name="Düz Ok Bağlayıcısı 1590">
            <a:extLst>
              <a:ext uri="{FF2B5EF4-FFF2-40B4-BE49-F238E27FC236}">
                <a16:creationId xmlns:a16="http://schemas.microsoft.com/office/drawing/2014/main" id="{E4046EC1-BF97-935E-F9BA-350514458C55}"/>
              </a:ext>
            </a:extLst>
          </p:cNvPr>
          <p:cNvCxnSpPr>
            <a:cxnSpLocks/>
            <a:stCxn id="15" idx="1"/>
            <a:endCxn id="18" idx="4"/>
          </p:cNvCxnSpPr>
          <p:nvPr/>
        </p:nvCxnSpPr>
        <p:spPr>
          <a:xfrm flipH="1" flipV="1">
            <a:off x="4188884" y="1863292"/>
            <a:ext cx="179753" cy="301797"/>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ppt_w</p:attrName>
                                        </p:attrNameLst>
                                      </p:cBhvr>
                                      <p:tavLst>
                                        <p:tav tm="0">
                                          <p:val>
                                            <p:fltVal val="0"/>
                                          </p:val>
                                        </p:tav>
                                        <p:tav tm="100000">
                                          <p:val>
                                            <p:strVal val="#ppt_w"/>
                                          </p:val>
                                        </p:tav>
                                      </p:tavLst>
                                    </p:anim>
                                    <p:anim calcmode="lin" valueType="num">
                                      <p:cBhvr>
                                        <p:cTn id="16" dur="500" fill="hold"/>
                                        <p:tgtEl>
                                          <p:spTgt spid="12"/>
                                        </p:tgtEl>
                                        <p:attrNameLst>
                                          <p:attrName>ppt_h</p:attrName>
                                        </p:attrNameLst>
                                      </p:cBhvr>
                                      <p:tavLst>
                                        <p:tav tm="0">
                                          <p:val>
                                            <p:fltVal val="0"/>
                                          </p:val>
                                        </p:tav>
                                        <p:tav tm="100000">
                                          <p:val>
                                            <p:strVal val="#ppt_h"/>
                                          </p:val>
                                        </p:tav>
                                      </p:tavLst>
                                    </p:anim>
                                    <p:animEffect transition="in" filter="fade">
                                      <p:cBhvr>
                                        <p:cTn id="17" dur="500"/>
                                        <p:tgtEl>
                                          <p:spTgt spid="12"/>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 calcmode="lin" valueType="num">
                                      <p:cBhvr>
                                        <p:cTn id="20" dur="500" fill="hold"/>
                                        <p:tgtEl>
                                          <p:spTgt spid="14"/>
                                        </p:tgtEl>
                                        <p:attrNameLst>
                                          <p:attrName>ppt_w</p:attrName>
                                        </p:attrNameLst>
                                      </p:cBhvr>
                                      <p:tavLst>
                                        <p:tav tm="0">
                                          <p:val>
                                            <p:fltVal val="0"/>
                                          </p:val>
                                        </p:tav>
                                        <p:tav tm="100000">
                                          <p:val>
                                            <p:strVal val="#ppt_w"/>
                                          </p:val>
                                        </p:tav>
                                      </p:tavLst>
                                    </p:anim>
                                    <p:anim calcmode="lin" valueType="num">
                                      <p:cBhvr>
                                        <p:cTn id="21" dur="500" fill="hold"/>
                                        <p:tgtEl>
                                          <p:spTgt spid="14"/>
                                        </p:tgtEl>
                                        <p:attrNameLst>
                                          <p:attrName>ppt_h</p:attrName>
                                        </p:attrNameLst>
                                      </p:cBhvr>
                                      <p:tavLst>
                                        <p:tav tm="0">
                                          <p:val>
                                            <p:fltVal val="0"/>
                                          </p:val>
                                        </p:tav>
                                        <p:tav tm="100000">
                                          <p:val>
                                            <p:strVal val="#ppt_h"/>
                                          </p:val>
                                        </p:tav>
                                      </p:tavLst>
                                    </p:anim>
                                    <p:animEffect transition="in" filter="fade">
                                      <p:cBhvr>
                                        <p:cTn id="22" dur="500"/>
                                        <p:tgtEl>
                                          <p:spTgt spid="14"/>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00" fill="hold"/>
                                        <p:tgtEl>
                                          <p:spTgt spid="17"/>
                                        </p:tgtEl>
                                        <p:attrNameLst>
                                          <p:attrName>ppt_w</p:attrName>
                                        </p:attrNameLst>
                                      </p:cBhvr>
                                      <p:tavLst>
                                        <p:tav tm="0">
                                          <p:val>
                                            <p:fltVal val="0"/>
                                          </p:val>
                                        </p:tav>
                                        <p:tav tm="100000">
                                          <p:val>
                                            <p:strVal val="#ppt_w"/>
                                          </p:val>
                                        </p:tav>
                                      </p:tavLst>
                                    </p:anim>
                                    <p:anim calcmode="lin" valueType="num">
                                      <p:cBhvr>
                                        <p:cTn id="26" dur="500" fill="hold"/>
                                        <p:tgtEl>
                                          <p:spTgt spid="17"/>
                                        </p:tgtEl>
                                        <p:attrNameLst>
                                          <p:attrName>ppt_h</p:attrName>
                                        </p:attrNameLst>
                                      </p:cBhvr>
                                      <p:tavLst>
                                        <p:tav tm="0">
                                          <p:val>
                                            <p:fltVal val="0"/>
                                          </p:val>
                                        </p:tav>
                                        <p:tav tm="100000">
                                          <p:val>
                                            <p:strVal val="#ppt_h"/>
                                          </p:val>
                                        </p:tav>
                                      </p:tavLst>
                                    </p:anim>
                                    <p:animEffect transition="in" filter="fade">
                                      <p:cBhvr>
                                        <p:cTn id="27" dur="500"/>
                                        <p:tgtEl>
                                          <p:spTgt spid="17"/>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500" fill="hold"/>
                                        <p:tgtEl>
                                          <p:spTgt spid="16"/>
                                        </p:tgtEl>
                                        <p:attrNameLst>
                                          <p:attrName>ppt_w</p:attrName>
                                        </p:attrNameLst>
                                      </p:cBhvr>
                                      <p:tavLst>
                                        <p:tav tm="0">
                                          <p:val>
                                            <p:fltVal val="0"/>
                                          </p:val>
                                        </p:tav>
                                        <p:tav tm="100000">
                                          <p:val>
                                            <p:strVal val="#ppt_w"/>
                                          </p:val>
                                        </p:tav>
                                      </p:tavLst>
                                    </p:anim>
                                    <p:anim calcmode="lin" valueType="num">
                                      <p:cBhvr>
                                        <p:cTn id="31" dur="500" fill="hold"/>
                                        <p:tgtEl>
                                          <p:spTgt spid="16"/>
                                        </p:tgtEl>
                                        <p:attrNameLst>
                                          <p:attrName>ppt_h</p:attrName>
                                        </p:attrNameLst>
                                      </p:cBhvr>
                                      <p:tavLst>
                                        <p:tav tm="0">
                                          <p:val>
                                            <p:fltVal val="0"/>
                                          </p:val>
                                        </p:tav>
                                        <p:tav tm="100000">
                                          <p:val>
                                            <p:strVal val="#ppt_h"/>
                                          </p:val>
                                        </p:tav>
                                      </p:tavLst>
                                    </p:anim>
                                    <p:animEffect transition="in" filter="fade">
                                      <p:cBhvr>
                                        <p:cTn id="32" dur="500"/>
                                        <p:tgtEl>
                                          <p:spTgt spid="16"/>
                                        </p:tgtEl>
                                      </p:cBhvr>
                                    </p:animEffect>
                                  </p:childTnLst>
                                </p:cTn>
                              </p:par>
                              <p:par>
                                <p:cTn id="33" presetID="53" presetClass="entr" presetSubtype="16"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animEffect transition="in" filter="fade">
                                      <p:cBhvr>
                                        <p:cTn id="37" dur="500"/>
                                        <p:tgtEl>
                                          <p:spTgt spid="13"/>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p:cTn id="40" dur="500" fill="hold"/>
                                        <p:tgtEl>
                                          <p:spTgt spid="19"/>
                                        </p:tgtEl>
                                        <p:attrNameLst>
                                          <p:attrName>ppt_w</p:attrName>
                                        </p:attrNameLst>
                                      </p:cBhvr>
                                      <p:tavLst>
                                        <p:tav tm="0">
                                          <p:val>
                                            <p:fltVal val="0"/>
                                          </p:val>
                                        </p:tav>
                                        <p:tav tm="100000">
                                          <p:val>
                                            <p:strVal val="#ppt_w"/>
                                          </p:val>
                                        </p:tav>
                                      </p:tavLst>
                                    </p:anim>
                                    <p:anim calcmode="lin" valueType="num">
                                      <p:cBhvr>
                                        <p:cTn id="41" dur="500" fill="hold"/>
                                        <p:tgtEl>
                                          <p:spTgt spid="19"/>
                                        </p:tgtEl>
                                        <p:attrNameLst>
                                          <p:attrName>ppt_h</p:attrName>
                                        </p:attrNameLst>
                                      </p:cBhvr>
                                      <p:tavLst>
                                        <p:tav tm="0">
                                          <p:val>
                                            <p:fltVal val="0"/>
                                          </p:val>
                                        </p:tav>
                                        <p:tav tm="100000">
                                          <p:val>
                                            <p:strVal val="#ppt_h"/>
                                          </p:val>
                                        </p:tav>
                                      </p:tavLst>
                                    </p:anim>
                                    <p:animEffect transition="in" filter="fade">
                                      <p:cBhvr>
                                        <p:cTn id="42" dur="500"/>
                                        <p:tgtEl>
                                          <p:spTgt spid="19"/>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 calcmode="lin" valueType="num">
                                      <p:cBhvr>
                                        <p:cTn id="45" dur="500" fill="hold"/>
                                        <p:tgtEl>
                                          <p:spTgt spid="18"/>
                                        </p:tgtEl>
                                        <p:attrNameLst>
                                          <p:attrName>ppt_w</p:attrName>
                                        </p:attrNameLst>
                                      </p:cBhvr>
                                      <p:tavLst>
                                        <p:tav tm="0">
                                          <p:val>
                                            <p:fltVal val="0"/>
                                          </p:val>
                                        </p:tav>
                                        <p:tav tm="100000">
                                          <p:val>
                                            <p:strVal val="#ppt_w"/>
                                          </p:val>
                                        </p:tav>
                                      </p:tavLst>
                                    </p:anim>
                                    <p:anim calcmode="lin" valueType="num">
                                      <p:cBhvr>
                                        <p:cTn id="46" dur="500" fill="hold"/>
                                        <p:tgtEl>
                                          <p:spTgt spid="18"/>
                                        </p:tgtEl>
                                        <p:attrNameLst>
                                          <p:attrName>ppt_h</p:attrName>
                                        </p:attrNameLst>
                                      </p:cBhvr>
                                      <p:tavLst>
                                        <p:tav tm="0">
                                          <p:val>
                                            <p:fltVal val="0"/>
                                          </p:val>
                                        </p:tav>
                                        <p:tav tm="100000">
                                          <p:val>
                                            <p:strVal val="#ppt_h"/>
                                          </p:val>
                                        </p:tav>
                                      </p:tavLst>
                                    </p:anim>
                                    <p:animEffect transition="in" filter="fade">
                                      <p:cBhvr>
                                        <p:cTn id="47" dur="500"/>
                                        <p:tgtEl>
                                          <p:spTgt spid="18"/>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 calcmode="lin" valueType="num">
                                      <p:cBhvr>
                                        <p:cTn id="50" dur="500" fill="hold"/>
                                        <p:tgtEl>
                                          <p:spTgt spid="20"/>
                                        </p:tgtEl>
                                        <p:attrNameLst>
                                          <p:attrName>ppt_w</p:attrName>
                                        </p:attrNameLst>
                                      </p:cBhvr>
                                      <p:tavLst>
                                        <p:tav tm="0">
                                          <p:val>
                                            <p:fltVal val="0"/>
                                          </p:val>
                                        </p:tav>
                                        <p:tav tm="100000">
                                          <p:val>
                                            <p:strVal val="#ppt_w"/>
                                          </p:val>
                                        </p:tav>
                                      </p:tavLst>
                                    </p:anim>
                                    <p:anim calcmode="lin" valueType="num">
                                      <p:cBhvr>
                                        <p:cTn id="51" dur="500" fill="hold"/>
                                        <p:tgtEl>
                                          <p:spTgt spid="20"/>
                                        </p:tgtEl>
                                        <p:attrNameLst>
                                          <p:attrName>ppt_h</p:attrName>
                                        </p:attrNameLst>
                                      </p:cBhvr>
                                      <p:tavLst>
                                        <p:tav tm="0">
                                          <p:val>
                                            <p:fltVal val="0"/>
                                          </p:val>
                                        </p:tav>
                                        <p:tav tm="100000">
                                          <p:val>
                                            <p:strVal val="#ppt_h"/>
                                          </p:val>
                                        </p:tav>
                                      </p:tavLst>
                                    </p:anim>
                                    <p:animEffect transition="in" filter="fade">
                                      <p:cBhvr>
                                        <p:cTn id="52" dur="500"/>
                                        <p:tgtEl>
                                          <p:spTgt spid="20"/>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p:cTn id="55" dur="500" fill="hold"/>
                                        <p:tgtEl>
                                          <p:spTgt spid="24"/>
                                        </p:tgtEl>
                                        <p:attrNameLst>
                                          <p:attrName>ppt_w</p:attrName>
                                        </p:attrNameLst>
                                      </p:cBhvr>
                                      <p:tavLst>
                                        <p:tav tm="0">
                                          <p:val>
                                            <p:fltVal val="0"/>
                                          </p:val>
                                        </p:tav>
                                        <p:tav tm="100000">
                                          <p:val>
                                            <p:strVal val="#ppt_w"/>
                                          </p:val>
                                        </p:tav>
                                      </p:tavLst>
                                    </p:anim>
                                    <p:anim calcmode="lin" valueType="num">
                                      <p:cBhvr>
                                        <p:cTn id="56" dur="500" fill="hold"/>
                                        <p:tgtEl>
                                          <p:spTgt spid="24"/>
                                        </p:tgtEl>
                                        <p:attrNameLst>
                                          <p:attrName>ppt_h</p:attrName>
                                        </p:attrNameLst>
                                      </p:cBhvr>
                                      <p:tavLst>
                                        <p:tav tm="0">
                                          <p:val>
                                            <p:fltVal val="0"/>
                                          </p:val>
                                        </p:tav>
                                        <p:tav tm="100000">
                                          <p:val>
                                            <p:strVal val="#ppt_h"/>
                                          </p:val>
                                        </p:tav>
                                      </p:tavLst>
                                    </p:anim>
                                    <p:animEffect transition="in" filter="fade">
                                      <p:cBhvr>
                                        <p:cTn id="57" dur="500"/>
                                        <p:tgtEl>
                                          <p:spTgt spid="24"/>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 calcmode="lin" valueType="num">
                                      <p:cBhvr>
                                        <p:cTn id="60" dur="500" fill="hold"/>
                                        <p:tgtEl>
                                          <p:spTgt spid="22"/>
                                        </p:tgtEl>
                                        <p:attrNameLst>
                                          <p:attrName>ppt_w</p:attrName>
                                        </p:attrNameLst>
                                      </p:cBhvr>
                                      <p:tavLst>
                                        <p:tav tm="0">
                                          <p:val>
                                            <p:fltVal val="0"/>
                                          </p:val>
                                        </p:tav>
                                        <p:tav tm="100000">
                                          <p:val>
                                            <p:strVal val="#ppt_w"/>
                                          </p:val>
                                        </p:tav>
                                      </p:tavLst>
                                    </p:anim>
                                    <p:anim calcmode="lin" valueType="num">
                                      <p:cBhvr>
                                        <p:cTn id="61" dur="500" fill="hold"/>
                                        <p:tgtEl>
                                          <p:spTgt spid="22"/>
                                        </p:tgtEl>
                                        <p:attrNameLst>
                                          <p:attrName>ppt_h</p:attrName>
                                        </p:attrNameLst>
                                      </p:cBhvr>
                                      <p:tavLst>
                                        <p:tav tm="0">
                                          <p:val>
                                            <p:fltVal val="0"/>
                                          </p:val>
                                        </p:tav>
                                        <p:tav tm="100000">
                                          <p:val>
                                            <p:strVal val="#ppt_h"/>
                                          </p:val>
                                        </p:tav>
                                      </p:tavLst>
                                    </p:anim>
                                    <p:animEffect transition="in" filter="fade">
                                      <p:cBhvr>
                                        <p:cTn id="62" dur="500"/>
                                        <p:tgtEl>
                                          <p:spTgt spid="22"/>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p:cTn id="65" dur="500" fill="hold"/>
                                        <p:tgtEl>
                                          <p:spTgt spid="21"/>
                                        </p:tgtEl>
                                        <p:attrNameLst>
                                          <p:attrName>ppt_w</p:attrName>
                                        </p:attrNameLst>
                                      </p:cBhvr>
                                      <p:tavLst>
                                        <p:tav tm="0">
                                          <p:val>
                                            <p:fltVal val="0"/>
                                          </p:val>
                                        </p:tav>
                                        <p:tav tm="100000">
                                          <p:val>
                                            <p:strVal val="#ppt_w"/>
                                          </p:val>
                                        </p:tav>
                                      </p:tavLst>
                                    </p:anim>
                                    <p:anim calcmode="lin" valueType="num">
                                      <p:cBhvr>
                                        <p:cTn id="66" dur="500" fill="hold"/>
                                        <p:tgtEl>
                                          <p:spTgt spid="21"/>
                                        </p:tgtEl>
                                        <p:attrNameLst>
                                          <p:attrName>ppt_h</p:attrName>
                                        </p:attrNameLst>
                                      </p:cBhvr>
                                      <p:tavLst>
                                        <p:tav tm="0">
                                          <p:val>
                                            <p:fltVal val="0"/>
                                          </p:val>
                                        </p:tav>
                                        <p:tav tm="100000">
                                          <p:val>
                                            <p:strVal val="#ppt_h"/>
                                          </p:val>
                                        </p:tav>
                                      </p:tavLst>
                                    </p:anim>
                                    <p:animEffect transition="in" filter="fade">
                                      <p:cBhvr>
                                        <p:cTn id="67" dur="500"/>
                                        <p:tgtEl>
                                          <p:spTgt spid="21"/>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 calcmode="lin" valueType="num">
                                      <p:cBhvr>
                                        <p:cTn id="70" dur="500" fill="hold"/>
                                        <p:tgtEl>
                                          <p:spTgt spid="26"/>
                                        </p:tgtEl>
                                        <p:attrNameLst>
                                          <p:attrName>ppt_w</p:attrName>
                                        </p:attrNameLst>
                                      </p:cBhvr>
                                      <p:tavLst>
                                        <p:tav tm="0">
                                          <p:val>
                                            <p:fltVal val="0"/>
                                          </p:val>
                                        </p:tav>
                                        <p:tav tm="100000">
                                          <p:val>
                                            <p:strVal val="#ppt_w"/>
                                          </p:val>
                                        </p:tav>
                                      </p:tavLst>
                                    </p:anim>
                                    <p:anim calcmode="lin" valueType="num">
                                      <p:cBhvr>
                                        <p:cTn id="71" dur="500" fill="hold"/>
                                        <p:tgtEl>
                                          <p:spTgt spid="26"/>
                                        </p:tgtEl>
                                        <p:attrNameLst>
                                          <p:attrName>ppt_h</p:attrName>
                                        </p:attrNameLst>
                                      </p:cBhvr>
                                      <p:tavLst>
                                        <p:tav tm="0">
                                          <p:val>
                                            <p:fltVal val="0"/>
                                          </p:val>
                                        </p:tav>
                                        <p:tav tm="100000">
                                          <p:val>
                                            <p:strVal val="#ppt_h"/>
                                          </p:val>
                                        </p:tav>
                                      </p:tavLst>
                                    </p:anim>
                                    <p:animEffect transition="in" filter="fade">
                                      <p:cBhvr>
                                        <p:cTn id="72" dur="500"/>
                                        <p:tgtEl>
                                          <p:spTgt spid="26"/>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25"/>
                                        </p:tgtEl>
                                        <p:attrNameLst>
                                          <p:attrName>style.visibility</p:attrName>
                                        </p:attrNameLst>
                                      </p:cBhvr>
                                      <p:to>
                                        <p:strVal val="visible"/>
                                      </p:to>
                                    </p:set>
                                    <p:anim calcmode="lin" valueType="num">
                                      <p:cBhvr>
                                        <p:cTn id="75" dur="500" fill="hold"/>
                                        <p:tgtEl>
                                          <p:spTgt spid="25"/>
                                        </p:tgtEl>
                                        <p:attrNameLst>
                                          <p:attrName>ppt_w</p:attrName>
                                        </p:attrNameLst>
                                      </p:cBhvr>
                                      <p:tavLst>
                                        <p:tav tm="0">
                                          <p:val>
                                            <p:fltVal val="0"/>
                                          </p:val>
                                        </p:tav>
                                        <p:tav tm="100000">
                                          <p:val>
                                            <p:strVal val="#ppt_w"/>
                                          </p:val>
                                        </p:tav>
                                      </p:tavLst>
                                    </p:anim>
                                    <p:anim calcmode="lin" valueType="num">
                                      <p:cBhvr>
                                        <p:cTn id="76" dur="500" fill="hold"/>
                                        <p:tgtEl>
                                          <p:spTgt spid="25"/>
                                        </p:tgtEl>
                                        <p:attrNameLst>
                                          <p:attrName>ppt_h</p:attrName>
                                        </p:attrNameLst>
                                      </p:cBhvr>
                                      <p:tavLst>
                                        <p:tav tm="0">
                                          <p:val>
                                            <p:fltVal val="0"/>
                                          </p:val>
                                        </p:tav>
                                        <p:tav tm="100000">
                                          <p:val>
                                            <p:strVal val="#ppt_h"/>
                                          </p:val>
                                        </p:tav>
                                      </p:tavLst>
                                    </p:anim>
                                    <p:animEffect transition="in" filter="fade">
                                      <p:cBhvr>
                                        <p:cTn id="77" dur="500"/>
                                        <p:tgtEl>
                                          <p:spTgt spid="25"/>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23"/>
                                        </p:tgtEl>
                                        <p:attrNameLst>
                                          <p:attrName>style.visibility</p:attrName>
                                        </p:attrNameLst>
                                      </p:cBhvr>
                                      <p:to>
                                        <p:strVal val="visible"/>
                                      </p:to>
                                    </p:set>
                                    <p:anim calcmode="lin" valueType="num">
                                      <p:cBhvr>
                                        <p:cTn id="80" dur="500" fill="hold"/>
                                        <p:tgtEl>
                                          <p:spTgt spid="23"/>
                                        </p:tgtEl>
                                        <p:attrNameLst>
                                          <p:attrName>ppt_w</p:attrName>
                                        </p:attrNameLst>
                                      </p:cBhvr>
                                      <p:tavLst>
                                        <p:tav tm="0">
                                          <p:val>
                                            <p:fltVal val="0"/>
                                          </p:val>
                                        </p:tav>
                                        <p:tav tm="100000">
                                          <p:val>
                                            <p:strVal val="#ppt_w"/>
                                          </p:val>
                                        </p:tav>
                                      </p:tavLst>
                                    </p:anim>
                                    <p:anim calcmode="lin" valueType="num">
                                      <p:cBhvr>
                                        <p:cTn id="81" dur="500" fill="hold"/>
                                        <p:tgtEl>
                                          <p:spTgt spid="23"/>
                                        </p:tgtEl>
                                        <p:attrNameLst>
                                          <p:attrName>ppt_h</p:attrName>
                                        </p:attrNameLst>
                                      </p:cBhvr>
                                      <p:tavLst>
                                        <p:tav tm="0">
                                          <p:val>
                                            <p:fltVal val="0"/>
                                          </p:val>
                                        </p:tav>
                                        <p:tav tm="100000">
                                          <p:val>
                                            <p:strVal val="#ppt_h"/>
                                          </p:val>
                                        </p:tav>
                                      </p:tavLst>
                                    </p:anim>
                                    <p:animEffect transition="in" filter="fade">
                                      <p:cBhvr>
                                        <p:cTn id="82" dur="500"/>
                                        <p:tgtEl>
                                          <p:spTgt spid="23"/>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15"/>
                                        </p:tgtEl>
                                        <p:attrNameLst>
                                          <p:attrName>style.visibility</p:attrName>
                                        </p:attrNameLst>
                                      </p:cBhvr>
                                      <p:to>
                                        <p:strVal val="visible"/>
                                      </p:to>
                                    </p:set>
                                    <p:anim calcmode="lin" valueType="num">
                                      <p:cBhvr>
                                        <p:cTn id="87" dur="500" fill="hold"/>
                                        <p:tgtEl>
                                          <p:spTgt spid="15"/>
                                        </p:tgtEl>
                                        <p:attrNameLst>
                                          <p:attrName>ppt_w</p:attrName>
                                        </p:attrNameLst>
                                      </p:cBhvr>
                                      <p:tavLst>
                                        <p:tav tm="0">
                                          <p:val>
                                            <p:fltVal val="0"/>
                                          </p:val>
                                        </p:tav>
                                        <p:tav tm="100000">
                                          <p:val>
                                            <p:strVal val="#ppt_w"/>
                                          </p:val>
                                        </p:tav>
                                      </p:tavLst>
                                    </p:anim>
                                    <p:anim calcmode="lin" valueType="num">
                                      <p:cBhvr>
                                        <p:cTn id="88" dur="500" fill="hold"/>
                                        <p:tgtEl>
                                          <p:spTgt spid="15"/>
                                        </p:tgtEl>
                                        <p:attrNameLst>
                                          <p:attrName>ppt_h</p:attrName>
                                        </p:attrNameLst>
                                      </p:cBhvr>
                                      <p:tavLst>
                                        <p:tav tm="0">
                                          <p:val>
                                            <p:fltVal val="0"/>
                                          </p:val>
                                        </p:tav>
                                        <p:tav tm="100000">
                                          <p:val>
                                            <p:strVal val="#ppt_h"/>
                                          </p:val>
                                        </p:tav>
                                      </p:tavLst>
                                    </p:anim>
                                    <p:animEffect transition="in" filter="fade">
                                      <p:cBhvr>
                                        <p:cTn id="89" dur="500"/>
                                        <p:tgtEl>
                                          <p:spTgt spid="15"/>
                                        </p:tgtEl>
                                      </p:cBhvr>
                                    </p:animEffec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Effect transition="in" filter="randombar(horizontal)">
                                      <p:cBhvr>
                                        <p:cTn id="94" dur="500"/>
                                        <p:tgtEl>
                                          <p:spTgt spid="27"/>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1591"/>
                                        </p:tgtEl>
                                        <p:attrNameLst>
                                          <p:attrName>style.visibility</p:attrName>
                                        </p:attrNameLst>
                                      </p:cBhvr>
                                      <p:to>
                                        <p:strVal val="visible"/>
                                      </p:to>
                                    </p:set>
                                    <p:animEffect transition="in" filter="wipe(down)">
                                      <p:cBhvr>
                                        <p:cTn id="99" dur="500"/>
                                        <p:tgtEl>
                                          <p:spTgt spid="1591"/>
                                        </p:tgtEl>
                                      </p:cBhvr>
                                    </p:animEffect>
                                  </p:childTnLst>
                                </p:cTn>
                              </p:par>
                              <p:par>
                                <p:cTn id="100" presetID="22" presetClass="entr" presetSubtype="4" fill="hold" nodeType="withEffect">
                                  <p:stCondLst>
                                    <p:cond delay="0"/>
                                  </p:stCondLst>
                                  <p:childTnLst>
                                    <p:set>
                                      <p:cBhvr>
                                        <p:cTn id="101" dur="1" fill="hold">
                                          <p:stCondLst>
                                            <p:cond delay="0"/>
                                          </p:stCondLst>
                                        </p:cTn>
                                        <p:tgtEl>
                                          <p:spTgt spid="29"/>
                                        </p:tgtEl>
                                        <p:attrNameLst>
                                          <p:attrName>style.visibility</p:attrName>
                                        </p:attrNameLst>
                                      </p:cBhvr>
                                      <p:to>
                                        <p:strVal val="visible"/>
                                      </p:to>
                                    </p:set>
                                    <p:animEffect transition="in" filter="wipe(down)">
                                      <p:cBhvr>
                                        <p:cTn id="102" dur="500"/>
                                        <p:tgtEl>
                                          <p:spTgt spid="29"/>
                                        </p:tgtEl>
                                      </p:cBhvr>
                                    </p:animEffect>
                                  </p:childTnLst>
                                </p:cTn>
                              </p:par>
                              <p:par>
                                <p:cTn id="103" presetID="22" presetClass="entr" presetSubtype="4" fill="hold" nodeType="withEffect">
                                  <p:stCondLst>
                                    <p:cond delay="0"/>
                                  </p:stCondLst>
                                  <p:childTnLst>
                                    <p:set>
                                      <p:cBhvr>
                                        <p:cTn id="104" dur="1" fill="hold">
                                          <p:stCondLst>
                                            <p:cond delay="0"/>
                                          </p:stCondLst>
                                        </p:cTn>
                                        <p:tgtEl>
                                          <p:spTgt spid="30"/>
                                        </p:tgtEl>
                                        <p:attrNameLst>
                                          <p:attrName>style.visibility</p:attrName>
                                        </p:attrNameLst>
                                      </p:cBhvr>
                                      <p:to>
                                        <p:strVal val="visible"/>
                                      </p:to>
                                    </p:set>
                                    <p:animEffect transition="in" filter="wipe(down)">
                                      <p:cBhvr>
                                        <p:cTn id="105" dur="500"/>
                                        <p:tgtEl>
                                          <p:spTgt spid="30"/>
                                        </p:tgtEl>
                                      </p:cBhvr>
                                    </p:animEffect>
                                  </p:childTnLst>
                                </p:cTn>
                              </p:par>
                              <p:par>
                                <p:cTn id="106" presetID="22" presetClass="entr" presetSubtype="4" fill="hold" nodeType="withEffect">
                                  <p:stCondLst>
                                    <p:cond delay="0"/>
                                  </p:stCondLst>
                                  <p:childTnLst>
                                    <p:set>
                                      <p:cBhvr>
                                        <p:cTn id="107" dur="1" fill="hold">
                                          <p:stCondLst>
                                            <p:cond delay="0"/>
                                          </p:stCondLst>
                                        </p:cTn>
                                        <p:tgtEl>
                                          <p:spTgt spid="1570"/>
                                        </p:tgtEl>
                                        <p:attrNameLst>
                                          <p:attrName>style.visibility</p:attrName>
                                        </p:attrNameLst>
                                      </p:cBhvr>
                                      <p:to>
                                        <p:strVal val="visible"/>
                                      </p:to>
                                    </p:set>
                                    <p:animEffect transition="in" filter="wipe(down)">
                                      <p:cBhvr>
                                        <p:cTn id="108" dur="500"/>
                                        <p:tgtEl>
                                          <p:spTgt spid="1570"/>
                                        </p:tgtEl>
                                      </p:cBhvr>
                                    </p:animEffect>
                                  </p:childTnLst>
                                </p:cTn>
                              </p:par>
                              <p:par>
                                <p:cTn id="109" presetID="22" presetClass="entr" presetSubtype="4" fill="hold" nodeType="withEffect">
                                  <p:stCondLst>
                                    <p:cond delay="0"/>
                                  </p:stCondLst>
                                  <p:childTnLst>
                                    <p:set>
                                      <p:cBhvr>
                                        <p:cTn id="110" dur="1" fill="hold">
                                          <p:stCondLst>
                                            <p:cond delay="0"/>
                                          </p:stCondLst>
                                        </p:cTn>
                                        <p:tgtEl>
                                          <p:spTgt spid="1588"/>
                                        </p:tgtEl>
                                        <p:attrNameLst>
                                          <p:attrName>style.visibility</p:attrName>
                                        </p:attrNameLst>
                                      </p:cBhvr>
                                      <p:to>
                                        <p:strVal val="visible"/>
                                      </p:to>
                                    </p:set>
                                    <p:animEffect transition="in" filter="wipe(down)">
                                      <p:cBhvr>
                                        <p:cTn id="111" dur="500"/>
                                        <p:tgtEl>
                                          <p:spTgt spid="1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68">
          <a:extLst>
            <a:ext uri="{FF2B5EF4-FFF2-40B4-BE49-F238E27FC236}">
              <a16:creationId xmlns:a16="http://schemas.microsoft.com/office/drawing/2014/main" id="{CB785283-0CE5-3EF6-8DCA-1532B52D3908}"/>
            </a:ext>
          </a:extLst>
        </p:cNvPr>
        <p:cNvGrpSpPr/>
        <p:nvPr/>
      </p:nvGrpSpPr>
      <p:grpSpPr>
        <a:xfrm>
          <a:off x="0" y="0"/>
          <a:ext cx="0" cy="0"/>
          <a:chOff x="0" y="0"/>
          <a:chExt cx="0" cy="0"/>
        </a:xfrm>
      </p:grpSpPr>
      <p:pic>
        <p:nvPicPr>
          <p:cNvPr id="10" name="Resim 9" descr="logo, amblem, simge, sembol, ticari marka içeren bir resim&#10;&#10;Açıklama otomatik olarak oluşturuldu">
            <a:extLst>
              <a:ext uri="{FF2B5EF4-FFF2-40B4-BE49-F238E27FC236}">
                <a16:creationId xmlns:a16="http://schemas.microsoft.com/office/drawing/2014/main" id="{76CD427B-D2BD-9EB8-7C90-6FF3F9946639}"/>
              </a:ext>
            </a:extLst>
          </p:cNvPr>
          <p:cNvPicPr>
            <a:picLocks noChangeAspect="1"/>
          </p:cNvPicPr>
          <p:nvPr/>
        </p:nvPicPr>
        <p:blipFill>
          <a:blip r:embed="rId3"/>
          <a:stretch>
            <a:fillRect/>
          </a:stretch>
        </p:blipFill>
        <p:spPr>
          <a:xfrm>
            <a:off x="8133994" y="-28411"/>
            <a:ext cx="1031509" cy="729231"/>
          </a:xfrm>
          <a:prstGeom prst="rect">
            <a:avLst/>
          </a:prstGeom>
        </p:spPr>
      </p:pic>
      <p:sp>
        <p:nvSpPr>
          <p:cNvPr id="11" name="Google Shape;670;p39">
            <a:extLst>
              <a:ext uri="{FF2B5EF4-FFF2-40B4-BE49-F238E27FC236}">
                <a16:creationId xmlns:a16="http://schemas.microsoft.com/office/drawing/2014/main" id="{76577529-C3F3-FAD1-9414-BD6D99986738}"/>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15" name="Oval 14">
            <a:extLst>
              <a:ext uri="{FF2B5EF4-FFF2-40B4-BE49-F238E27FC236}">
                <a16:creationId xmlns:a16="http://schemas.microsoft.com/office/drawing/2014/main" id="{CD365048-C644-316F-F56F-3A115BF9BC58}"/>
              </a:ext>
            </a:extLst>
          </p:cNvPr>
          <p:cNvSpPr/>
          <p:nvPr/>
        </p:nvSpPr>
        <p:spPr>
          <a:xfrm>
            <a:off x="4398662" y="1885539"/>
            <a:ext cx="162127" cy="178595"/>
          </a:xfrm>
          <a:prstGeom prst="ellipse">
            <a:avLst/>
          </a:prstGeom>
          <a:solidFill>
            <a:srgbClr val="FF000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D00117B3-02FA-8738-5CC7-4EDA0E60D463}"/>
              </a:ext>
            </a:extLst>
          </p:cNvPr>
          <p:cNvSpPr/>
          <p:nvPr/>
        </p:nvSpPr>
        <p:spPr>
          <a:xfrm>
            <a:off x="2486737" y="2534676"/>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012146D6-99FE-D60B-9A8C-CE085E54A961}"/>
              </a:ext>
            </a:extLst>
          </p:cNvPr>
          <p:cNvSpPr/>
          <p:nvPr/>
        </p:nvSpPr>
        <p:spPr>
          <a:xfrm>
            <a:off x="3401238" y="998897"/>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99FBC1B4-8381-8EF4-6F76-FEDBC33D73D9}"/>
              </a:ext>
            </a:extLst>
          </p:cNvPr>
          <p:cNvSpPr/>
          <p:nvPr/>
        </p:nvSpPr>
        <p:spPr>
          <a:xfrm>
            <a:off x="3401237" y="3800856"/>
            <a:ext cx="162127" cy="178595"/>
          </a:xfrm>
          <a:prstGeom prst="ellipse">
            <a:avLst/>
          </a:prstGeom>
          <a:solidFill>
            <a:srgbClr val="7030A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Oval 21">
            <a:extLst>
              <a:ext uri="{FF2B5EF4-FFF2-40B4-BE49-F238E27FC236}">
                <a16:creationId xmlns:a16="http://schemas.microsoft.com/office/drawing/2014/main" id="{FFE0344F-BAD1-B971-F0C1-769BED3A8C73}"/>
              </a:ext>
            </a:extLst>
          </p:cNvPr>
          <p:cNvSpPr/>
          <p:nvPr/>
        </p:nvSpPr>
        <p:spPr>
          <a:xfrm>
            <a:off x="6040925" y="2813099"/>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E8217FC-FA23-F5FB-2EFE-DBB4C2132467}"/>
              </a:ext>
            </a:extLst>
          </p:cNvPr>
          <p:cNvSpPr/>
          <p:nvPr/>
        </p:nvSpPr>
        <p:spPr>
          <a:xfrm>
            <a:off x="5580637" y="888235"/>
            <a:ext cx="162127" cy="178595"/>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FEABD0CA-CA2F-E792-D64C-E34AC2CE5641}"/>
              </a:ext>
            </a:extLst>
          </p:cNvPr>
          <p:cNvSpPr/>
          <p:nvPr/>
        </p:nvSpPr>
        <p:spPr>
          <a:xfrm>
            <a:off x="1806343" y="337417"/>
            <a:ext cx="5370312" cy="4241510"/>
          </a:xfrm>
          <a:prstGeom prst="ellipse">
            <a:avLst/>
          </a:prstGeom>
          <a:noFill/>
          <a:ln w="127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9" name="Düz Ok Bağlayıcısı 28">
            <a:extLst>
              <a:ext uri="{FF2B5EF4-FFF2-40B4-BE49-F238E27FC236}">
                <a16:creationId xmlns:a16="http://schemas.microsoft.com/office/drawing/2014/main" id="{82246784-784D-1AFC-9E8B-91C979264D10}"/>
              </a:ext>
            </a:extLst>
          </p:cNvPr>
          <p:cNvCxnSpPr>
            <a:stCxn id="15" idx="7"/>
            <a:endCxn id="24" idx="3"/>
          </p:cNvCxnSpPr>
          <p:nvPr/>
        </p:nvCxnSpPr>
        <p:spPr>
          <a:xfrm flipV="1">
            <a:off x="4537046" y="1040675"/>
            <a:ext cx="1067334" cy="871019"/>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Düz Ok Bağlayıcısı 29">
            <a:extLst>
              <a:ext uri="{FF2B5EF4-FFF2-40B4-BE49-F238E27FC236}">
                <a16:creationId xmlns:a16="http://schemas.microsoft.com/office/drawing/2014/main" id="{D90E2820-BC80-9591-E1AA-951F034C690C}"/>
              </a:ext>
            </a:extLst>
          </p:cNvPr>
          <p:cNvCxnSpPr>
            <a:cxnSpLocks/>
            <a:stCxn id="15" idx="6"/>
            <a:endCxn id="22" idx="2"/>
          </p:cNvCxnSpPr>
          <p:nvPr/>
        </p:nvCxnSpPr>
        <p:spPr>
          <a:xfrm>
            <a:off x="4560789" y="1974837"/>
            <a:ext cx="1480136" cy="927560"/>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70" name="Düz Ok Bağlayıcısı 1569">
            <a:extLst>
              <a:ext uri="{FF2B5EF4-FFF2-40B4-BE49-F238E27FC236}">
                <a16:creationId xmlns:a16="http://schemas.microsoft.com/office/drawing/2014/main" id="{E3169FDE-FC30-3097-C09E-5791D2F762DE}"/>
              </a:ext>
            </a:extLst>
          </p:cNvPr>
          <p:cNvCxnSpPr>
            <a:cxnSpLocks/>
            <a:stCxn id="15" idx="4"/>
            <a:endCxn id="19" idx="0"/>
          </p:cNvCxnSpPr>
          <p:nvPr/>
        </p:nvCxnSpPr>
        <p:spPr>
          <a:xfrm flipH="1">
            <a:off x="3482301" y="2064134"/>
            <a:ext cx="997425" cy="1736722"/>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88" name="Düz Ok Bağlayıcısı 1587">
            <a:extLst>
              <a:ext uri="{FF2B5EF4-FFF2-40B4-BE49-F238E27FC236}">
                <a16:creationId xmlns:a16="http://schemas.microsoft.com/office/drawing/2014/main" id="{D7AA96E9-6C79-4060-7BCD-F399F6D262EB}"/>
              </a:ext>
            </a:extLst>
          </p:cNvPr>
          <p:cNvCxnSpPr>
            <a:cxnSpLocks/>
            <a:stCxn id="15" idx="2"/>
            <a:endCxn id="17" idx="7"/>
          </p:cNvCxnSpPr>
          <p:nvPr/>
        </p:nvCxnSpPr>
        <p:spPr>
          <a:xfrm flipH="1">
            <a:off x="2625121" y="1974837"/>
            <a:ext cx="1773541" cy="585994"/>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91" name="Düz Ok Bağlayıcısı 1590">
            <a:extLst>
              <a:ext uri="{FF2B5EF4-FFF2-40B4-BE49-F238E27FC236}">
                <a16:creationId xmlns:a16="http://schemas.microsoft.com/office/drawing/2014/main" id="{713BE10E-DF25-0831-D496-CF928008BCFB}"/>
              </a:ext>
            </a:extLst>
          </p:cNvPr>
          <p:cNvCxnSpPr>
            <a:cxnSpLocks/>
            <a:stCxn id="15" idx="1"/>
            <a:endCxn id="1605" idx="2"/>
          </p:cNvCxnSpPr>
          <p:nvPr/>
        </p:nvCxnSpPr>
        <p:spPr>
          <a:xfrm flipH="1" flipV="1">
            <a:off x="3527745" y="1185940"/>
            <a:ext cx="894660" cy="725754"/>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7" name="Metin kutusu 6">
            <a:extLst>
              <a:ext uri="{FF2B5EF4-FFF2-40B4-BE49-F238E27FC236}">
                <a16:creationId xmlns:a16="http://schemas.microsoft.com/office/drawing/2014/main" id="{17CD1AFC-D781-D691-D7E4-537E71DE5D97}"/>
              </a:ext>
            </a:extLst>
          </p:cNvPr>
          <p:cNvSpPr txBox="1"/>
          <p:nvPr/>
        </p:nvSpPr>
        <p:spPr>
          <a:xfrm>
            <a:off x="4502000" y="1789377"/>
            <a:ext cx="314510" cy="307777"/>
          </a:xfrm>
          <a:prstGeom prst="rect">
            <a:avLst/>
          </a:prstGeom>
          <a:noFill/>
        </p:spPr>
        <p:txBody>
          <a:bodyPr wrap="none" rtlCol="0">
            <a:spAutoFit/>
          </a:bodyPr>
          <a:lstStyle/>
          <a:p>
            <a:r>
              <a:rPr lang="tr-TR" b="1" dirty="0"/>
              <a:t>B</a:t>
            </a:r>
          </a:p>
        </p:txBody>
      </p:sp>
      <p:sp>
        <p:nvSpPr>
          <p:cNvPr id="28" name="Metin kutusu 27">
            <a:extLst>
              <a:ext uri="{FF2B5EF4-FFF2-40B4-BE49-F238E27FC236}">
                <a16:creationId xmlns:a16="http://schemas.microsoft.com/office/drawing/2014/main" id="{E86E1F19-D404-18E5-087A-FD5D0DB8E2F9}"/>
              </a:ext>
            </a:extLst>
          </p:cNvPr>
          <p:cNvSpPr txBox="1"/>
          <p:nvPr/>
        </p:nvSpPr>
        <p:spPr>
          <a:xfrm>
            <a:off x="3248855" y="691120"/>
            <a:ext cx="314510" cy="307777"/>
          </a:xfrm>
          <a:prstGeom prst="rect">
            <a:avLst/>
          </a:prstGeom>
          <a:noFill/>
        </p:spPr>
        <p:txBody>
          <a:bodyPr wrap="none" rtlCol="0">
            <a:spAutoFit/>
          </a:bodyPr>
          <a:lstStyle/>
          <a:p>
            <a:r>
              <a:rPr lang="tr-TR" b="1" dirty="0"/>
              <a:t>A</a:t>
            </a:r>
          </a:p>
        </p:txBody>
      </p:sp>
      <p:cxnSp>
        <p:nvCxnSpPr>
          <p:cNvPr id="1568" name="Düz Ok Bağlayıcısı 1567">
            <a:extLst>
              <a:ext uri="{FF2B5EF4-FFF2-40B4-BE49-F238E27FC236}">
                <a16:creationId xmlns:a16="http://schemas.microsoft.com/office/drawing/2014/main" id="{0E66247C-3287-D2DD-301D-F6751A33C220}"/>
              </a:ext>
            </a:extLst>
          </p:cNvPr>
          <p:cNvCxnSpPr>
            <a:cxnSpLocks/>
          </p:cNvCxnSpPr>
          <p:nvPr/>
        </p:nvCxnSpPr>
        <p:spPr>
          <a:xfrm flipV="1">
            <a:off x="3048000" y="691120"/>
            <a:ext cx="0" cy="1959008"/>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71" name="Düz Ok Bağlayıcısı 1570">
            <a:extLst>
              <a:ext uri="{FF2B5EF4-FFF2-40B4-BE49-F238E27FC236}">
                <a16:creationId xmlns:a16="http://schemas.microsoft.com/office/drawing/2014/main" id="{8999700D-297A-F576-477C-E7EE47CD675A}"/>
              </a:ext>
            </a:extLst>
          </p:cNvPr>
          <p:cNvCxnSpPr>
            <a:cxnSpLocks/>
          </p:cNvCxnSpPr>
          <p:nvPr/>
        </p:nvCxnSpPr>
        <p:spPr>
          <a:xfrm flipV="1">
            <a:off x="3048000" y="2623973"/>
            <a:ext cx="2928518" cy="2615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1589" name="Düz Bağlayıcı 1588">
            <a:extLst>
              <a:ext uri="{FF2B5EF4-FFF2-40B4-BE49-F238E27FC236}">
                <a16:creationId xmlns:a16="http://schemas.microsoft.com/office/drawing/2014/main" id="{2702675B-ADD2-C5C4-A0FA-9A73E98FD803}"/>
              </a:ext>
            </a:extLst>
          </p:cNvPr>
          <p:cNvCxnSpPr>
            <a:cxnSpLocks/>
            <a:stCxn id="15" idx="2"/>
          </p:cNvCxnSpPr>
          <p:nvPr/>
        </p:nvCxnSpPr>
        <p:spPr>
          <a:xfrm flipH="1" flipV="1">
            <a:off x="3482300" y="1974836"/>
            <a:ext cx="916362" cy="1"/>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593" name="Düz Bağlayıcı 1592">
            <a:extLst>
              <a:ext uri="{FF2B5EF4-FFF2-40B4-BE49-F238E27FC236}">
                <a16:creationId xmlns:a16="http://schemas.microsoft.com/office/drawing/2014/main" id="{1B930E44-97F4-C76E-ACDB-811DAEBC7BBD}"/>
              </a:ext>
            </a:extLst>
          </p:cNvPr>
          <p:cNvCxnSpPr>
            <a:cxnSpLocks/>
            <a:stCxn id="18" idx="4"/>
          </p:cNvCxnSpPr>
          <p:nvPr/>
        </p:nvCxnSpPr>
        <p:spPr>
          <a:xfrm flipH="1">
            <a:off x="3482300" y="1177492"/>
            <a:ext cx="2" cy="797344"/>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601" name="Sol Ayraç 1600">
            <a:extLst>
              <a:ext uri="{FF2B5EF4-FFF2-40B4-BE49-F238E27FC236}">
                <a16:creationId xmlns:a16="http://schemas.microsoft.com/office/drawing/2014/main" id="{2B691A75-77ED-58FB-DECE-02EB7ABE5158}"/>
              </a:ext>
            </a:extLst>
          </p:cNvPr>
          <p:cNvSpPr/>
          <p:nvPr/>
        </p:nvSpPr>
        <p:spPr>
          <a:xfrm>
            <a:off x="3186385" y="1172082"/>
            <a:ext cx="238577" cy="802754"/>
          </a:xfrm>
          <a:prstGeom prst="leftBrac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1602" name="Metin kutusu 1601">
            <a:extLst>
              <a:ext uri="{FF2B5EF4-FFF2-40B4-BE49-F238E27FC236}">
                <a16:creationId xmlns:a16="http://schemas.microsoft.com/office/drawing/2014/main" id="{F81C6CEB-3892-776D-A605-5E41724AA6BA}"/>
              </a:ext>
            </a:extLst>
          </p:cNvPr>
          <p:cNvSpPr txBox="1"/>
          <p:nvPr/>
        </p:nvSpPr>
        <p:spPr>
          <a:xfrm>
            <a:off x="2992237" y="1399101"/>
            <a:ext cx="284052" cy="307777"/>
          </a:xfrm>
          <a:prstGeom prst="rect">
            <a:avLst/>
          </a:prstGeom>
          <a:noFill/>
        </p:spPr>
        <p:txBody>
          <a:bodyPr wrap="none" rtlCol="0">
            <a:spAutoFit/>
          </a:bodyPr>
          <a:lstStyle/>
          <a:p>
            <a:r>
              <a:rPr lang="tr-TR" b="1" dirty="0">
                <a:solidFill>
                  <a:srgbClr val="FF0000"/>
                </a:solidFill>
              </a:rPr>
              <a:t>a</a:t>
            </a:r>
          </a:p>
        </p:txBody>
      </p:sp>
      <p:sp>
        <p:nvSpPr>
          <p:cNvPr id="1603" name="Sol Ayraç 1602">
            <a:extLst>
              <a:ext uri="{FF2B5EF4-FFF2-40B4-BE49-F238E27FC236}">
                <a16:creationId xmlns:a16="http://schemas.microsoft.com/office/drawing/2014/main" id="{FE20BC70-6CD7-82CF-D45E-0F9238DE0606}"/>
              </a:ext>
            </a:extLst>
          </p:cNvPr>
          <p:cNvSpPr/>
          <p:nvPr/>
        </p:nvSpPr>
        <p:spPr>
          <a:xfrm rot="16200000">
            <a:off x="3841202" y="1643560"/>
            <a:ext cx="238577" cy="923832"/>
          </a:xfrm>
          <a:prstGeom prst="leftBrac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1604" name="Metin kutusu 1603">
            <a:extLst>
              <a:ext uri="{FF2B5EF4-FFF2-40B4-BE49-F238E27FC236}">
                <a16:creationId xmlns:a16="http://schemas.microsoft.com/office/drawing/2014/main" id="{2854548B-60CC-20DB-8B58-580EB430931B}"/>
              </a:ext>
            </a:extLst>
          </p:cNvPr>
          <p:cNvSpPr txBox="1"/>
          <p:nvPr/>
        </p:nvSpPr>
        <p:spPr>
          <a:xfrm>
            <a:off x="3810327" y="2142809"/>
            <a:ext cx="293670" cy="307777"/>
          </a:xfrm>
          <a:prstGeom prst="rect">
            <a:avLst/>
          </a:prstGeom>
          <a:noFill/>
        </p:spPr>
        <p:txBody>
          <a:bodyPr wrap="none" rtlCol="0">
            <a:spAutoFit/>
          </a:bodyPr>
          <a:lstStyle/>
          <a:p>
            <a:r>
              <a:rPr lang="tr-TR" b="1" dirty="0">
                <a:solidFill>
                  <a:srgbClr val="FF0000"/>
                </a:solidFill>
              </a:rPr>
              <a:t>b</a:t>
            </a:r>
          </a:p>
        </p:txBody>
      </p:sp>
      <p:sp>
        <p:nvSpPr>
          <p:cNvPr id="1605" name="Sol Ayraç 1604">
            <a:extLst>
              <a:ext uri="{FF2B5EF4-FFF2-40B4-BE49-F238E27FC236}">
                <a16:creationId xmlns:a16="http://schemas.microsoft.com/office/drawing/2014/main" id="{C799356E-BF2A-51A9-B1BD-0480DB065AFC}"/>
              </a:ext>
            </a:extLst>
          </p:cNvPr>
          <p:cNvSpPr/>
          <p:nvPr/>
        </p:nvSpPr>
        <p:spPr>
          <a:xfrm rot="7699473">
            <a:off x="3936376" y="872541"/>
            <a:ext cx="238577" cy="1157275"/>
          </a:xfrm>
          <a:prstGeom prst="leftBrac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dirty="0"/>
          </a:p>
        </p:txBody>
      </p:sp>
      <p:sp>
        <p:nvSpPr>
          <p:cNvPr id="1606" name="Metin kutusu 1605">
            <a:extLst>
              <a:ext uri="{FF2B5EF4-FFF2-40B4-BE49-F238E27FC236}">
                <a16:creationId xmlns:a16="http://schemas.microsoft.com/office/drawing/2014/main" id="{3309F339-C98D-2526-0054-F281ECCFC305}"/>
              </a:ext>
            </a:extLst>
          </p:cNvPr>
          <p:cNvSpPr txBox="1"/>
          <p:nvPr/>
        </p:nvSpPr>
        <p:spPr>
          <a:xfrm>
            <a:off x="4059577" y="1164090"/>
            <a:ext cx="293670" cy="307777"/>
          </a:xfrm>
          <a:prstGeom prst="rect">
            <a:avLst/>
          </a:prstGeom>
          <a:noFill/>
        </p:spPr>
        <p:txBody>
          <a:bodyPr wrap="none" rtlCol="0">
            <a:spAutoFit/>
          </a:bodyPr>
          <a:lstStyle/>
          <a:p>
            <a:r>
              <a:rPr lang="tr-TR" b="1" dirty="0">
                <a:solidFill>
                  <a:srgbClr val="FF0000"/>
                </a:solidFill>
              </a:rPr>
              <a:t>d</a:t>
            </a:r>
          </a:p>
        </p:txBody>
      </p:sp>
      <mc:AlternateContent xmlns:mc="http://schemas.openxmlformats.org/markup-compatibility/2006" xmlns:a14="http://schemas.microsoft.com/office/drawing/2010/main">
        <mc:Choice Requires="a14">
          <p:sp>
            <p:nvSpPr>
              <p:cNvPr id="1609" name="Metin kutusu 1608">
                <a:extLst>
                  <a:ext uri="{FF2B5EF4-FFF2-40B4-BE49-F238E27FC236}">
                    <a16:creationId xmlns:a16="http://schemas.microsoft.com/office/drawing/2014/main" id="{78076107-246E-FB59-2F76-B02AF917F455}"/>
                  </a:ext>
                </a:extLst>
              </p:cNvPr>
              <p:cNvSpPr txBox="1"/>
              <p:nvPr/>
            </p:nvSpPr>
            <p:spPr>
              <a:xfrm>
                <a:off x="3482300" y="714425"/>
                <a:ext cx="634387"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tr-TR" sz="1200" b="1" i="1">
                              <a:latin typeface="Cambria Math" panose="02040503050406030204" pitchFamily="18" charset="0"/>
                            </a:rPr>
                          </m:ctrlPr>
                        </m:dPr>
                        <m:e>
                          <m:sSub>
                            <m:sSubPr>
                              <m:ctrlPr>
                                <a:rPr lang="tr-TR" sz="1200" b="1" i="1">
                                  <a:latin typeface="Cambria Math" panose="02040503050406030204" pitchFamily="18" charset="0"/>
                                </a:rPr>
                              </m:ctrlPr>
                            </m:sSubPr>
                            <m:e>
                              <m:r>
                                <a:rPr lang="tr-TR" sz="1200" b="1" i="1">
                                  <a:latin typeface="Cambria Math" panose="02040503050406030204" pitchFamily="18" charset="0"/>
                                </a:rPr>
                                <m:t>𝑿</m:t>
                              </m:r>
                            </m:e>
                            <m:sub>
                              <m:r>
                                <a:rPr lang="tr-TR" sz="1200" b="1" i="1">
                                  <a:latin typeface="Cambria Math" panose="02040503050406030204" pitchFamily="18" charset="0"/>
                                </a:rPr>
                                <m:t>𝟏</m:t>
                              </m:r>
                            </m:sub>
                          </m:sSub>
                          <m:r>
                            <a:rPr lang="tr-TR" sz="1200" b="1" i="1">
                              <a:latin typeface="Cambria Math" panose="02040503050406030204" pitchFamily="18" charset="0"/>
                            </a:rPr>
                            <m:t>,</m:t>
                          </m:r>
                          <m:sSub>
                            <m:sSubPr>
                              <m:ctrlPr>
                                <a:rPr lang="tr-TR" sz="1200" b="1" i="1">
                                  <a:latin typeface="Cambria Math" panose="02040503050406030204" pitchFamily="18" charset="0"/>
                                </a:rPr>
                              </m:ctrlPr>
                            </m:sSubPr>
                            <m:e>
                              <m:r>
                                <a:rPr lang="tr-TR" sz="1200" b="1" i="1">
                                  <a:latin typeface="Cambria Math" panose="02040503050406030204" pitchFamily="18" charset="0"/>
                                </a:rPr>
                                <m:t>𝒀</m:t>
                              </m:r>
                            </m:e>
                            <m:sub>
                              <m:r>
                                <a:rPr lang="tr-TR" sz="1200" b="1" i="1">
                                  <a:latin typeface="Cambria Math" panose="02040503050406030204" pitchFamily="18" charset="0"/>
                                </a:rPr>
                                <m:t>𝟏</m:t>
                              </m:r>
                            </m:sub>
                          </m:sSub>
                        </m:e>
                      </m:d>
                    </m:oMath>
                  </m:oMathPara>
                </a14:m>
                <a:endParaRPr lang="tr-TR" sz="900" dirty="0"/>
              </a:p>
            </p:txBody>
          </p:sp>
        </mc:Choice>
        <mc:Fallback xmlns="">
          <p:sp>
            <p:nvSpPr>
              <p:cNvPr id="1609" name="Metin kutusu 1608">
                <a:extLst>
                  <a:ext uri="{FF2B5EF4-FFF2-40B4-BE49-F238E27FC236}">
                    <a16:creationId xmlns:a16="http://schemas.microsoft.com/office/drawing/2014/main" id="{78076107-246E-FB59-2F76-B02AF917F455}"/>
                  </a:ext>
                </a:extLst>
              </p:cNvPr>
              <p:cNvSpPr txBox="1">
                <a:spLocks noRot="1" noChangeAspect="1" noMove="1" noResize="1" noEditPoints="1" noAdjustHandles="1" noChangeArrowheads="1" noChangeShapeType="1" noTextEdit="1"/>
              </p:cNvSpPr>
              <p:nvPr/>
            </p:nvSpPr>
            <p:spPr>
              <a:xfrm>
                <a:off x="3482300" y="714425"/>
                <a:ext cx="634387" cy="276999"/>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10" name="Metin kutusu 1609">
                <a:extLst>
                  <a:ext uri="{FF2B5EF4-FFF2-40B4-BE49-F238E27FC236}">
                    <a16:creationId xmlns:a16="http://schemas.microsoft.com/office/drawing/2014/main" id="{167319CD-8EA4-EA73-C271-4EC4E567EBF5}"/>
                  </a:ext>
                </a:extLst>
              </p:cNvPr>
              <p:cNvSpPr txBox="1"/>
              <p:nvPr/>
            </p:nvSpPr>
            <p:spPr>
              <a:xfrm>
                <a:off x="4744587" y="1807790"/>
                <a:ext cx="649619"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ctrlPr>
                            <a:rPr lang="tr-TR" sz="1200" b="1" i="1" smtClean="0">
                              <a:effectLst/>
                              <a:latin typeface="Cambria Math" panose="02040503050406030204" pitchFamily="18" charset="0"/>
                              <a:cs typeface="Times New Roman" panose="02020603050405020304" pitchFamily="18" charset="0"/>
                            </a:rPr>
                          </m:ctrlPr>
                        </m:dPr>
                        <m:e>
                          <m:sSub>
                            <m:sSubPr>
                              <m:ctrlPr>
                                <a:rPr lang="tr-TR" sz="1200" b="1" i="1">
                                  <a:effectLst/>
                                  <a:latin typeface="Cambria Math" panose="02040503050406030204" pitchFamily="18" charset="0"/>
                                  <a:cs typeface="Times New Roman" panose="02020603050405020304" pitchFamily="18" charset="0"/>
                                </a:rPr>
                              </m:ctrlPr>
                            </m:sSubPr>
                            <m:e>
                              <m:r>
                                <a:rPr lang="tr-TR" sz="1200" b="1" i="1">
                                  <a:effectLst/>
                                  <a:latin typeface="Cambria Math" panose="02040503050406030204" pitchFamily="18" charset="0"/>
                                  <a:ea typeface="Aptos" panose="020B0004020202020204" pitchFamily="34" charset="0"/>
                                  <a:cs typeface="Times New Roman" panose="02020603050405020304" pitchFamily="18" charset="0"/>
                                </a:rPr>
                                <m:t>𝑿</m:t>
                              </m:r>
                            </m:e>
                            <m:sub>
                              <m:r>
                                <a:rPr lang="tr-TR" sz="1200" b="1" i="1">
                                  <a:effectLst/>
                                  <a:latin typeface="Cambria Math" panose="02040503050406030204" pitchFamily="18" charset="0"/>
                                  <a:ea typeface="Aptos" panose="020B0004020202020204" pitchFamily="34" charset="0"/>
                                  <a:cs typeface="Times New Roman" panose="02020603050405020304" pitchFamily="18" charset="0"/>
                                </a:rPr>
                                <m:t>𝟐</m:t>
                              </m:r>
                            </m:sub>
                          </m:sSub>
                          <m:r>
                            <a:rPr lang="tr-TR" sz="1200" b="1" i="1">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200" b="1" i="1">
                                  <a:effectLst/>
                                  <a:latin typeface="Cambria Math" panose="02040503050406030204" pitchFamily="18" charset="0"/>
                                  <a:cs typeface="Times New Roman" panose="02020603050405020304" pitchFamily="18" charset="0"/>
                                </a:rPr>
                              </m:ctrlPr>
                            </m:sSubPr>
                            <m:e>
                              <m:r>
                                <a:rPr lang="tr-TR" sz="1200" b="1" i="1">
                                  <a:effectLst/>
                                  <a:latin typeface="Cambria Math" panose="02040503050406030204" pitchFamily="18" charset="0"/>
                                  <a:ea typeface="Aptos" panose="020B0004020202020204" pitchFamily="34" charset="0"/>
                                  <a:cs typeface="Times New Roman" panose="02020603050405020304" pitchFamily="18" charset="0"/>
                                </a:rPr>
                                <m:t>𝒀</m:t>
                              </m:r>
                            </m:e>
                            <m:sub>
                              <m:r>
                                <a:rPr lang="tr-TR" sz="1200" b="1" i="1">
                                  <a:effectLst/>
                                  <a:latin typeface="Cambria Math" panose="02040503050406030204" pitchFamily="18" charset="0"/>
                                  <a:ea typeface="Aptos" panose="020B0004020202020204" pitchFamily="34" charset="0"/>
                                  <a:cs typeface="Times New Roman" panose="02020603050405020304" pitchFamily="18" charset="0"/>
                                </a:rPr>
                                <m:t>𝟐</m:t>
                              </m:r>
                            </m:sub>
                          </m:sSub>
                        </m:e>
                      </m:d>
                    </m:oMath>
                  </m:oMathPara>
                </a14:m>
                <a:endParaRPr lang="tr-TR" sz="1050" dirty="0"/>
              </a:p>
            </p:txBody>
          </p:sp>
        </mc:Choice>
        <mc:Fallback xmlns="">
          <p:sp>
            <p:nvSpPr>
              <p:cNvPr id="1610" name="Metin kutusu 1609">
                <a:extLst>
                  <a:ext uri="{FF2B5EF4-FFF2-40B4-BE49-F238E27FC236}">
                    <a16:creationId xmlns:a16="http://schemas.microsoft.com/office/drawing/2014/main" id="{167319CD-8EA4-EA73-C271-4EC4E567EBF5}"/>
                  </a:ext>
                </a:extLst>
              </p:cNvPr>
              <p:cNvSpPr txBox="1">
                <a:spLocks noRot="1" noChangeAspect="1" noMove="1" noResize="1" noEditPoints="1" noAdjustHandles="1" noChangeArrowheads="1" noChangeShapeType="1" noTextEdit="1"/>
              </p:cNvSpPr>
              <p:nvPr/>
            </p:nvSpPr>
            <p:spPr>
              <a:xfrm>
                <a:off x="4744587" y="1807790"/>
                <a:ext cx="649619" cy="276999"/>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12" name="Metin kutusu 1611">
                <a:extLst>
                  <a:ext uri="{FF2B5EF4-FFF2-40B4-BE49-F238E27FC236}">
                    <a16:creationId xmlns:a16="http://schemas.microsoft.com/office/drawing/2014/main" id="{DF094D60-1432-0D1A-D800-2777A0536DAD}"/>
                  </a:ext>
                </a:extLst>
              </p:cNvPr>
              <p:cNvSpPr txBox="1"/>
              <p:nvPr/>
            </p:nvSpPr>
            <p:spPr>
              <a:xfrm>
                <a:off x="5639426" y="1395870"/>
                <a:ext cx="3029237" cy="35323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1" i="1" smtClean="0">
                          <a:latin typeface="Cambria Math" panose="02040503050406030204" pitchFamily="18" charset="0"/>
                        </a:rPr>
                        <m:t>𝒅</m:t>
                      </m:r>
                      <m:d>
                        <m:dPr>
                          <m:ctrlPr>
                            <a:rPr lang="tr-TR" b="1" i="1">
                              <a:solidFill>
                                <a:srgbClr val="836967"/>
                              </a:solidFill>
                              <a:latin typeface="Cambria Math" panose="02040503050406030204" pitchFamily="18" charset="0"/>
                            </a:rPr>
                          </m:ctrlPr>
                        </m:dPr>
                        <m:e>
                          <m:r>
                            <a:rPr lang="tr-TR" b="1" i="1">
                              <a:latin typeface="Cambria Math" panose="02040503050406030204" pitchFamily="18" charset="0"/>
                            </a:rPr>
                            <m:t>𝑨</m:t>
                          </m:r>
                          <m:r>
                            <a:rPr lang="tr-TR" b="0" i="0">
                              <a:latin typeface="Cambria Math" panose="02040503050406030204" pitchFamily="18" charset="0"/>
                            </a:rPr>
                            <m:t>,</m:t>
                          </m:r>
                          <m:r>
                            <a:rPr lang="tr-TR" b="1" i="1">
                              <a:latin typeface="Cambria Math" panose="02040503050406030204" pitchFamily="18" charset="0"/>
                            </a:rPr>
                            <m:t>𝑩</m:t>
                          </m:r>
                        </m:e>
                      </m:d>
                      <m:r>
                        <a:rPr lang="tr-TR" b="0" i="0">
                          <a:latin typeface="Cambria Math" panose="02040503050406030204" pitchFamily="18" charset="0"/>
                        </a:rPr>
                        <m:t>=</m:t>
                      </m:r>
                      <m:rad>
                        <m:radPr>
                          <m:degHide m:val="on"/>
                          <m:ctrlPr>
                            <a:rPr lang="tr-TR" b="0" i="1">
                              <a:solidFill>
                                <a:srgbClr val="836967"/>
                              </a:solidFill>
                              <a:latin typeface="Cambria Math" panose="02040503050406030204" pitchFamily="18" charset="0"/>
                            </a:rPr>
                          </m:ctrlPr>
                        </m:radPr>
                        <m:deg/>
                        <m:e>
                          <m:sSup>
                            <m:sSupPr>
                              <m:ctrlPr>
                                <a:rPr lang="tr-TR" b="0" i="1">
                                  <a:solidFill>
                                    <a:srgbClr val="836967"/>
                                  </a:solidFill>
                                  <a:latin typeface="Cambria Math" panose="02040503050406030204" pitchFamily="18" charset="0"/>
                                </a:rPr>
                              </m:ctrlPr>
                            </m:sSupPr>
                            <m:e>
                              <m:d>
                                <m:dPr>
                                  <m:ctrlPr>
                                    <a:rPr lang="tr-TR" b="0" i="1">
                                      <a:solidFill>
                                        <a:srgbClr val="836967"/>
                                      </a:solidFill>
                                      <a:latin typeface="Cambria Math" panose="02040503050406030204" pitchFamily="18" charset="0"/>
                                    </a:rPr>
                                  </m:ctrlPr>
                                </m:dPr>
                                <m:e>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𝑿</m:t>
                                      </m:r>
                                    </m:e>
                                    <m:sub>
                                      <m:r>
                                        <a:rPr lang="tr-TR" b="0" i="0">
                                          <a:latin typeface="Cambria Math" panose="02040503050406030204" pitchFamily="18" charset="0"/>
                                        </a:rPr>
                                        <m:t>1</m:t>
                                      </m:r>
                                    </m:sub>
                                  </m:sSub>
                                  <m:r>
                                    <a:rPr lang="tr-TR" b="0" i="0">
                                      <a:latin typeface="Cambria Math" panose="02040503050406030204" pitchFamily="18" charset="0"/>
                                    </a:rPr>
                                    <m:t>−</m:t>
                                  </m:r>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𝑿</m:t>
                                      </m:r>
                                    </m:e>
                                    <m:sub>
                                      <m:r>
                                        <a:rPr lang="tr-TR" b="0" i="0">
                                          <a:latin typeface="Cambria Math" panose="02040503050406030204" pitchFamily="18" charset="0"/>
                                        </a:rPr>
                                        <m:t>2</m:t>
                                      </m:r>
                                    </m:sub>
                                  </m:sSub>
                                </m:e>
                              </m:d>
                            </m:e>
                            <m:sup>
                              <m:r>
                                <a:rPr lang="tr-TR" b="0" i="0">
                                  <a:latin typeface="Cambria Math" panose="02040503050406030204" pitchFamily="18" charset="0"/>
                                </a:rPr>
                                <m:t>2</m:t>
                              </m:r>
                            </m:sup>
                          </m:sSup>
                          <m:r>
                            <a:rPr lang="tr-TR" b="0" i="0">
                              <a:latin typeface="Cambria Math" panose="02040503050406030204" pitchFamily="18" charset="0"/>
                            </a:rPr>
                            <m:t>+</m:t>
                          </m:r>
                          <m:sSup>
                            <m:sSupPr>
                              <m:ctrlPr>
                                <a:rPr lang="tr-TR" b="0" i="1">
                                  <a:solidFill>
                                    <a:srgbClr val="836967"/>
                                  </a:solidFill>
                                  <a:latin typeface="Cambria Math" panose="02040503050406030204" pitchFamily="18" charset="0"/>
                                </a:rPr>
                              </m:ctrlPr>
                            </m:sSupPr>
                            <m:e>
                              <m:d>
                                <m:dPr>
                                  <m:ctrlPr>
                                    <a:rPr lang="tr-TR" b="0" i="1">
                                      <a:solidFill>
                                        <a:srgbClr val="836967"/>
                                      </a:solidFill>
                                      <a:latin typeface="Cambria Math" panose="02040503050406030204" pitchFamily="18" charset="0"/>
                                    </a:rPr>
                                  </m:ctrlPr>
                                </m:dPr>
                                <m:e>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𝒀</m:t>
                                      </m:r>
                                    </m:e>
                                    <m:sub>
                                      <m:r>
                                        <a:rPr lang="tr-TR" b="0" i="0">
                                          <a:latin typeface="Cambria Math" panose="02040503050406030204" pitchFamily="18" charset="0"/>
                                        </a:rPr>
                                        <m:t>1</m:t>
                                      </m:r>
                                    </m:sub>
                                  </m:sSub>
                                  <m:r>
                                    <a:rPr lang="tr-TR" b="0" i="0">
                                      <a:latin typeface="Cambria Math" panose="02040503050406030204" pitchFamily="18" charset="0"/>
                                    </a:rPr>
                                    <m:t>−</m:t>
                                  </m:r>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𝒀</m:t>
                                      </m:r>
                                    </m:e>
                                    <m:sub>
                                      <m:r>
                                        <a:rPr lang="tr-TR" b="0" i="0">
                                          <a:latin typeface="Cambria Math" panose="02040503050406030204" pitchFamily="18" charset="0"/>
                                        </a:rPr>
                                        <m:t>2</m:t>
                                      </m:r>
                                    </m:sub>
                                  </m:sSub>
                                </m:e>
                              </m:d>
                            </m:e>
                            <m:sup>
                              <m:r>
                                <a:rPr lang="tr-TR" b="0" i="0">
                                  <a:latin typeface="Cambria Math" panose="02040503050406030204" pitchFamily="18" charset="0"/>
                                </a:rPr>
                                <m:t>2</m:t>
                              </m:r>
                            </m:sup>
                          </m:sSup>
                        </m:e>
                      </m:rad>
                    </m:oMath>
                  </m:oMathPara>
                </a14:m>
                <a:endParaRPr lang="tr-TR" dirty="0"/>
              </a:p>
            </p:txBody>
          </p:sp>
        </mc:Choice>
        <mc:Fallback xmlns="">
          <p:sp>
            <p:nvSpPr>
              <p:cNvPr id="1612" name="Metin kutusu 1611">
                <a:extLst>
                  <a:ext uri="{FF2B5EF4-FFF2-40B4-BE49-F238E27FC236}">
                    <a16:creationId xmlns:a16="http://schemas.microsoft.com/office/drawing/2014/main" id="{DF094D60-1432-0D1A-D800-2777A0536DAD}"/>
                  </a:ext>
                </a:extLst>
              </p:cNvPr>
              <p:cNvSpPr txBox="1">
                <a:spLocks noRot="1" noChangeAspect="1" noMove="1" noResize="1" noEditPoints="1" noAdjustHandles="1" noChangeArrowheads="1" noChangeShapeType="1" noTextEdit="1"/>
              </p:cNvSpPr>
              <p:nvPr/>
            </p:nvSpPr>
            <p:spPr>
              <a:xfrm>
                <a:off x="5639426" y="1395870"/>
                <a:ext cx="3029237" cy="353238"/>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16" name="Metin kutusu 1615">
                <a:extLst>
                  <a:ext uri="{FF2B5EF4-FFF2-40B4-BE49-F238E27FC236}">
                    <a16:creationId xmlns:a16="http://schemas.microsoft.com/office/drawing/2014/main" id="{7FCE879E-F4B0-3FA6-E0FA-52BC1E1CCFBA}"/>
                  </a:ext>
                </a:extLst>
              </p:cNvPr>
              <p:cNvSpPr txBox="1"/>
              <p:nvPr/>
            </p:nvSpPr>
            <p:spPr>
              <a:xfrm>
                <a:off x="6368336" y="1895307"/>
                <a:ext cx="2240144"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1" i="1" smtClean="0">
                          <a:latin typeface="Cambria Math" panose="02040503050406030204" pitchFamily="18" charset="0"/>
                        </a:rPr>
                        <m:t>𝒅</m:t>
                      </m:r>
                      <m:d>
                        <m:dPr>
                          <m:ctrlPr>
                            <a:rPr lang="tr-TR" b="1" i="1">
                              <a:solidFill>
                                <a:srgbClr val="836967"/>
                              </a:solidFill>
                              <a:latin typeface="Cambria Math" panose="02040503050406030204" pitchFamily="18" charset="0"/>
                            </a:rPr>
                          </m:ctrlPr>
                        </m:dPr>
                        <m:e>
                          <m:r>
                            <a:rPr lang="tr-TR" b="1" i="1">
                              <a:latin typeface="Cambria Math" panose="02040503050406030204" pitchFamily="18" charset="0"/>
                            </a:rPr>
                            <m:t>𝒙</m:t>
                          </m:r>
                          <m:r>
                            <a:rPr lang="tr-TR" b="0" i="0">
                              <a:latin typeface="Cambria Math" panose="02040503050406030204" pitchFamily="18" charset="0"/>
                            </a:rPr>
                            <m:t>,</m:t>
                          </m:r>
                          <m:r>
                            <a:rPr lang="tr-TR" b="1" i="1">
                              <a:latin typeface="Cambria Math" panose="02040503050406030204" pitchFamily="18" charset="0"/>
                            </a:rPr>
                            <m:t>𝒚</m:t>
                          </m:r>
                        </m:e>
                      </m:d>
                      <m:r>
                        <a:rPr lang="tr-TR" b="0" i="0">
                          <a:latin typeface="Cambria Math" panose="02040503050406030204" pitchFamily="18" charset="0"/>
                        </a:rPr>
                        <m:t>=</m:t>
                      </m:r>
                      <m:rad>
                        <m:radPr>
                          <m:degHide m:val="on"/>
                          <m:ctrlPr>
                            <a:rPr lang="tr-TR" b="0" i="1">
                              <a:solidFill>
                                <a:srgbClr val="836967"/>
                              </a:solidFill>
                              <a:latin typeface="Cambria Math" panose="02040503050406030204" pitchFamily="18" charset="0"/>
                            </a:rPr>
                          </m:ctrlPr>
                        </m:radPr>
                        <m:deg/>
                        <m:e>
                          <m:nary>
                            <m:naryPr>
                              <m:chr m:val="∑"/>
                              <m:limLoc m:val="undOvr"/>
                              <m:ctrlPr>
                                <a:rPr lang="tr-TR" b="0" i="1">
                                  <a:latin typeface="Cambria Math" panose="02040503050406030204" pitchFamily="18" charset="0"/>
                                </a:rPr>
                              </m:ctrlPr>
                            </m:naryPr>
                            <m:sub>
                              <m:r>
                                <a:rPr lang="tr-TR" b="1" i="1">
                                  <a:latin typeface="Cambria Math" panose="02040503050406030204" pitchFamily="18" charset="0"/>
                                </a:rPr>
                                <m:t>𝒊</m:t>
                              </m:r>
                              <m:r>
                                <a:rPr lang="tr-TR" b="0" i="0">
                                  <a:latin typeface="Cambria Math" panose="02040503050406030204" pitchFamily="18" charset="0"/>
                                </a:rPr>
                                <m:t>=1</m:t>
                              </m:r>
                            </m:sub>
                            <m:sup>
                              <m:r>
                                <a:rPr lang="tr-TR" b="1" i="1">
                                  <a:latin typeface="Cambria Math" panose="02040503050406030204" pitchFamily="18" charset="0"/>
                                </a:rPr>
                                <m:t>𝒏</m:t>
                              </m:r>
                            </m:sup>
                            <m:e>
                              <m:sSup>
                                <m:sSupPr>
                                  <m:ctrlPr>
                                    <a:rPr lang="tr-TR" b="1" i="1">
                                      <a:solidFill>
                                        <a:srgbClr val="836967"/>
                                      </a:solidFill>
                                      <a:latin typeface="Cambria Math" panose="02040503050406030204" pitchFamily="18" charset="0"/>
                                    </a:rPr>
                                  </m:ctrlPr>
                                </m:sSupPr>
                                <m:e>
                                  <m:d>
                                    <m:dPr>
                                      <m:ctrlPr>
                                        <a:rPr lang="tr-TR" b="1" i="1">
                                          <a:solidFill>
                                            <a:srgbClr val="836967"/>
                                          </a:solidFill>
                                          <a:latin typeface="Cambria Math" panose="02040503050406030204" pitchFamily="18" charset="0"/>
                                        </a:rPr>
                                      </m:ctrlPr>
                                    </m:dPr>
                                    <m:e>
                                      <m:sSub>
                                        <m:sSubPr>
                                          <m:ctrlPr>
                                            <a:rPr lang="tr-TR" b="1" i="1">
                                              <a:solidFill>
                                                <a:srgbClr val="836967"/>
                                              </a:solidFill>
                                              <a:latin typeface="Cambria Math" panose="02040503050406030204" pitchFamily="18" charset="0"/>
                                            </a:rPr>
                                          </m:ctrlPr>
                                        </m:sSubPr>
                                        <m:e>
                                          <m:r>
                                            <a:rPr lang="tr-TR" b="1" i="1">
                                              <a:latin typeface="Cambria Math" panose="02040503050406030204" pitchFamily="18" charset="0"/>
                                            </a:rPr>
                                            <m:t>𝒙</m:t>
                                          </m:r>
                                        </m:e>
                                        <m:sub>
                                          <m:r>
                                            <a:rPr lang="tr-TR" b="1" i="1">
                                              <a:latin typeface="Cambria Math" panose="02040503050406030204" pitchFamily="18" charset="0"/>
                                            </a:rPr>
                                            <m:t>𝒊</m:t>
                                          </m:r>
                                        </m:sub>
                                      </m:sSub>
                                      <m:r>
                                        <a:rPr lang="tr-TR" b="0" i="0">
                                          <a:latin typeface="Cambria Math" panose="02040503050406030204" pitchFamily="18" charset="0"/>
                                        </a:rPr>
                                        <m:t>−</m:t>
                                      </m:r>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𝒚</m:t>
                                          </m:r>
                                        </m:e>
                                        <m:sub>
                                          <m:r>
                                            <a:rPr lang="tr-TR" b="1" i="1">
                                              <a:latin typeface="Cambria Math" panose="02040503050406030204" pitchFamily="18" charset="0"/>
                                            </a:rPr>
                                            <m:t>𝒊</m:t>
                                          </m:r>
                                        </m:sub>
                                      </m:sSub>
                                    </m:e>
                                  </m:d>
                                </m:e>
                                <m:sup>
                                  <m:r>
                                    <a:rPr lang="tr-TR" b="0" i="0">
                                      <a:latin typeface="Cambria Math" panose="02040503050406030204" pitchFamily="18" charset="0"/>
                                    </a:rPr>
                                    <m:t>2</m:t>
                                  </m:r>
                                </m:sup>
                              </m:sSup>
                            </m:e>
                          </m:nary>
                        </m:e>
                      </m:rad>
                    </m:oMath>
                  </m:oMathPara>
                </a14:m>
                <a:endParaRPr lang="tr-TR" dirty="0"/>
              </a:p>
            </p:txBody>
          </p:sp>
        </mc:Choice>
        <mc:Fallback xmlns="">
          <p:sp>
            <p:nvSpPr>
              <p:cNvPr id="1616" name="Metin kutusu 1615">
                <a:extLst>
                  <a:ext uri="{FF2B5EF4-FFF2-40B4-BE49-F238E27FC236}">
                    <a16:creationId xmlns:a16="http://schemas.microsoft.com/office/drawing/2014/main" id="{7FCE879E-F4B0-3FA6-E0FA-52BC1E1CCFBA}"/>
                  </a:ext>
                </a:extLst>
              </p:cNvPr>
              <p:cNvSpPr txBox="1">
                <a:spLocks noRot="1" noChangeAspect="1" noMove="1" noResize="1" noEditPoints="1" noAdjustHandles="1" noChangeArrowheads="1" noChangeShapeType="1" noTextEdit="1"/>
              </p:cNvSpPr>
              <p:nvPr/>
            </p:nvSpPr>
            <p:spPr>
              <a:xfrm>
                <a:off x="6368336" y="1895307"/>
                <a:ext cx="2240144" cy="930511"/>
              </a:xfrm>
              <a:prstGeom prst="rect">
                <a:avLst/>
              </a:prstGeom>
              <a:blipFill>
                <a:blip r:embed="rId7"/>
                <a:stretch>
                  <a:fillRect/>
                </a:stretch>
              </a:blipFill>
            </p:spPr>
            <p:txBody>
              <a:bodyPr/>
              <a:lstStyle/>
              <a:p>
                <a:r>
                  <a:rPr lang="tr-TR">
                    <a:noFill/>
                  </a:rPr>
                  <a:t> </a:t>
                </a:r>
              </a:p>
            </p:txBody>
          </p:sp>
        </mc:Fallback>
      </mc:AlternateContent>
      <p:cxnSp>
        <p:nvCxnSpPr>
          <p:cNvPr id="1621" name="Düz Bağlayıcı 1620">
            <a:extLst>
              <a:ext uri="{FF2B5EF4-FFF2-40B4-BE49-F238E27FC236}">
                <a16:creationId xmlns:a16="http://schemas.microsoft.com/office/drawing/2014/main" id="{D52CC71C-AA78-CEA0-5B50-E3BD2F560229}"/>
              </a:ext>
            </a:extLst>
          </p:cNvPr>
          <p:cNvCxnSpPr>
            <a:cxnSpLocks/>
          </p:cNvCxnSpPr>
          <p:nvPr/>
        </p:nvCxnSpPr>
        <p:spPr>
          <a:xfrm>
            <a:off x="3481346" y="1978040"/>
            <a:ext cx="953" cy="66980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624" name="Düz Bağlayıcı 1623">
            <a:extLst>
              <a:ext uri="{FF2B5EF4-FFF2-40B4-BE49-F238E27FC236}">
                <a16:creationId xmlns:a16="http://schemas.microsoft.com/office/drawing/2014/main" id="{6C2C648D-77E0-0F32-FED9-0BA91BF3B123}"/>
              </a:ext>
            </a:extLst>
          </p:cNvPr>
          <p:cNvCxnSpPr>
            <a:cxnSpLocks/>
          </p:cNvCxnSpPr>
          <p:nvPr/>
        </p:nvCxnSpPr>
        <p:spPr>
          <a:xfrm>
            <a:off x="4479249" y="2097154"/>
            <a:ext cx="0" cy="526819"/>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627" name="Düz Bağlayıcı 1626">
            <a:extLst>
              <a:ext uri="{FF2B5EF4-FFF2-40B4-BE49-F238E27FC236}">
                <a16:creationId xmlns:a16="http://schemas.microsoft.com/office/drawing/2014/main" id="{F5EEAC12-1858-92DF-269B-612541544DC2}"/>
              </a:ext>
            </a:extLst>
          </p:cNvPr>
          <p:cNvCxnSpPr>
            <a:cxnSpLocks/>
            <a:stCxn id="18" idx="2"/>
          </p:cNvCxnSpPr>
          <p:nvPr/>
        </p:nvCxnSpPr>
        <p:spPr>
          <a:xfrm flipH="1">
            <a:off x="3038758" y="1088195"/>
            <a:ext cx="36248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1630" name="Düz Bağlayıcı 1629">
            <a:extLst>
              <a:ext uri="{FF2B5EF4-FFF2-40B4-BE49-F238E27FC236}">
                <a16:creationId xmlns:a16="http://schemas.microsoft.com/office/drawing/2014/main" id="{D6C23A1B-3EB7-2737-C846-F5F13602D56F}"/>
              </a:ext>
            </a:extLst>
          </p:cNvPr>
          <p:cNvCxnSpPr>
            <a:cxnSpLocks/>
          </p:cNvCxnSpPr>
          <p:nvPr/>
        </p:nvCxnSpPr>
        <p:spPr>
          <a:xfrm flipH="1">
            <a:off x="3067615" y="1954906"/>
            <a:ext cx="362480"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32" name="Metin kutusu 1631">
                <a:extLst>
                  <a:ext uri="{FF2B5EF4-FFF2-40B4-BE49-F238E27FC236}">
                    <a16:creationId xmlns:a16="http://schemas.microsoft.com/office/drawing/2014/main" id="{4A030BCE-2E3C-BD2F-F6E3-F5B0DE969FD3}"/>
                  </a:ext>
                </a:extLst>
              </p:cNvPr>
              <p:cNvSpPr txBox="1"/>
              <p:nvPr/>
            </p:nvSpPr>
            <p:spPr>
              <a:xfrm>
                <a:off x="3276289" y="2631488"/>
                <a:ext cx="40163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b="1" i="1" smtClean="0">
                              <a:solidFill>
                                <a:srgbClr val="0070C0"/>
                              </a:solidFill>
                              <a:latin typeface="Cambria Math" panose="02040503050406030204" pitchFamily="18" charset="0"/>
                            </a:rPr>
                          </m:ctrlPr>
                        </m:sSubPr>
                        <m:e>
                          <m:r>
                            <a:rPr lang="tr-TR" b="1" i="1">
                              <a:solidFill>
                                <a:srgbClr val="0070C0"/>
                              </a:solidFill>
                              <a:latin typeface="Cambria Math" panose="02040503050406030204" pitchFamily="18" charset="0"/>
                            </a:rPr>
                            <m:t>𝑿</m:t>
                          </m:r>
                        </m:e>
                        <m:sub>
                          <m:r>
                            <a:rPr lang="tr-TR" b="0" i="0">
                              <a:solidFill>
                                <a:srgbClr val="0070C0"/>
                              </a:solidFill>
                              <a:latin typeface="Cambria Math" panose="02040503050406030204" pitchFamily="18" charset="0"/>
                            </a:rPr>
                            <m:t>1</m:t>
                          </m:r>
                        </m:sub>
                      </m:sSub>
                    </m:oMath>
                  </m:oMathPara>
                </a14:m>
                <a:endParaRPr lang="tr-TR" dirty="0">
                  <a:solidFill>
                    <a:srgbClr val="0070C0"/>
                  </a:solidFill>
                </a:endParaRPr>
              </a:p>
            </p:txBody>
          </p:sp>
        </mc:Choice>
        <mc:Fallback xmlns="">
          <p:sp>
            <p:nvSpPr>
              <p:cNvPr id="1632" name="Metin kutusu 1631">
                <a:extLst>
                  <a:ext uri="{FF2B5EF4-FFF2-40B4-BE49-F238E27FC236}">
                    <a16:creationId xmlns:a16="http://schemas.microsoft.com/office/drawing/2014/main" id="{4A030BCE-2E3C-BD2F-F6E3-F5B0DE969FD3}"/>
                  </a:ext>
                </a:extLst>
              </p:cNvPr>
              <p:cNvSpPr txBox="1">
                <a:spLocks noRot="1" noChangeAspect="1" noMove="1" noResize="1" noEditPoints="1" noAdjustHandles="1" noChangeArrowheads="1" noChangeShapeType="1" noTextEdit="1"/>
              </p:cNvSpPr>
              <p:nvPr/>
            </p:nvSpPr>
            <p:spPr>
              <a:xfrm>
                <a:off x="3276289" y="2631488"/>
                <a:ext cx="401639" cy="307777"/>
              </a:xfrm>
              <a:prstGeom prst="rect">
                <a:avLst/>
              </a:prstGeom>
              <a:blipFill>
                <a:blip r:embed="rId8"/>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33" name="Metin kutusu 1632">
                <a:extLst>
                  <a:ext uri="{FF2B5EF4-FFF2-40B4-BE49-F238E27FC236}">
                    <a16:creationId xmlns:a16="http://schemas.microsoft.com/office/drawing/2014/main" id="{0C6F8392-3CFE-E85E-BD71-6DD876826AF7}"/>
                  </a:ext>
                </a:extLst>
              </p:cNvPr>
              <p:cNvSpPr txBox="1"/>
              <p:nvPr/>
            </p:nvSpPr>
            <p:spPr>
              <a:xfrm>
                <a:off x="4319438" y="2624718"/>
                <a:ext cx="40163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b="1" i="1" smtClean="0">
                              <a:solidFill>
                                <a:srgbClr val="0070C0"/>
                              </a:solidFill>
                              <a:latin typeface="Cambria Math" panose="02040503050406030204" pitchFamily="18" charset="0"/>
                            </a:rPr>
                          </m:ctrlPr>
                        </m:sSubPr>
                        <m:e>
                          <m:r>
                            <a:rPr lang="tr-TR" b="1" i="1">
                              <a:solidFill>
                                <a:srgbClr val="0070C0"/>
                              </a:solidFill>
                              <a:latin typeface="Cambria Math" panose="02040503050406030204" pitchFamily="18" charset="0"/>
                            </a:rPr>
                            <m:t>𝑿</m:t>
                          </m:r>
                        </m:e>
                        <m:sub>
                          <m:r>
                            <a:rPr lang="tr-TR" b="1" i="0" smtClean="0">
                              <a:solidFill>
                                <a:srgbClr val="0070C0"/>
                              </a:solidFill>
                              <a:latin typeface="Cambria Math" panose="02040503050406030204" pitchFamily="18" charset="0"/>
                            </a:rPr>
                            <m:t>𝟐</m:t>
                          </m:r>
                        </m:sub>
                      </m:sSub>
                    </m:oMath>
                  </m:oMathPara>
                </a14:m>
                <a:endParaRPr lang="tr-TR" b="1" dirty="0">
                  <a:solidFill>
                    <a:srgbClr val="0070C0"/>
                  </a:solidFill>
                </a:endParaRPr>
              </a:p>
            </p:txBody>
          </p:sp>
        </mc:Choice>
        <mc:Fallback xmlns="">
          <p:sp>
            <p:nvSpPr>
              <p:cNvPr id="1633" name="Metin kutusu 1632">
                <a:extLst>
                  <a:ext uri="{FF2B5EF4-FFF2-40B4-BE49-F238E27FC236}">
                    <a16:creationId xmlns:a16="http://schemas.microsoft.com/office/drawing/2014/main" id="{0C6F8392-3CFE-E85E-BD71-6DD876826AF7}"/>
                  </a:ext>
                </a:extLst>
              </p:cNvPr>
              <p:cNvSpPr txBox="1">
                <a:spLocks noRot="1" noChangeAspect="1" noMove="1" noResize="1" noEditPoints="1" noAdjustHandles="1" noChangeArrowheads="1" noChangeShapeType="1" noTextEdit="1"/>
              </p:cNvSpPr>
              <p:nvPr/>
            </p:nvSpPr>
            <p:spPr>
              <a:xfrm>
                <a:off x="4319438" y="2624718"/>
                <a:ext cx="401639" cy="307777"/>
              </a:xfrm>
              <a:prstGeom prst="rect">
                <a:avLst/>
              </a:prstGeom>
              <a:blipFill>
                <a:blip r:embed="rId9"/>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34" name="Metin kutusu 1633">
                <a:extLst>
                  <a:ext uri="{FF2B5EF4-FFF2-40B4-BE49-F238E27FC236}">
                    <a16:creationId xmlns:a16="http://schemas.microsoft.com/office/drawing/2014/main" id="{C9D69467-0914-6DD5-BD9D-F0ED0F4510FE}"/>
                  </a:ext>
                </a:extLst>
              </p:cNvPr>
              <p:cNvSpPr txBox="1"/>
              <p:nvPr/>
            </p:nvSpPr>
            <p:spPr>
              <a:xfrm>
                <a:off x="2721216" y="934305"/>
                <a:ext cx="40163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b="1" i="1" smtClean="0">
                              <a:solidFill>
                                <a:srgbClr val="0070C0"/>
                              </a:solidFill>
                              <a:latin typeface="Cambria Math" panose="02040503050406030204" pitchFamily="18" charset="0"/>
                            </a:rPr>
                          </m:ctrlPr>
                        </m:sSubPr>
                        <m:e>
                          <m:r>
                            <a:rPr lang="tr-TR" b="1" i="1" smtClean="0">
                              <a:solidFill>
                                <a:srgbClr val="0070C0"/>
                              </a:solidFill>
                              <a:latin typeface="Cambria Math" panose="02040503050406030204" pitchFamily="18" charset="0"/>
                            </a:rPr>
                            <m:t>𝒀</m:t>
                          </m:r>
                        </m:e>
                        <m:sub>
                          <m:r>
                            <a:rPr lang="tr-TR" b="0" i="0">
                              <a:solidFill>
                                <a:srgbClr val="0070C0"/>
                              </a:solidFill>
                              <a:latin typeface="Cambria Math" panose="02040503050406030204" pitchFamily="18" charset="0"/>
                            </a:rPr>
                            <m:t>1</m:t>
                          </m:r>
                        </m:sub>
                      </m:sSub>
                    </m:oMath>
                  </m:oMathPara>
                </a14:m>
                <a:endParaRPr lang="tr-TR" dirty="0">
                  <a:solidFill>
                    <a:srgbClr val="0070C0"/>
                  </a:solidFill>
                </a:endParaRPr>
              </a:p>
            </p:txBody>
          </p:sp>
        </mc:Choice>
        <mc:Fallback xmlns="">
          <p:sp>
            <p:nvSpPr>
              <p:cNvPr id="1634" name="Metin kutusu 1633">
                <a:extLst>
                  <a:ext uri="{FF2B5EF4-FFF2-40B4-BE49-F238E27FC236}">
                    <a16:creationId xmlns:a16="http://schemas.microsoft.com/office/drawing/2014/main" id="{C9D69467-0914-6DD5-BD9D-F0ED0F4510FE}"/>
                  </a:ext>
                </a:extLst>
              </p:cNvPr>
              <p:cNvSpPr txBox="1">
                <a:spLocks noRot="1" noChangeAspect="1" noMove="1" noResize="1" noEditPoints="1" noAdjustHandles="1" noChangeArrowheads="1" noChangeShapeType="1" noTextEdit="1"/>
              </p:cNvSpPr>
              <p:nvPr/>
            </p:nvSpPr>
            <p:spPr>
              <a:xfrm>
                <a:off x="2721216" y="934305"/>
                <a:ext cx="401639" cy="307777"/>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35" name="Metin kutusu 1634">
                <a:extLst>
                  <a:ext uri="{FF2B5EF4-FFF2-40B4-BE49-F238E27FC236}">
                    <a16:creationId xmlns:a16="http://schemas.microsoft.com/office/drawing/2014/main" id="{103B5B95-4E25-6759-0CAF-47BCA6957823}"/>
                  </a:ext>
                </a:extLst>
              </p:cNvPr>
              <p:cNvSpPr txBox="1"/>
              <p:nvPr/>
            </p:nvSpPr>
            <p:spPr>
              <a:xfrm>
                <a:off x="2733077" y="1784392"/>
                <a:ext cx="401639"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tr-TR" b="1" i="1" smtClean="0">
                              <a:solidFill>
                                <a:srgbClr val="0070C0"/>
                              </a:solidFill>
                              <a:latin typeface="Cambria Math" panose="02040503050406030204" pitchFamily="18" charset="0"/>
                            </a:rPr>
                          </m:ctrlPr>
                        </m:sSubPr>
                        <m:e>
                          <m:r>
                            <a:rPr lang="tr-TR" b="1" i="1" smtClean="0">
                              <a:solidFill>
                                <a:srgbClr val="0070C0"/>
                              </a:solidFill>
                              <a:latin typeface="Cambria Math" panose="02040503050406030204" pitchFamily="18" charset="0"/>
                            </a:rPr>
                            <m:t>𝒀</m:t>
                          </m:r>
                        </m:e>
                        <m:sub>
                          <m:r>
                            <a:rPr lang="tr-TR" b="0" i="0" smtClean="0">
                              <a:solidFill>
                                <a:srgbClr val="0070C0"/>
                              </a:solidFill>
                              <a:latin typeface="Cambria Math" panose="02040503050406030204" pitchFamily="18" charset="0"/>
                            </a:rPr>
                            <m:t>2</m:t>
                          </m:r>
                        </m:sub>
                      </m:sSub>
                    </m:oMath>
                  </m:oMathPara>
                </a14:m>
                <a:endParaRPr lang="tr-TR" dirty="0">
                  <a:solidFill>
                    <a:srgbClr val="0070C0"/>
                  </a:solidFill>
                </a:endParaRPr>
              </a:p>
            </p:txBody>
          </p:sp>
        </mc:Choice>
        <mc:Fallback xmlns="">
          <p:sp>
            <p:nvSpPr>
              <p:cNvPr id="1635" name="Metin kutusu 1634">
                <a:extLst>
                  <a:ext uri="{FF2B5EF4-FFF2-40B4-BE49-F238E27FC236}">
                    <a16:creationId xmlns:a16="http://schemas.microsoft.com/office/drawing/2014/main" id="{103B5B95-4E25-6759-0CAF-47BCA6957823}"/>
                  </a:ext>
                </a:extLst>
              </p:cNvPr>
              <p:cNvSpPr txBox="1">
                <a:spLocks noRot="1" noChangeAspect="1" noMove="1" noResize="1" noEditPoints="1" noAdjustHandles="1" noChangeArrowheads="1" noChangeShapeType="1" noTextEdit="1"/>
              </p:cNvSpPr>
              <p:nvPr/>
            </p:nvSpPr>
            <p:spPr>
              <a:xfrm>
                <a:off x="2733077" y="1784392"/>
                <a:ext cx="401639" cy="307777"/>
              </a:xfrm>
              <a:prstGeom prst="rect">
                <a:avLst/>
              </a:prstGeom>
              <a:blipFill>
                <a:blip r:embed="rId11"/>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2669748187"/>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589"/>
                                        </p:tgtEl>
                                        <p:attrNameLst>
                                          <p:attrName>style.visibility</p:attrName>
                                        </p:attrNameLst>
                                      </p:cBhvr>
                                      <p:to>
                                        <p:strVal val="visible"/>
                                      </p:to>
                                    </p:set>
                                    <p:animEffect transition="in" filter="randombar(horizontal)">
                                      <p:cBhvr>
                                        <p:cTn id="7" dur="500"/>
                                        <p:tgtEl>
                                          <p:spTgt spid="1589"/>
                                        </p:tgtEl>
                                      </p:cBhvr>
                                    </p:animEffect>
                                  </p:childTnLst>
                                </p:cTn>
                              </p:par>
                              <p:par>
                                <p:cTn id="8" presetID="14" presetClass="entr" presetSubtype="10" fill="hold" nodeType="withEffect">
                                  <p:stCondLst>
                                    <p:cond delay="0"/>
                                  </p:stCondLst>
                                  <p:childTnLst>
                                    <p:set>
                                      <p:cBhvr>
                                        <p:cTn id="9" dur="1" fill="hold">
                                          <p:stCondLst>
                                            <p:cond delay="0"/>
                                          </p:stCondLst>
                                        </p:cTn>
                                        <p:tgtEl>
                                          <p:spTgt spid="1593"/>
                                        </p:tgtEl>
                                        <p:attrNameLst>
                                          <p:attrName>style.visibility</p:attrName>
                                        </p:attrNameLst>
                                      </p:cBhvr>
                                      <p:to>
                                        <p:strVal val="visible"/>
                                      </p:to>
                                    </p:set>
                                    <p:animEffect transition="in" filter="randombar(horizontal)">
                                      <p:cBhvr>
                                        <p:cTn id="10" dur="500"/>
                                        <p:tgtEl>
                                          <p:spTgt spid="1593"/>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1601"/>
                                        </p:tgtEl>
                                        <p:attrNameLst>
                                          <p:attrName>style.visibility</p:attrName>
                                        </p:attrNameLst>
                                      </p:cBhvr>
                                      <p:to>
                                        <p:strVal val="visible"/>
                                      </p:to>
                                    </p:set>
                                    <p:animEffect transition="in" filter="randombar(horizontal)">
                                      <p:cBhvr>
                                        <p:cTn id="15" dur="500"/>
                                        <p:tgtEl>
                                          <p:spTgt spid="1601"/>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602"/>
                                        </p:tgtEl>
                                        <p:attrNameLst>
                                          <p:attrName>style.visibility</p:attrName>
                                        </p:attrNameLst>
                                      </p:cBhvr>
                                      <p:to>
                                        <p:strVal val="visible"/>
                                      </p:to>
                                    </p:set>
                                    <p:animEffect transition="in" filter="randombar(horizontal)">
                                      <p:cBhvr>
                                        <p:cTn id="18" dur="500"/>
                                        <p:tgtEl>
                                          <p:spTgt spid="1602"/>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grpId="0" nodeType="clickEffect">
                                  <p:stCondLst>
                                    <p:cond delay="0"/>
                                  </p:stCondLst>
                                  <p:childTnLst>
                                    <p:set>
                                      <p:cBhvr>
                                        <p:cTn id="22" dur="1" fill="hold">
                                          <p:stCondLst>
                                            <p:cond delay="0"/>
                                          </p:stCondLst>
                                        </p:cTn>
                                        <p:tgtEl>
                                          <p:spTgt spid="1603"/>
                                        </p:tgtEl>
                                        <p:attrNameLst>
                                          <p:attrName>style.visibility</p:attrName>
                                        </p:attrNameLst>
                                      </p:cBhvr>
                                      <p:to>
                                        <p:strVal val="visible"/>
                                      </p:to>
                                    </p:set>
                                    <p:animEffect transition="in" filter="randombar(horizontal)">
                                      <p:cBhvr>
                                        <p:cTn id="23" dur="500"/>
                                        <p:tgtEl>
                                          <p:spTgt spid="1603"/>
                                        </p:tgtEl>
                                      </p:cBhvr>
                                    </p:animEffect>
                                  </p:childTnLst>
                                </p:cTn>
                              </p:par>
                              <p:par>
                                <p:cTn id="24" presetID="14" presetClass="entr" presetSubtype="10" fill="hold" grpId="0" nodeType="withEffect">
                                  <p:stCondLst>
                                    <p:cond delay="0"/>
                                  </p:stCondLst>
                                  <p:childTnLst>
                                    <p:set>
                                      <p:cBhvr>
                                        <p:cTn id="25" dur="1" fill="hold">
                                          <p:stCondLst>
                                            <p:cond delay="0"/>
                                          </p:stCondLst>
                                        </p:cTn>
                                        <p:tgtEl>
                                          <p:spTgt spid="1604"/>
                                        </p:tgtEl>
                                        <p:attrNameLst>
                                          <p:attrName>style.visibility</p:attrName>
                                        </p:attrNameLst>
                                      </p:cBhvr>
                                      <p:to>
                                        <p:strVal val="visible"/>
                                      </p:to>
                                    </p:set>
                                    <p:animEffect transition="in" filter="randombar(horizontal)">
                                      <p:cBhvr>
                                        <p:cTn id="26" dur="500"/>
                                        <p:tgtEl>
                                          <p:spTgt spid="1604"/>
                                        </p:tgtEl>
                                      </p:cBhvr>
                                    </p:animEffect>
                                  </p:childTnLst>
                                </p:cTn>
                              </p:par>
                            </p:childTnLst>
                          </p:cTn>
                        </p:par>
                      </p:childTnLst>
                    </p:cTn>
                  </p:par>
                  <p:par>
                    <p:cTn id="27" fill="hold">
                      <p:stCondLst>
                        <p:cond delay="indefinite"/>
                      </p:stCondLst>
                      <p:childTnLst>
                        <p:par>
                          <p:cTn id="28" fill="hold">
                            <p:stCondLst>
                              <p:cond delay="0"/>
                            </p:stCondLst>
                            <p:childTnLst>
                              <p:par>
                                <p:cTn id="29" presetID="14" presetClass="entr" presetSubtype="10" fill="hold" grpId="0" nodeType="clickEffect">
                                  <p:stCondLst>
                                    <p:cond delay="0"/>
                                  </p:stCondLst>
                                  <p:childTnLst>
                                    <p:set>
                                      <p:cBhvr>
                                        <p:cTn id="30" dur="1" fill="hold">
                                          <p:stCondLst>
                                            <p:cond delay="0"/>
                                          </p:stCondLst>
                                        </p:cTn>
                                        <p:tgtEl>
                                          <p:spTgt spid="1605"/>
                                        </p:tgtEl>
                                        <p:attrNameLst>
                                          <p:attrName>style.visibility</p:attrName>
                                        </p:attrNameLst>
                                      </p:cBhvr>
                                      <p:to>
                                        <p:strVal val="visible"/>
                                      </p:to>
                                    </p:set>
                                    <p:animEffect transition="in" filter="randombar(horizontal)">
                                      <p:cBhvr>
                                        <p:cTn id="31" dur="500"/>
                                        <p:tgtEl>
                                          <p:spTgt spid="1605"/>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1606"/>
                                        </p:tgtEl>
                                        <p:attrNameLst>
                                          <p:attrName>style.visibility</p:attrName>
                                        </p:attrNameLst>
                                      </p:cBhvr>
                                      <p:to>
                                        <p:strVal val="visible"/>
                                      </p:to>
                                    </p:set>
                                    <p:animEffect transition="in" filter="randombar(horizontal)">
                                      <p:cBhvr>
                                        <p:cTn id="34" dur="500"/>
                                        <p:tgtEl>
                                          <p:spTgt spid="1606"/>
                                        </p:tgtEl>
                                      </p:cBhvr>
                                    </p:animEffec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nodeType="clickEffect">
                                  <p:stCondLst>
                                    <p:cond delay="0"/>
                                  </p:stCondLst>
                                  <p:childTnLst>
                                    <p:set>
                                      <p:cBhvr>
                                        <p:cTn id="38" dur="1" fill="hold">
                                          <p:stCondLst>
                                            <p:cond delay="0"/>
                                          </p:stCondLst>
                                        </p:cTn>
                                        <p:tgtEl>
                                          <p:spTgt spid="1571"/>
                                        </p:tgtEl>
                                        <p:attrNameLst>
                                          <p:attrName>style.visibility</p:attrName>
                                        </p:attrNameLst>
                                      </p:cBhvr>
                                      <p:to>
                                        <p:strVal val="visible"/>
                                      </p:to>
                                    </p:set>
                                    <p:anim calcmode="lin" valueType="num">
                                      <p:cBhvr>
                                        <p:cTn id="39" dur="500" fill="hold"/>
                                        <p:tgtEl>
                                          <p:spTgt spid="1571"/>
                                        </p:tgtEl>
                                        <p:attrNameLst>
                                          <p:attrName>ppt_w</p:attrName>
                                        </p:attrNameLst>
                                      </p:cBhvr>
                                      <p:tavLst>
                                        <p:tav tm="0">
                                          <p:val>
                                            <p:fltVal val="0"/>
                                          </p:val>
                                        </p:tav>
                                        <p:tav tm="100000">
                                          <p:val>
                                            <p:strVal val="#ppt_w"/>
                                          </p:val>
                                        </p:tav>
                                      </p:tavLst>
                                    </p:anim>
                                    <p:anim calcmode="lin" valueType="num">
                                      <p:cBhvr>
                                        <p:cTn id="40" dur="500" fill="hold"/>
                                        <p:tgtEl>
                                          <p:spTgt spid="1571"/>
                                        </p:tgtEl>
                                        <p:attrNameLst>
                                          <p:attrName>ppt_h</p:attrName>
                                        </p:attrNameLst>
                                      </p:cBhvr>
                                      <p:tavLst>
                                        <p:tav tm="0">
                                          <p:val>
                                            <p:fltVal val="0"/>
                                          </p:val>
                                        </p:tav>
                                        <p:tav tm="100000">
                                          <p:val>
                                            <p:strVal val="#ppt_h"/>
                                          </p:val>
                                        </p:tav>
                                      </p:tavLst>
                                    </p:anim>
                                    <p:animEffect transition="in" filter="fade">
                                      <p:cBhvr>
                                        <p:cTn id="41" dur="500"/>
                                        <p:tgtEl>
                                          <p:spTgt spid="1571"/>
                                        </p:tgtEl>
                                      </p:cBhvr>
                                    </p:animEffect>
                                  </p:childTnLst>
                                </p:cTn>
                              </p:par>
                              <p:par>
                                <p:cTn id="42" presetID="53" presetClass="entr" presetSubtype="16" fill="hold" nodeType="withEffect">
                                  <p:stCondLst>
                                    <p:cond delay="0"/>
                                  </p:stCondLst>
                                  <p:childTnLst>
                                    <p:set>
                                      <p:cBhvr>
                                        <p:cTn id="43" dur="1" fill="hold">
                                          <p:stCondLst>
                                            <p:cond delay="0"/>
                                          </p:stCondLst>
                                        </p:cTn>
                                        <p:tgtEl>
                                          <p:spTgt spid="1568"/>
                                        </p:tgtEl>
                                        <p:attrNameLst>
                                          <p:attrName>style.visibility</p:attrName>
                                        </p:attrNameLst>
                                      </p:cBhvr>
                                      <p:to>
                                        <p:strVal val="visible"/>
                                      </p:to>
                                    </p:set>
                                    <p:anim calcmode="lin" valueType="num">
                                      <p:cBhvr>
                                        <p:cTn id="44" dur="500" fill="hold"/>
                                        <p:tgtEl>
                                          <p:spTgt spid="1568"/>
                                        </p:tgtEl>
                                        <p:attrNameLst>
                                          <p:attrName>ppt_w</p:attrName>
                                        </p:attrNameLst>
                                      </p:cBhvr>
                                      <p:tavLst>
                                        <p:tav tm="0">
                                          <p:val>
                                            <p:fltVal val="0"/>
                                          </p:val>
                                        </p:tav>
                                        <p:tav tm="100000">
                                          <p:val>
                                            <p:strVal val="#ppt_w"/>
                                          </p:val>
                                        </p:tav>
                                      </p:tavLst>
                                    </p:anim>
                                    <p:anim calcmode="lin" valueType="num">
                                      <p:cBhvr>
                                        <p:cTn id="45" dur="500" fill="hold"/>
                                        <p:tgtEl>
                                          <p:spTgt spid="1568"/>
                                        </p:tgtEl>
                                        <p:attrNameLst>
                                          <p:attrName>ppt_h</p:attrName>
                                        </p:attrNameLst>
                                      </p:cBhvr>
                                      <p:tavLst>
                                        <p:tav tm="0">
                                          <p:val>
                                            <p:fltVal val="0"/>
                                          </p:val>
                                        </p:tav>
                                        <p:tav tm="100000">
                                          <p:val>
                                            <p:strVal val="#ppt_h"/>
                                          </p:val>
                                        </p:tav>
                                      </p:tavLst>
                                    </p:anim>
                                    <p:animEffect transition="in" filter="fade">
                                      <p:cBhvr>
                                        <p:cTn id="46" dur="500"/>
                                        <p:tgtEl>
                                          <p:spTgt spid="1568"/>
                                        </p:tgtEl>
                                      </p:cBhvr>
                                    </p:animEffect>
                                  </p:childTnLst>
                                </p:cTn>
                              </p:par>
                            </p:childTnLst>
                          </p:cTn>
                        </p:par>
                      </p:childTnLst>
                    </p:cTn>
                  </p:par>
                  <p:par>
                    <p:cTn id="47" fill="hold">
                      <p:stCondLst>
                        <p:cond delay="indefinite"/>
                      </p:stCondLst>
                      <p:childTnLst>
                        <p:par>
                          <p:cTn id="48" fill="hold">
                            <p:stCondLst>
                              <p:cond delay="0"/>
                            </p:stCondLst>
                            <p:childTnLst>
                              <p:par>
                                <p:cTn id="49" presetID="53" presetClass="entr" presetSubtype="16" fill="hold" nodeType="clickEffect">
                                  <p:stCondLst>
                                    <p:cond delay="0"/>
                                  </p:stCondLst>
                                  <p:childTnLst>
                                    <p:set>
                                      <p:cBhvr>
                                        <p:cTn id="50" dur="1" fill="hold">
                                          <p:stCondLst>
                                            <p:cond delay="0"/>
                                          </p:stCondLst>
                                        </p:cTn>
                                        <p:tgtEl>
                                          <p:spTgt spid="1627"/>
                                        </p:tgtEl>
                                        <p:attrNameLst>
                                          <p:attrName>style.visibility</p:attrName>
                                        </p:attrNameLst>
                                      </p:cBhvr>
                                      <p:to>
                                        <p:strVal val="visible"/>
                                      </p:to>
                                    </p:set>
                                    <p:anim calcmode="lin" valueType="num">
                                      <p:cBhvr>
                                        <p:cTn id="51" dur="500" fill="hold"/>
                                        <p:tgtEl>
                                          <p:spTgt spid="1627"/>
                                        </p:tgtEl>
                                        <p:attrNameLst>
                                          <p:attrName>ppt_w</p:attrName>
                                        </p:attrNameLst>
                                      </p:cBhvr>
                                      <p:tavLst>
                                        <p:tav tm="0">
                                          <p:val>
                                            <p:fltVal val="0"/>
                                          </p:val>
                                        </p:tav>
                                        <p:tav tm="100000">
                                          <p:val>
                                            <p:strVal val="#ppt_w"/>
                                          </p:val>
                                        </p:tav>
                                      </p:tavLst>
                                    </p:anim>
                                    <p:anim calcmode="lin" valueType="num">
                                      <p:cBhvr>
                                        <p:cTn id="52" dur="500" fill="hold"/>
                                        <p:tgtEl>
                                          <p:spTgt spid="1627"/>
                                        </p:tgtEl>
                                        <p:attrNameLst>
                                          <p:attrName>ppt_h</p:attrName>
                                        </p:attrNameLst>
                                      </p:cBhvr>
                                      <p:tavLst>
                                        <p:tav tm="0">
                                          <p:val>
                                            <p:fltVal val="0"/>
                                          </p:val>
                                        </p:tav>
                                        <p:tav tm="100000">
                                          <p:val>
                                            <p:strVal val="#ppt_h"/>
                                          </p:val>
                                        </p:tav>
                                      </p:tavLst>
                                    </p:anim>
                                    <p:animEffect transition="in" filter="fade">
                                      <p:cBhvr>
                                        <p:cTn id="53" dur="500"/>
                                        <p:tgtEl>
                                          <p:spTgt spid="1627"/>
                                        </p:tgtEl>
                                      </p:cBhvr>
                                    </p:animEffect>
                                  </p:childTnLst>
                                </p:cTn>
                              </p:par>
                              <p:par>
                                <p:cTn id="54" presetID="53" presetClass="entr" presetSubtype="16" fill="hold" nodeType="withEffect">
                                  <p:stCondLst>
                                    <p:cond delay="0"/>
                                  </p:stCondLst>
                                  <p:childTnLst>
                                    <p:set>
                                      <p:cBhvr>
                                        <p:cTn id="55" dur="1" fill="hold">
                                          <p:stCondLst>
                                            <p:cond delay="0"/>
                                          </p:stCondLst>
                                        </p:cTn>
                                        <p:tgtEl>
                                          <p:spTgt spid="1630"/>
                                        </p:tgtEl>
                                        <p:attrNameLst>
                                          <p:attrName>style.visibility</p:attrName>
                                        </p:attrNameLst>
                                      </p:cBhvr>
                                      <p:to>
                                        <p:strVal val="visible"/>
                                      </p:to>
                                    </p:set>
                                    <p:anim calcmode="lin" valueType="num">
                                      <p:cBhvr>
                                        <p:cTn id="56" dur="500" fill="hold"/>
                                        <p:tgtEl>
                                          <p:spTgt spid="1630"/>
                                        </p:tgtEl>
                                        <p:attrNameLst>
                                          <p:attrName>ppt_w</p:attrName>
                                        </p:attrNameLst>
                                      </p:cBhvr>
                                      <p:tavLst>
                                        <p:tav tm="0">
                                          <p:val>
                                            <p:fltVal val="0"/>
                                          </p:val>
                                        </p:tav>
                                        <p:tav tm="100000">
                                          <p:val>
                                            <p:strVal val="#ppt_w"/>
                                          </p:val>
                                        </p:tav>
                                      </p:tavLst>
                                    </p:anim>
                                    <p:anim calcmode="lin" valueType="num">
                                      <p:cBhvr>
                                        <p:cTn id="57" dur="500" fill="hold"/>
                                        <p:tgtEl>
                                          <p:spTgt spid="1630"/>
                                        </p:tgtEl>
                                        <p:attrNameLst>
                                          <p:attrName>ppt_h</p:attrName>
                                        </p:attrNameLst>
                                      </p:cBhvr>
                                      <p:tavLst>
                                        <p:tav tm="0">
                                          <p:val>
                                            <p:fltVal val="0"/>
                                          </p:val>
                                        </p:tav>
                                        <p:tav tm="100000">
                                          <p:val>
                                            <p:strVal val="#ppt_h"/>
                                          </p:val>
                                        </p:tav>
                                      </p:tavLst>
                                    </p:anim>
                                    <p:animEffect transition="in" filter="fade">
                                      <p:cBhvr>
                                        <p:cTn id="58" dur="500"/>
                                        <p:tgtEl>
                                          <p:spTgt spid="1630"/>
                                        </p:tgtEl>
                                      </p:cBhvr>
                                    </p:animEffect>
                                  </p:childTnLst>
                                </p:cTn>
                              </p:par>
                              <p:par>
                                <p:cTn id="59" presetID="53" presetClass="entr" presetSubtype="16" fill="hold" nodeType="withEffect">
                                  <p:stCondLst>
                                    <p:cond delay="0"/>
                                  </p:stCondLst>
                                  <p:childTnLst>
                                    <p:set>
                                      <p:cBhvr>
                                        <p:cTn id="60" dur="1" fill="hold">
                                          <p:stCondLst>
                                            <p:cond delay="0"/>
                                          </p:stCondLst>
                                        </p:cTn>
                                        <p:tgtEl>
                                          <p:spTgt spid="1621"/>
                                        </p:tgtEl>
                                        <p:attrNameLst>
                                          <p:attrName>style.visibility</p:attrName>
                                        </p:attrNameLst>
                                      </p:cBhvr>
                                      <p:to>
                                        <p:strVal val="visible"/>
                                      </p:to>
                                    </p:set>
                                    <p:anim calcmode="lin" valueType="num">
                                      <p:cBhvr>
                                        <p:cTn id="61" dur="500" fill="hold"/>
                                        <p:tgtEl>
                                          <p:spTgt spid="1621"/>
                                        </p:tgtEl>
                                        <p:attrNameLst>
                                          <p:attrName>ppt_w</p:attrName>
                                        </p:attrNameLst>
                                      </p:cBhvr>
                                      <p:tavLst>
                                        <p:tav tm="0">
                                          <p:val>
                                            <p:fltVal val="0"/>
                                          </p:val>
                                        </p:tav>
                                        <p:tav tm="100000">
                                          <p:val>
                                            <p:strVal val="#ppt_w"/>
                                          </p:val>
                                        </p:tav>
                                      </p:tavLst>
                                    </p:anim>
                                    <p:anim calcmode="lin" valueType="num">
                                      <p:cBhvr>
                                        <p:cTn id="62" dur="500" fill="hold"/>
                                        <p:tgtEl>
                                          <p:spTgt spid="1621"/>
                                        </p:tgtEl>
                                        <p:attrNameLst>
                                          <p:attrName>ppt_h</p:attrName>
                                        </p:attrNameLst>
                                      </p:cBhvr>
                                      <p:tavLst>
                                        <p:tav tm="0">
                                          <p:val>
                                            <p:fltVal val="0"/>
                                          </p:val>
                                        </p:tav>
                                        <p:tav tm="100000">
                                          <p:val>
                                            <p:strVal val="#ppt_h"/>
                                          </p:val>
                                        </p:tav>
                                      </p:tavLst>
                                    </p:anim>
                                    <p:animEffect transition="in" filter="fade">
                                      <p:cBhvr>
                                        <p:cTn id="63" dur="500"/>
                                        <p:tgtEl>
                                          <p:spTgt spid="1621"/>
                                        </p:tgtEl>
                                      </p:cBhvr>
                                    </p:animEffect>
                                  </p:childTnLst>
                                </p:cTn>
                              </p:par>
                              <p:par>
                                <p:cTn id="64" presetID="53" presetClass="entr" presetSubtype="16" fill="hold" nodeType="withEffect">
                                  <p:stCondLst>
                                    <p:cond delay="0"/>
                                  </p:stCondLst>
                                  <p:childTnLst>
                                    <p:set>
                                      <p:cBhvr>
                                        <p:cTn id="65" dur="1" fill="hold">
                                          <p:stCondLst>
                                            <p:cond delay="0"/>
                                          </p:stCondLst>
                                        </p:cTn>
                                        <p:tgtEl>
                                          <p:spTgt spid="1624"/>
                                        </p:tgtEl>
                                        <p:attrNameLst>
                                          <p:attrName>style.visibility</p:attrName>
                                        </p:attrNameLst>
                                      </p:cBhvr>
                                      <p:to>
                                        <p:strVal val="visible"/>
                                      </p:to>
                                    </p:set>
                                    <p:anim calcmode="lin" valueType="num">
                                      <p:cBhvr>
                                        <p:cTn id="66" dur="500" fill="hold"/>
                                        <p:tgtEl>
                                          <p:spTgt spid="1624"/>
                                        </p:tgtEl>
                                        <p:attrNameLst>
                                          <p:attrName>ppt_w</p:attrName>
                                        </p:attrNameLst>
                                      </p:cBhvr>
                                      <p:tavLst>
                                        <p:tav tm="0">
                                          <p:val>
                                            <p:fltVal val="0"/>
                                          </p:val>
                                        </p:tav>
                                        <p:tav tm="100000">
                                          <p:val>
                                            <p:strVal val="#ppt_w"/>
                                          </p:val>
                                        </p:tav>
                                      </p:tavLst>
                                    </p:anim>
                                    <p:anim calcmode="lin" valueType="num">
                                      <p:cBhvr>
                                        <p:cTn id="67" dur="500" fill="hold"/>
                                        <p:tgtEl>
                                          <p:spTgt spid="1624"/>
                                        </p:tgtEl>
                                        <p:attrNameLst>
                                          <p:attrName>ppt_h</p:attrName>
                                        </p:attrNameLst>
                                      </p:cBhvr>
                                      <p:tavLst>
                                        <p:tav tm="0">
                                          <p:val>
                                            <p:fltVal val="0"/>
                                          </p:val>
                                        </p:tav>
                                        <p:tav tm="100000">
                                          <p:val>
                                            <p:strVal val="#ppt_h"/>
                                          </p:val>
                                        </p:tav>
                                      </p:tavLst>
                                    </p:anim>
                                    <p:animEffect transition="in" filter="fade">
                                      <p:cBhvr>
                                        <p:cTn id="68" dur="500"/>
                                        <p:tgtEl>
                                          <p:spTgt spid="1624"/>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1609"/>
                                        </p:tgtEl>
                                        <p:attrNameLst>
                                          <p:attrName>style.visibility</p:attrName>
                                        </p:attrNameLst>
                                      </p:cBhvr>
                                      <p:to>
                                        <p:strVal val="visible"/>
                                      </p:to>
                                    </p:set>
                                    <p:anim calcmode="lin" valueType="num">
                                      <p:cBhvr>
                                        <p:cTn id="73" dur="500" fill="hold"/>
                                        <p:tgtEl>
                                          <p:spTgt spid="1609"/>
                                        </p:tgtEl>
                                        <p:attrNameLst>
                                          <p:attrName>ppt_w</p:attrName>
                                        </p:attrNameLst>
                                      </p:cBhvr>
                                      <p:tavLst>
                                        <p:tav tm="0">
                                          <p:val>
                                            <p:fltVal val="0"/>
                                          </p:val>
                                        </p:tav>
                                        <p:tav tm="100000">
                                          <p:val>
                                            <p:strVal val="#ppt_w"/>
                                          </p:val>
                                        </p:tav>
                                      </p:tavLst>
                                    </p:anim>
                                    <p:anim calcmode="lin" valueType="num">
                                      <p:cBhvr>
                                        <p:cTn id="74" dur="500" fill="hold"/>
                                        <p:tgtEl>
                                          <p:spTgt spid="1609"/>
                                        </p:tgtEl>
                                        <p:attrNameLst>
                                          <p:attrName>ppt_h</p:attrName>
                                        </p:attrNameLst>
                                      </p:cBhvr>
                                      <p:tavLst>
                                        <p:tav tm="0">
                                          <p:val>
                                            <p:fltVal val="0"/>
                                          </p:val>
                                        </p:tav>
                                        <p:tav tm="100000">
                                          <p:val>
                                            <p:strVal val="#ppt_h"/>
                                          </p:val>
                                        </p:tav>
                                      </p:tavLst>
                                    </p:anim>
                                    <p:animEffect transition="in" filter="fade">
                                      <p:cBhvr>
                                        <p:cTn id="75" dur="500"/>
                                        <p:tgtEl>
                                          <p:spTgt spid="1609"/>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1610"/>
                                        </p:tgtEl>
                                        <p:attrNameLst>
                                          <p:attrName>style.visibility</p:attrName>
                                        </p:attrNameLst>
                                      </p:cBhvr>
                                      <p:to>
                                        <p:strVal val="visible"/>
                                      </p:to>
                                    </p:set>
                                    <p:anim calcmode="lin" valueType="num">
                                      <p:cBhvr>
                                        <p:cTn id="80" dur="500" fill="hold"/>
                                        <p:tgtEl>
                                          <p:spTgt spid="1610"/>
                                        </p:tgtEl>
                                        <p:attrNameLst>
                                          <p:attrName>ppt_w</p:attrName>
                                        </p:attrNameLst>
                                      </p:cBhvr>
                                      <p:tavLst>
                                        <p:tav tm="0">
                                          <p:val>
                                            <p:fltVal val="0"/>
                                          </p:val>
                                        </p:tav>
                                        <p:tav tm="100000">
                                          <p:val>
                                            <p:strVal val="#ppt_w"/>
                                          </p:val>
                                        </p:tav>
                                      </p:tavLst>
                                    </p:anim>
                                    <p:anim calcmode="lin" valueType="num">
                                      <p:cBhvr>
                                        <p:cTn id="81" dur="500" fill="hold"/>
                                        <p:tgtEl>
                                          <p:spTgt spid="1610"/>
                                        </p:tgtEl>
                                        <p:attrNameLst>
                                          <p:attrName>ppt_h</p:attrName>
                                        </p:attrNameLst>
                                      </p:cBhvr>
                                      <p:tavLst>
                                        <p:tav tm="0">
                                          <p:val>
                                            <p:fltVal val="0"/>
                                          </p:val>
                                        </p:tav>
                                        <p:tav tm="100000">
                                          <p:val>
                                            <p:strVal val="#ppt_h"/>
                                          </p:val>
                                        </p:tav>
                                      </p:tavLst>
                                    </p:anim>
                                    <p:animEffect transition="in" filter="fade">
                                      <p:cBhvr>
                                        <p:cTn id="82" dur="500"/>
                                        <p:tgtEl>
                                          <p:spTgt spid="1610"/>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1632"/>
                                        </p:tgtEl>
                                        <p:attrNameLst>
                                          <p:attrName>style.visibility</p:attrName>
                                        </p:attrNameLst>
                                      </p:cBhvr>
                                      <p:to>
                                        <p:strVal val="visible"/>
                                      </p:to>
                                    </p:set>
                                    <p:anim calcmode="lin" valueType="num">
                                      <p:cBhvr>
                                        <p:cTn id="87" dur="500" fill="hold"/>
                                        <p:tgtEl>
                                          <p:spTgt spid="1632"/>
                                        </p:tgtEl>
                                        <p:attrNameLst>
                                          <p:attrName>ppt_w</p:attrName>
                                        </p:attrNameLst>
                                      </p:cBhvr>
                                      <p:tavLst>
                                        <p:tav tm="0">
                                          <p:val>
                                            <p:fltVal val="0"/>
                                          </p:val>
                                        </p:tav>
                                        <p:tav tm="100000">
                                          <p:val>
                                            <p:strVal val="#ppt_w"/>
                                          </p:val>
                                        </p:tav>
                                      </p:tavLst>
                                    </p:anim>
                                    <p:anim calcmode="lin" valueType="num">
                                      <p:cBhvr>
                                        <p:cTn id="88" dur="500" fill="hold"/>
                                        <p:tgtEl>
                                          <p:spTgt spid="1632"/>
                                        </p:tgtEl>
                                        <p:attrNameLst>
                                          <p:attrName>ppt_h</p:attrName>
                                        </p:attrNameLst>
                                      </p:cBhvr>
                                      <p:tavLst>
                                        <p:tav tm="0">
                                          <p:val>
                                            <p:fltVal val="0"/>
                                          </p:val>
                                        </p:tav>
                                        <p:tav tm="100000">
                                          <p:val>
                                            <p:strVal val="#ppt_h"/>
                                          </p:val>
                                        </p:tav>
                                      </p:tavLst>
                                    </p:anim>
                                    <p:animEffect transition="in" filter="fade">
                                      <p:cBhvr>
                                        <p:cTn id="89" dur="500"/>
                                        <p:tgtEl>
                                          <p:spTgt spid="1632"/>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633"/>
                                        </p:tgtEl>
                                        <p:attrNameLst>
                                          <p:attrName>style.visibility</p:attrName>
                                        </p:attrNameLst>
                                      </p:cBhvr>
                                      <p:to>
                                        <p:strVal val="visible"/>
                                      </p:to>
                                    </p:set>
                                    <p:anim calcmode="lin" valueType="num">
                                      <p:cBhvr>
                                        <p:cTn id="92" dur="500" fill="hold"/>
                                        <p:tgtEl>
                                          <p:spTgt spid="1633"/>
                                        </p:tgtEl>
                                        <p:attrNameLst>
                                          <p:attrName>ppt_w</p:attrName>
                                        </p:attrNameLst>
                                      </p:cBhvr>
                                      <p:tavLst>
                                        <p:tav tm="0">
                                          <p:val>
                                            <p:fltVal val="0"/>
                                          </p:val>
                                        </p:tav>
                                        <p:tav tm="100000">
                                          <p:val>
                                            <p:strVal val="#ppt_w"/>
                                          </p:val>
                                        </p:tav>
                                      </p:tavLst>
                                    </p:anim>
                                    <p:anim calcmode="lin" valueType="num">
                                      <p:cBhvr>
                                        <p:cTn id="93" dur="500" fill="hold"/>
                                        <p:tgtEl>
                                          <p:spTgt spid="1633"/>
                                        </p:tgtEl>
                                        <p:attrNameLst>
                                          <p:attrName>ppt_h</p:attrName>
                                        </p:attrNameLst>
                                      </p:cBhvr>
                                      <p:tavLst>
                                        <p:tav tm="0">
                                          <p:val>
                                            <p:fltVal val="0"/>
                                          </p:val>
                                        </p:tav>
                                        <p:tav tm="100000">
                                          <p:val>
                                            <p:strVal val="#ppt_h"/>
                                          </p:val>
                                        </p:tav>
                                      </p:tavLst>
                                    </p:anim>
                                    <p:animEffect transition="in" filter="fade">
                                      <p:cBhvr>
                                        <p:cTn id="94" dur="500"/>
                                        <p:tgtEl>
                                          <p:spTgt spid="1633"/>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1635"/>
                                        </p:tgtEl>
                                        <p:attrNameLst>
                                          <p:attrName>style.visibility</p:attrName>
                                        </p:attrNameLst>
                                      </p:cBhvr>
                                      <p:to>
                                        <p:strVal val="visible"/>
                                      </p:to>
                                    </p:set>
                                    <p:anim calcmode="lin" valueType="num">
                                      <p:cBhvr>
                                        <p:cTn id="97" dur="500" fill="hold"/>
                                        <p:tgtEl>
                                          <p:spTgt spid="1635"/>
                                        </p:tgtEl>
                                        <p:attrNameLst>
                                          <p:attrName>ppt_w</p:attrName>
                                        </p:attrNameLst>
                                      </p:cBhvr>
                                      <p:tavLst>
                                        <p:tav tm="0">
                                          <p:val>
                                            <p:fltVal val="0"/>
                                          </p:val>
                                        </p:tav>
                                        <p:tav tm="100000">
                                          <p:val>
                                            <p:strVal val="#ppt_w"/>
                                          </p:val>
                                        </p:tav>
                                      </p:tavLst>
                                    </p:anim>
                                    <p:anim calcmode="lin" valueType="num">
                                      <p:cBhvr>
                                        <p:cTn id="98" dur="500" fill="hold"/>
                                        <p:tgtEl>
                                          <p:spTgt spid="1635"/>
                                        </p:tgtEl>
                                        <p:attrNameLst>
                                          <p:attrName>ppt_h</p:attrName>
                                        </p:attrNameLst>
                                      </p:cBhvr>
                                      <p:tavLst>
                                        <p:tav tm="0">
                                          <p:val>
                                            <p:fltVal val="0"/>
                                          </p:val>
                                        </p:tav>
                                        <p:tav tm="100000">
                                          <p:val>
                                            <p:strVal val="#ppt_h"/>
                                          </p:val>
                                        </p:tav>
                                      </p:tavLst>
                                    </p:anim>
                                    <p:animEffect transition="in" filter="fade">
                                      <p:cBhvr>
                                        <p:cTn id="99" dur="500"/>
                                        <p:tgtEl>
                                          <p:spTgt spid="1635"/>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1634"/>
                                        </p:tgtEl>
                                        <p:attrNameLst>
                                          <p:attrName>style.visibility</p:attrName>
                                        </p:attrNameLst>
                                      </p:cBhvr>
                                      <p:to>
                                        <p:strVal val="visible"/>
                                      </p:to>
                                    </p:set>
                                    <p:anim calcmode="lin" valueType="num">
                                      <p:cBhvr>
                                        <p:cTn id="102" dur="500" fill="hold"/>
                                        <p:tgtEl>
                                          <p:spTgt spid="1634"/>
                                        </p:tgtEl>
                                        <p:attrNameLst>
                                          <p:attrName>ppt_w</p:attrName>
                                        </p:attrNameLst>
                                      </p:cBhvr>
                                      <p:tavLst>
                                        <p:tav tm="0">
                                          <p:val>
                                            <p:fltVal val="0"/>
                                          </p:val>
                                        </p:tav>
                                        <p:tav tm="100000">
                                          <p:val>
                                            <p:strVal val="#ppt_w"/>
                                          </p:val>
                                        </p:tav>
                                      </p:tavLst>
                                    </p:anim>
                                    <p:anim calcmode="lin" valueType="num">
                                      <p:cBhvr>
                                        <p:cTn id="103" dur="500" fill="hold"/>
                                        <p:tgtEl>
                                          <p:spTgt spid="1634"/>
                                        </p:tgtEl>
                                        <p:attrNameLst>
                                          <p:attrName>ppt_h</p:attrName>
                                        </p:attrNameLst>
                                      </p:cBhvr>
                                      <p:tavLst>
                                        <p:tav tm="0">
                                          <p:val>
                                            <p:fltVal val="0"/>
                                          </p:val>
                                        </p:tav>
                                        <p:tav tm="100000">
                                          <p:val>
                                            <p:strVal val="#ppt_h"/>
                                          </p:val>
                                        </p:tav>
                                      </p:tavLst>
                                    </p:anim>
                                    <p:animEffect transition="in" filter="fade">
                                      <p:cBhvr>
                                        <p:cTn id="104" dur="500"/>
                                        <p:tgtEl>
                                          <p:spTgt spid="1634"/>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1612"/>
                                        </p:tgtEl>
                                        <p:attrNameLst>
                                          <p:attrName>style.visibility</p:attrName>
                                        </p:attrNameLst>
                                      </p:cBhvr>
                                      <p:to>
                                        <p:strVal val="visible"/>
                                      </p:to>
                                    </p:set>
                                    <p:anim calcmode="lin" valueType="num">
                                      <p:cBhvr>
                                        <p:cTn id="109" dur="500" fill="hold"/>
                                        <p:tgtEl>
                                          <p:spTgt spid="1612"/>
                                        </p:tgtEl>
                                        <p:attrNameLst>
                                          <p:attrName>ppt_w</p:attrName>
                                        </p:attrNameLst>
                                      </p:cBhvr>
                                      <p:tavLst>
                                        <p:tav tm="0">
                                          <p:val>
                                            <p:fltVal val="0"/>
                                          </p:val>
                                        </p:tav>
                                        <p:tav tm="100000">
                                          <p:val>
                                            <p:strVal val="#ppt_w"/>
                                          </p:val>
                                        </p:tav>
                                      </p:tavLst>
                                    </p:anim>
                                    <p:anim calcmode="lin" valueType="num">
                                      <p:cBhvr>
                                        <p:cTn id="110" dur="500" fill="hold"/>
                                        <p:tgtEl>
                                          <p:spTgt spid="1612"/>
                                        </p:tgtEl>
                                        <p:attrNameLst>
                                          <p:attrName>ppt_h</p:attrName>
                                        </p:attrNameLst>
                                      </p:cBhvr>
                                      <p:tavLst>
                                        <p:tav tm="0">
                                          <p:val>
                                            <p:fltVal val="0"/>
                                          </p:val>
                                        </p:tav>
                                        <p:tav tm="100000">
                                          <p:val>
                                            <p:strVal val="#ppt_h"/>
                                          </p:val>
                                        </p:tav>
                                      </p:tavLst>
                                    </p:anim>
                                    <p:animEffect transition="in" filter="fade">
                                      <p:cBhvr>
                                        <p:cTn id="111" dur="500"/>
                                        <p:tgtEl>
                                          <p:spTgt spid="1612"/>
                                        </p:tgtEl>
                                      </p:cBhvr>
                                    </p:animEffect>
                                  </p:childTnLst>
                                </p:cTn>
                              </p:par>
                            </p:childTnLst>
                          </p:cTn>
                        </p:par>
                      </p:childTnLst>
                    </p:cTn>
                  </p:par>
                  <p:par>
                    <p:cTn id="112" fill="hold">
                      <p:stCondLst>
                        <p:cond delay="indefinite"/>
                      </p:stCondLst>
                      <p:childTnLst>
                        <p:par>
                          <p:cTn id="113" fill="hold">
                            <p:stCondLst>
                              <p:cond delay="0"/>
                            </p:stCondLst>
                            <p:childTnLst>
                              <p:par>
                                <p:cTn id="114" presetID="53" presetClass="entr" presetSubtype="16" fill="hold" grpId="0" nodeType="clickEffect">
                                  <p:stCondLst>
                                    <p:cond delay="0"/>
                                  </p:stCondLst>
                                  <p:childTnLst>
                                    <p:set>
                                      <p:cBhvr>
                                        <p:cTn id="115" dur="1" fill="hold">
                                          <p:stCondLst>
                                            <p:cond delay="0"/>
                                          </p:stCondLst>
                                        </p:cTn>
                                        <p:tgtEl>
                                          <p:spTgt spid="1616"/>
                                        </p:tgtEl>
                                        <p:attrNameLst>
                                          <p:attrName>style.visibility</p:attrName>
                                        </p:attrNameLst>
                                      </p:cBhvr>
                                      <p:to>
                                        <p:strVal val="visible"/>
                                      </p:to>
                                    </p:set>
                                    <p:anim calcmode="lin" valueType="num">
                                      <p:cBhvr>
                                        <p:cTn id="116" dur="500" fill="hold"/>
                                        <p:tgtEl>
                                          <p:spTgt spid="1616"/>
                                        </p:tgtEl>
                                        <p:attrNameLst>
                                          <p:attrName>ppt_w</p:attrName>
                                        </p:attrNameLst>
                                      </p:cBhvr>
                                      <p:tavLst>
                                        <p:tav tm="0">
                                          <p:val>
                                            <p:fltVal val="0"/>
                                          </p:val>
                                        </p:tav>
                                        <p:tav tm="100000">
                                          <p:val>
                                            <p:strVal val="#ppt_w"/>
                                          </p:val>
                                        </p:tav>
                                      </p:tavLst>
                                    </p:anim>
                                    <p:anim calcmode="lin" valueType="num">
                                      <p:cBhvr>
                                        <p:cTn id="117" dur="500" fill="hold"/>
                                        <p:tgtEl>
                                          <p:spTgt spid="1616"/>
                                        </p:tgtEl>
                                        <p:attrNameLst>
                                          <p:attrName>ppt_h</p:attrName>
                                        </p:attrNameLst>
                                      </p:cBhvr>
                                      <p:tavLst>
                                        <p:tav tm="0">
                                          <p:val>
                                            <p:fltVal val="0"/>
                                          </p:val>
                                        </p:tav>
                                        <p:tav tm="100000">
                                          <p:val>
                                            <p:strVal val="#ppt_h"/>
                                          </p:val>
                                        </p:tav>
                                      </p:tavLst>
                                    </p:anim>
                                    <p:animEffect transition="in" filter="fade">
                                      <p:cBhvr>
                                        <p:cTn id="118" dur="500"/>
                                        <p:tgtEl>
                                          <p:spTgt spid="1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1" grpId="0" animBg="1"/>
      <p:bldP spid="1602" grpId="0"/>
      <p:bldP spid="1603" grpId="0" animBg="1"/>
      <p:bldP spid="1604" grpId="0"/>
      <p:bldP spid="1605" grpId="0" animBg="1"/>
      <p:bldP spid="1606" grpId="0"/>
      <p:bldP spid="1609" grpId="0"/>
      <p:bldP spid="1610" grpId="0"/>
      <p:bldP spid="1612" grpId="0"/>
      <p:bldP spid="1616" grpId="0"/>
      <p:bldP spid="1632" grpId="0"/>
      <p:bldP spid="1633" grpId="0"/>
      <p:bldP spid="1634" grpId="0"/>
      <p:bldP spid="16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8" name="Google Shape;1274;p42">
            <a:extLst>
              <a:ext uri="{FF2B5EF4-FFF2-40B4-BE49-F238E27FC236}">
                <a16:creationId xmlns:a16="http://schemas.microsoft.com/office/drawing/2014/main" id="{5ED0B0B4-5331-919D-A9F3-4172F12462FA}"/>
              </a:ext>
            </a:extLst>
          </p:cNvPr>
          <p:cNvSpPr txBox="1">
            <a:spLocks/>
          </p:cNvSpPr>
          <p:nvPr/>
        </p:nvSpPr>
        <p:spPr>
          <a:xfrm>
            <a:off x="420087" y="1119426"/>
            <a:ext cx="3762053" cy="37173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indent="0" algn="just"/>
            <a:r>
              <a:rPr lang="tr-TR" b="1" dirty="0">
                <a:latin typeface="Maven Pro" panose="020B0604020202020204" charset="-94"/>
              </a:rPr>
              <a:t>Noktalar Arası Mesafenin Hesaplanması:</a:t>
            </a:r>
          </a:p>
        </p:txBody>
      </p:sp>
      <p:sp>
        <p:nvSpPr>
          <p:cNvPr id="9" name="Google Shape;1274;p42">
            <a:extLst>
              <a:ext uri="{FF2B5EF4-FFF2-40B4-BE49-F238E27FC236}">
                <a16:creationId xmlns:a16="http://schemas.microsoft.com/office/drawing/2014/main" id="{86D9BCFC-572C-3CBA-83BB-5F524C92C4A0}"/>
              </a:ext>
            </a:extLst>
          </p:cNvPr>
          <p:cNvSpPr txBox="1">
            <a:spLocks/>
          </p:cNvSpPr>
          <p:nvPr/>
        </p:nvSpPr>
        <p:spPr>
          <a:xfrm>
            <a:off x="809946" y="1488415"/>
            <a:ext cx="3762053" cy="37173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342900" indent="-342900" algn="just">
              <a:buAutoNum type="arabicPeriod"/>
            </a:pPr>
            <a:r>
              <a:rPr lang="tr-TR" b="1" dirty="0">
                <a:solidFill>
                  <a:srgbClr val="0070C0"/>
                </a:solidFill>
                <a:latin typeface="Maven Pro" panose="020B0604020202020204" charset="-94"/>
              </a:rPr>
              <a:t>Öklid (</a:t>
            </a:r>
            <a:r>
              <a:rPr lang="tr-TR" b="1" dirty="0" err="1">
                <a:solidFill>
                  <a:srgbClr val="0070C0"/>
                </a:solidFill>
                <a:latin typeface="Maven Pro" panose="020B0604020202020204" charset="-94"/>
              </a:rPr>
              <a:t>Euclidian</a:t>
            </a:r>
            <a:r>
              <a:rPr lang="tr-TR" b="1" dirty="0">
                <a:solidFill>
                  <a:srgbClr val="0070C0"/>
                </a:solidFill>
                <a:latin typeface="Maven Pro" panose="020B0604020202020204" charset="-94"/>
              </a:rPr>
              <a:t>) </a:t>
            </a:r>
            <a:r>
              <a:rPr lang="tr-TR" b="1" dirty="0" err="1">
                <a:solidFill>
                  <a:srgbClr val="0070C0"/>
                </a:solidFill>
                <a:latin typeface="Maven Pro" panose="020B0604020202020204" charset="-94"/>
              </a:rPr>
              <a:t>Distance</a:t>
            </a:r>
            <a:r>
              <a:rPr lang="tr-TR" b="1" dirty="0">
                <a:solidFill>
                  <a:srgbClr val="0070C0"/>
                </a:solidFill>
                <a:latin typeface="Maven Pro" panose="020B0604020202020204" charset="-94"/>
              </a:rPr>
              <a:t>:</a:t>
            </a:r>
          </a:p>
        </p:txBody>
      </p:sp>
      <p:sp>
        <p:nvSpPr>
          <p:cNvPr id="12" name="Google Shape;1274;p42">
            <a:extLst>
              <a:ext uri="{FF2B5EF4-FFF2-40B4-BE49-F238E27FC236}">
                <a16:creationId xmlns:a16="http://schemas.microsoft.com/office/drawing/2014/main" id="{CA2BC9A8-0C49-7FBE-B00B-D417AA329C2E}"/>
              </a:ext>
            </a:extLst>
          </p:cNvPr>
          <p:cNvSpPr txBox="1">
            <a:spLocks/>
          </p:cNvSpPr>
          <p:nvPr/>
        </p:nvSpPr>
        <p:spPr>
          <a:xfrm>
            <a:off x="809945" y="2641002"/>
            <a:ext cx="3762053" cy="37173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342900" indent="-342900" algn="just">
              <a:buFont typeface="+mj-lt"/>
              <a:buAutoNum type="arabicPeriod" startAt="2"/>
            </a:pPr>
            <a:r>
              <a:rPr lang="tr-TR" b="1" dirty="0">
                <a:solidFill>
                  <a:srgbClr val="0070C0"/>
                </a:solidFill>
                <a:latin typeface="Maven Pro" panose="020B0604020202020204" charset="-94"/>
              </a:rPr>
              <a:t>Manhattan </a:t>
            </a:r>
            <a:r>
              <a:rPr lang="tr-TR" b="1" dirty="0" err="1">
                <a:solidFill>
                  <a:srgbClr val="0070C0"/>
                </a:solidFill>
                <a:latin typeface="Maven Pro" panose="020B0604020202020204" charset="-94"/>
              </a:rPr>
              <a:t>Distance</a:t>
            </a:r>
            <a:r>
              <a:rPr lang="tr-TR" b="1" dirty="0">
                <a:solidFill>
                  <a:srgbClr val="0070C0"/>
                </a:solidFill>
                <a:latin typeface="Maven Pro" panose="020B0604020202020204" charset="-94"/>
              </a:rPr>
              <a:t>:</a:t>
            </a:r>
          </a:p>
        </p:txBody>
      </p:sp>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F35F0806-3557-D33F-79DD-32874A0592D6}"/>
                  </a:ext>
                </a:extLst>
              </p:cNvPr>
              <p:cNvSpPr txBox="1"/>
              <p:nvPr/>
            </p:nvSpPr>
            <p:spPr>
              <a:xfrm>
                <a:off x="992218" y="2947995"/>
                <a:ext cx="2533183"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1" i="1" smtClean="0">
                          <a:latin typeface="Cambria Math" panose="02040503050406030204" pitchFamily="18" charset="0"/>
                        </a:rPr>
                        <m:t>𝒅</m:t>
                      </m:r>
                      <m:d>
                        <m:dPr>
                          <m:ctrlPr>
                            <a:rPr lang="tr-TR" b="1" i="1">
                              <a:solidFill>
                                <a:srgbClr val="836967"/>
                              </a:solidFill>
                              <a:latin typeface="Cambria Math" panose="02040503050406030204" pitchFamily="18" charset="0"/>
                            </a:rPr>
                          </m:ctrlPr>
                        </m:dPr>
                        <m:e>
                          <m:r>
                            <a:rPr lang="tr-TR" b="1" i="1">
                              <a:latin typeface="Cambria Math" panose="02040503050406030204" pitchFamily="18" charset="0"/>
                            </a:rPr>
                            <m:t>𝒙</m:t>
                          </m:r>
                          <m:r>
                            <a:rPr lang="tr-TR" b="0" i="0">
                              <a:latin typeface="Cambria Math" panose="02040503050406030204" pitchFamily="18" charset="0"/>
                            </a:rPr>
                            <m:t>,</m:t>
                          </m:r>
                          <m:r>
                            <a:rPr lang="tr-TR" b="1" i="1">
                              <a:latin typeface="Cambria Math" panose="02040503050406030204" pitchFamily="18" charset="0"/>
                            </a:rPr>
                            <m:t>𝒚</m:t>
                          </m:r>
                        </m:e>
                      </m:d>
                      <m:r>
                        <a:rPr lang="tr-TR" b="0" i="0">
                          <a:latin typeface="Cambria Math" panose="02040503050406030204" pitchFamily="18" charset="0"/>
                        </a:rPr>
                        <m:t>=</m:t>
                      </m:r>
                      <m:rad>
                        <m:radPr>
                          <m:degHide m:val="on"/>
                          <m:ctrlPr>
                            <a:rPr lang="tr-TR" b="0" i="1">
                              <a:solidFill>
                                <a:srgbClr val="836967"/>
                              </a:solidFill>
                              <a:latin typeface="Cambria Math" panose="02040503050406030204" pitchFamily="18" charset="0"/>
                            </a:rPr>
                          </m:ctrlPr>
                        </m:radPr>
                        <m:deg/>
                        <m:e>
                          <m:nary>
                            <m:naryPr>
                              <m:chr m:val="∑"/>
                              <m:limLoc m:val="undOvr"/>
                              <m:ctrlPr>
                                <a:rPr lang="tr-TR" b="0" i="1">
                                  <a:latin typeface="Cambria Math" panose="02040503050406030204" pitchFamily="18" charset="0"/>
                                </a:rPr>
                              </m:ctrlPr>
                            </m:naryPr>
                            <m:sub>
                              <m:r>
                                <a:rPr lang="tr-TR" b="1" i="1">
                                  <a:latin typeface="Cambria Math" panose="02040503050406030204" pitchFamily="18" charset="0"/>
                                </a:rPr>
                                <m:t>𝒊</m:t>
                              </m:r>
                              <m:r>
                                <a:rPr lang="tr-TR" b="0" i="0">
                                  <a:latin typeface="Cambria Math" panose="02040503050406030204" pitchFamily="18" charset="0"/>
                                </a:rPr>
                                <m:t>=1</m:t>
                              </m:r>
                            </m:sub>
                            <m:sup>
                              <m:r>
                                <a:rPr lang="tr-TR" b="1" i="1">
                                  <a:latin typeface="Cambria Math" panose="02040503050406030204" pitchFamily="18" charset="0"/>
                                </a:rPr>
                                <m:t>𝒏</m:t>
                              </m:r>
                            </m:sup>
                            <m:e>
                              <m:d>
                                <m:dPr>
                                  <m:begChr m:val="|"/>
                                  <m:endChr m:val=""/>
                                  <m:ctrlPr>
                                    <a:rPr lang="tr-TR" b="1" i="1">
                                      <a:solidFill>
                                        <a:srgbClr val="836967"/>
                                      </a:solidFill>
                                      <a:latin typeface="Cambria Math" panose="02040503050406030204" pitchFamily="18" charset="0"/>
                                    </a:rPr>
                                  </m:ctrlPr>
                                </m:dPr>
                                <m:e>
                                  <m:sSub>
                                    <m:sSubPr>
                                      <m:ctrlPr>
                                        <a:rPr lang="tr-TR" b="1" i="1">
                                          <a:solidFill>
                                            <a:srgbClr val="836967"/>
                                          </a:solidFill>
                                          <a:latin typeface="Cambria Math" panose="02040503050406030204" pitchFamily="18" charset="0"/>
                                        </a:rPr>
                                      </m:ctrlPr>
                                    </m:sSubPr>
                                    <m:e>
                                      <m:r>
                                        <a:rPr lang="tr-TR" b="1" i="1">
                                          <a:latin typeface="Cambria Math" panose="02040503050406030204" pitchFamily="18" charset="0"/>
                                        </a:rPr>
                                        <m:t>𝒙</m:t>
                                      </m:r>
                                    </m:e>
                                    <m:sub>
                                      <m:r>
                                        <a:rPr lang="tr-TR" b="1" i="1">
                                          <a:latin typeface="Cambria Math" panose="02040503050406030204" pitchFamily="18" charset="0"/>
                                        </a:rPr>
                                        <m:t>𝒊</m:t>
                                      </m:r>
                                    </m:sub>
                                  </m:sSub>
                                  <m:r>
                                    <a:rPr lang="tr-TR" b="0" i="0">
                                      <a:latin typeface="Cambria Math" panose="02040503050406030204" pitchFamily="18" charset="0"/>
                                    </a:rPr>
                                    <m:t>−</m:t>
                                  </m:r>
                                  <m:d>
                                    <m:dPr>
                                      <m:begChr m:val=""/>
                                      <m:endChr m:val="|"/>
                                      <m:ctrlPr>
                                        <a:rPr lang="tr-TR" b="0" i="1">
                                          <a:solidFill>
                                            <a:srgbClr val="836967"/>
                                          </a:solidFill>
                                          <a:latin typeface="Cambria Math" panose="02040503050406030204" pitchFamily="18" charset="0"/>
                                        </a:rPr>
                                      </m:ctrlPr>
                                    </m:dPr>
                                    <m:e>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𝒚</m:t>
                                          </m:r>
                                        </m:e>
                                        <m:sub>
                                          <m:r>
                                            <a:rPr lang="tr-TR" b="1" i="1">
                                              <a:latin typeface="Cambria Math" panose="02040503050406030204" pitchFamily="18" charset="0"/>
                                            </a:rPr>
                                            <m:t>𝒊</m:t>
                                          </m:r>
                                        </m:sub>
                                      </m:sSub>
                                    </m:e>
                                  </m:d>
                                </m:e>
                              </m:d>
                            </m:e>
                          </m:nary>
                        </m:e>
                      </m:rad>
                    </m:oMath>
                  </m:oMathPara>
                </a14:m>
                <a:endParaRPr lang="tr-TR" dirty="0"/>
              </a:p>
            </p:txBody>
          </p:sp>
        </mc:Choice>
        <mc:Fallback xmlns="">
          <p:sp>
            <p:nvSpPr>
              <p:cNvPr id="5" name="Metin kutusu 4">
                <a:extLst>
                  <a:ext uri="{FF2B5EF4-FFF2-40B4-BE49-F238E27FC236}">
                    <a16:creationId xmlns:a16="http://schemas.microsoft.com/office/drawing/2014/main" id="{F35F0806-3557-D33F-79DD-32874A0592D6}"/>
                  </a:ext>
                </a:extLst>
              </p:cNvPr>
              <p:cNvSpPr txBox="1">
                <a:spLocks noRot="1" noChangeAspect="1" noMove="1" noResize="1" noEditPoints="1" noAdjustHandles="1" noChangeArrowheads="1" noChangeShapeType="1" noTextEdit="1"/>
              </p:cNvSpPr>
              <p:nvPr/>
            </p:nvSpPr>
            <p:spPr>
              <a:xfrm>
                <a:off x="992218" y="2947995"/>
                <a:ext cx="2533183" cy="930511"/>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32D1B41F-95F6-6E88-7A68-2E9B96BB7FCF}"/>
                  </a:ext>
                </a:extLst>
              </p:cNvPr>
              <p:cNvSpPr txBox="1"/>
              <p:nvPr/>
            </p:nvSpPr>
            <p:spPr>
              <a:xfrm>
                <a:off x="1218512" y="1759270"/>
                <a:ext cx="2240144"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1" i="1" smtClean="0">
                          <a:latin typeface="Cambria Math" panose="02040503050406030204" pitchFamily="18" charset="0"/>
                        </a:rPr>
                        <m:t>𝒅</m:t>
                      </m:r>
                      <m:d>
                        <m:dPr>
                          <m:ctrlPr>
                            <a:rPr lang="tr-TR" b="1" i="1">
                              <a:solidFill>
                                <a:srgbClr val="836967"/>
                              </a:solidFill>
                              <a:latin typeface="Cambria Math" panose="02040503050406030204" pitchFamily="18" charset="0"/>
                            </a:rPr>
                          </m:ctrlPr>
                        </m:dPr>
                        <m:e>
                          <m:r>
                            <a:rPr lang="tr-TR" b="1" i="1">
                              <a:latin typeface="Cambria Math" panose="02040503050406030204" pitchFamily="18" charset="0"/>
                            </a:rPr>
                            <m:t>𝒙</m:t>
                          </m:r>
                          <m:r>
                            <a:rPr lang="tr-TR" b="0" i="0">
                              <a:latin typeface="Cambria Math" panose="02040503050406030204" pitchFamily="18" charset="0"/>
                            </a:rPr>
                            <m:t>,</m:t>
                          </m:r>
                          <m:r>
                            <a:rPr lang="tr-TR" b="1" i="1">
                              <a:latin typeface="Cambria Math" panose="02040503050406030204" pitchFamily="18" charset="0"/>
                            </a:rPr>
                            <m:t>𝒚</m:t>
                          </m:r>
                        </m:e>
                      </m:d>
                      <m:r>
                        <a:rPr lang="tr-TR" b="0" i="0">
                          <a:latin typeface="Cambria Math" panose="02040503050406030204" pitchFamily="18" charset="0"/>
                        </a:rPr>
                        <m:t>=</m:t>
                      </m:r>
                      <m:rad>
                        <m:radPr>
                          <m:degHide m:val="on"/>
                          <m:ctrlPr>
                            <a:rPr lang="tr-TR" b="0" i="1">
                              <a:solidFill>
                                <a:srgbClr val="836967"/>
                              </a:solidFill>
                              <a:latin typeface="Cambria Math" panose="02040503050406030204" pitchFamily="18" charset="0"/>
                            </a:rPr>
                          </m:ctrlPr>
                        </m:radPr>
                        <m:deg/>
                        <m:e>
                          <m:nary>
                            <m:naryPr>
                              <m:chr m:val="∑"/>
                              <m:limLoc m:val="undOvr"/>
                              <m:ctrlPr>
                                <a:rPr lang="tr-TR" b="0" i="1">
                                  <a:latin typeface="Cambria Math" panose="02040503050406030204" pitchFamily="18" charset="0"/>
                                </a:rPr>
                              </m:ctrlPr>
                            </m:naryPr>
                            <m:sub>
                              <m:r>
                                <a:rPr lang="tr-TR" b="1" i="1">
                                  <a:latin typeface="Cambria Math" panose="02040503050406030204" pitchFamily="18" charset="0"/>
                                </a:rPr>
                                <m:t>𝒊</m:t>
                              </m:r>
                              <m:r>
                                <a:rPr lang="tr-TR" b="0" i="0">
                                  <a:latin typeface="Cambria Math" panose="02040503050406030204" pitchFamily="18" charset="0"/>
                                </a:rPr>
                                <m:t>=1</m:t>
                              </m:r>
                            </m:sub>
                            <m:sup>
                              <m:r>
                                <a:rPr lang="tr-TR" b="1" i="1">
                                  <a:latin typeface="Cambria Math" panose="02040503050406030204" pitchFamily="18" charset="0"/>
                                </a:rPr>
                                <m:t>𝒏</m:t>
                              </m:r>
                            </m:sup>
                            <m:e>
                              <m:sSup>
                                <m:sSupPr>
                                  <m:ctrlPr>
                                    <a:rPr lang="tr-TR" b="1" i="1">
                                      <a:solidFill>
                                        <a:srgbClr val="836967"/>
                                      </a:solidFill>
                                      <a:latin typeface="Cambria Math" panose="02040503050406030204" pitchFamily="18" charset="0"/>
                                    </a:rPr>
                                  </m:ctrlPr>
                                </m:sSupPr>
                                <m:e>
                                  <m:d>
                                    <m:dPr>
                                      <m:ctrlPr>
                                        <a:rPr lang="tr-TR" b="1" i="1">
                                          <a:solidFill>
                                            <a:srgbClr val="836967"/>
                                          </a:solidFill>
                                          <a:latin typeface="Cambria Math" panose="02040503050406030204" pitchFamily="18" charset="0"/>
                                        </a:rPr>
                                      </m:ctrlPr>
                                    </m:dPr>
                                    <m:e>
                                      <m:sSub>
                                        <m:sSubPr>
                                          <m:ctrlPr>
                                            <a:rPr lang="tr-TR" b="1" i="1">
                                              <a:solidFill>
                                                <a:srgbClr val="836967"/>
                                              </a:solidFill>
                                              <a:latin typeface="Cambria Math" panose="02040503050406030204" pitchFamily="18" charset="0"/>
                                            </a:rPr>
                                          </m:ctrlPr>
                                        </m:sSubPr>
                                        <m:e>
                                          <m:r>
                                            <a:rPr lang="tr-TR" b="1" i="1">
                                              <a:latin typeface="Cambria Math" panose="02040503050406030204" pitchFamily="18" charset="0"/>
                                            </a:rPr>
                                            <m:t>𝒙</m:t>
                                          </m:r>
                                        </m:e>
                                        <m:sub>
                                          <m:r>
                                            <a:rPr lang="tr-TR" b="1" i="1">
                                              <a:latin typeface="Cambria Math" panose="02040503050406030204" pitchFamily="18" charset="0"/>
                                            </a:rPr>
                                            <m:t>𝒊</m:t>
                                          </m:r>
                                        </m:sub>
                                      </m:sSub>
                                      <m:r>
                                        <a:rPr lang="tr-TR" b="0" i="0">
                                          <a:latin typeface="Cambria Math" panose="02040503050406030204" pitchFamily="18" charset="0"/>
                                        </a:rPr>
                                        <m:t>−</m:t>
                                      </m:r>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𝒚</m:t>
                                          </m:r>
                                        </m:e>
                                        <m:sub>
                                          <m:r>
                                            <a:rPr lang="tr-TR" b="1" i="1">
                                              <a:latin typeface="Cambria Math" panose="02040503050406030204" pitchFamily="18" charset="0"/>
                                            </a:rPr>
                                            <m:t>𝒊</m:t>
                                          </m:r>
                                        </m:sub>
                                      </m:sSub>
                                    </m:e>
                                  </m:d>
                                </m:e>
                                <m:sup>
                                  <m:r>
                                    <a:rPr lang="tr-TR" b="0" i="0">
                                      <a:latin typeface="Cambria Math" panose="02040503050406030204" pitchFamily="18" charset="0"/>
                                    </a:rPr>
                                    <m:t>2</m:t>
                                  </m:r>
                                </m:sup>
                              </m:sSup>
                            </m:e>
                          </m:nary>
                        </m:e>
                      </m:rad>
                    </m:oMath>
                  </m:oMathPara>
                </a14:m>
                <a:endParaRPr lang="tr-TR" dirty="0"/>
              </a:p>
            </p:txBody>
          </p:sp>
        </mc:Choice>
        <mc:Fallback xmlns="">
          <p:sp>
            <p:nvSpPr>
              <p:cNvPr id="6" name="Metin kutusu 5">
                <a:extLst>
                  <a:ext uri="{FF2B5EF4-FFF2-40B4-BE49-F238E27FC236}">
                    <a16:creationId xmlns:a16="http://schemas.microsoft.com/office/drawing/2014/main" id="{32D1B41F-95F6-6E88-7A68-2E9B96BB7FCF}"/>
                  </a:ext>
                </a:extLst>
              </p:cNvPr>
              <p:cNvSpPr txBox="1">
                <a:spLocks noRot="1" noChangeAspect="1" noMove="1" noResize="1" noEditPoints="1" noAdjustHandles="1" noChangeArrowheads="1" noChangeShapeType="1" noTextEdit="1"/>
              </p:cNvSpPr>
              <p:nvPr/>
            </p:nvSpPr>
            <p:spPr>
              <a:xfrm>
                <a:off x="1218512" y="1759270"/>
                <a:ext cx="2240144" cy="930511"/>
              </a:xfrm>
              <a:prstGeom prst="rect">
                <a:avLst/>
              </a:prstGeom>
              <a:blipFill>
                <a:blip r:embed="rId5"/>
                <a:stretch>
                  <a:fillRect/>
                </a:stretch>
              </a:blipFill>
            </p:spPr>
            <p:txBody>
              <a:bodyPr/>
              <a:lstStyle/>
              <a:p>
                <a:r>
                  <a:rPr lang="tr-TR">
                    <a:noFill/>
                  </a:rPr>
                  <a:t> </a:t>
                </a:r>
              </a:p>
            </p:txBody>
          </p:sp>
        </mc:Fallback>
      </mc:AlternateContent>
      <p:sp>
        <p:nvSpPr>
          <p:cNvPr id="10" name="Google Shape;1274;p42">
            <a:extLst>
              <a:ext uri="{FF2B5EF4-FFF2-40B4-BE49-F238E27FC236}">
                <a16:creationId xmlns:a16="http://schemas.microsoft.com/office/drawing/2014/main" id="{7AD38629-4AAC-D3C0-673D-C02F81B83F78}"/>
              </a:ext>
            </a:extLst>
          </p:cNvPr>
          <p:cNvSpPr txBox="1">
            <a:spLocks/>
          </p:cNvSpPr>
          <p:nvPr/>
        </p:nvSpPr>
        <p:spPr>
          <a:xfrm>
            <a:off x="4448925" y="1489402"/>
            <a:ext cx="3762053" cy="37173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342900" indent="-342900" algn="just">
              <a:buFont typeface="+mj-lt"/>
              <a:buAutoNum type="arabicPeriod" startAt="3"/>
            </a:pPr>
            <a:r>
              <a:rPr lang="tr-TR" b="1" dirty="0" err="1">
                <a:solidFill>
                  <a:srgbClr val="0070C0"/>
                </a:solidFill>
                <a:latin typeface="Maven Pro" panose="020B0604020202020204" charset="-94"/>
              </a:rPr>
              <a:t>Minkowski</a:t>
            </a:r>
            <a:r>
              <a:rPr lang="tr-TR" b="1" dirty="0">
                <a:solidFill>
                  <a:srgbClr val="0070C0"/>
                </a:solidFill>
                <a:latin typeface="Maven Pro" panose="020B0604020202020204" charset="-94"/>
              </a:rPr>
              <a:t> </a:t>
            </a:r>
            <a:r>
              <a:rPr lang="tr-TR" b="1" dirty="0" err="1">
                <a:solidFill>
                  <a:srgbClr val="0070C0"/>
                </a:solidFill>
                <a:latin typeface="Maven Pro" panose="020B0604020202020204" charset="-94"/>
              </a:rPr>
              <a:t>Distance</a:t>
            </a:r>
            <a:r>
              <a:rPr lang="tr-TR" b="1" dirty="0">
                <a:solidFill>
                  <a:srgbClr val="0070C0"/>
                </a:solidFill>
                <a:latin typeface="Maven Pro" panose="020B0604020202020204" charset="-94"/>
              </a:rPr>
              <a:t>:</a:t>
            </a:r>
          </a:p>
        </p:txBody>
      </p:sp>
      <mc:AlternateContent xmlns:mc="http://schemas.openxmlformats.org/markup-compatibility/2006" xmlns:a14="http://schemas.microsoft.com/office/drawing/2010/main">
        <mc:Choice Requires="a14">
          <p:sp>
            <p:nvSpPr>
              <p:cNvPr id="16" name="Metin kutusu 15">
                <a:extLst>
                  <a:ext uri="{FF2B5EF4-FFF2-40B4-BE49-F238E27FC236}">
                    <a16:creationId xmlns:a16="http://schemas.microsoft.com/office/drawing/2014/main" id="{1474A267-AFEB-0936-7EDE-54656A2F681B}"/>
                  </a:ext>
                </a:extLst>
              </p:cNvPr>
              <p:cNvSpPr txBox="1"/>
              <p:nvPr/>
            </p:nvSpPr>
            <p:spPr>
              <a:xfrm>
                <a:off x="4370780" y="1818995"/>
                <a:ext cx="3050295" cy="7982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1" i="1" smtClean="0">
                          <a:latin typeface="Cambria Math" panose="02040503050406030204" pitchFamily="18" charset="0"/>
                        </a:rPr>
                        <m:t>𝒅</m:t>
                      </m:r>
                      <m:d>
                        <m:dPr>
                          <m:ctrlPr>
                            <a:rPr lang="tr-TR" b="1" i="1">
                              <a:solidFill>
                                <a:srgbClr val="836967"/>
                              </a:solidFill>
                              <a:latin typeface="Cambria Math" panose="02040503050406030204" pitchFamily="18" charset="0"/>
                            </a:rPr>
                          </m:ctrlPr>
                        </m:dPr>
                        <m:e>
                          <m:r>
                            <a:rPr lang="tr-TR" b="1" i="1">
                              <a:latin typeface="Cambria Math" panose="02040503050406030204" pitchFamily="18" charset="0"/>
                            </a:rPr>
                            <m:t>𝒙</m:t>
                          </m:r>
                          <m:r>
                            <a:rPr lang="tr-TR" b="0" i="0">
                              <a:latin typeface="Cambria Math" panose="02040503050406030204" pitchFamily="18" charset="0"/>
                            </a:rPr>
                            <m:t>,</m:t>
                          </m:r>
                          <m:r>
                            <a:rPr lang="tr-TR" b="1" i="1">
                              <a:latin typeface="Cambria Math" panose="02040503050406030204" pitchFamily="18" charset="0"/>
                            </a:rPr>
                            <m:t>𝒚</m:t>
                          </m:r>
                        </m:e>
                      </m:d>
                      <m:r>
                        <a:rPr lang="tr-TR" b="0" i="0">
                          <a:latin typeface="Cambria Math" panose="02040503050406030204" pitchFamily="18" charset="0"/>
                        </a:rPr>
                        <m:t>=</m:t>
                      </m:r>
                      <m:sSup>
                        <m:sSupPr>
                          <m:ctrlPr>
                            <a:rPr lang="tr-TR" b="0" i="1">
                              <a:solidFill>
                                <a:srgbClr val="836967"/>
                              </a:solidFill>
                              <a:latin typeface="Cambria Math" panose="02040503050406030204" pitchFamily="18" charset="0"/>
                            </a:rPr>
                          </m:ctrlPr>
                        </m:sSupPr>
                        <m:e>
                          <m:d>
                            <m:dPr>
                              <m:ctrlPr>
                                <a:rPr lang="tr-TR" b="0" i="1">
                                  <a:solidFill>
                                    <a:srgbClr val="836967"/>
                                  </a:solidFill>
                                  <a:latin typeface="Cambria Math" panose="02040503050406030204" pitchFamily="18" charset="0"/>
                                </a:rPr>
                              </m:ctrlPr>
                            </m:dPr>
                            <m:e>
                              <m:nary>
                                <m:naryPr>
                                  <m:chr m:val="∑"/>
                                  <m:limLoc m:val="undOvr"/>
                                  <m:ctrlPr>
                                    <a:rPr lang="tr-TR" b="0" i="1">
                                      <a:latin typeface="Cambria Math" panose="02040503050406030204" pitchFamily="18" charset="0"/>
                                    </a:rPr>
                                  </m:ctrlPr>
                                </m:naryPr>
                                <m:sub>
                                  <m:r>
                                    <a:rPr lang="tr-TR" b="1" i="1">
                                      <a:latin typeface="Cambria Math" panose="02040503050406030204" pitchFamily="18" charset="0"/>
                                    </a:rPr>
                                    <m:t>𝒊</m:t>
                                  </m:r>
                                  <m:r>
                                    <a:rPr lang="tr-TR" b="0" i="0">
                                      <a:latin typeface="Cambria Math" panose="02040503050406030204" pitchFamily="18" charset="0"/>
                                    </a:rPr>
                                    <m:t>=1</m:t>
                                  </m:r>
                                </m:sub>
                                <m:sup>
                                  <m:r>
                                    <a:rPr lang="tr-TR" b="1" i="1">
                                      <a:latin typeface="Cambria Math" panose="02040503050406030204" pitchFamily="18" charset="0"/>
                                    </a:rPr>
                                    <m:t>𝒏</m:t>
                                  </m:r>
                                </m:sup>
                                <m:e>
                                  <m:sSup>
                                    <m:sSupPr>
                                      <m:ctrlPr>
                                        <a:rPr lang="tr-TR" b="1" i="1">
                                          <a:solidFill>
                                            <a:srgbClr val="836967"/>
                                          </a:solidFill>
                                          <a:latin typeface="Cambria Math" panose="02040503050406030204" pitchFamily="18" charset="0"/>
                                        </a:rPr>
                                      </m:ctrlPr>
                                    </m:sSupPr>
                                    <m:e>
                                      <m:d>
                                        <m:dPr>
                                          <m:ctrlPr>
                                            <a:rPr lang="tr-TR" b="1" i="1">
                                              <a:solidFill>
                                                <a:srgbClr val="836967"/>
                                              </a:solidFill>
                                              <a:latin typeface="Cambria Math" panose="02040503050406030204" pitchFamily="18" charset="0"/>
                                            </a:rPr>
                                          </m:ctrlPr>
                                        </m:dPr>
                                        <m:e>
                                          <m:d>
                                            <m:dPr>
                                              <m:begChr m:val="|"/>
                                              <m:endChr m:val=""/>
                                              <m:ctrlPr>
                                                <a:rPr lang="tr-TR" b="1" i="1">
                                                  <a:solidFill>
                                                    <a:srgbClr val="836967"/>
                                                  </a:solidFill>
                                                  <a:latin typeface="Cambria Math" panose="02040503050406030204" pitchFamily="18" charset="0"/>
                                                </a:rPr>
                                              </m:ctrlPr>
                                            </m:dPr>
                                            <m:e>
                                              <m:sSub>
                                                <m:sSubPr>
                                                  <m:ctrlPr>
                                                    <a:rPr lang="tr-TR" b="1" i="1">
                                                      <a:solidFill>
                                                        <a:srgbClr val="836967"/>
                                                      </a:solidFill>
                                                      <a:latin typeface="Cambria Math" panose="02040503050406030204" pitchFamily="18" charset="0"/>
                                                    </a:rPr>
                                                  </m:ctrlPr>
                                                </m:sSubPr>
                                                <m:e>
                                                  <m:r>
                                                    <a:rPr lang="tr-TR" b="1" i="1">
                                                      <a:latin typeface="Cambria Math" panose="02040503050406030204" pitchFamily="18" charset="0"/>
                                                    </a:rPr>
                                                    <m:t>𝒙</m:t>
                                                  </m:r>
                                                </m:e>
                                                <m:sub>
                                                  <m:r>
                                                    <a:rPr lang="tr-TR" b="1" i="1">
                                                      <a:latin typeface="Cambria Math" panose="02040503050406030204" pitchFamily="18" charset="0"/>
                                                    </a:rPr>
                                                    <m:t>𝒊</m:t>
                                                  </m:r>
                                                </m:sub>
                                              </m:sSub>
                                              <m:r>
                                                <a:rPr lang="tr-TR" b="0" i="0">
                                                  <a:latin typeface="Cambria Math" panose="02040503050406030204" pitchFamily="18" charset="0"/>
                                                </a:rPr>
                                                <m:t>−</m:t>
                                              </m:r>
                                              <m:d>
                                                <m:dPr>
                                                  <m:begChr m:val=""/>
                                                  <m:endChr m:val="|"/>
                                                  <m:ctrlPr>
                                                    <a:rPr lang="tr-TR" b="0" i="1">
                                                      <a:solidFill>
                                                        <a:srgbClr val="836967"/>
                                                      </a:solidFill>
                                                      <a:latin typeface="Cambria Math" panose="02040503050406030204" pitchFamily="18" charset="0"/>
                                                    </a:rPr>
                                                  </m:ctrlPr>
                                                </m:dPr>
                                                <m:e>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𝒚</m:t>
                                                      </m:r>
                                                    </m:e>
                                                    <m:sub>
                                                      <m:r>
                                                        <a:rPr lang="tr-TR" b="1" i="1">
                                                          <a:latin typeface="Cambria Math" panose="02040503050406030204" pitchFamily="18" charset="0"/>
                                                        </a:rPr>
                                                        <m:t>𝒊</m:t>
                                                      </m:r>
                                                    </m:sub>
                                                  </m:sSub>
                                                </m:e>
                                              </m:d>
                                            </m:e>
                                          </m:d>
                                        </m:e>
                                      </m:d>
                                    </m:e>
                                    <m:sup>
                                      <m:r>
                                        <a:rPr lang="tr-TR" b="1" i="1">
                                          <a:latin typeface="Cambria Math" panose="02040503050406030204" pitchFamily="18" charset="0"/>
                                        </a:rPr>
                                        <m:t>𝒒</m:t>
                                      </m:r>
                                    </m:sup>
                                  </m:sSup>
                                </m:e>
                              </m:nary>
                            </m:e>
                          </m:d>
                        </m:e>
                        <m:sup>
                          <m:f>
                            <m:fPr>
                              <m:ctrlPr>
                                <a:rPr lang="tr-TR" b="0" i="1">
                                  <a:solidFill>
                                    <a:srgbClr val="836967"/>
                                  </a:solidFill>
                                  <a:latin typeface="Cambria Math" panose="02040503050406030204" pitchFamily="18" charset="0"/>
                                </a:rPr>
                              </m:ctrlPr>
                            </m:fPr>
                            <m:num>
                              <m:r>
                                <a:rPr lang="tr-TR" b="0" i="0">
                                  <a:latin typeface="Cambria Math" panose="02040503050406030204" pitchFamily="18" charset="0"/>
                                </a:rPr>
                                <m:t>1</m:t>
                              </m:r>
                            </m:num>
                            <m:den>
                              <m:r>
                                <a:rPr lang="tr-TR" b="1" i="1">
                                  <a:latin typeface="Cambria Math" panose="02040503050406030204" pitchFamily="18" charset="0"/>
                                </a:rPr>
                                <m:t>𝒒</m:t>
                              </m:r>
                            </m:den>
                          </m:f>
                        </m:sup>
                      </m:sSup>
                    </m:oMath>
                  </m:oMathPara>
                </a14:m>
                <a:endParaRPr lang="tr-TR" dirty="0"/>
              </a:p>
            </p:txBody>
          </p:sp>
        </mc:Choice>
        <mc:Fallback xmlns="">
          <p:sp>
            <p:nvSpPr>
              <p:cNvPr id="16" name="Metin kutusu 15">
                <a:extLst>
                  <a:ext uri="{FF2B5EF4-FFF2-40B4-BE49-F238E27FC236}">
                    <a16:creationId xmlns:a16="http://schemas.microsoft.com/office/drawing/2014/main" id="{1474A267-AFEB-0936-7EDE-54656A2F681B}"/>
                  </a:ext>
                </a:extLst>
              </p:cNvPr>
              <p:cNvSpPr txBox="1">
                <a:spLocks noRot="1" noChangeAspect="1" noMove="1" noResize="1" noEditPoints="1" noAdjustHandles="1" noChangeArrowheads="1" noChangeShapeType="1" noTextEdit="1"/>
              </p:cNvSpPr>
              <p:nvPr/>
            </p:nvSpPr>
            <p:spPr>
              <a:xfrm>
                <a:off x="4370780" y="1818995"/>
                <a:ext cx="3050295" cy="798232"/>
              </a:xfrm>
              <a:prstGeom prst="rect">
                <a:avLst/>
              </a:prstGeom>
              <a:blipFill>
                <a:blip r:embed="rId6"/>
                <a:stretch>
                  <a:fillRect/>
                </a:stretch>
              </a:blipFill>
            </p:spPr>
            <p:txBody>
              <a:bodyPr/>
              <a:lstStyle/>
              <a:p>
                <a:r>
                  <a:rPr lang="tr-TR">
                    <a:noFill/>
                  </a:rPr>
                  <a:t> </a:t>
                </a:r>
              </a:p>
            </p:txBody>
          </p:sp>
        </mc:Fallback>
      </mc:AlternateContent>
      <p:sp>
        <p:nvSpPr>
          <p:cNvPr id="18" name="Google Shape;1274;p42">
            <a:extLst>
              <a:ext uri="{FF2B5EF4-FFF2-40B4-BE49-F238E27FC236}">
                <a16:creationId xmlns:a16="http://schemas.microsoft.com/office/drawing/2014/main" id="{659A859D-237F-2601-025A-B8757C99F62B}"/>
              </a:ext>
            </a:extLst>
          </p:cNvPr>
          <p:cNvSpPr txBox="1">
            <a:spLocks/>
          </p:cNvSpPr>
          <p:nvPr/>
        </p:nvSpPr>
        <p:spPr>
          <a:xfrm>
            <a:off x="4448925" y="2641002"/>
            <a:ext cx="3762053" cy="371736"/>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342900" indent="-342900" algn="just">
              <a:buFont typeface="+mj-lt"/>
              <a:buAutoNum type="arabicPeriod" startAt="4"/>
            </a:pPr>
            <a:r>
              <a:rPr lang="tr-TR" b="1" dirty="0" err="1">
                <a:solidFill>
                  <a:srgbClr val="0070C0"/>
                </a:solidFill>
                <a:latin typeface="Maven Pro" panose="020B0604020202020204" charset="-94"/>
              </a:rPr>
              <a:t>Chebyshev</a:t>
            </a:r>
            <a:r>
              <a:rPr lang="tr-TR" b="1" dirty="0">
                <a:solidFill>
                  <a:srgbClr val="0070C0"/>
                </a:solidFill>
                <a:latin typeface="Maven Pro" panose="020B0604020202020204" charset="-94"/>
              </a:rPr>
              <a:t> </a:t>
            </a:r>
            <a:r>
              <a:rPr lang="tr-TR" b="1" dirty="0" err="1">
                <a:solidFill>
                  <a:srgbClr val="0070C0"/>
                </a:solidFill>
                <a:latin typeface="Maven Pro" panose="020B0604020202020204" charset="-94"/>
              </a:rPr>
              <a:t>Distance</a:t>
            </a:r>
            <a:endParaRPr lang="tr-TR" b="1" dirty="0">
              <a:solidFill>
                <a:srgbClr val="0070C0"/>
              </a:solidFill>
              <a:latin typeface="Maven Pro" panose="020B0604020202020204" charset="-94"/>
            </a:endParaRPr>
          </a:p>
        </p:txBody>
      </p:sp>
      <mc:AlternateContent xmlns:mc="http://schemas.openxmlformats.org/markup-compatibility/2006" xmlns:a14="http://schemas.microsoft.com/office/drawing/2010/main">
        <mc:Choice Requires="a14">
          <p:sp>
            <p:nvSpPr>
              <p:cNvPr id="20" name="Metin kutusu 19">
                <a:extLst>
                  <a:ext uri="{FF2B5EF4-FFF2-40B4-BE49-F238E27FC236}">
                    <a16:creationId xmlns:a16="http://schemas.microsoft.com/office/drawing/2014/main" id="{96DEFCBD-CD12-60AF-B565-BA339C513C5C}"/>
                  </a:ext>
                </a:extLst>
              </p:cNvPr>
              <p:cNvSpPr txBox="1"/>
              <p:nvPr/>
            </p:nvSpPr>
            <p:spPr>
              <a:xfrm>
                <a:off x="4571998" y="3137844"/>
                <a:ext cx="2337391"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b="1" i="1" smtClean="0">
                          <a:latin typeface="Cambria Math" panose="02040503050406030204" pitchFamily="18" charset="0"/>
                        </a:rPr>
                        <m:t>𝒅</m:t>
                      </m:r>
                      <m:d>
                        <m:dPr>
                          <m:ctrlPr>
                            <a:rPr lang="tr-TR" b="1" i="1">
                              <a:solidFill>
                                <a:srgbClr val="836967"/>
                              </a:solidFill>
                              <a:latin typeface="Cambria Math" panose="02040503050406030204" pitchFamily="18" charset="0"/>
                            </a:rPr>
                          </m:ctrlPr>
                        </m:dPr>
                        <m:e>
                          <m:r>
                            <a:rPr lang="tr-TR" b="1" i="1">
                              <a:latin typeface="Cambria Math" panose="02040503050406030204" pitchFamily="18" charset="0"/>
                            </a:rPr>
                            <m:t>𝒙</m:t>
                          </m:r>
                          <m:r>
                            <a:rPr lang="tr-TR" b="0" i="0">
                              <a:latin typeface="Cambria Math" panose="02040503050406030204" pitchFamily="18" charset="0"/>
                            </a:rPr>
                            <m:t>,</m:t>
                          </m:r>
                          <m:r>
                            <a:rPr lang="tr-TR" b="1" i="1">
                              <a:latin typeface="Cambria Math" panose="02040503050406030204" pitchFamily="18" charset="0"/>
                            </a:rPr>
                            <m:t>𝒚</m:t>
                          </m:r>
                        </m:e>
                      </m:d>
                      <m:r>
                        <a:rPr lang="tr-TR" b="0" i="0">
                          <a:latin typeface="Cambria Math" panose="02040503050406030204" pitchFamily="18" charset="0"/>
                        </a:rPr>
                        <m:t>=</m:t>
                      </m:r>
                      <m:r>
                        <a:rPr lang="tr-TR" b="1" i="1">
                          <a:latin typeface="Cambria Math" panose="02040503050406030204" pitchFamily="18" charset="0"/>
                        </a:rPr>
                        <m:t>𝒎𝒂𝒙</m:t>
                      </m:r>
                      <m:d>
                        <m:dPr>
                          <m:begChr m:val="|"/>
                          <m:endChr m:val=""/>
                          <m:ctrlPr>
                            <a:rPr lang="tr-TR" b="1" i="1">
                              <a:solidFill>
                                <a:srgbClr val="836967"/>
                              </a:solidFill>
                              <a:latin typeface="Cambria Math" panose="02040503050406030204" pitchFamily="18" charset="0"/>
                            </a:rPr>
                          </m:ctrlPr>
                        </m:dPr>
                        <m:e>
                          <m:d>
                            <m:dPr>
                              <m:begChr m:val=""/>
                              <m:endChr m:val="|"/>
                              <m:ctrlPr>
                                <a:rPr lang="tr-TR" b="1" i="1">
                                  <a:solidFill>
                                    <a:srgbClr val="836967"/>
                                  </a:solidFill>
                                  <a:latin typeface="Cambria Math" panose="02040503050406030204" pitchFamily="18" charset="0"/>
                                </a:rPr>
                              </m:ctrlPr>
                            </m:dPr>
                            <m:e>
                              <m:sSub>
                                <m:sSubPr>
                                  <m:ctrlPr>
                                    <a:rPr lang="tr-TR" b="1" i="1">
                                      <a:solidFill>
                                        <a:srgbClr val="836967"/>
                                      </a:solidFill>
                                      <a:latin typeface="Cambria Math" panose="02040503050406030204" pitchFamily="18" charset="0"/>
                                    </a:rPr>
                                  </m:ctrlPr>
                                </m:sSubPr>
                                <m:e>
                                  <m:r>
                                    <a:rPr lang="tr-TR" b="1" i="1">
                                      <a:latin typeface="Cambria Math" panose="02040503050406030204" pitchFamily="18" charset="0"/>
                                    </a:rPr>
                                    <m:t>𝒙</m:t>
                                  </m:r>
                                </m:e>
                                <m:sub>
                                  <m:r>
                                    <a:rPr lang="tr-TR" b="1" i="1">
                                      <a:latin typeface="Cambria Math" panose="02040503050406030204" pitchFamily="18" charset="0"/>
                                    </a:rPr>
                                    <m:t>𝒊</m:t>
                                  </m:r>
                                </m:sub>
                              </m:sSub>
                              <m:r>
                                <a:rPr lang="tr-TR" b="0" i="0">
                                  <a:latin typeface="Cambria Math" panose="02040503050406030204" pitchFamily="18" charset="0"/>
                                </a:rPr>
                                <m:t>−</m:t>
                              </m:r>
                              <m:sSub>
                                <m:sSubPr>
                                  <m:ctrlPr>
                                    <a:rPr lang="tr-TR" b="0" i="1">
                                      <a:solidFill>
                                        <a:srgbClr val="836967"/>
                                      </a:solidFill>
                                      <a:latin typeface="Cambria Math" panose="02040503050406030204" pitchFamily="18" charset="0"/>
                                    </a:rPr>
                                  </m:ctrlPr>
                                </m:sSubPr>
                                <m:e>
                                  <m:r>
                                    <a:rPr lang="tr-TR" b="1" i="1">
                                      <a:latin typeface="Cambria Math" panose="02040503050406030204" pitchFamily="18" charset="0"/>
                                    </a:rPr>
                                    <m:t>𝒚</m:t>
                                  </m:r>
                                </m:e>
                                <m:sub>
                                  <m:r>
                                    <a:rPr lang="tr-TR" b="1" i="1">
                                      <a:latin typeface="Cambria Math" panose="02040503050406030204" pitchFamily="18" charset="0"/>
                                    </a:rPr>
                                    <m:t>𝒊</m:t>
                                  </m:r>
                                </m:sub>
                              </m:sSub>
                            </m:e>
                          </m:d>
                        </m:e>
                      </m:d>
                    </m:oMath>
                  </m:oMathPara>
                </a14:m>
                <a:endParaRPr lang="tr-TR" dirty="0"/>
              </a:p>
            </p:txBody>
          </p:sp>
        </mc:Choice>
        <mc:Fallback xmlns="">
          <p:sp>
            <p:nvSpPr>
              <p:cNvPr id="20" name="Metin kutusu 19">
                <a:extLst>
                  <a:ext uri="{FF2B5EF4-FFF2-40B4-BE49-F238E27FC236}">
                    <a16:creationId xmlns:a16="http://schemas.microsoft.com/office/drawing/2014/main" id="{96DEFCBD-CD12-60AF-B565-BA339C513C5C}"/>
                  </a:ext>
                </a:extLst>
              </p:cNvPr>
              <p:cNvSpPr txBox="1">
                <a:spLocks noRot="1" noChangeAspect="1" noMove="1" noResize="1" noEditPoints="1" noAdjustHandles="1" noChangeArrowheads="1" noChangeShapeType="1" noTextEdit="1"/>
              </p:cNvSpPr>
              <p:nvPr/>
            </p:nvSpPr>
            <p:spPr>
              <a:xfrm>
                <a:off x="4571998" y="3137844"/>
                <a:ext cx="2337391" cy="307777"/>
              </a:xfrm>
              <a:prstGeom prst="rect">
                <a:avLst/>
              </a:prstGeom>
              <a:blipFill>
                <a:blip r:embed="rId7"/>
                <a:stretch>
                  <a:fillRect t="-102000" r="-2872" b="-164000"/>
                </a:stretch>
              </a:blipFill>
            </p:spPr>
            <p:txBody>
              <a:bodyPr/>
              <a:lstStyle/>
              <a:p>
                <a:r>
                  <a:rPr lang="tr-TR">
                    <a:noFill/>
                  </a:rPr>
                  <a:t> </a:t>
                </a:r>
              </a:p>
            </p:txBody>
          </p:sp>
        </mc:Fallback>
      </mc:AlternateContent>
    </p:spTree>
    <p:extLst>
      <p:ext uri="{BB962C8B-B14F-4D97-AF65-F5344CB8AC3E}">
        <p14:creationId xmlns:p14="http://schemas.microsoft.com/office/powerpoint/2010/main" val="312796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1000"/>
                                        <p:tgtEl>
                                          <p:spTgt spid="9">
                                            <p:txEl>
                                              <p:pRg st="0" end="0"/>
                                            </p:txEl>
                                          </p:spTgt>
                                        </p:tgtEl>
                                      </p:cBhvr>
                                    </p:animEffect>
                                    <p:anim calcmode="lin" valueType="num">
                                      <p:cBhvr>
                                        <p:cTn id="15"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fade">
                                      <p:cBhvr>
                                        <p:cTn id="21" dur="1000"/>
                                        <p:tgtEl>
                                          <p:spTgt spid="12">
                                            <p:txEl>
                                              <p:pRg st="0" end="0"/>
                                            </p:txEl>
                                          </p:spTgt>
                                        </p:tgtEl>
                                      </p:cBhvr>
                                    </p:animEffect>
                                    <p:anim calcmode="lin" valueType="num">
                                      <p:cBhvr>
                                        <p:cTn id="22"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animEffect transition="in" filter="fade">
                                      <p:cBhvr>
                                        <p:cTn id="35" dur="1000"/>
                                        <p:tgtEl>
                                          <p:spTgt spid="18">
                                            <p:txEl>
                                              <p:pRg st="0" end="0"/>
                                            </p:txEl>
                                          </p:spTgt>
                                        </p:tgtEl>
                                      </p:cBhvr>
                                    </p:animEffect>
                                    <p:anim calcmode="lin" valueType="num">
                                      <p:cBhvr>
                                        <p:cTn id="36"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18">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67376" y="32050"/>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7" name="Resim 6" descr="diyagram, ekran görüntüsü, metin, daire içeren bir resim&#10;&#10;Açıklama otomatik olarak oluşturuldu">
            <a:extLst>
              <a:ext uri="{FF2B5EF4-FFF2-40B4-BE49-F238E27FC236}">
                <a16:creationId xmlns:a16="http://schemas.microsoft.com/office/drawing/2014/main" id="{6C6F9A64-F29A-3409-D56A-D90A77BE46CF}"/>
              </a:ext>
            </a:extLst>
          </p:cNvPr>
          <p:cNvPicPr>
            <a:picLocks noChangeAspect="1"/>
          </p:cNvPicPr>
          <p:nvPr/>
        </p:nvPicPr>
        <p:blipFill>
          <a:blip r:embed="rId4"/>
          <a:stretch>
            <a:fillRect/>
          </a:stretch>
        </p:blipFill>
        <p:spPr>
          <a:xfrm>
            <a:off x="2182144" y="539500"/>
            <a:ext cx="4626379" cy="4301858"/>
          </a:xfrm>
          <a:prstGeom prst="rect">
            <a:avLst/>
          </a:prstGeom>
        </p:spPr>
      </p:pic>
    </p:spTree>
    <p:extLst>
      <p:ext uri="{BB962C8B-B14F-4D97-AF65-F5344CB8AC3E}">
        <p14:creationId xmlns:p14="http://schemas.microsoft.com/office/powerpoint/2010/main" val="2759727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15" name="Google Shape;1274;p42">
            <a:extLst>
              <a:ext uri="{FF2B5EF4-FFF2-40B4-BE49-F238E27FC236}">
                <a16:creationId xmlns:a16="http://schemas.microsoft.com/office/drawing/2014/main" id="{05F14E81-C1AB-8ED9-EA45-2857CFDEFFB0}"/>
              </a:ext>
            </a:extLst>
          </p:cNvPr>
          <p:cNvSpPr txBox="1">
            <a:spLocks/>
          </p:cNvSpPr>
          <p:nvPr/>
        </p:nvSpPr>
        <p:spPr>
          <a:xfrm>
            <a:off x="785250" y="1337171"/>
            <a:ext cx="6701075" cy="19867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0" indent="0" algn="just"/>
            <a:r>
              <a:rPr lang="tr-TR" b="1" dirty="0"/>
              <a:t>Avantajları:</a:t>
            </a:r>
          </a:p>
          <a:p>
            <a:pPr marL="742950" lvl="1" indent="-285750" algn="just">
              <a:buFont typeface="Arial" panose="020B0604020202020204" pitchFamily="34" charset="0"/>
              <a:buChar char="•"/>
            </a:pPr>
            <a:r>
              <a:rPr lang="tr-TR" dirty="0"/>
              <a:t>Basit ve sezgisel</a:t>
            </a:r>
          </a:p>
          <a:p>
            <a:pPr marL="742950" lvl="1" indent="-285750" algn="just">
              <a:buFont typeface="Arial" panose="020B0604020202020204" pitchFamily="34" charset="0"/>
              <a:buChar char="•"/>
            </a:pPr>
            <a:r>
              <a:rPr lang="tr-TR" dirty="0"/>
              <a:t>Eğitim aşaması yok</a:t>
            </a:r>
          </a:p>
          <a:p>
            <a:pPr marL="0" indent="0" algn="just"/>
            <a:endParaRPr lang="tr-TR" dirty="0"/>
          </a:p>
          <a:p>
            <a:pPr marL="0" indent="0" algn="just"/>
            <a:r>
              <a:rPr lang="tr-TR" b="1" dirty="0"/>
              <a:t>Dezavantajları:</a:t>
            </a:r>
          </a:p>
          <a:p>
            <a:pPr marL="742950" lvl="1" indent="-285750" algn="just">
              <a:buFont typeface="Arial" panose="020B0604020202020204" pitchFamily="34" charset="0"/>
              <a:buChar char="•"/>
            </a:pPr>
            <a:r>
              <a:rPr lang="tr-TR" dirty="0"/>
              <a:t>Hafıza ve Zaman Maliyeti</a:t>
            </a:r>
          </a:p>
          <a:p>
            <a:pPr marL="742950" lvl="1" indent="-285750" algn="just">
              <a:buFont typeface="Arial" panose="020B0604020202020204" pitchFamily="34" charset="0"/>
              <a:buChar char="•"/>
            </a:pPr>
            <a:r>
              <a:rPr lang="tr-TR" dirty="0"/>
              <a:t>Özniteliklerin Normalizasyonu</a:t>
            </a:r>
          </a:p>
          <a:p>
            <a:pPr marL="742950" lvl="1" indent="-285750" algn="just">
              <a:buFont typeface="Arial" panose="020B0604020202020204" pitchFamily="34" charset="0"/>
              <a:buChar char="•"/>
            </a:pPr>
            <a:r>
              <a:rPr lang="tr-TR" dirty="0"/>
              <a:t>Seyrek Veri</a:t>
            </a:r>
          </a:p>
        </p:txBody>
      </p:sp>
    </p:spTree>
    <p:extLst>
      <p:ext uri="{BB962C8B-B14F-4D97-AF65-F5344CB8AC3E}">
        <p14:creationId xmlns:p14="http://schemas.microsoft.com/office/powerpoint/2010/main" val="193776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fade">
                                      <p:cBhvr>
                                        <p:cTn id="7" dur="1000"/>
                                        <p:tgtEl>
                                          <p:spTgt spid="15">
                                            <p:txEl>
                                              <p:pRg st="0" end="0"/>
                                            </p:txEl>
                                          </p:spTgt>
                                        </p:tgtEl>
                                      </p:cBhvr>
                                    </p:animEffect>
                                    <p:anim calcmode="lin" valueType="num">
                                      <p:cBhvr>
                                        <p:cTn id="8" dur="1000" fill="hold"/>
                                        <p:tgtEl>
                                          <p:spTgt spid="1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
                                            <p:txEl>
                                              <p:pRg st="1" end="1"/>
                                            </p:txEl>
                                          </p:spTgt>
                                        </p:tgtEl>
                                        <p:attrNameLst>
                                          <p:attrName>style.visibility</p:attrName>
                                        </p:attrNameLst>
                                      </p:cBhvr>
                                      <p:to>
                                        <p:strVal val="visible"/>
                                      </p:to>
                                    </p:set>
                                    <p:animEffect transition="in" filter="fade">
                                      <p:cBhvr>
                                        <p:cTn id="14" dur="1000"/>
                                        <p:tgtEl>
                                          <p:spTgt spid="15">
                                            <p:txEl>
                                              <p:pRg st="1" end="1"/>
                                            </p:txEl>
                                          </p:spTgt>
                                        </p:tgtEl>
                                      </p:cBhvr>
                                    </p:animEffect>
                                    <p:anim calcmode="lin" valueType="num">
                                      <p:cBhvr>
                                        <p:cTn id="15" dur="1000" fill="hold"/>
                                        <p:tgtEl>
                                          <p:spTgt spid="1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
                                            <p:txEl>
                                              <p:pRg st="2" end="2"/>
                                            </p:txEl>
                                          </p:spTgt>
                                        </p:tgtEl>
                                        <p:attrNameLst>
                                          <p:attrName>style.visibility</p:attrName>
                                        </p:attrNameLst>
                                      </p:cBhvr>
                                      <p:to>
                                        <p:strVal val="visible"/>
                                      </p:to>
                                    </p:set>
                                    <p:animEffect transition="in" filter="fade">
                                      <p:cBhvr>
                                        <p:cTn id="21" dur="1000"/>
                                        <p:tgtEl>
                                          <p:spTgt spid="15">
                                            <p:txEl>
                                              <p:pRg st="2" end="2"/>
                                            </p:txEl>
                                          </p:spTgt>
                                        </p:tgtEl>
                                      </p:cBhvr>
                                    </p:animEffect>
                                    <p:anim calcmode="lin" valueType="num">
                                      <p:cBhvr>
                                        <p:cTn id="22" dur="1000" fill="hold"/>
                                        <p:tgtEl>
                                          <p:spTgt spid="1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
                                            <p:txEl>
                                              <p:pRg st="4" end="4"/>
                                            </p:txEl>
                                          </p:spTgt>
                                        </p:tgtEl>
                                        <p:attrNameLst>
                                          <p:attrName>style.visibility</p:attrName>
                                        </p:attrNameLst>
                                      </p:cBhvr>
                                      <p:to>
                                        <p:strVal val="visible"/>
                                      </p:to>
                                    </p:set>
                                    <p:animEffect transition="in" filter="fade">
                                      <p:cBhvr>
                                        <p:cTn id="28" dur="1000"/>
                                        <p:tgtEl>
                                          <p:spTgt spid="15">
                                            <p:txEl>
                                              <p:pRg st="4" end="4"/>
                                            </p:txEl>
                                          </p:spTgt>
                                        </p:tgtEl>
                                      </p:cBhvr>
                                    </p:animEffect>
                                    <p:anim calcmode="lin" valueType="num">
                                      <p:cBhvr>
                                        <p:cTn id="29" dur="1000" fill="hold"/>
                                        <p:tgtEl>
                                          <p:spTgt spid="15">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5">
                                            <p:txEl>
                                              <p:pRg st="5" end="5"/>
                                            </p:txEl>
                                          </p:spTgt>
                                        </p:tgtEl>
                                        <p:attrNameLst>
                                          <p:attrName>style.visibility</p:attrName>
                                        </p:attrNameLst>
                                      </p:cBhvr>
                                      <p:to>
                                        <p:strVal val="visible"/>
                                      </p:to>
                                    </p:set>
                                    <p:animEffect transition="in" filter="fade">
                                      <p:cBhvr>
                                        <p:cTn id="35" dur="1000"/>
                                        <p:tgtEl>
                                          <p:spTgt spid="15">
                                            <p:txEl>
                                              <p:pRg st="5" end="5"/>
                                            </p:txEl>
                                          </p:spTgt>
                                        </p:tgtEl>
                                      </p:cBhvr>
                                    </p:animEffect>
                                    <p:anim calcmode="lin" valueType="num">
                                      <p:cBhvr>
                                        <p:cTn id="36" dur="1000" fill="hold"/>
                                        <p:tgtEl>
                                          <p:spTgt spid="15">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1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5">
                                            <p:txEl>
                                              <p:pRg st="6" end="6"/>
                                            </p:txEl>
                                          </p:spTgt>
                                        </p:tgtEl>
                                        <p:attrNameLst>
                                          <p:attrName>style.visibility</p:attrName>
                                        </p:attrNameLst>
                                      </p:cBhvr>
                                      <p:to>
                                        <p:strVal val="visible"/>
                                      </p:to>
                                    </p:set>
                                    <p:animEffect transition="in" filter="fade">
                                      <p:cBhvr>
                                        <p:cTn id="42" dur="1000"/>
                                        <p:tgtEl>
                                          <p:spTgt spid="15">
                                            <p:txEl>
                                              <p:pRg st="6" end="6"/>
                                            </p:txEl>
                                          </p:spTgt>
                                        </p:tgtEl>
                                      </p:cBhvr>
                                    </p:animEffect>
                                    <p:anim calcmode="lin" valueType="num">
                                      <p:cBhvr>
                                        <p:cTn id="43" dur="1000" fill="hold"/>
                                        <p:tgtEl>
                                          <p:spTgt spid="15">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1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5">
                                            <p:txEl>
                                              <p:pRg st="7" end="7"/>
                                            </p:txEl>
                                          </p:spTgt>
                                        </p:tgtEl>
                                        <p:attrNameLst>
                                          <p:attrName>style.visibility</p:attrName>
                                        </p:attrNameLst>
                                      </p:cBhvr>
                                      <p:to>
                                        <p:strVal val="visible"/>
                                      </p:to>
                                    </p:set>
                                    <p:animEffect transition="in" filter="fade">
                                      <p:cBhvr>
                                        <p:cTn id="49" dur="1000"/>
                                        <p:tgtEl>
                                          <p:spTgt spid="15">
                                            <p:txEl>
                                              <p:pRg st="7" end="7"/>
                                            </p:txEl>
                                          </p:spTgt>
                                        </p:tgtEl>
                                      </p:cBhvr>
                                    </p:animEffect>
                                    <p:anim calcmode="lin" valueType="num">
                                      <p:cBhvr>
                                        <p:cTn id="50" dur="1000" fill="hold"/>
                                        <p:tgtEl>
                                          <p:spTgt spid="15">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1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4" name="Tablo 3">
            <a:extLst>
              <a:ext uri="{FF2B5EF4-FFF2-40B4-BE49-F238E27FC236}">
                <a16:creationId xmlns:a16="http://schemas.microsoft.com/office/drawing/2014/main" id="{921569F6-AC47-BA4D-D7EA-45C64FB6C2CB}"/>
              </a:ext>
            </a:extLst>
          </p:cNvPr>
          <p:cNvGraphicFramePr>
            <a:graphicFrameLocks noGrp="1"/>
          </p:cNvGraphicFramePr>
          <p:nvPr>
            <p:extLst>
              <p:ext uri="{D42A27DB-BD31-4B8C-83A1-F6EECF244321}">
                <p14:modId xmlns:p14="http://schemas.microsoft.com/office/powerpoint/2010/main" val="1137896001"/>
              </p:ext>
            </p:extLst>
          </p:nvPr>
        </p:nvGraphicFramePr>
        <p:xfrm>
          <a:off x="351753" y="1120652"/>
          <a:ext cx="3014902" cy="1257300"/>
        </p:xfrm>
        <a:graphic>
          <a:graphicData uri="http://schemas.openxmlformats.org/drawingml/2006/table">
            <a:tbl>
              <a:tblPr>
                <a:tableStyleId>{C65A26D9-3358-4309-A227-EDEAD8D7FABE}</a:tableStyleId>
              </a:tblPr>
              <a:tblGrid>
                <a:gridCol w="1012920">
                  <a:extLst>
                    <a:ext uri="{9D8B030D-6E8A-4147-A177-3AD203B41FA5}">
                      <a16:colId xmlns:a16="http://schemas.microsoft.com/office/drawing/2014/main" val="735789099"/>
                    </a:ext>
                  </a:extLst>
                </a:gridCol>
                <a:gridCol w="588818">
                  <a:extLst>
                    <a:ext uri="{9D8B030D-6E8A-4147-A177-3AD203B41FA5}">
                      <a16:colId xmlns:a16="http://schemas.microsoft.com/office/drawing/2014/main" val="2445196078"/>
                    </a:ext>
                  </a:extLst>
                </a:gridCol>
                <a:gridCol w="574964">
                  <a:extLst>
                    <a:ext uri="{9D8B030D-6E8A-4147-A177-3AD203B41FA5}">
                      <a16:colId xmlns:a16="http://schemas.microsoft.com/office/drawing/2014/main" val="1700811563"/>
                    </a:ext>
                  </a:extLst>
                </a:gridCol>
                <a:gridCol w="838200">
                  <a:extLst>
                    <a:ext uri="{9D8B030D-6E8A-4147-A177-3AD203B41FA5}">
                      <a16:colId xmlns:a16="http://schemas.microsoft.com/office/drawing/2014/main" val="2798231074"/>
                    </a:ext>
                  </a:extLst>
                </a:gridCol>
              </a:tblGrid>
              <a:tr h="209550">
                <a:tc>
                  <a:txBody>
                    <a:bodyPr/>
                    <a:lstStyle/>
                    <a:p>
                      <a:pPr algn="l" fontAlgn="b"/>
                      <a:endParaRPr lang="tr-TR" sz="1200" b="0"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1200" b="1" u="none" strike="noStrike" dirty="0">
                          <a:effectLst/>
                          <a:latin typeface="Maven Pro" panose="020B0604020202020204" charset="-94"/>
                        </a:rPr>
                        <a:t>X</a:t>
                      </a:r>
                      <a:endParaRPr lang="tr-TR" sz="1200" b="1" i="1"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200" b="1" u="none" strike="noStrike" dirty="0">
                          <a:effectLst/>
                          <a:latin typeface="Maven Pro" panose="020B0604020202020204" charset="-94"/>
                        </a:rPr>
                        <a:t>Y</a:t>
                      </a:r>
                      <a:endParaRPr lang="tr-TR" sz="1200" b="1" i="1"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200" b="1" u="none" strike="noStrike" dirty="0">
                          <a:effectLst/>
                          <a:latin typeface="Maven Pro" panose="020B0604020202020204" charset="-94"/>
                        </a:rPr>
                        <a:t>Sınıf</a:t>
                      </a:r>
                      <a:endParaRPr lang="tr-TR" sz="1200" b="1" i="1"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3162341827"/>
                  </a:ext>
                </a:extLst>
              </a:tr>
              <a:tr h="209550">
                <a:tc>
                  <a:txBody>
                    <a:bodyPr/>
                    <a:lstStyle/>
                    <a:p>
                      <a:pPr algn="l" fontAlgn="b"/>
                      <a:r>
                        <a:rPr lang="tr-TR" sz="1200" b="1" u="none" strike="noStrike" dirty="0">
                          <a:effectLst/>
                          <a:latin typeface="Maven Pro" panose="020B0604020202020204" charset="-94"/>
                        </a:rPr>
                        <a:t>Nesne 1</a:t>
                      </a:r>
                      <a:endParaRPr lang="tr-TR" sz="1200" b="1" i="0" u="none" strike="noStrike" dirty="0">
                        <a:solidFill>
                          <a:srgbClr val="000000"/>
                        </a:solidFill>
                        <a:effectLst/>
                        <a:latin typeface="Maven Pro" panose="020B0604020202020204" charset="-94"/>
                      </a:endParaRPr>
                    </a:p>
                  </a:txBody>
                  <a:tcPr marL="0" marR="0" marT="0" marB="0" anchor="b"/>
                </a:tc>
                <a:tc>
                  <a:txBody>
                    <a:bodyPr/>
                    <a:lstStyle/>
                    <a:p>
                      <a:pPr algn="ctr" fontAlgn="ctr"/>
                      <a:r>
                        <a:rPr lang="tr-TR" sz="1200" u="none" strike="noStrike">
                          <a:effectLst/>
                          <a:latin typeface="Maven Pro" panose="020B0604020202020204" charset="-94"/>
                        </a:rPr>
                        <a:t>7</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u="none" strike="noStrike">
                          <a:effectLst/>
                          <a:latin typeface="Maven Pro" panose="020B0604020202020204" charset="-94"/>
                        </a:rPr>
                        <a:t>7</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b="1" u="none" strike="noStrike" dirty="0">
                          <a:solidFill>
                            <a:srgbClr val="0070C0"/>
                          </a:solidFill>
                          <a:effectLst/>
                          <a:latin typeface="Maven Pro" panose="020B0604020202020204" charset="-94"/>
                        </a:rPr>
                        <a:t>A</a:t>
                      </a:r>
                      <a:endParaRPr lang="tr-TR" sz="1200" b="1" i="0" u="none" strike="noStrike" dirty="0">
                        <a:solidFill>
                          <a:srgbClr val="0070C0"/>
                        </a:solidFill>
                        <a:effectLst/>
                        <a:latin typeface="Maven Pro" panose="020B0604020202020204" charset="-94"/>
                      </a:endParaRPr>
                    </a:p>
                  </a:txBody>
                  <a:tcPr marL="0" marR="0" marT="0" marB="0" anchor="ctr"/>
                </a:tc>
                <a:extLst>
                  <a:ext uri="{0D108BD9-81ED-4DB2-BD59-A6C34878D82A}">
                    <a16:rowId xmlns:a16="http://schemas.microsoft.com/office/drawing/2014/main" val="154398063"/>
                  </a:ext>
                </a:extLst>
              </a:tr>
              <a:tr h="209550">
                <a:tc>
                  <a:txBody>
                    <a:bodyPr/>
                    <a:lstStyle/>
                    <a:p>
                      <a:pPr algn="l" fontAlgn="b"/>
                      <a:r>
                        <a:rPr lang="tr-TR" sz="1200" b="1" u="none" strike="noStrike">
                          <a:effectLst/>
                          <a:latin typeface="Maven Pro" panose="020B0604020202020204" charset="-94"/>
                        </a:rPr>
                        <a:t>Nesne 2</a:t>
                      </a:r>
                      <a:endParaRPr lang="tr-TR" sz="1200" b="1"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1200" u="none" strike="noStrike">
                          <a:effectLst/>
                          <a:latin typeface="Maven Pro" panose="020B0604020202020204" charset="-94"/>
                        </a:rPr>
                        <a:t>7</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u="none" strike="noStrike">
                          <a:effectLst/>
                          <a:latin typeface="Maven Pro" panose="020B0604020202020204" charset="-94"/>
                        </a:rPr>
                        <a:t>4</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b="1" u="none" strike="noStrike" dirty="0">
                          <a:solidFill>
                            <a:srgbClr val="0070C0"/>
                          </a:solidFill>
                          <a:effectLst/>
                          <a:latin typeface="Maven Pro" panose="020B0604020202020204" charset="-94"/>
                        </a:rPr>
                        <a:t>A</a:t>
                      </a:r>
                      <a:endParaRPr lang="tr-TR" sz="1200" b="1" i="0" u="none" strike="noStrike" dirty="0">
                        <a:solidFill>
                          <a:srgbClr val="0070C0"/>
                        </a:solidFill>
                        <a:effectLst/>
                        <a:latin typeface="Maven Pro" panose="020B0604020202020204" charset="-94"/>
                      </a:endParaRPr>
                    </a:p>
                  </a:txBody>
                  <a:tcPr marL="0" marR="0" marT="0" marB="0" anchor="ctr"/>
                </a:tc>
                <a:extLst>
                  <a:ext uri="{0D108BD9-81ED-4DB2-BD59-A6C34878D82A}">
                    <a16:rowId xmlns:a16="http://schemas.microsoft.com/office/drawing/2014/main" val="2473218805"/>
                  </a:ext>
                </a:extLst>
              </a:tr>
              <a:tr h="209550">
                <a:tc>
                  <a:txBody>
                    <a:bodyPr/>
                    <a:lstStyle/>
                    <a:p>
                      <a:pPr algn="l" fontAlgn="b"/>
                      <a:r>
                        <a:rPr lang="tr-TR" sz="1200" b="1" u="none" strike="noStrike">
                          <a:effectLst/>
                          <a:latin typeface="Maven Pro" panose="020B0604020202020204" charset="-94"/>
                        </a:rPr>
                        <a:t>Nesne 3</a:t>
                      </a:r>
                      <a:endParaRPr lang="tr-TR" sz="1200" b="1"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1200" u="none" strike="noStrike">
                          <a:effectLst/>
                          <a:latin typeface="Maven Pro" panose="020B0604020202020204" charset="-94"/>
                        </a:rPr>
                        <a:t>3</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u="none" strike="noStrike">
                          <a:effectLst/>
                          <a:latin typeface="Maven Pro" panose="020B0604020202020204" charset="-94"/>
                        </a:rPr>
                        <a:t>4</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b="1" u="none" strike="noStrike" dirty="0">
                          <a:solidFill>
                            <a:srgbClr val="7030A0"/>
                          </a:solidFill>
                          <a:effectLst/>
                          <a:latin typeface="Maven Pro" panose="020B0604020202020204" charset="-94"/>
                        </a:rPr>
                        <a:t>B</a:t>
                      </a:r>
                      <a:endParaRPr lang="tr-TR" sz="1200" b="1" i="0" u="none" strike="noStrike" dirty="0">
                        <a:solidFill>
                          <a:srgbClr val="7030A0"/>
                        </a:solidFill>
                        <a:effectLst/>
                        <a:latin typeface="Maven Pro" panose="020B0604020202020204" charset="-94"/>
                      </a:endParaRPr>
                    </a:p>
                  </a:txBody>
                  <a:tcPr marL="0" marR="0" marT="0" marB="0" anchor="ctr"/>
                </a:tc>
                <a:extLst>
                  <a:ext uri="{0D108BD9-81ED-4DB2-BD59-A6C34878D82A}">
                    <a16:rowId xmlns:a16="http://schemas.microsoft.com/office/drawing/2014/main" val="844849311"/>
                  </a:ext>
                </a:extLst>
              </a:tr>
              <a:tr h="209550">
                <a:tc>
                  <a:txBody>
                    <a:bodyPr/>
                    <a:lstStyle/>
                    <a:p>
                      <a:pPr algn="l" fontAlgn="b"/>
                      <a:r>
                        <a:rPr lang="tr-TR" sz="1200" b="1" u="none" strike="noStrike" dirty="0">
                          <a:effectLst/>
                          <a:latin typeface="Maven Pro" panose="020B0604020202020204" charset="-94"/>
                        </a:rPr>
                        <a:t>Nesne 4</a:t>
                      </a:r>
                      <a:endParaRPr lang="tr-TR" sz="1200" b="1" i="0" u="none" strike="noStrike" dirty="0">
                        <a:solidFill>
                          <a:srgbClr val="000000"/>
                        </a:solidFill>
                        <a:effectLst/>
                        <a:latin typeface="Maven Pro" panose="020B0604020202020204" charset="-94"/>
                      </a:endParaRPr>
                    </a:p>
                  </a:txBody>
                  <a:tcPr marL="0" marR="0" marT="0" marB="0" anchor="b"/>
                </a:tc>
                <a:tc>
                  <a:txBody>
                    <a:bodyPr/>
                    <a:lstStyle/>
                    <a:p>
                      <a:pPr algn="ctr" fontAlgn="ctr"/>
                      <a:r>
                        <a:rPr lang="tr-TR" sz="1200" u="none" strike="noStrike">
                          <a:effectLst/>
                          <a:latin typeface="Maven Pro" panose="020B0604020202020204" charset="-94"/>
                        </a:rPr>
                        <a:t>1</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u="none" strike="noStrike">
                          <a:effectLst/>
                          <a:latin typeface="Maven Pro" panose="020B0604020202020204" charset="-94"/>
                        </a:rPr>
                        <a:t>4</a:t>
                      </a:r>
                      <a:endParaRPr lang="tr-TR" sz="12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200" b="1" u="none" strike="noStrike" dirty="0">
                          <a:solidFill>
                            <a:srgbClr val="7030A0"/>
                          </a:solidFill>
                          <a:effectLst/>
                          <a:latin typeface="Maven Pro" panose="020B0604020202020204" charset="-94"/>
                        </a:rPr>
                        <a:t>B</a:t>
                      </a:r>
                      <a:endParaRPr lang="tr-TR" sz="1200" b="1" i="0" u="none" strike="noStrike" dirty="0">
                        <a:solidFill>
                          <a:srgbClr val="7030A0"/>
                        </a:solidFill>
                        <a:effectLst/>
                        <a:latin typeface="Maven Pro" panose="020B0604020202020204" charset="-94"/>
                      </a:endParaRPr>
                    </a:p>
                  </a:txBody>
                  <a:tcPr marL="0" marR="0" marT="0" marB="0" anchor="ctr"/>
                </a:tc>
                <a:extLst>
                  <a:ext uri="{0D108BD9-81ED-4DB2-BD59-A6C34878D82A}">
                    <a16:rowId xmlns:a16="http://schemas.microsoft.com/office/drawing/2014/main" val="2429008697"/>
                  </a:ext>
                </a:extLst>
              </a:tr>
              <a:tr h="209550">
                <a:tc>
                  <a:txBody>
                    <a:bodyPr/>
                    <a:lstStyle/>
                    <a:p>
                      <a:pPr algn="l" fontAlgn="b"/>
                      <a:r>
                        <a:rPr lang="tr-TR" sz="1200" b="1" u="none" strike="noStrike" dirty="0">
                          <a:solidFill>
                            <a:srgbClr val="FF0000"/>
                          </a:solidFill>
                          <a:effectLst/>
                          <a:latin typeface="Maven Pro" panose="020B0604020202020204" charset="-94"/>
                        </a:rPr>
                        <a:t>Yeni Nesne</a:t>
                      </a:r>
                      <a:endParaRPr lang="tr-TR" sz="1200" b="1" i="0" u="none" strike="noStrike" dirty="0">
                        <a:solidFill>
                          <a:srgbClr val="FF0000"/>
                        </a:solidFill>
                        <a:effectLst/>
                        <a:latin typeface="Maven Pro" panose="020B0604020202020204" charset="-94"/>
                      </a:endParaRPr>
                    </a:p>
                  </a:txBody>
                  <a:tcPr marL="0" marR="0" marT="0" marB="0" anchor="b"/>
                </a:tc>
                <a:tc>
                  <a:txBody>
                    <a:bodyPr/>
                    <a:lstStyle/>
                    <a:p>
                      <a:pPr algn="ctr" fontAlgn="ctr"/>
                      <a:r>
                        <a:rPr lang="tr-TR" sz="1200" b="1" u="none" strike="noStrike" dirty="0">
                          <a:solidFill>
                            <a:srgbClr val="FF0000"/>
                          </a:solidFill>
                          <a:effectLst/>
                          <a:latin typeface="Maven Pro" panose="020B0604020202020204" charset="-94"/>
                        </a:rPr>
                        <a:t>3</a:t>
                      </a:r>
                      <a:endParaRPr lang="tr-TR" sz="12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1200" b="1" u="none" strike="noStrike" dirty="0">
                          <a:solidFill>
                            <a:srgbClr val="FF0000"/>
                          </a:solidFill>
                          <a:effectLst/>
                          <a:latin typeface="Maven Pro" panose="020B0604020202020204" charset="-94"/>
                        </a:rPr>
                        <a:t>7</a:t>
                      </a:r>
                      <a:endParaRPr lang="tr-TR" sz="12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1200" b="1" u="none" strike="noStrike" dirty="0">
                          <a:solidFill>
                            <a:srgbClr val="FF0000"/>
                          </a:solidFill>
                          <a:effectLst/>
                          <a:latin typeface="Maven Pro" panose="020B0604020202020204" charset="-94"/>
                        </a:rPr>
                        <a:t>???</a:t>
                      </a:r>
                      <a:endParaRPr lang="tr-TR" sz="1200" b="1" i="0" u="none" strike="noStrike" dirty="0">
                        <a:solidFill>
                          <a:srgbClr val="FF0000"/>
                        </a:solidFill>
                        <a:effectLst/>
                        <a:latin typeface="Maven Pro" panose="020B0604020202020204" charset="-94"/>
                      </a:endParaRPr>
                    </a:p>
                  </a:txBody>
                  <a:tcPr marL="0" marR="0" marT="0" marB="0" anchor="ctr"/>
                </a:tc>
                <a:extLst>
                  <a:ext uri="{0D108BD9-81ED-4DB2-BD59-A6C34878D82A}">
                    <a16:rowId xmlns:a16="http://schemas.microsoft.com/office/drawing/2014/main" val="3340584034"/>
                  </a:ext>
                </a:extLst>
              </a:tr>
            </a:tbl>
          </a:graphicData>
        </a:graphic>
      </p:graphicFrame>
      <p:graphicFrame>
        <p:nvGraphicFramePr>
          <p:cNvPr id="5" name="Grafik 4">
            <a:extLst>
              <a:ext uri="{FF2B5EF4-FFF2-40B4-BE49-F238E27FC236}">
                <a16:creationId xmlns:a16="http://schemas.microsoft.com/office/drawing/2014/main" id="{00000000-0008-0000-0000-000003000000}"/>
              </a:ext>
            </a:extLst>
          </p:cNvPr>
          <p:cNvGraphicFramePr>
            <a:graphicFrameLocks/>
          </p:cNvGraphicFramePr>
          <p:nvPr>
            <p:extLst>
              <p:ext uri="{D42A27DB-BD31-4B8C-83A1-F6EECF244321}">
                <p14:modId xmlns:p14="http://schemas.microsoft.com/office/powerpoint/2010/main" val="999133367"/>
              </p:ext>
            </p:extLst>
          </p:nvPr>
        </p:nvGraphicFramePr>
        <p:xfrm>
          <a:off x="3846541" y="1017724"/>
          <a:ext cx="4945705" cy="2923893"/>
        </p:xfrm>
        <a:graphic>
          <a:graphicData uri="http://schemas.openxmlformats.org/drawingml/2006/chart">
            <c:chart xmlns:c="http://schemas.openxmlformats.org/drawingml/2006/chart" xmlns:r="http://schemas.openxmlformats.org/officeDocument/2006/relationships" r:id="rId4"/>
          </a:graphicData>
        </a:graphic>
      </p:graphicFrame>
      <p:sp>
        <p:nvSpPr>
          <p:cNvPr id="6" name="Metin kutusu 5">
            <a:extLst>
              <a:ext uri="{FF2B5EF4-FFF2-40B4-BE49-F238E27FC236}">
                <a16:creationId xmlns:a16="http://schemas.microsoft.com/office/drawing/2014/main" id="{0B0D7E8B-DBFB-C4C9-DE71-1E439CA3FE00}"/>
              </a:ext>
            </a:extLst>
          </p:cNvPr>
          <p:cNvSpPr txBox="1"/>
          <p:nvPr/>
        </p:nvSpPr>
        <p:spPr>
          <a:xfrm>
            <a:off x="7630370" y="1441184"/>
            <a:ext cx="580608" cy="215444"/>
          </a:xfrm>
          <a:prstGeom prst="rect">
            <a:avLst/>
          </a:prstGeom>
          <a:noFill/>
        </p:spPr>
        <p:txBody>
          <a:bodyPr wrap="none" rtlCol="0">
            <a:spAutoFit/>
          </a:bodyPr>
          <a:lstStyle/>
          <a:p>
            <a:r>
              <a:rPr lang="tr-TR" sz="800" b="1" dirty="0"/>
              <a:t>Nesne 1</a:t>
            </a:r>
          </a:p>
        </p:txBody>
      </p:sp>
      <p:sp>
        <p:nvSpPr>
          <p:cNvPr id="7" name="Metin kutusu 6">
            <a:extLst>
              <a:ext uri="{FF2B5EF4-FFF2-40B4-BE49-F238E27FC236}">
                <a16:creationId xmlns:a16="http://schemas.microsoft.com/office/drawing/2014/main" id="{8D78C474-F7D2-2637-C4C5-00EEA24DD502}"/>
              </a:ext>
            </a:extLst>
          </p:cNvPr>
          <p:cNvSpPr txBox="1"/>
          <p:nvPr/>
        </p:nvSpPr>
        <p:spPr>
          <a:xfrm>
            <a:off x="7630370" y="2264227"/>
            <a:ext cx="580608" cy="215444"/>
          </a:xfrm>
          <a:prstGeom prst="rect">
            <a:avLst/>
          </a:prstGeom>
          <a:noFill/>
        </p:spPr>
        <p:txBody>
          <a:bodyPr wrap="none" rtlCol="0">
            <a:spAutoFit/>
          </a:bodyPr>
          <a:lstStyle/>
          <a:p>
            <a:r>
              <a:rPr lang="tr-TR" sz="800" b="1" dirty="0"/>
              <a:t>Nesne 2</a:t>
            </a:r>
          </a:p>
        </p:txBody>
      </p:sp>
      <p:sp>
        <p:nvSpPr>
          <p:cNvPr id="8" name="Metin kutusu 7">
            <a:extLst>
              <a:ext uri="{FF2B5EF4-FFF2-40B4-BE49-F238E27FC236}">
                <a16:creationId xmlns:a16="http://schemas.microsoft.com/office/drawing/2014/main" id="{562E0D8F-B299-4D45-8D05-0B65B632F9E6}"/>
              </a:ext>
            </a:extLst>
          </p:cNvPr>
          <p:cNvSpPr txBox="1"/>
          <p:nvPr/>
        </p:nvSpPr>
        <p:spPr>
          <a:xfrm>
            <a:off x="5448152" y="2264227"/>
            <a:ext cx="580608" cy="215444"/>
          </a:xfrm>
          <a:prstGeom prst="rect">
            <a:avLst/>
          </a:prstGeom>
          <a:noFill/>
        </p:spPr>
        <p:txBody>
          <a:bodyPr wrap="none" rtlCol="0">
            <a:spAutoFit/>
          </a:bodyPr>
          <a:lstStyle/>
          <a:p>
            <a:r>
              <a:rPr lang="tr-TR" sz="800" b="1" dirty="0"/>
              <a:t>Nesne 3</a:t>
            </a:r>
          </a:p>
        </p:txBody>
      </p:sp>
      <p:sp>
        <p:nvSpPr>
          <p:cNvPr id="9" name="Metin kutusu 8">
            <a:extLst>
              <a:ext uri="{FF2B5EF4-FFF2-40B4-BE49-F238E27FC236}">
                <a16:creationId xmlns:a16="http://schemas.microsoft.com/office/drawing/2014/main" id="{8CC23239-E800-C299-9DA5-0D383DCD010B}"/>
              </a:ext>
            </a:extLst>
          </p:cNvPr>
          <p:cNvSpPr txBox="1"/>
          <p:nvPr/>
        </p:nvSpPr>
        <p:spPr>
          <a:xfrm>
            <a:off x="4357043" y="2264226"/>
            <a:ext cx="580608" cy="215444"/>
          </a:xfrm>
          <a:prstGeom prst="rect">
            <a:avLst/>
          </a:prstGeom>
          <a:noFill/>
        </p:spPr>
        <p:txBody>
          <a:bodyPr wrap="none" rtlCol="0">
            <a:spAutoFit/>
          </a:bodyPr>
          <a:lstStyle/>
          <a:p>
            <a:r>
              <a:rPr lang="tr-TR" sz="800" b="1" dirty="0"/>
              <a:t>Nesne 4</a:t>
            </a:r>
          </a:p>
        </p:txBody>
      </p:sp>
      <p:sp>
        <p:nvSpPr>
          <p:cNvPr id="10" name="Metin kutusu 9">
            <a:extLst>
              <a:ext uri="{FF2B5EF4-FFF2-40B4-BE49-F238E27FC236}">
                <a16:creationId xmlns:a16="http://schemas.microsoft.com/office/drawing/2014/main" id="{72E1C7F1-8CF9-9BB9-992C-7CC7FEB7863D}"/>
              </a:ext>
            </a:extLst>
          </p:cNvPr>
          <p:cNvSpPr txBox="1"/>
          <p:nvPr/>
        </p:nvSpPr>
        <p:spPr>
          <a:xfrm>
            <a:off x="5368002" y="1441184"/>
            <a:ext cx="740908" cy="215444"/>
          </a:xfrm>
          <a:prstGeom prst="rect">
            <a:avLst/>
          </a:prstGeom>
          <a:noFill/>
        </p:spPr>
        <p:txBody>
          <a:bodyPr wrap="none" rtlCol="0">
            <a:spAutoFit/>
          </a:bodyPr>
          <a:lstStyle/>
          <a:p>
            <a:r>
              <a:rPr lang="tr-TR" sz="800" b="1" dirty="0">
                <a:solidFill>
                  <a:srgbClr val="FF0000"/>
                </a:solidFill>
              </a:rPr>
              <a:t>Yeni Nesne</a:t>
            </a:r>
          </a:p>
        </p:txBody>
      </p:sp>
      <p:cxnSp>
        <p:nvCxnSpPr>
          <p:cNvPr id="13" name="Düz Ok Bağlayıcısı 12">
            <a:extLst>
              <a:ext uri="{FF2B5EF4-FFF2-40B4-BE49-F238E27FC236}">
                <a16:creationId xmlns:a16="http://schemas.microsoft.com/office/drawing/2014/main" id="{3567128E-C5E8-684A-00C1-D6B7A6A19EDE}"/>
              </a:ext>
            </a:extLst>
          </p:cNvPr>
          <p:cNvCxnSpPr>
            <a:endCxn id="6" idx="0"/>
          </p:cNvCxnSpPr>
          <p:nvPr/>
        </p:nvCxnSpPr>
        <p:spPr>
          <a:xfrm>
            <a:off x="5751871" y="1441184"/>
            <a:ext cx="2168803" cy="0"/>
          </a:xfrm>
          <a:prstGeom prst="straightConnector1">
            <a:avLst/>
          </a:prstGeom>
          <a:ln w="317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Düz Ok Bağlayıcısı 14">
            <a:extLst>
              <a:ext uri="{FF2B5EF4-FFF2-40B4-BE49-F238E27FC236}">
                <a16:creationId xmlns:a16="http://schemas.microsoft.com/office/drawing/2014/main" id="{A759CD9A-4F4E-41B2-DE09-B2E093F074BC}"/>
              </a:ext>
            </a:extLst>
          </p:cNvPr>
          <p:cNvCxnSpPr/>
          <p:nvPr/>
        </p:nvCxnSpPr>
        <p:spPr>
          <a:xfrm>
            <a:off x="5766619" y="1441184"/>
            <a:ext cx="2094058" cy="823042"/>
          </a:xfrm>
          <a:prstGeom prst="straightConnector1">
            <a:avLst/>
          </a:prstGeom>
          <a:ln w="317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7" name="Düz Ok Bağlayıcısı 16">
            <a:extLst>
              <a:ext uri="{FF2B5EF4-FFF2-40B4-BE49-F238E27FC236}">
                <a16:creationId xmlns:a16="http://schemas.microsoft.com/office/drawing/2014/main" id="{5DCAFFB1-2484-B8B6-6E2F-D074A144B275}"/>
              </a:ext>
            </a:extLst>
          </p:cNvPr>
          <p:cNvCxnSpPr/>
          <p:nvPr/>
        </p:nvCxnSpPr>
        <p:spPr>
          <a:xfrm>
            <a:off x="5751871" y="1441184"/>
            <a:ext cx="0" cy="763700"/>
          </a:xfrm>
          <a:prstGeom prst="straightConnector1">
            <a:avLst/>
          </a:prstGeom>
          <a:ln w="3175">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0" name="Düz Ok Bağlayıcısı 19">
            <a:extLst>
              <a:ext uri="{FF2B5EF4-FFF2-40B4-BE49-F238E27FC236}">
                <a16:creationId xmlns:a16="http://schemas.microsoft.com/office/drawing/2014/main" id="{0C9D9B4A-EF28-4C75-33F2-E86BD76487A5}"/>
              </a:ext>
            </a:extLst>
          </p:cNvPr>
          <p:cNvCxnSpPr/>
          <p:nvPr/>
        </p:nvCxnSpPr>
        <p:spPr>
          <a:xfrm flipH="1">
            <a:off x="4675239" y="1441184"/>
            <a:ext cx="1076632" cy="823042"/>
          </a:xfrm>
          <a:prstGeom prst="straightConnector1">
            <a:avLst/>
          </a:prstGeom>
          <a:ln w="3175">
            <a:prstDash val="sysDot"/>
            <a:tailEnd type="triangle"/>
          </a:ln>
        </p:spPr>
        <p:style>
          <a:lnRef idx="1">
            <a:schemeClr val="accent1"/>
          </a:lnRef>
          <a:fillRef idx="0">
            <a:schemeClr val="accent1"/>
          </a:fillRef>
          <a:effectRef idx="0">
            <a:schemeClr val="accent1"/>
          </a:effectRef>
          <a:fontRef idx="minor">
            <a:schemeClr val="tx1"/>
          </a:fontRef>
        </p:style>
      </p:cxnSp>
      <p:sp>
        <p:nvSpPr>
          <p:cNvPr id="11" name="Metin kutusu 10">
            <a:extLst>
              <a:ext uri="{FF2B5EF4-FFF2-40B4-BE49-F238E27FC236}">
                <a16:creationId xmlns:a16="http://schemas.microsoft.com/office/drawing/2014/main" id="{7BA4EA61-A319-553D-5EAE-186E7B1BEE6F}"/>
              </a:ext>
            </a:extLst>
          </p:cNvPr>
          <p:cNvSpPr txBox="1"/>
          <p:nvPr/>
        </p:nvSpPr>
        <p:spPr>
          <a:xfrm>
            <a:off x="144930" y="3010227"/>
            <a:ext cx="3701611" cy="276999"/>
          </a:xfrm>
          <a:prstGeom prst="rect">
            <a:avLst/>
          </a:prstGeom>
          <a:noFill/>
        </p:spPr>
        <p:txBody>
          <a:bodyPr wrap="square" rtlCol="0">
            <a:spAutoFit/>
          </a:bodyPr>
          <a:lstStyle/>
          <a:p>
            <a:r>
              <a:rPr lang="tr-TR" sz="1200" b="1" dirty="0">
                <a:latin typeface="Maven Pro" panose="020B0604020202020204" charset="-94"/>
              </a:rPr>
              <a:t>K = 3 </a:t>
            </a:r>
            <a:r>
              <a:rPr lang="tr-TR" sz="1200" dirty="0">
                <a:latin typeface="Maven Pro" panose="020B0604020202020204" charset="-94"/>
              </a:rPr>
              <a:t>olduğunda </a:t>
            </a:r>
            <a:r>
              <a:rPr lang="tr-TR" sz="1200" b="1" dirty="0">
                <a:solidFill>
                  <a:srgbClr val="FF0000"/>
                </a:solidFill>
                <a:latin typeface="Maven Pro" panose="020B0604020202020204" charset="-94"/>
              </a:rPr>
              <a:t>Yeni Nesne </a:t>
            </a:r>
            <a:r>
              <a:rPr lang="tr-TR" sz="1200" dirty="0">
                <a:latin typeface="Maven Pro" panose="020B0604020202020204" charset="-94"/>
              </a:rPr>
              <a:t>hangi sınıfa ait olur?</a:t>
            </a:r>
          </a:p>
        </p:txBody>
      </p:sp>
    </p:spTree>
    <p:extLst>
      <p:ext uri="{BB962C8B-B14F-4D97-AF65-F5344CB8AC3E}">
        <p14:creationId xmlns:p14="http://schemas.microsoft.com/office/powerpoint/2010/main" val="44370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p:cTn id="21" dur="500" fill="hold"/>
                                        <p:tgtEl>
                                          <p:spTgt spid="5"/>
                                        </p:tgtEl>
                                        <p:attrNameLst>
                                          <p:attrName>ppt_w</p:attrName>
                                        </p:attrNameLst>
                                      </p:cBhvr>
                                      <p:tavLst>
                                        <p:tav tm="0">
                                          <p:val>
                                            <p:fltVal val="0"/>
                                          </p:val>
                                        </p:tav>
                                        <p:tav tm="100000">
                                          <p:val>
                                            <p:strVal val="#ppt_w"/>
                                          </p:val>
                                        </p:tav>
                                      </p:tavLst>
                                    </p:anim>
                                    <p:anim calcmode="lin" valueType="num">
                                      <p:cBhvr>
                                        <p:cTn id="22" dur="500" fill="hold"/>
                                        <p:tgtEl>
                                          <p:spTgt spid="5"/>
                                        </p:tgtEl>
                                        <p:attrNameLst>
                                          <p:attrName>ppt_h</p:attrName>
                                        </p:attrNameLst>
                                      </p:cBhvr>
                                      <p:tavLst>
                                        <p:tav tm="0">
                                          <p:val>
                                            <p:fltVal val="0"/>
                                          </p:val>
                                        </p:tav>
                                        <p:tav tm="100000">
                                          <p:val>
                                            <p:strVal val="#ppt_h"/>
                                          </p:val>
                                        </p:tav>
                                      </p:tavLst>
                                    </p:anim>
                                    <p:animEffect transition="in" filter="fade">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randombar(horizontal)">
                                      <p:cBhvr>
                                        <p:cTn id="28" dur="500"/>
                                        <p:tgtEl>
                                          <p:spTgt spid="6"/>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randombar(horizontal)">
                                      <p:cBhvr>
                                        <p:cTn id="31" dur="500"/>
                                        <p:tgtEl>
                                          <p:spTgt spid="7"/>
                                        </p:tgtEl>
                                      </p:cBhvr>
                                    </p:animEffect>
                                  </p:childTnLst>
                                </p:cTn>
                              </p:par>
                              <p:par>
                                <p:cTn id="32" presetID="14" presetClass="entr" presetSubtype="1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randombar(horizontal)">
                                      <p:cBhvr>
                                        <p:cTn id="34" dur="500"/>
                                        <p:tgtEl>
                                          <p:spTgt spid="8"/>
                                        </p:tgtEl>
                                      </p:cBhvr>
                                    </p:animEffect>
                                  </p:childTnLst>
                                </p:cTn>
                              </p:par>
                              <p:par>
                                <p:cTn id="35" presetID="14" presetClass="entr" presetSubtype="1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randombar(horizontal)">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randombar(horizontal)">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randombar(horizontal)">
                                      <p:cBhvr>
                                        <p:cTn id="47" dur="500"/>
                                        <p:tgtEl>
                                          <p:spTgt spid="13"/>
                                        </p:tgtEl>
                                      </p:cBhvr>
                                    </p:animEffect>
                                  </p:childTnLst>
                                </p:cTn>
                              </p:par>
                              <p:par>
                                <p:cTn id="48" presetID="14" presetClass="entr" presetSubtype="10"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randombar(horizontal)">
                                      <p:cBhvr>
                                        <p:cTn id="50" dur="500"/>
                                        <p:tgtEl>
                                          <p:spTgt spid="15"/>
                                        </p:tgtEl>
                                      </p:cBhvr>
                                    </p:animEffect>
                                  </p:childTnLst>
                                </p:cTn>
                              </p:par>
                              <p:par>
                                <p:cTn id="51" presetID="14"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randombar(horizontal)">
                                      <p:cBhvr>
                                        <p:cTn id="53" dur="500"/>
                                        <p:tgtEl>
                                          <p:spTgt spid="17"/>
                                        </p:tgtEl>
                                      </p:cBhvr>
                                    </p:animEffect>
                                  </p:childTnLst>
                                </p:cTn>
                              </p:par>
                              <p:par>
                                <p:cTn id="54" presetID="14"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randombar(horizontal)">
                                      <p:cBhvr>
                                        <p:cTn id="5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p:bldP spid="7" grpId="0"/>
      <p:bldP spid="8" grpId="0"/>
      <p:bldP spid="9" grpId="0"/>
      <p:bldP spid="10"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4" name="Tablo 3">
            <a:extLst>
              <a:ext uri="{FF2B5EF4-FFF2-40B4-BE49-F238E27FC236}">
                <a16:creationId xmlns:a16="http://schemas.microsoft.com/office/drawing/2014/main" id="{921569F6-AC47-BA4D-D7EA-45C64FB6C2CB}"/>
              </a:ext>
            </a:extLst>
          </p:cNvPr>
          <p:cNvGraphicFramePr>
            <a:graphicFrameLocks noGrp="1"/>
          </p:cNvGraphicFramePr>
          <p:nvPr>
            <p:extLst>
              <p:ext uri="{D42A27DB-BD31-4B8C-83A1-F6EECF244321}">
                <p14:modId xmlns:p14="http://schemas.microsoft.com/office/powerpoint/2010/main" val="2097286619"/>
              </p:ext>
            </p:extLst>
          </p:nvPr>
        </p:nvGraphicFramePr>
        <p:xfrm>
          <a:off x="295046" y="1101593"/>
          <a:ext cx="1668433" cy="1257300"/>
        </p:xfrm>
        <a:graphic>
          <a:graphicData uri="http://schemas.openxmlformats.org/drawingml/2006/table">
            <a:tbl>
              <a:tblPr>
                <a:tableStyleId>{C65A26D9-3358-4309-A227-EDEAD8D7FABE}</a:tableStyleId>
              </a:tblPr>
              <a:tblGrid>
                <a:gridCol w="712035">
                  <a:extLst>
                    <a:ext uri="{9D8B030D-6E8A-4147-A177-3AD203B41FA5}">
                      <a16:colId xmlns:a16="http://schemas.microsoft.com/office/drawing/2014/main" val="735789099"/>
                    </a:ext>
                  </a:extLst>
                </a:gridCol>
                <a:gridCol w="214328">
                  <a:extLst>
                    <a:ext uri="{9D8B030D-6E8A-4147-A177-3AD203B41FA5}">
                      <a16:colId xmlns:a16="http://schemas.microsoft.com/office/drawing/2014/main" val="2445196078"/>
                    </a:ext>
                  </a:extLst>
                </a:gridCol>
                <a:gridCol w="214329">
                  <a:extLst>
                    <a:ext uri="{9D8B030D-6E8A-4147-A177-3AD203B41FA5}">
                      <a16:colId xmlns:a16="http://schemas.microsoft.com/office/drawing/2014/main" val="1700811563"/>
                    </a:ext>
                  </a:extLst>
                </a:gridCol>
                <a:gridCol w="527741">
                  <a:extLst>
                    <a:ext uri="{9D8B030D-6E8A-4147-A177-3AD203B41FA5}">
                      <a16:colId xmlns:a16="http://schemas.microsoft.com/office/drawing/2014/main" val="2798231074"/>
                    </a:ext>
                  </a:extLst>
                </a:gridCol>
              </a:tblGrid>
              <a:tr h="209550">
                <a:tc>
                  <a:txBody>
                    <a:bodyPr/>
                    <a:lstStyle/>
                    <a:p>
                      <a:pPr algn="l" fontAlgn="b"/>
                      <a:endParaRPr lang="tr-TR" sz="900" b="0"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900" b="1" u="none" strike="noStrike" dirty="0">
                          <a:effectLst/>
                          <a:latin typeface="Maven Pro" panose="020B0604020202020204" charset="-94"/>
                        </a:rPr>
                        <a:t>X</a:t>
                      </a:r>
                      <a:endParaRPr lang="tr-TR" sz="900" b="1" i="1"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Y</a:t>
                      </a:r>
                      <a:endParaRPr lang="tr-TR" sz="900" b="1" i="1"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Sınıf</a:t>
                      </a:r>
                      <a:endParaRPr lang="tr-TR" sz="900" b="1" i="1"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3162341827"/>
                  </a:ext>
                </a:extLst>
              </a:tr>
              <a:tr h="209550">
                <a:tc>
                  <a:txBody>
                    <a:bodyPr/>
                    <a:lstStyle/>
                    <a:p>
                      <a:pPr algn="l" fontAlgn="b"/>
                      <a:r>
                        <a:rPr lang="tr-TR" sz="900" b="1" u="none" strike="noStrike" dirty="0">
                          <a:effectLst/>
                          <a:latin typeface="Maven Pro" panose="020B0604020202020204" charset="-94"/>
                        </a:rPr>
                        <a:t>Nesne 1</a:t>
                      </a:r>
                      <a:endParaRPr lang="tr-TR" sz="900" b="1" i="0" u="none" strike="noStrike" dirty="0">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7</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7</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0070C0"/>
                          </a:solidFill>
                          <a:effectLst/>
                          <a:latin typeface="Maven Pro" panose="020B0604020202020204" charset="-94"/>
                        </a:rPr>
                        <a:t>A</a:t>
                      </a:r>
                      <a:endParaRPr lang="tr-TR" sz="900" b="1" i="0" u="none" strike="noStrike" dirty="0">
                        <a:solidFill>
                          <a:srgbClr val="0070C0"/>
                        </a:solidFill>
                        <a:effectLst/>
                        <a:latin typeface="Maven Pro" panose="020B0604020202020204" charset="-94"/>
                      </a:endParaRPr>
                    </a:p>
                  </a:txBody>
                  <a:tcPr marL="0" marR="0" marT="0" marB="0" anchor="ctr"/>
                </a:tc>
                <a:extLst>
                  <a:ext uri="{0D108BD9-81ED-4DB2-BD59-A6C34878D82A}">
                    <a16:rowId xmlns:a16="http://schemas.microsoft.com/office/drawing/2014/main" val="154398063"/>
                  </a:ext>
                </a:extLst>
              </a:tr>
              <a:tr h="209550">
                <a:tc>
                  <a:txBody>
                    <a:bodyPr/>
                    <a:lstStyle/>
                    <a:p>
                      <a:pPr algn="l" fontAlgn="b"/>
                      <a:r>
                        <a:rPr lang="tr-TR" sz="900" b="1" u="none" strike="noStrike">
                          <a:effectLst/>
                          <a:latin typeface="Maven Pro" panose="020B0604020202020204" charset="-94"/>
                        </a:rPr>
                        <a:t>Nesne 2</a:t>
                      </a:r>
                      <a:endParaRPr lang="tr-TR" sz="900" b="1"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7</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4</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0070C0"/>
                          </a:solidFill>
                          <a:effectLst/>
                          <a:latin typeface="Maven Pro" panose="020B0604020202020204" charset="-94"/>
                        </a:rPr>
                        <a:t>A</a:t>
                      </a:r>
                      <a:endParaRPr lang="tr-TR" sz="900" b="1" i="0" u="none" strike="noStrike" dirty="0">
                        <a:solidFill>
                          <a:srgbClr val="0070C0"/>
                        </a:solidFill>
                        <a:effectLst/>
                        <a:latin typeface="Maven Pro" panose="020B0604020202020204" charset="-94"/>
                      </a:endParaRPr>
                    </a:p>
                  </a:txBody>
                  <a:tcPr marL="0" marR="0" marT="0" marB="0" anchor="ctr"/>
                </a:tc>
                <a:extLst>
                  <a:ext uri="{0D108BD9-81ED-4DB2-BD59-A6C34878D82A}">
                    <a16:rowId xmlns:a16="http://schemas.microsoft.com/office/drawing/2014/main" val="2473218805"/>
                  </a:ext>
                </a:extLst>
              </a:tr>
              <a:tr h="209550">
                <a:tc>
                  <a:txBody>
                    <a:bodyPr/>
                    <a:lstStyle/>
                    <a:p>
                      <a:pPr algn="l" fontAlgn="b"/>
                      <a:r>
                        <a:rPr lang="tr-TR" sz="900" b="1" u="none" strike="noStrike">
                          <a:effectLst/>
                          <a:latin typeface="Maven Pro" panose="020B0604020202020204" charset="-94"/>
                        </a:rPr>
                        <a:t>Nesne 3</a:t>
                      </a:r>
                      <a:endParaRPr lang="tr-TR" sz="900" b="1"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3</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4</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7030A0"/>
                          </a:solidFill>
                          <a:effectLst/>
                          <a:latin typeface="Maven Pro" panose="020B0604020202020204" charset="-94"/>
                        </a:rPr>
                        <a:t>B</a:t>
                      </a:r>
                      <a:endParaRPr lang="tr-TR" sz="900" b="1" i="0" u="none" strike="noStrike" dirty="0">
                        <a:solidFill>
                          <a:srgbClr val="7030A0"/>
                        </a:solidFill>
                        <a:effectLst/>
                        <a:latin typeface="Maven Pro" panose="020B0604020202020204" charset="-94"/>
                      </a:endParaRPr>
                    </a:p>
                  </a:txBody>
                  <a:tcPr marL="0" marR="0" marT="0" marB="0" anchor="ctr"/>
                </a:tc>
                <a:extLst>
                  <a:ext uri="{0D108BD9-81ED-4DB2-BD59-A6C34878D82A}">
                    <a16:rowId xmlns:a16="http://schemas.microsoft.com/office/drawing/2014/main" val="844849311"/>
                  </a:ext>
                </a:extLst>
              </a:tr>
              <a:tr h="209550">
                <a:tc>
                  <a:txBody>
                    <a:bodyPr/>
                    <a:lstStyle/>
                    <a:p>
                      <a:pPr algn="l" fontAlgn="b"/>
                      <a:r>
                        <a:rPr lang="tr-TR" sz="900" b="1" u="none" strike="noStrike" dirty="0">
                          <a:effectLst/>
                          <a:latin typeface="Maven Pro" panose="020B0604020202020204" charset="-94"/>
                        </a:rPr>
                        <a:t>Nesne 4</a:t>
                      </a:r>
                      <a:endParaRPr lang="tr-TR" sz="900" b="1" i="0" u="none" strike="noStrike" dirty="0">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1</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4</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7030A0"/>
                          </a:solidFill>
                          <a:effectLst/>
                          <a:latin typeface="Maven Pro" panose="020B0604020202020204" charset="-94"/>
                        </a:rPr>
                        <a:t>B</a:t>
                      </a:r>
                      <a:endParaRPr lang="tr-TR" sz="900" b="1" i="0" u="none" strike="noStrike" dirty="0">
                        <a:solidFill>
                          <a:srgbClr val="7030A0"/>
                        </a:solidFill>
                        <a:effectLst/>
                        <a:latin typeface="Maven Pro" panose="020B0604020202020204" charset="-94"/>
                      </a:endParaRPr>
                    </a:p>
                  </a:txBody>
                  <a:tcPr marL="0" marR="0" marT="0" marB="0" anchor="ctr"/>
                </a:tc>
                <a:extLst>
                  <a:ext uri="{0D108BD9-81ED-4DB2-BD59-A6C34878D82A}">
                    <a16:rowId xmlns:a16="http://schemas.microsoft.com/office/drawing/2014/main" val="2429008697"/>
                  </a:ext>
                </a:extLst>
              </a:tr>
              <a:tr h="209550">
                <a:tc>
                  <a:txBody>
                    <a:bodyPr/>
                    <a:lstStyle/>
                    <a:p>
                      <a:pPr algn="l" fontAlgn="b"/>
                      <a:r>
                        <a:rPr lang="tr-TR" sz="900" b="1" u="none" strike="noStrike" dirty="0">
                          <a:solidFill>
                            <a:srgbClr val="FF0000"/>
                          </a:solidFill>
                          <a:effectLst/>
                          <a:latin typeface="Maven Pro" panose="020B0604020202020204" charset="-94"/>
                        </a:rPr>
                        <a:t>Yeni Nesne</a:t>
                      </a:r>
                      <a:endParaRPr lang="tr-TR" sz="900" b="1" i="0" u="none" strike="noStrike" dirty="0">
                        <a:solidFill>
                          <a:srgbClr val="FF0000"/>
                        </a:solidFill>
                        <a:effectLst/>
                        <a:latin typeface="Maven Pro" panose="020B0604020202020204" charset="-94"/>
                      </a:endParaRPr>
                    </a:p>
                  </a:txBody>
                  <a:tcPr marL="0" marR="0" marT="0" marB="0" anchor="b"/>
                </a:tc>
                <a:tc>
                  <a:txBody>
                    <a:bodyPr/>
                    <a:lstStyle/>
                    <a:p>
                      <a:pPr algn="ctr" fontAlgn="ctr"/>
                      <a:r>
                        <a:rPr lang="tr-TR" sz="900" b="1" u="none" strike="noStrike" dirty="0">
                          <a:solidFill>
                            <a:srgbClr val="FF0000"/>
                          </a:solidFill>
                          <a:effectLst/>
                          <a:latin typeface="Maven Pro" panose="020B0604020202020204" charset="-94"/>
                        </a:rPr>
                        <a:t>3</a:t>
                      </a:r>
                      <a:endParaRPr lang="tr-TR" sz="9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FF0000"/>
                          </a:solidFill>
                          <a:effectLst/>
                          <a:latin typeface="Maven Pro" panose="020B0604020202020204" charset="-94"/>
                        </a:rPr>
                        <a:t>7</a:t>
                      </a:r>
                      <a:endParaRPr lang="tr-TR" sz="9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FF0000"/>
                          </a:solidFill>
                          <a:effectLst/>
                          <a:latin typeface="Maven Pro" panose="020B0604020202020204" charset="-94"/>
                        </a:rPr>
                        <a:t>???</a:t>
                      </a:r>
                      <a:endParaRPr lang="tr-TR" sz="900" b="1" i="0" u="none" strike="noStrike" dirty="0">
                        <a:solidFill>
                          <a:srgbClr val="FF0000"/>
                        </a:solidFill>
                        <a:effectLst/>
                        <a:latin typeface="Maven Pro" panose="020B0604020202020204" charset="-94"/>
                      </a:endParaRPr>
                    </a:p>
                  </a:txBody>
                  <a:tcPr marL="0" marR="0" marT="0" marB="0" anchor="ctr"/>
                </a:tc>
                <a:extLst>
                  <a:ext uri="{0D108BD9-81ED-4DB2-BD59-A6C34878D82A}">
                    <a16:rowId xmlns:a16="http://schemas.microsoft.com/office/drawing/2014/main" val="3340584034"/>
                  </a:ext>
                </a:extLst>
              </a:tr>
            </a:tbl>
          </a:graphicData>
        </a:graphic>
      </p:graphicFrame>
      <p:sp>
        <p:nvSpPr>
          <p:cNvPr id="11" name="Metin kutusu 10">
            <a:extLst>
              <a:ext uri="{FF2B5EF4-FFF2-40B4-BE49-F238E27FC236}">
                <a16:creationId xmlns:a16="http://schemas.microsoft.com/office/drawing/2014/main" id="{B93B5595-D1B8-0457-E1AF-A0AAFE465F16}"/>
              </a:ext>
            </a:extLst>
          </p:cNvPr>
          <p:cNvSpPr txBox="1"/>
          <p:nvPr/>
        </p:nvSpPr>
        <p:spPr>
          <a:xfrm>
            <a:off x="2258810" y="1101593"/>
            <a:ext cx="3374642" cy="307777"/>
          </a:xfrm>
          <a:prstGeom prst="rect">
            <a:avLst/>
          </a:prstGeom>
          <a:noFill/>
        </p:spPr>
        <p:txBody>
          <a:bodyPr wrap="none" rtlCol="0">
            <a:spAutoFit/>
          </a:bodyPr>
          <a:lstStyle/>
          <a:p>
            <a:r>
              <a:rPr lang="tr-TR" b="1" dirty="0">
                <a:solidFill>
                  <a:srgbClr val="FF0000"/>
                </a:solidFill>
                <a:latin typeface="Maven Pro" panose="020B0604020202020204" charset="-94"/>
              </a:rPr>
              <a:t>Yeni </a:t>
            </a:r>
            <a:r>
              <a:rPr lang="tr-TR" b="1" dirty="0" err="1">
                <a:solidFill>
                  <a:srgbClr val="FF0000"/>
                </a:solidFill>
                <a:latin typeface="Maven Pro" panose="020B0604020202020204" charset="-94"/>
              </a:rPr>
              <a:t>Nesne</a:t>
            </a:r>
            <a:r>
              <a:rPr lang="tr-TR" dirty="0" err="1">
                <a:latin typeface="Maven Pro" panose="020B0604020202020204" charset="-94"/>
              </a:rPr>
              <a:t>’nin</a:t>
            </a:r>
            <a:r>
              <a:rPr lang="tr-TR" dirty="0">
                <a:latin typeface="Maven Pro" panose="020B0604020202020204" charset="-94"/>
              </a:rPr>
              <a:t> </a:t>
            </a:r>
            <a:r>
              <a:rPr lang="tr-TR" b="1" dirty="0">
                <a:latin typeface="Maven Pro" panose="020B0604020202020204" charset="-94"/>
              </a:rPr>
              <a:t>Nesne 1</a:t>
            </a:r>
            <a:r>
              <a:rPr lang="tr-TR" dirty="0">
                <a:latin typeface="Maven Pro" panose="020B0604020202020204" charset="-94"/>
              </a:rPr>
              <a:t>’e olan Uzaklığı</a:t>
            </a:r>
          </a:p>
        </p:txBody>
      </p:sp>
      <mc:AlternateContent xmlns:mc="http://schemas.openxmlformats.org/markup-compatibility/2006" xmlns:a14="http://schemas.microsoft.com/office/drawing/2010/main">
        <mc:Choice Requires="a14">
          <p:sp>
            <p:nvSpPr>
              <p:cNvPr id="14" name="Metin kutusu 13">
                <a:extLst>
                  <a:ext uri="{FF2B5EF4-FFF2-40B4-BE49-F238E27FC236}">
                    <a16:creationId xmlns:a16="http://schemas.microsoft.com/office/drawing/2014/main" id="{A4FF1D99-5138-D9C5-C070-BD3AE3F2F428}"/>
                  </a:ext>
                </a:extLst>
              </p:cNvPr>
              <p:cNvSpPr txBox="1"/>
              <p:nvPr/>
            </p:nvSpPr>
            <p:spPr>
              <a:xfrm>
                <a:off x="2446758" y="2035028"/>
                <a:ext cx="2600163" cy="2973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tr-TR" sz="1100" smtClean="0">
                          <a:latin typeface="Cambria Math" panose="02040503050406030204" pitchFamily="18" charset="0"/>
                        </a:rPr>
                        <m:t>Ö</m:t>
                      </m:r>
                      <m:r>
                        <a:rPr lang="tr-TR" sz="1100" i="1">
                          <a:latin typeface="Cambria Math" panose="02040503050406030204" pitchFamily="18" charset="0"/>
                        </a:rPr>
                        <m:t>𝑘𝑙𝑖𝑑</m:t>
                      </m:r>
                      <m:r>
                        <a:rPr lang="tr-TR" sz="1100" i="0">
                          <a:latin typeface="Cambria Math" panose="02040503050406030204" pitchFamily="18" charset="0"/>
                        </a:rPr>
                        <m:t> </m:t>
                      </m:r>
                      <m:r>
                        <a:rPr lang="tr-TR" sz="1100" i="1">
                          <a:latin typeface="Cambria Math" panose="02040503050406030204" pitchFamily="18" charset="0"/>
                        </a:rPr>
                        <m:t>𝑈𝑧𝑎𝑘𝑙</m:t>
                      </m:r>
                      <m:r>
                        <a:rPr lang="tr-TR" sz="1100" i="0">
                          <a:latin typeface="Cambria Math" panose="02040503050406030204" pitchFamily="18" charset="0"/>
                        </a:rPr>
                        <m:t>ığı= </m:t>
                      </m:r>
                      <m:rad>
                        <m:radPr>
                          <m:degHide m:val="on"/>
                          <m:ctrlPr>
                            <a:rPr lang="tr-TR" sz="1100" i="1">
                              <a:solidFill>
                                <a:srgbClr val="836967"/>
                              </a:solidFill>
                              <a:latin typeface="Cambria Math" panose="02040503050406030204" pitchFamily="18" charset="0"/>
                            </a:rPr>
                          </m:ctrlPr>
                        </m:radPr>
                        <m:deg/>
                        <m:e>
                          <m:sSup>
                            <m:sSupPr>
                              <m:ctrlPr>
                                <a:rPr lang="tr-TR" sz="1100" i="1">
                                  <a:solidFill>
                                    <a:srgbClr val="836967"/>
                                  </a:solidFill>
                                  <a:latin typeface="Cambria Math" panose="02040503050406030204" pitchFamily="18" charset="0"/>
                                </a:rPr>
                              </m:ctrlPr>
                            </m:sSupPr>
                            <m:e>
                              <m:d>
                                <m:dPr>
                                  <m:ctrlPr>
                                    <a:rPr lang="tr-TR" sz="1100" i="1">
                                      <a:solidFill>
                                        <a:srgbClr val="836967"/>
                                      </a:solidFill>
                                      <a:latin typeface="Cambria Math" panose="02040503050406030204" pitchFamily="18" charset="0"/>
                                    </a:rPr>
                                  </m:ctrlPr>
                                </m:dPr>
                                <m:e>
                                  <m:r>
                                    <a:rPr lang="tr-TR" sz="1100" i="0">
                                      <a:latin typeface="Cambria Math" panose="02040503050406030204" pitchFamily="18" charset="0"/>
                                    </a:rPr>
                                    <m:t>7−3</m:t>
                                  </m:r>
                                </m:e>
                              </m:d>
                            </m:e>
                            <m:sup>
                              <m:r>
                                <a:rPr lang="tr-TR" sz="1100" i="0">
                                  <a:latin typeface="Cambria Math" panose="02040503050406030204" pitchFamily="18" charset="0"/>
                                </a:rPr>
                                <m:t>2</m:t>
                              </m:r>
                            </m:sup>
                          </m:sSup>
                          <m:r>
                            <a:rPr lang="tr-TR" sz="1100" i="0">
                              <a:latin typeface="Cambria Math" panose="02040503050406030204" pitchFamily="18" charset="0"/>
                            </a:rPr>
                            <m:t>+</m:t>
                          </m:r>
                          <m:sSup>
                            <m:sSupPr>
                              <m:ctrlPr>
                                <a:rPr lang="tr-TR" sz="1100" i="1">
                                  <a:solidFill>
                                    <a:srgbClr val="836967"/>
                                  </a:solidFill>
                                  <a:latin typeface="Cambria Math" panose="02040503050406030204" pitchFamily="18" charset="0"/>
                                </a:rPr>
                              </m:ctrlPr>
                            </m:sSupPr>
                            <m:e>
                              <m:d>
                                <m:dPr>
                                  <m:ctrlPr>
                                    <a:rPr lang="tr-TR" sz="1100" i="1">
                                      <a:solidFill>
                                        <a:srgbClr val="836967"/>
                                      </a:solidFill>
                                      <a:latin typeface="Cambria Math" panose="02040503050406030204" pitchFamily="18" charset="0"/>
                                    </a:rPr>
                                  </m:ctrlPr>
                                </m:dPr>
                                <m:e>
                                  <m:r>
                                    <a:rPr lang="tr-TR" sz="1100" i="0">
                                      <a:latin typeface="Cambria Math" panose="02040503050406030204" pitchFamily="18" charset="0"/>
                                    </a:rPr>
                                    <m:t>7−7</m:t>
                                  </m:r>
                                </m:e>
                              </m:d>
                            </m:e>
                            <m:sup>
                              <m:r>
                                <a:rPr lang="tr-TR" sz="1100" i="0">
                                  <a:latin typeface="Cambria Math" panose="02040503050406030204" pitchFamily="18" charset="0"/>
                                </a:rPr>
                                <m:t>2</m:t>
                              </m:r>
                            </m:sup>
                          </m:sSup>
                        </m:e>
                      </m:rad>
                    </m:oMath>
                  </m:oMathPara>
                </a14:m>
                <a:endParaRPr lang="tr-TR" sz="1100" dirty="0"/>
              </a:p>
            </p:txBody>
          </p:sp>
        </mc:Choice>
        <mc:Fallback xmlns="">
          <p:sp>
            <p:nvSpPr>
              <p:cNvPr id="14" name="Metin kutusu 13">
                <a:extLst>
                  <a:ext uri="{FF2B5EF4-FFF2-40B4-BE49-F238E27FC236}">
                    <a16:creationId xmlns:a16="http://schemas.microsoft.com/office/drawing/2014/main" id="{A4FF1D99-5138-D9C5-C070-BD3AE3F2F428}"/>
                  </a:ext>
                </a:extLst>
              </p:cNvPr>
              <p:cNvSpPr txBox="1">
                <a:spLocks noRot="1" noChangeAspect="1" noMove="1" noResize="1" noEditPoints="1" noAdjustHandles="1" noChangeArrowheads="1" noChangeShapeType="1" noTextEdit="1"/>
              </p:cNvSpPr>
              <p:nvPr/>
            </p:nvSpPr>
            <p:spPr>
              <a:xfrm>
                <a:off x="2446758" y="2035028"/>
                <a:ext cx="2600163" cy="297325"/>
              </a:xfrm>
              <a:prstGeom prst="rect">
                <a:avLst/>
              </a:prstGeom>
              <a:blipFill>
                <a:blip r:embed="rId4"/>
                <a:stretch>
                  <a:fillRect b="-408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9" name="Metin kutusu 18">
                <a:extLst>
                  <a:ext uri="{FF2B5EF4-FFF2-40B4-BE49-F238E27FC236}">
                    <a16:creationId xmlns:a16="http://schemas.microsoft.com/office/drawing/2014/main" id="{05488270-535F-0603-ED8D-274BA3E166CE}"/>
                  </a:ext>
                </a:extLst>
              </p:cNvPr>
              <p:cNvSpPr txBox="1"/>
              <p:nvPr/>
            </p:nvSpPr>
            <p:spPr>
              <a:xfrm>
                <a:off x="2446758" y="2406221"/>
                <a:ext cx="1855382" cy="2616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tr-TR" sz="1100" smtClean="0">
                          <a:latin typeface="Cambria Math" panose="02040503050406030204" pitchFamily="18" charset="0"/>
                        </a:rPr>
                        <m:t>Ö</m:t>
                      </m:r>
                      <m:r>
                        <a:rPr lang="tr-TR" sz="1100" i="1">
                          <a:latin typeface="Cambria Math" panose="02040503050406030204" pitchFamily="18" charset="0"/>
                        </a:rPr>
                        <m:t>𝑘𝑙𝑖𝑑</m:t>
                      </m:r>
                      <m:r>
                        <a:rPr lang="tr-TR" sz="1100" i="0">
                          <a:latin typeface="Cambria Math" panose="02040503050406030204" pitchFamily="18" charset="0"/>
                        </a:rPr>
                        <m:t> </m:t>
                      </m:r>
                      <m:r>
                        <a:rPr lang="tr-TR" sz="1100" i="1">
                          <a:latin typeface="Cambria Math" panose="02040503050406030204" pitchFamily="18" charset="0"/>
                        </a:rPr>
                        <m:t>𝑈𝑧𝑎𝑘𝑙</m:t>
                      </m:r>
                      <m:r>
                        <a:rPr lang="tr-TR" sz="1100" i="0">
                          <a:latin typeface="Cambria Math" panose="02040503050406030204" pitchFamily="18" charset="0"/>
                        </a:rPr>
                        <m:t>ığı= 4 </m:t>
                      </m:r>
                      <m:r>
                        <a:rPr lang="tr-TR" sz="1100" i="1">
                          <a:latin typeface="Cambria Math" panose="02040503050406030204" pitchFamily="18" charset="0"/>
                        </a:rPr>
                        <m:t>𝑏𝑖𝑟𝑖𝑚</m:t>
                      </m:r>
                    </m:oMath>
                  </m:oMathPara>
                </a14:m>
                <a:endParaRPr lang="tr-TR" sz="1100" dirty="0"/>
              </a:p>
            </p:txBody>
          </p:sp>
        </mc:Choice>
        <mc:Fallback xmlns="">
          <p:sp>
            <p:nvSpPr>
              <p:cNvPr id="19" name="Metin kutusu 18">
                <a:extLst>
                  <a:ext uri="{FF2B5EF4-FFF2-40B4-BE49-F238E27FC236}">
                    <a16:creationId xmlns:a16="http://schemas.microsoft.com/office/drawing/2014/main" id="{05488270-535F-0603-ED8D-274BA3E166CE}"/>
                  </a:ext>
                </a:extLst>
              </p:cNvPr>
              <p:cNvSpPr txBox="1">
                <a:spLocks noRot="1" noChangeAspect="1" noMove="1" noResize="1" noEditPoints="1" noAdjustHandles="1" noChangeArrowheads="1" noChangeShapeType="1" noTextEdit="1"/>
              </p:cNvSpPr>
              <p:nvPr/>
            </p:nvSpPr>
            <p:spPr>
              <a:xfrm>
                <a:off x="2446758" y="2406221"/>
                <a:ext cx="1855382" cy="261610"/>
              </a:xfrm>
              <a:prstGeom prst="rect">
                <a:avLst/>
              </a:prstGeom>
              <a:blipFill>
                <a:blip r:embed="rId5"/>
                <a:stretch>
                  <a:fillRect b="-465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1" name="Metin kutusu 20">
                <a:extLst>
                  <a:ext uri="{FF2B5EF4-FFF2-40B4-BE49-F238E27FC236}">
                    <a16:creationId xmlns:a16="http://schemas.microsoft.com/office/drawing/2014/main" id="{A6C38F1A-74E8-B42A-2801-50925331F303}"/>
                  </a:ext>
                </a:extLst>
              </p:cNvPr>
              <p:cNvSpPr txBox="1"/>
              <p:nvPr/>
            </p:nvSpPr>
            <p:spPr>
              <a:xfrm>
                <a:off x="2385890" y="1537199"/>
                <a:ext cx="4626379" cy="460895"/>
              </a:xfrm>
              <a:prstGeom prst="rect">
                <a:avLst/>
              </a:prstGeom>
              <a:noFill/>
            </p:spPr>
            <p:txBody>
              <a:bodyPr wrap="square">
                <a:spAutoFit/>
              </a:bodyPr>
              <a:lstStyle/>
              <a:p>
                <a:pPr>
                  <a:lnSpc>
                    <a:spcPct val="107000"/>
                  </a:lnSpc>
                  <a:spcAft>
                    <a:spcPts val="800"/>
                  </a:spcAft>
                </a:pPr>
                <a:r>
                  <a:rPr lang="tr-TR" sz="1100" kern="1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tr-TR" sz="1100" i="1" kern="100">
                        <a:effectLst/>
                        <a:latin typeface="Cambria Math" panose="02040503050406030204" pitchFamily="18" charset="0"/>
                        <a:ea typeface="Aptos" panose="020B0004020202020204" pitchFamily="34" charset="0"/>
                        <a:cs typeface="Times New Roman" panose="02020603050405020304" pitchFamily="18" charset="0"/>
                      </a:rPr>
                      <m:t>Ö</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𝑘𝑙𝑖𝑑</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 </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𝑈𝑧𝑎𝑘𝑙</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ığı= </m:t>
                    </m:r>
                    <m:rad>
                      <m:radPr>
                        <m:degHide m:val="on"/>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radPr>
                      <m:deg/>
                      <m:e>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_1</m:t>
                                    </m:r>
                                  </m:sub>
                                </m:s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_1</m:t>
                                    </m:r>
                                  </m:sub>
                                </m:s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e>
                    </m:rad>
                  </m:oMath>
                </a14:m>
                <a:endParaRPr lang="tr-TR" sz="11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21" name="Metin kutusu 20">
                <a:extLst>
                  <a:ext uri="{FF2B5EF4-FFF2-40B4-BE49-F238E27FC236}">
                    <a16:creationId xmlns:a16="http://schemas.microsoft.com/office/drawing/2014/main" id="{A6C38F1A-74E8-B42A-2801-50925331F303}"/>
                  </a:ext>
                </a:extLst>
              </p:cNvPr>
              <p:cNvSpPr txBox="1">
                <a:spLocks noRot="1" noChangeAspect="1" noMove="1" noResize="1" noEditPoints="1" noAdjustHandles="1" noChangeArrowheads="1" noChangeShapeType="1" noTextEdit="1"/>
              </p:cNvSpPr>
              <p:nvPr/>
            </p:nvSpPr>
            <p:spPr>
              <a:xfrm>
                <a:off x="2385890" y="1537199"/>
                <a:ext cx="4626379" cy="460895"/>
              </a:xfrm>
              <a:prstGeom prst="rect">
                <a:avLst/>
              </a:prstGeom>
              <a:blipFill>
                <a:blip r:embed="rId6"/>
                <a:stretch>
                  <a:fillRect/>
                </a:stretch>
              </a:blipFill>
            </p:spPr>
            <p:txBody>
              <a:bodyPr/>
              <a:lstStyle/>
              <a:p>
                <a:r>
                  <a:rPr lang="tr-TR">
                    <a:noFill/>
                  </a:rPr>
                  <a:t> </a:t>
                </a:r>
              </a:p>
            </p:txBody>
          </p:sp>
        </mc:Fallback>
      </mc:AlternateContent>
      <p:sp>
        <p:nvSpPr>
          <p:cNvPr id="22" name="Metin kutusu 21">
            <a:extLst>
              <a:ext uri="{FF2B5EF4-FFF2-40B4-BE49-F238E27FC236}">
                <a16:creationId xmlns:a16="http://schemas.microsoft.com/office/drawing/2014/main" id="{E4C727B6-825D-B1D6-ECD3-DAB23176D2DE}"/>
              </a:ext>
            </a:extLst>
          </p:cNvPr>
          <p:cNvSpPr txBox="1"/>
          <p:nvPr/>
        </p:nvSpPr>
        <p:spPr>
          <a:xfrm>
            <a:off x="2258810" y="2735115"/>
            <a:ext cx="3494867" cy="307777"/>
          </a:xfrm>
          <a:prstGeom prst="rect">
            <a:avLst/>
          </a:prstGeom>
          <a:noFill/>
        </p:spPr>
        <p:txBody>
          <a:bodyPr wrap="none" rtlCol="0">
            <a:spAutoFit/>
          </a:bodyPr>
          <a:lstStyle/>
          <a:p>
            <a:r>
              <a:rPr lang="tr-TR" b="1" dirty="0">
                <a:solidFill>
                  <a:srgbClr val="FF0000"/>
                </a:solidFill>
                <a:latin typeface="Maven Pro" panose="020B0604020202020204" charset="-94"/>
              </a:rPr>
              <a:t>Yeni </a:t>
            </a:r>
            <a:r>
              <a:rPr lang="tr-TR" b="1" dirty="0" err="1">
                <a:solidFill>
                  <a:srgbClr val="FF0000"/>
                </a:solidFill>
                <a:latin typeface="Maven Pro" panose="020B0604020202020204" charset="-94"/>
              </a:rPr>
              <a:t>Nesne</a:t>
            </a:r>
            <a:r>
              <a:rPr lang="tr-TR" dirty="0" err="1">
                <a:latin typeface="Maven Pro" panose="020B0604020202020204" charset="-94"/>
              </a:rPr>
              <a:t>’nin</a:t>
            </a:r>
            <a:r>
              <a:rPr lang="tr-TR" dirty="0">
                <a:latin typeface="Maven Pro" panose="020B0604020202020204" charset="-94"/>
              </a:rPr>
              <a:t> </a:t>
            </a:r>
            <a:r>
              <a:rPr lang="tr-TR" b="1" dirty="0">
                <a:latin typeface="Maven Pro" panose="020B0604020202020204" charset="-94"/>
              </a:rPr>
              <a:t>Nesne 2</a:t>
            </a:r>
            <a:r>
              <a:rPr lang="tr-TR" dirty="0">
                <a:latin typeface="Maven Pro" panose="020B0604020202020204" charset="-94"/>
              </a:rPr>
              <a:t>’ye olan Uzaklığı</a:t>
            </a:r>
          </a:p>
        </p:txBody>
      </p:sp>
      <mc:AlternateContent xmlns:mc="http://schemas.openxmlformats.org/markup-compatibility/2006" xmlns:a14="http://schemas.microsoft.com/office/drawing/2010/main">
        <mc:Choice Requires="a14">
          <p:sp>
            <p:nvSpPr>
              <p:cNvPr id="26" name="Metin kutusu 25">
                <a:extLst>
                  <a:ext uri="{FF2B5EF4-FFF2-40B4-BE49-F238E27FC236}">
                    <a16:creationId xmlns:a16="http://schemas.microsoft.com/office/drawing/2014/main" id="{DE5C6F47-9FB6-D675-5CAE-DEF7EE71BE83}"/>
                  </a:ext>
                </a:extLst>
              </p:cNvPr>
              <p:cNvSpPr txBox="1"/>
              <p:nvPr/>
            </p:nvSpPr>
            <p:spPr>
              <a:xfrm>
                <a:off x="2429637" y="3145407"/>
                <a:ext cx="4582632" cy="460895"/>
              </a:xfrm>
              <a:prstGeom prst="rect">
                <a:avLst/>
              </a:prstGeom>
              <a:noFill/>
            </p:spPr>
            <p:txBody>
              <a:bodyPr wrap="square">
                <a:spAutoFit/>
              </a:bodyPr>
              <a:lstStyle/>
              <a:p>
                <a:pPr>
                  <a:lnSpc>
                    <a:spcPct val="107000"/>
                  </a:lnSpc>
                  <a:spcAft>
                    <a:spcPts val="800"/>
                  </a:spcAft>
                </a:pPr>
                <a:r>
                  <a:rPr lang="tr-TR" sz="1100" kern="1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tr-TR" sz="1100" i="1" kern="100">
                        <a:effectLst/>
                        <a:latin typeface="Cambria Math" panose="02040503050406030204" pitchFamily="18" charset="0"/>
                        <a:ea typeface="Aptos" panose="020B0004020202020204" pitchFamily="34" charset="0"/>
                        <a:cs typeface="Times New Roman" panose="02020603050405020304" pitchFamily="18" charset="0"/>
                      </a:rPr>
                      <m:t>Ö</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𝑘𝑙𝑖𝑑</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 </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𝑈𝑧𝑎𝑘𝑙</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ığı= </m:t>
                    </m:r>
                    <m:rad>
                      <m:radPr>
                        <m:degHide m:val="on"/>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radPr>
                      <m:deg/>
                      <m:e>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_2</m:t>
                                    </m:r>
                                  </m:sub>
                                </m:s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_2</m:t>
                                    </m:r>
                                  </m:sub>
                                </m:s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e>
                    </m:rad>
                  </m:oMath>
                </a14:m>
                <a:endParaRPr lang="tr-TR" sz="11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26" name="Metin kutusu 25">
                <a:extLst>
                  <a:ext uri="{FF2B5EF4-FFF2-40B4-BE49-F238E27FC236}">
                    <a16:creationId xmlns:a16="http://schemas.microsoft.com/office/drawing/2014/main" id="{DE5C6F47-9FB6-D675-5CAE-DEF7EE71BE83}"/>
                  </a:ext>
                </a:extLst>
              </p:cNvPr>
              <p:cNvSpPr txBox="1">
                <a:spLocks noRot="1" noChangeAspect="1" noMove="1" noResize="1" noEditPoints="1" noAdjustHandles="1" noChangeArrowheads="1" noChangeShapeType="1" noTextEdit="1"/>
              </p:cNvSpPr>
              <p:nvPr/>
            </p:nvSpPr>
            <p:spPr>
              <a:xfrm>
                <a:off x="2429637" y="3145407"/>
                <a:ext cx="4582632" cy="460895"/>
              </a:xfrm>
              <a:prstGeom prst="rect">
                <a:avLst/>
              </a:prstGeom>
              <a:blipFill>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8" name="Metin kutusu 27">
                <a:extLst>
                  <a:ext uri="{FF2B5EF4-FFF2-40B4-BE49-F238E27FC236}">
                    <a16:creationId xmlns:a16="http://schemas.microsoft.com/office/drawing/2014/main" id="{B87FB899-67AC-66D1-ABF0-83CFAA14B98F}"/>
                  </a:ext>
                </a:extLst>
              </p:cNvPr>
              <p:cNvSpPr txBox="1"/>
              <p:nvPr/>
            </p:nvSpPr>
            <p:spPr>
              <a:xfrm>
                <a:off x="2429637" y="3643018"/>
                <a:ext cx="2746318" cy="295594"/>
              </a:xfrm>
              <a:prstGeom prst="rect">
                <a:avLst/>
              </a:prstGeom>
              <a:noFill/>
            </p:spPr>
            <p:txBody>
              <a:bodyPr wrap="square">
                <a:spAutoFit/>
              </a:bodyPr>
              <a:lstStyle/>
              <a:p>
                <a:pPr>
                  <a:lnSpc>
                    <a:spcPct val="107000"/>
                  </a:lnSpc>
                  <a:spcAft>
                    <a:spcPts val="800"/>
                  </a:spcAft>
                </a:pPr>
                <a:r>
                  <a:rPr lang="tr-TR" sz="1100" kern="100" dirty="0">
                    <a:effectLst/>
                    <a:latin typeface="Aptos" panose="020B0004020202020204" pitchFamily="34" charset="0"/>
                    <a:ea typeface="Times New Roman" panose="02020603050405020304" pitchFamily="18" charset="0"/>
                    <a:cs typeface="Times New Roman" panose="02020603050405020304" pitchFamily="18" charset="0"/>
                  </a:rPr>
                  <a:t> </a:t>
                </a:r>
                <a14:m>
                  <m:oMath xmlns:m="http://schemas.openxmlformats.org/officeDocument/2006/math">
                    <m:r>
                      <a:rPr lang="tr-TR" sz="1100" i="1" kern="100">
                        <a:effectLst/>
                        <a:latin typeface="Cambria Math" panose="02040503050406030204" pitchFamily="18" charset="0"/>
                        <a:ea typeface="Aptos" panose="020B0004020202020204" pitchFamily="34" charset="0"/>
                        <a:cs typeface="Times New Roman" panose="02020603050405020304" pitchFamily="18" charset="0"/>
                      </a:rPr>
                      <m:t>Ö</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𝑘𝑙𝑖𝑑</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 </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𝑈𝑧𝑎𝑘𝑙</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ığı= </m:t>
                    </m:r>
                    <m:rad>
                      <m:radPr>
                        <m:degHide m:val="on"/>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radPr>
                      <m:deg/>
                      <m:e>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7−3</m:t>
                                </m:r>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4−7</m:t>
                                </m:r>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e>
                    </m:rad>
                  </m:oMath>
                </a14:m>
                <a:endParaRPr lang="tr-TR" sz="11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28" name="Metin kutusu 27">
                <a:extLst>
                  <a:ext uri="{FF2B5EF4-FFF2-40B4-BE49-F238E27FC236}">
                    <a16:creationId xmlns:a16="http://schemas.microsoft.com/office/drawing/2014/main" id="{B87FB899-67AC-66D1-ABF0-83CFAA14B98F}"/>
                  </a:ext>
                </a:extLst>
              </p:cNvPr>
              <p:cNvSpPr txBox="1">
                <a:spLocks noRot="1" noChangeAspect="1" noMove="1" noResize="1" noEditPoints="1" noAdjustHandles="1" noChangeArrowheads="1" noChangeShapeType="1" noTextEdit="1"/>
              </p:cNvSpPr>
              <p:nvPr/>
            </p:nvSpPr>
            <p:spPr>
              <a:xfrm>
                <a:off x="2429637" y="3643018"/>
                <a:ext cx="2746318" cy="295594"/>
              </a:xfrm>
              <a:prstGeom prst="rect">
                <a:avLst/>
              </a:prstGeom>
              <a:blipFill>
                <a:blip r:embed="rId8"/>
                <a:stretch>
                  <a:fillRect b="-41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0" name="Metin kutusu 29">
                <a:extLst>
                  <a:ext uri="{FF2B5EF4-FFF2-40B4-BE49-F238E27FC236}">
                    <a16:creationId xmlns:a16="http://schemas.microsoft.com/office/drawing/2014/main" id="{7229C39B-6A9C-A936-0BBB-94644AA68C84}"/>
                  </a:ext>
                </a:extLst>
              </p:cNvPr>
              <p:cNvSpPr txBox="1"/>
              <p:nvPr/>
            </p:nvSpPr>
            <p:spPr>
              <a:xfrm>
                <a:off x="2446758" y="3977907"/>
                <a:ext cx="2047270" cy="2616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tr-TR" sz="1100" smtClean="0">
                          <a:latin typeface="Cambria Math" panose="02040503050406030204" pitchFamily="18" charset="0"/>
                        </a:rPr>
                        <m:t>Ö</m:t>
                      </m:r>
                      <m:r>
                        <a:rPr lang="tr-TR" sz="1100" i="1">
                          <a:latin typeface="Cambria Math" panose="02040503050406030204" pitchFamily="18" charset="0"/>
                        </a:rPr>
                        <m:t>𝑘𝑙𝑖𝑑</m:t>
                      </m:r>
                      <m:r>
                        <a:rPr lang="tr-TR" sz="1100" i="0">
                          <a:latin typeface="Cambria Math" panose="02040503050406030204" pitchFamily="18" charset="0"/>
                        </a:rPr>
                        <m:t> </m:t>
                      </m:r>
                      <m:r>
                        <a:rPr lang="tr-TR" sz="1100" i="1">
                          <a:latin typeface="Cambria Math" panose="02040503050406030204" pitchFamily="18" charset="0"/>
                        </a:rPr>
                        <m:t>𝑈𝑧𝑎𝑘𝑙</m:t>
                      </m:r>
                      <m:r>
                        <a:rPr lang="tr-TR" sz="1100" i="0">
                          <a:latin typeface="Cambria Math" panose="02040503050406030204" pitchFamily="18" charset="0"/>
                        </a:rPr>
                        <m:t>ığı=</m:t>
                      </m:r>
                      <m:r>
                        <a:rPr lang="tr-TR" sz="1100" b="0" i="0" smtClean="0">
                          <a:latin typeface="Cambria Math" panose="02040503050406030204" pitchFamily="18" charset="0"/>
                        </a:rPr>
                        <m:t>5</m:t>
                      </m:r>
                      <m:r>
                        <a:rPr lang="tr-TR" sz="1100" i="0">
                          <a:latin typeface="Cambria Math" panose="02040503050406030204" pitchFamily="18" charset="0"/>
                        </a:rPr>
                        <m:t> </m:t>
                      </m:r>
                      <m:r>
                        <a:rPr lang="tr-TR" sz="1100" i="1">
                          <a:latin typeface="Cambria Math" panose="02040503050406030204" pitchFamily="18" charset="0"/>
                        </a:rPr>
                        <m:t>𝑏𝑖𝑟𝑖𝑚</m:t>
                      </m:r>
                    </m:oMath>
                  </m:oMathPara>
                </a14:m>
                <a:endParaRPr lang="tr-TR" sz="1100" dirty="0"/>
              </a:p>
            </p:txBody>
          </p:sp>
        </mc:Choice>
        <mc:Fallback xmlns="">
          <p:sp>
            <p:nvSpPr>
              <p:cNvPr id="30" name="Metin kutusu 29">
                <a:extLst>
                  <a:ext uri="{FF2B5EF4-FFF2-40B4-BE49-F238E27FC236}">
                    <a16:creationId xmlns:a16="http://schemas.microsoft.com/office/drawing/2014/main" id="{7229C39B-6A9C-A936-0BBB-94644AA68C84}"/>
                  </a:ext>
                </a:extLst>
              </p:cNvPr>
              <p:cNvSpPr txBox="1">
                <a:spLocks noRot="1" noChangeAspect="1" noMove="1" noResize="1" noEditPoints="1" noAdjustHandles="1" noChangeArrowheads="1" noChangeShapeType="1" noTextEdit="1"/>
              </p:cNvSpPr>
              <p:nvPr/>
            </p:nvSpPr>
            <p:spPr>
              <a:xfrm>
                <a:off x="2446758" y="3977907"/>
                <a:ext cx="2047270" cy="261610"/>
              </a:xfrm>
              <a:prstGeom prst="rect">
                <a:avLst/>
              </a:prstGeom>
              <a:blipFill>
                <a:blip r:embed="rId9"/>
                <a:stretch>
                  <a:fillRect b="-7143"/>
                </a:stretch>
              </a:blipFill>
            </p:spPr>
            <p:txBody>
              <a:bodyPr/>
              <a:lstStyle/>
              <a:p>
                <a:r>
                  <a:rPr lang="tr-TR">
                    <a:noFill/>
                  </a:rPr>
                  <a:t> </a:t>
                </a:r>
              </a:p>
            </p:txBody>
          </p:sp>
        </mc:Fallback>
      </mc:AlternateContent>
    </p:spTree>
    <p:extLst>
      <p:ext uri="{BB962C8B-B14F-4D97-AF65-F5344CB8AC3E}">
        <p14:creationId xmlns:p14="http://schemas.microsoft.com/office/powerpoint/2010/main" val="1934721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anim calcmode="lin" valueType="num">
                                      <p:cBhvr>
                                        <p:cTn id="29" dur="1000" fill="hold"/>
                                        <p:tgtEl>
                                          <p:spTgt spid="19"/>
                                        </p:tgtEl>
                                        <p:attrNameLst>
                                          <p:attrName>ppt_x</p:attrName>
                                        </p:attrNameLst>
                                      </p:cBhvr>
                                      <p:tavLst>
                                        <p:tav tm="0">
                                          <p:val>
                                            <p:strVal val="#ppt_x"/>
                                          </p:val>
                                        </p:tav>
                                        <p:tav tm="100000">
                                          <p:val>
                                            <p:strVal val="#ppt_x"/>
                                          </p:val>
                                        </p:tav>
                                      </p:tavLst>
                                    </p:anim>
                                    <p:anim calcmode="lin" valueType="num">
                                      <p:cBhvr>
                                        <p:cTn id="3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1000"/>
                                        <p:tgtEl>
                                          <p:spTgt spid="22"/>
                                        </p:tgtEl>
                                      </p:cBhvr>
                                    </p:animEffect>
                                    <p:anim calcmode="lin" valueType="num">
                                      <p:cBhvr>
                                        <p:cTn id="36" dur="1000" fill="hold"/>
                                        <p:tgtEl>
                                          <p:spTgt spid="22"/>
                                        </p:tgtEl>
                                        <p:attrNameLst>
                                          <p:attrName>ppt_x</p:attrName>
                                        </p:attrNameLst>
                                      </p:cBhvr>
                                      <p:tavLst>
                                        <p:tav tm="0">
                                          <p:val>
                                            <p:strVal val="#ppt_x"/>
                                          </p:val>
                                        </p:tav>
                                        <p:tav tm="100000">
                                          <p:val>
                                            <p:strVal val="#ppt_x"/>
                                          </p:val>
                                        </p:tav>
                                      </p:tavLst>
                                    </p:anim>
                                    <p:anim calcmode="lin" valueType="num">
                                      <p:cBhvr>
                                        <p:cTn id="37"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1000"/>
                                        <p:tgtEl>
                                          <p:spTgt spid="26"/>
                                        </p:tgtEl>
                                      </p:cBhvr>
                                    </p:animEffect>
                                    <p:anim calcmode="lin" valueType="num">
                                      <p:cBhvr>
                                        <p:cTn id="43" dur="1000" fill="hold"/>
                                        <p:tgtEl>
                                          <p:spTgt spid="26"/>
                                        </p:tgtEl>
                                        <p:attrNameLst>
                                          <p:attrName>ppt_x</p:attrName>
                                        </p:attrNameLst>
                                      </p:cBhvr>
                                      <p:tavLst>
                                        <p:tav tm="0">
                                          <p:val>
                                            <p:strVal val="#ppt_x"/>
                                          </p:val>
                                        </p:tav>
                                        <p:tav tm="100000">
                                          <p:val>
                                            <p:strVal val="#ppt_x"/>
                                          </p:val>
                                        </p:tav>
                                      </p:tavLst>
                                    </p:anim>
                                    <p:anim calcmode="lin" valueType="num">
                                      <p:cBhvr>
                                        <p:cTn id="4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1000"/>
                                        <p:tgtEl>
                                          <p:spTgt spid="28"/>
                                        </p:tgtEl>
                                      </p:cBhvr>
                                    </p:animEffect>
                                    <p:anim calcmode="lin" valueType="num">
                                      <p:cBhvr>
                                        <p:cTn id="50" dur="1000" fill="hold"/>
                                        <p:tgtEl>
                                          <p:spTgt spid="28"/>
                                        </p:tgtEl>
                                        <p:attrNameLst>
                                          <p:attrName>ppt_x</p:attrName>
                                        </p:attrNameLst>
                                      </p:cBhvr>
                                      <p:tavLst>
                                        <p:tav tm="0">
                                          <p:val>
                                            <p:strVal val="#ppt_x"/>
                                          </p:val>
                                        </p:tav>
                                        <p:tav tm="100000">
                                          <p:val>
                                            <p:strVal val="#ppt_x"/>
                                          </p:val>
                                        </p:tav>
                                      </p:tavLst>
                                    </p:anim>
                                    <p:anim calcmode="lin" valueType="num">
                                      <p:cBhvr>
                                        <p:cTn id="5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1000"/>
                                        <p:tgtEl>
                                          <p:spTgt spid="30"/>
                                        </p:tgtEl>
                                      </p:cBhvr>
                                    </p:animEffect>
                                    <p:anim calcmode="lin" valueType="num">
                                      <p:cBhvr>
                                        <p:cTn id="57" dur="1000" fill="hold"/>
                                        <p:tgtEl>
                                          <p:spTgt spid="30"/>
                                        </p:tgtEl>
                                        <p:attrNameLst>
                                          <p:attrName>ppt_x</p:attrName>
                                        </p:attrNameLst>
                                      </p:cBhvr>
                                      <p:tavLst>
                                        <p:tav tm="0">
                                          <p:val>
                                            <p:strVal val="#ppt_x"/>
                                          </p:val>
                                        </p:tav>
                                        <p:tav tm="100000">
                                          <p:val>
                                            <p:strVal val="#ppt_x"/>
                                          </p:val>
                                        </p:tav>
                                      </p:tavLst>
                                    </p:anim>
                                    <p:anim calcmode="lin" valueType="num">
                                      <p:cBhvr>
                                        <p:cTn id="5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9" grpId="0"/>
      <p:bldP spid="21" grpId="0"/>
      <p:bldP spid="22" grpId="0"/>
      <p:bldP spid="26" grpId="0"/>
      <p:bldP spid="28" grpId="0"/>
      <p:bldP spid="3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4" name="Tablo 3">
            <a:extLst>
              <a:ext uri="{FF2B5EF4-FFF2-40B4-BE49-F238E27FC236}">
                <a16:creationId xmlns:a16="http://schemas.microsoft.com/office/drawing/2014/main" id="{921569F6-AC47-BA4D-D7EA-45C64FB6C2CB}"/>
              </a:ext>
            </a:extLst>
          </p:cNvPr>
          <p:cNvGraphicFramePr>
            <a:graphicFrameLocks noGrp="1"/>
          </p:cNvGraphicFramePr>
          <p:nvPr>
            <p:extLst>
              <p:ext uri="{D42A27DB-BD31-4B8C-83A1-F6EECF244321}">
                <p14:modId xmlns:p14="http://schemas.microsoft.com/office/powerpoint/2010/main" val="3473386908"/>
              </p:ext>
            </p:extLst>
          </p:nvPr>
        </p:nvGraphicFramePr>
        <p:xfrm>
          <a:off x="295046" y="1101593"/>
          <a:ext cx="1668433" cy="1257300"/>
        </p:xfrm>
        <a:graphic>
          <a:graphicData uri="http://schemas.openxmlformats.org/drawingml/2006/table">
            <a:tbl>
              <a:tblPr>
                <a:tableStyleId>{C65A26D9-3358-4309-A227-EDEAD8D7FABE}</a:tableStyleId>
              </a:tblPr>
              <a:tblGrid>
                <a:gridCol w="712035">
                  <a:extLst>
                    <a:ext uri="{9D8B030D-6E8A-4147-A177-3AD203B41FA5}">
                      <a16:colId xmlns:a16="http://schemas.microsoft.com/office/drawing/2014/main" val="735789099"/>
                    </a:ext>
                  </a:extLst>
                </a:gridCol>
                <a:gridCol w="214328">
                  <a:extLst>
                    <a:ext uri="{9D8B030D-6E8A-4147-A177-3AD203B41FA5}">
                      <a16:colId xmlns:a16="http://schemas.microsoft.com/office/drawing/2014/main" val="2445196078"/>
                    </a:ext>
                  </a:extLst>
                </a:gridCol>
                <a:gridCol w="214329">
                  <a:extLst>
                    <a:ext uri="{9D8B030D-6E8A-4147-A177-3AD203B41FA5}">
                      <a16:colId xmlns:a16="http://schemas.microsoft.com/office/drawing/2014/main" val="1700811563"/>
                    </a:ext>
                  </a:extLst>
                </a:gridCol>
                <a:gridCol w="527741">
                  <a:extLst>
                    <a:ext uri="{9D8B030D-6E8A-4147-A177-3AD203B41FA5}">
                      <a16:colId xmlns:a16="http://schemas.microsoft.com/office/drawing/2014/main" val="2798231074"/>
                    </a:ext>
                  </a:extLst>
                </a:gridCol>
              </a:tblGrid>
              <a:tr h="209550">
                <a:tc>
                  <a:txBody>
                    <a:bodyPr/>
                    <a:lstStyle/>
                    <a:p>
                      <a:pPr algn="l" fontAlgn="b"/>
                      <a:endParaRPr lang="tr-TR" sz="900" b="0"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900" b="1" u="none" strike="noStrike" dirty="0">
                          <a:effectLst/>
                          <a:latin typeface="Maven Pro" panose="020B0604020202020204" charset="-94"/>
                        </a:rPr>
                        <a:t>X</a:t>
                      </a:r>
                      <a:endParaRPr lang="tr-TR" sz="900" b="1" i="1"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Y</a:t>
                      </a:r>
                      <a:endParaRPr lang="tr-TR" sz="900" b="1" i="1"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Sınıf</a:t>
                      </a:r>
                      <a:endParaRPr lang="tr-TR" sz="900" b="1" i="1"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3162341827"/>
                  </a:ext>
                </a:extLst>
              </a:tr>
              <a:tr h="209550">
                <a:tc>
                  <a:txBody>
                    <a:bodyPr/>
                    <a:lstStyle/>
                    <a:p>
                      <a:pPr algn="l" fontAlgn="b"/>
                      <a:r>
                        <a:rPr lang="tr-TR" sz="900" b="1" u="none" strike="noStrike" dirty="0">
                          <a:effectLst/>
                          <a:latin typeface="Maven Pro" panose="020B0604020202020204" charset="-94"/>
                        </a:rPr>
                        <a:t>Nesne 1</a:t>
                      </a:r>
                      <a:endParaRPr lang="tr-TR" sz="900" b="1" i="0" u="none" strike="noStrike" dirty="0">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7</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7</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0070C0"/>
                          </a:solidFill>
                          <a:effectLst/>
                          <a:latin typeface="Maven Pro" panose="020B0604020202020204" charset="-94"/>
                        </a:rPr>
                        <a:t>A</a:t>
                      </a:r>
                      <a:endParaRPr lang="tr-TR" sz="900" b="1" i="0" u="none" strike="noStrike" dirty="0">
                        <a:solidFill>
                          <a:srgbClr val="0070C0"/>
                        </a:solidFill>
                        <a:effectLst/>
                        <a:latin typeface="Maven Pro" panose="020B0604020202020204" charset="-94"/>
                      </a:endParaRPr>
                    </a:p>
                  </a:txBody>
                  <a:tcPr marL="0" marR="0" marT="0" marB="0" anchor="ctr"/>
                </a:tc>
                <a:extLst>
                  <a:ext uri="{0D108BD9-81ED-4DB2-BD59-A6C34878D82A}">
                    <a16:rowId xmlns:a16="http://schemas.microsoft.com/office/drawing/2014/main" val="154398063"/>
                  </a:ext>
                </a:extLst>
              </a:tr>
              <a:tr h="209550">
                <a:tc>
                  <a:txBody>
                    <a:bodyPr/>
                    <a:lstStyle/>
                    <a:p>
                      <a:pPr algn="l" fontAlgn="b"/>
                      <a:r>
                        <a:rPr lang="tr-TR" sz="900" b="1" u="none" strike="noStrike">
                          <a:effectLst/>
                          <a:latin typeface="Maven Pro" panose="020B0604020202020204" charset="-94"/>
                        </a:rPr>
                        <a:t>Nesne 2</a:t>
                      </a:r>
                      <a:endParaRPr lang="tr-TR" sz="900" b="1"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7</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4</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0070C0"/>
                          </a:solidFill>
                          <a:effectLst/>
                          <a:latin typeface="Maven Pro" panose="020B0604020202020204" charset="-94"/>
                        </a:rPr>
                        <a:t>A</a:t>
                      </a:r>
                      <a:endParaRPr lang="tr-TR" sz="900" b="1" i="0" u="none" strike="noStrike" dirty="0">
                        <a:solidFill>
                          <a:srgbClr val="0070C0"/>
                        </a:solidFill>
                        <a:effectLst/>
                        <a:latin typeface="Maven Pro" panose="020B0604020202020204" charset="-94"/>
                      </a:endParaRPr>
                    </a:p>
                  </a:txBody>
                  <a:tcPr marL="0" marR="0" marT="0" marB="0" anchor="ctr"/>
                </a:tc>
                <a:extLst>
                  <a:ext uri="{0D108BD9-81ED-4DB2-BD59-A6C34878D82A}">
                    <a16:rowId xmlns:a16="http://schemas.microsoft.com/office/drawing/2014/main" val="2473218805"/>
                  </a:ext>
                </a:extLst>
              </a:tr>
              <a:tr h="209550">
                <a:tc>
                  <a:txBody>
                    <a:bodyPr/>
                    <a:lstStyle/>
                    <a:p>
                      <a:pPr algn="l" fontAlgn="b"/>
                      <a:r>
                        <a:rPr lang="tr-TR" sz="900" b="1" u="none" strike="noStrike">
                          <a:effectLst/>
                          <a:latin typeface="Maven Pro" panose="020B0604020202020204" charset="-94"/>
                        </a:rPr>
                        <a:t>Nesne 3</a:t>
                      </a:r>
                      <a:endParaRPr lang="tr-TR" sz="900" b="1" i="0" u="none" strike="noStrike">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3</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4</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7030A0"/>
                          </a:solidFill>
                          <a:effectLst/>
                          <a:latin typeface="Maven Pro" panose="020B0604020202020204" charset="-94"/>
                        </a:rPr>
                        <a:t>B</a:t>
                      </a:r>
                      <a:endParaRPr lang="tr-TR" sz="900" b="1" i="0" u="none" strike="noStrike" dirty="0">
                        <a:solidFill>
                          <a:srgbClr val="7030A0"/>
                        </a:solidFill>
                        <a:effectLst/>
                        <a:latin typeface="Maven Pro" panose="020B0604020202020204" charset="-94"/>
                      </a:endParaRPr>
                    </a:p>
                  </a:txBody>
                  <a:tcPr marL="0" marR="0" marT="0" marB="0" anchor="ctr"/>
                </a:tc>
                <a:extLst>
                  <a:ext uri="{0D108BD9-81ED-4DB2-BD59-A6C34878D82A}">
                    <a16:rowId xmlns:a16="http://schemas.microsoft.com/office/drawing/2014/main" val="844849311"/>
                  </a:ext>
                </a:extLst>
              </a:tr>
              <a:tr h="209550">
                <a:tc>
                  <a:txBody>
                    <a:bodyPr/>
                    <a:lstStyle/>
                    <a:p>
                      <a:pPr algn="l" fontAlgn="b"/>
                      <a:r>
                        <a:rPr lang="tr-TR" sz="900" b="1" u="none" strike="noStrike" dirty="0">
                          <a:effectLst/>
                          <a:latin typeface="Maven Pro" panose="020B0604020202020204" charset="-94"/>
                        </a:rPr>
                        <a:t>Nesne 4</a:t>
                      </a:r>
                      <a:endParaRPr lang="tr-TR" sz="900" b="1" i="0" u="none" strike="noStrike" dirty="0">
                        <a:solidFill>
                          <a:srgbClr val="000000"/>
                        </a:solidFill>
                        <a:effectLst/>
                        <a:latin typeface="Maven Pro" panose="020B0604020202020204" charset="-94"/>
                      </a:endParaRPr>
                    </a:p>
                  </a:txBody>
                  <a:tcPr marL="0" marR="0" marT="0" marB="0" anchor="b"/>
                </a:tc>
                <a:tc>
                  <a:txBody>
                    <a:bodyPr/>
                    <a:lstStyle/>
                    <a:p>
                      <a:pPr algn="ctr" fontAlgn="ctr"/>
                      <a:r>
                        <a:rPr lang="tr-TR" sz="900" u="none" strike="noStrike">
                          <a:effectLst/>
                          <a:latin typeface="Maven Pro" panose="020B0604020202020204" charset="-94"/>
                        </a:rPr>
                        <a:t>1</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4</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7030A0"/>
                          </a:solidFill>
                          <a:effectLst/>
                          <a:latin typeface="Maven Pro" panose="020B0604020202020204" charset="-94"/>
                        </a:rPr>
                        <a:t>B</a:t>
                      </a:r>
                      <a:endParaRPr lang="tr-TR" sz="900" b="1" i="0" u="none" strike="noStrike" dirty="0">
                        <a:solidFill>
                          <a:srgbClr val="7030A0"/>
                        </a:solidFill>
                        <a:effectLst/>
                        <a:latin typeface="Maven Pro" panose="020B0604020202020204" charset="-94"/>
                      </a:endParaRPr>
                    </a:p>
                  </a:txBody>
                  <a:tcPr marL="0" marR="0" marT="0" marB="0" anchor="ctr"/>
                </a:tc>
                <a:extLst>
                  <a:ext uri="{0D108BD9-81ED-4DB2-BD59-A6C34878D82A}">
                    <a16:rowId xmlns:a16="http://schemas.microsoft.com/office/drawing/2014/main" val="2429008697"/>
                  </a:ext>
                </a:extLst>
              </a:tr>
              <a:tr h="209550">
                <a:tc>
                  <a:txBody>
                    <a:bodyPr/>
                    <a:lstStyle/>
                    <a:p>
                      <a:pPr algn="l" fontAlgn="b"/>
                      <a:r>
                        <a:rPr lang="tr-TR" sz="900" b="1" u="none" strike="noStrike" dirty="0">
                          <a:solidFill>
                            <a:srgbClr val="FF0000"/>
                          </a:solidFill>
                          <a:effectLst/>
                          <a:latin typeface="Maven Pro" panose="020B0604020202020204" charset="-94"/>
                        </a:rPr>
                        <a:t>Yeni Nesne</a:t>
                      </a:r>
                      <a:endParaRPr lang="tr-TR" sz="900" b="1" i="0" u="none" strike="noStrike" dirty="0">
                        <a:solidFill>
                          <a:srgbClr val="FF0000"/>
                        </a:solidFill>
                        <a:effectLst/>
                        <a:latin typeface="Maven Pro" panose="020B0604020202020204" charset="-94"/>
                      </a:endParaRPr>
                    </a:p>
                  </a:txBody>
                  <a:tcPr marL="0" marR="0" marT="0" marB="0" anchor="b"/>
                </a:tc>
                <a:tc>
                  <a:txBody>
                    <a:bodyPr/>
                    <a:lstStyle/>
                    <a:p>
                      <a:pPr algn="ctr" fontAlgn="ctr"/>
                      <a:r>
                        <a:rPr lang="tr-TR" sz="900" b="1" u="none" strike="noStrike" dirty="0">
                          <a:solidFill>
                            <a:srgbClr val="FF0000"/>
                          </a:solidFill>
                          <a:effectLst/>
                          <a:latin typeface="Maven Pro" panose="020B0604020202020204" charset="-94"/>
                        </a:rPr>
                        <a:t>3</a:t>
                      </a:r>
                      <a:endParaRPr lang="tr-TR" sz="9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FF0000"/>
                          </a:solidFill>
                          <a:effectLst/>
                          <a:latin typeface="Maven Pro" panose="020B0604020202020204" charset="-94"/>
                        </a:rPr>
                        <a:t>7</a:t>
                      </a:r>
                      <a:endParaRPr lang="tr-TR" sz="9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900" b="1" u="none" strike="noStrike" dirty="0">
                          <a:solidFill>
                            <a:srgbClr val="FF0000"/>
                          </a:solidFill>
                          <a:effectLst/>
                          <a:latin typeface="Maven Pro" panose="020B0604020202020204" charset="-94"/>
                        </a:rPr>
                        <a:t>???</a:t>
                      </a:r>
                      <a:endParaRPr lang="tr-TR" sz="900" b="1" i="0" u="none" strike="noStrike" dirty="0">
                        <a:solidFill>
                          <a:srgbClr val="FF0000"/>
                        </a:solidFill>
                        <a:effectLst/>
                        <a:latin typeface="Maven Pro" panose="020B0604020202020204" charset="-94"/>
                      </a:endParaRPr>
                    </a:p>
                  </a:txBody>
                  <a:tcPr marL="0" marR="0" marT="0" marB="0" anchor="ctr"/>
                </a:tc>
                <a:extLst>
                  <a:ext uri="{0D108BD9-81ED-4DB2-BD59-A6C34878D82A}">
                    <a16:rowId xmlns:a16="http://schemas.microsoft.com/office/drawing/2014/main" val="3340584034"/>
                  </a:ext>
                </a:extLst>
              </a:tr>
            </a:tbl>
          </a:graphicData>
        </a:graphic>
      </p:graphicFrame>
      <p:sp>
        <p:nvSpPr>
          <p:cNvPr id="11" name="Metin kutusu 10">
            <a:extLst>
              <a:ext uri="{FF2B5EF4-FFF2-40B4-BE49-F238E27FC236}">
                <a16:creationId xmlns:a16="http://schemas.microsoft.com/office/drawing/2014/main" id="{B93B5595-D1B8-0457-E1AF-A0AAFE465F16}"/>
              </a:ext>
            </a:extLst>
          </p:cNvPr>
          <p:cNvSpPr txBox="1"/>
          <p:nvPr/>
        </p:nvSpPr>
        <p:spPr>
          <a:xfrm>
            <a:off x="2258810" y="1101593"/>
            <a:ext cx="3374642" cy="307777"/>
          </a:xfrm>
          <a:prstGeom prst="rect">
            <a:avLst/>
          </a:prstGeom>
          <a:noFill/>
        </p:spPr>
        <p:txBody>
          <a:bodyPr wrap="none" rtlCol="0">
            <a:spAutoFit/>
          </a:bodyPr>
          <a:lstStyle/>
          <a:p>
            <a:r>
              <a:rPr lang="tr-TR" b="1" dirty="0">
                <a:solidFill>
                  <a:srgbClr val="FF0000"/>
                </a:solidFill>
                <a:latin typeface="Maven Pro" panose="020B0604020202020204" charset="-94"/>
              </a:rPr>
              <a:t>Yeni </a:t>
            </a:r>
            <a:r>
              <a:rPr lang="tr-TR" b="1" dirty="0" err="1">
                <a:solidFill>
                  <a:srgbClr val="FF0000"/>
                </a:solidFill>
                <a:latin typeface="Maven Pro" panose="020B0604020202020204" charset="-94"/>
              </a:rPr>
              <a:t>Nesne</a:t>
            </a:r>
            <a:r>
              <a:rPr lang="tr-TR" dirty="0" err="1">
                <a:latin typeface="Maven Pro" panose="020B0604020202020204" charset="-94"/>
              </a:rPr>
              <a:t>’nin</a:t>
            </a:r>
            <a:r>
              <a:rPr lang="tr-TR" dirty="0">
                <a:latin typeface="Maven Pro" panose="020B0604020202020204" charset="-94"/>
              </a:rPr>
              <a:t> </a:t>
            </a:r>
            <a:r>
              <a:rPr lang="tr-TR" b="1" dirty="0">
                <a:latin typeface="Maven Pro" panose="020B0604020202020204" charset="-94"/>
              </a:rPr>
              <a:t>Nesne 3</a:t>
            </a:r>
            <a:r>
              <a:rPr lang="tr-TR" dirty="0">
                <a:latin typeface="Maven Pro" panose="020B0604020202020204" charset="-94"/>
              </a:rPr>
              <a:t>’e olan Uzaklığı</a:t>
            </a:r>
          </a:p>
        </p:txBody>
      </p:sp>
      <p:sp>
        <p:nvSpPr>
          <p:cNvPr id="22" name="Metin kutusu 21">
            <a:extLst>
              <a:ext uri="{FF2B5EF4-FFF2-40B4-BE49-F238E27FC236}">
                <a16:creationId xmlns:a16="http://schemas.microsoft.com/office/drawing/2014/main" id="{E4C727B6-825D-B1D6-ECD3-DAB23176D2DE}"/>
              </a:ext>
            </a:extLst>
          </p:cNvPr>
          <p:cNvSpPr txBox="1"/>
          <p:nvPr/>
        </p:nvSpPr>
        <p:spPr>
          <a:xfrm>
            <a:off x="2258810" y="2735115"/>
            <a:ext cx="3494867" cy="307777"/>
          </a:xfrm>
          <a:prstGeom prst="rect">
            <a:avLst/>
          </a:prstGeom>
          <a:noFill/>
        </p:spPr>
        <p:txBody>
          <a:bodyPr wrap="none" rtlCol="0">
            <a:spAutoFit/>
          </a:bodyPr>
          <a:lstStyle/>
          <a:p>
            <a:r>
              <a:rPr lang="tr-TR" b="1" dirty="0">
                <a:solidFill>
                  <a:srgbClr val="FF0000"/>
                </a:solidFill>
                <a:latin typeface="Maven Pro" panose="020B0604020202020204" charset="-94"/>
              </a:rPr>
              <a:t>Yeni </a:t>
            </a:r>
            <a:r>
              <a:rPr lang="tr-TR" b="1" dirty="0" err="1">
                <a:solidFill>
                  <a:srgbClr val="FF0000"/>
                </a:solidFill>
                <a:latin typeface="Maven Pro" panose="020B0604020202020204" charset="-94"/>
              </a:rPr>
              <a:t>Nesne</a:t>
            </a:r>
            <a:r>
              <a:rPr lang="tr-TR" dirty="0" err="1">
                <a:latin typeface="Maven Pro" panose="020B0604020202020204" charset="-94"/>
              </a:rPr>
              <a:t>’nin</a:t>
            </a:r>
            <a:r>
              <a:rPr lang="tr-TR" dirty="0">
                <a:latin typeface="Maven Pro" panose="020B0604020202020204" charset="-94"/>
              </a:rPr>
              <a:t> </a:t>
            </a:r>
            <a:r>
              <a:rPr lang="tr-TR" b="1" dirty="0">
                <a:latin typeface="Maven Pro" panose="020B0604020202020204" charset="-94"/>
              </a:rPr>
              <a:t>Nesne 4</a:t>
            </a:r>
            <a:r>
              <a:rPr lang="tr-TR" dirty="0">
                <a:latin typeface="Maven Pro" panose="020B0604020202020204" charset="-94"/>
              </a:rPr>
              <a:t>’ye olan Uzaklığı</a:t>
            </a:r>
          </a:p>
        </p:txBody>
      </p:sp>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9196AA4E-0938-3EEF-53E3-E9E1E9E0EA12}"/>
                  </a:ext>
                </a:extLst>
              </p:cNvPr>
              <p:cNvSpPr txBox="1"/>
              <p:nvPr/>
            </p:nvSpPr>
            <p:spPr>
              <a:xfrm>
                <a:off x="2302557" y="1447853"/>
                <a:ext cx="4582632" cy="460895"/>
              </a:xfrm>
              <a:prstGeom prst="rect">
                <a:avLst/>
              </a:prstGeom>
              <a:noFill/>
            </p:spPr>
            <p:txBody>
              <a:bodyPr wrap="square">
                <a:spAutoFit/>
              </a:bodyPr>
              <a:lstStyle/>
              <a:p>
                <a:pPr>
                  <a:lnSpc>
                    <a:spcPct val="107000"/>
                  </a:lnSpc>
                  <a:spcAft>
                    <a:spcPts val="800"/>
                  </a:spcAft>
                </a:pPr>
                <a:r>
                  <a:rPr lang="tr-TR" sz="1100" kern="1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tr-TR" sz="1100" i="1" kern="100">
                        <a:effectLst/>
                        <a:latin typeface="Cambria Math" panose="02040503050406030204" pitchFamily="18" charset="0"/>
                        <a:ea typeface="Aptos" panose="020B0004020202020204" pitchFamily="34" charset="0"/>
                        <a:cs typeface="Times New Roman" panose="02020603050405020304" pitchFamily="18" charset="0"/>
                      </a:rPr>
                      <m:t>Ö</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𝑘𝑙𝑖𝑑</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 </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𝑈𝑧𝑎𝑘𝑙</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ığı= </m:t>
                    </m:r>
                    <m:rad>
                      <m:radPr>
                        <m:degHide m:val="on"/>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radPr>
                      <m:deg/>
                      <m:e>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_3</m:t>
                                    </m:r>
                                  </m:sub>
                                </m:s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_3</m:t>
                                    </m:r>
                                  </m:sub>
                                </m:s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10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10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100" i="1" kern="100">
                                <a:effectLst/>
                                <a:latin typeface="Cambria Math" panose="02040503050406030204" pitchFamily="18" charset="0"/>
                                <a:ea typeface="Aptos" panose="020B0004020202020204" pitchFamily="34" charset="0"/>
                                <a:cs typeface="Times New Roman" panose="02020603050405020304" pitchFamily="18" charset="0"/>
                              </a:rPr>
                              <m:t>2</m:t>
                            </m:r>
                          </m:sup>
                        </m:sSup>
                      </m:e>
                    </m:rad>
                  </m:oMath>
                </a14:m>
                <a:endParaRPr lang="tr-TR" sz="110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6" name="Metin kutusu 5">
                <a:extLst>
                  <a:ext uri="{FF2B5EF4-FFF2-40B4-BE49-F238E27FC236}">
                    <a16:creationId xmlns:a16="http://schemas.microsoft.com/office/drawing/2014/main" id="{9196AA4E-0938-3EEF-53E3-E9E1E9E0EA12}"/>
                  </a:ext>
                </a:extLst>
              </p:cNvPr>
              <p:cNvSpPr txBox="1">
                <a:spLocks noRot="1" noChangeAspect="1" noMove="1" noResize="1" noEditPoints="1" noAdjustHandles="1" noChangeArrowheads="1" noChangeShapeType="1" noTextEdit="1"/>
              </p:cNvSpPr>
              <p:nvPr/>
            </p:nvSpPr>
            <p:spPr>
              <a:xfrm>
                <a:off x="2302557" y="1447853"/>
                <a:ext cx="4582632" cy="460895"/>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Metin kutusu 7">
                <a:extLst>
                  <a:ext uri="{FF2B5EF4-FFF2-40B4-BE49-F238E27FC236}">
                    <a16:creationId xmlns:a16="http://schemas.microsoft.com/office/drawing/2014/main" id="{F13D3F00-C8D7-29AF-9660-3325E85A0032}"/>
                  </a:ext>
                </a:extLst>
              </p:cNvPr>
              <p:cNvSpPr txBox="1"/>
              <p:nvPr/>
            </p:nvSpPr>
            <p:spPr>
              <a:xfrm>
                <a:off x="2302557" y="2024606"/>
                <a:ext cx="4582632" cy="2973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tr-TR" sz="1100" smtClean="0">
                          <a:latin typeface="Cambria Math" panose="02040503050406030204" pitchFamily="18" charset="0"/>
                        </a:rPr>
                        <m:t>Ö</m:t>
                      </m:r>
                      <m:r>
                        <a:rPr lang="tr-TR" sz="1100" i="1">
                          <a:latin typeface="Cambria Math" panose="02040503050406030204" pitchFamily="18" charset="0"/>
                        </a:rPr>
                        <m:t>𝑘𝑙𝑖𝑑</m:t>
                      </m:r>
                      <m:r>
                        <a:rPr lang="tr-TR" sz="1100" i="0">
                          <a:latin typeface="Cambria Math" panose="02040503050406030204" pitchFamily="18" charset="0"/>
                        </a:rPr>
                        <m:t> </m:t>
                      </m:r>
                      <m:r>
                        <a:rPr lang="tr-TR" sz="1100" i="1">
                          <a:latin typeface="Cambria Math" panose="02040503050406030204" pitchFamily="18" charset="0"/>
                        </a:rPr>
                        <m:t>𝑈𝑧𝑎𝑘𝑙</m:t>
                      </m:r>
                      <m:r>
                        <a:rPr lang="tr-TR" sz="1100" i="0">
                          <a:latin typeface="Cambria Math" panose="02040503050406030204" pitchFamily="18" charset="0"/>
                        </a:rPr>
                        <m:t>ığı= </m:t>
                      </m:r>
                      <m:rad>
                        <m:radPr>
                          <m:degHide m:val="on"/>
                          <m:ctrlPr>
                            <a:rPr lang="tr-TR" sz="1100" i="1">
                              <a:solidFill>
                                <a:srgbClr val="836967"/>
                              </a:solidFill>
                              <a:latin typeface="Cambria Math" panose="02040503050406030204" pitchFamily="18" charset="0"/>
                            </a:rPr>
                          </m:ctrlPr>
                        </m:radPr>
                        <m:deg/>
                        <m:e>
                          <m:sSup>
                            <m:sSupPr>
                              <m:ctrlPr>
                                <a:rPr lang="tr-TR" sz="1100" i="1">
                                  <a:solidFill>
                                    <a:srgbClr val="836967"/>
                                  </a:solidFill>
                                  <a:latin typeface="Cambria Math" panose="02040503050406030204" pitchFamily="18" charset="0"/>
                                </a:rPr>
                              </m:ctrlPr>
                            </m:sSupPr>
                            <m:e>
                              <m:d>
                                <m:dPr>
                                  <m:ctrlPr>
                                    <a:rPr lang="tr-TR" sz="1100" i="1">
                                      <a:solidFill>
                                        <a:srgbClr val="836967"/>
                                      </a:solidFill>
                                      <a:latin typeface="Cambria Math" panose="02040503050406030204" pitchFamily="18" charset="0"/>
                                    </a:rPr>
                                  </m:ctrlPr>
                                </m:dPr>
                                <m:e>
                                  <m:r>
                                    <a:rPr lang="tr-TR" sz="1100" i="0">
                                      <a:latin typeface="Cambria Math" panose="02040503050406030204" pitchFamily="18" charset="0"/>
                                    </a:rPr>
                                    <m:t>3−3</m:t>
                                  </m:r>
                                </m:e>
                              </m:d>
                            </m:e>
                            <m:sup>
                              <m:r>
                                <a:rPr lang="tr-TR" sz="1100" i="0">
                                  <a:latin typeface="Cambria Math" panose="02040503050406030204" pitchFamily="18" charset="0"/>
                                </a:rPr>
                                <m:t>2</m:t>
                              </m:r>
                            </m:sup>
                          </m:sSup>
                          <m:r>
                            <a:rPr lang="tr-TR" sz="1100" i="0">
                              <a:latin typeface="Cambria Math" panose="02040503050406030204" pitchFamily="18" charset="0"/>
                            </a:rPr>
                            <m:t>+</m:t>
                          </m:r>
                          <m:sSup>
                            <m:sSupPr>
                              <m:ctrlPr>
                                <a:rPr lang="tr-TR" sz="1100" i="1">
                                  <a:solidFill>
                                    <a:srgbClr val="836967"/>
                                  </a:solidFill>
                                  <a:latin typeface="Cambria Math" panose="02040503050406030204" pitchFamily="18" charset="0"/>
                                </a:rPr>
                              </m:ctrlPr>
                            </m:sSupPr>
                            <m:e>
                              <m:d>
                                <m:dPr>
                                  <m:ctrlPr>
                                    <a:rPr lang="tr-TR" sz="1100" i="1">
                                      <a:solidFill>
                                        <a:srgbClr val="836967"/>
                                      </a:solidFill>
                                      <a:latin typeface="Cambria Math" panose="02040503050406030204" pitchFamily="18" charset="0"/>
                                    </a:rPr>
                                  </m:ctrlPr>
                                </m:dPr>
                                <m:e>
                                  <m:r>
                                    <a:rPr lang="tr-TR" sz="1100" i="0">
                                      <a:latin typeface="Cambria Math" panose="02040503050406030204" pitchFamily="18" charset="0"/>
                                    </a:rPr>
                                    <m:t>4−7</m:t>
                                  </m:r>
                                </m:e>
                              </m:d>
                            </m:e>
                            <m:sup>
                              <m:r>
                                <a:rPr lang="tr-TR" sz="1100" i="0">
                                  <a:latin typeface="Cambria Math" panose="02040503050406030204" pitchFamily="18" charset="0"/>
                                </a:rPr>
                                <m:t>2</m:t>
                              </m:r>
                            </m:sup>
                          </m:sSup>
                        </m:e>
                      </m:rad>
                    </m:oMath>
                  </m:oMathPara>
                </a14:m>
                <a:endParaRPr lang="tr-TR" sz="1100" dirty="0"/>
              </a:p>
            </p:txBody>
          </p:sp>
        </mc:Choice>
        <mc:Fallback xmlns="">
          <p:sp>
            <p:nvSpPr>
              <p:cNvPr id="8" name="Metin kutusu 7">
                <a:extLst>
                  <a:ext uri="{FF2B5EF4-FFF2-40B4-BE49-F238E27FC236}">
                    <a16:creationId xmlns:a16="http://schemas.microsoft.com/office/drawing/2014/main" id="{F13D3F00-C8D7-29AF-9660-3325E85A0032}"/>
                  </a:ext>
                </a:extLst>
              </p:cNvPr>
              <p:cNvSpPr txBox="1">
                <a:spLocks noRot="1" noChangeAspect="1" noMove="1" noResize="1" noEditPoints="1" noAdjustHandles="1" noChangeArrowheads="1" noChangeShapeType="1" noTextEdit="1"/>
              </p:cNvSpPr>
              <p:nvPr/>
            </p:nvSpPr>
            <p:spPr>
              <a:xfrm>
                <a:off x="2302557" y="2024606"/>
                <a:ext cx="4582632" cy="297325"/>
              </a:xfrm>
              <a:prstGeom prst="rect">
                <a:avLst/>
              </a:prstGeom>
              <a:blipFill>
                <a:blip r:embed="rId5"/>
                <a:stretch>
                  <a:fillRect b="-612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Metin kutusu 9">
                <a:extLst>
                  <a:ext uri="{FF2B5EF4-FFF2-40B4-BE49-F238E27FC236}">
                    <a16:creationId xmlns:a16="http://schemas.microsoft.com/office/drawing/2014/main" id="{085A4B96-DCA6-FB4B-1FFA-B92CDA2C9CA5}"/>
                  </a:ext>
                </a:extLst>
              </p:cNvPr>
              <p:cNvSpPr txBox="1"/>
              <p:nvPr/>
            </p:nvSpPr>
            <p:spPr>
              <a:xfrm>
                <a:off x="2291316" y="2412103"/>
                <a:ext cx="1926265" cy="2616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tr-TR" sz="1100" smtClean="0">
                          <a:latin typeface="Cambria Math" panose="02040503050406030204" pitchFamily="18" charset="0"/>
                        </a:rPr>
                        <m:t>Ö</m:t>
                      </m:r>
                      <m:r>
                        <a:rPr lang="tr-TR" sz="1100" i="1">
                          <a:latin typeface="Cambria Math" panose="02040503050406030204" pitchFamily="18" charset="0"/>
                        </a:rPr>
                        <m:t>𝑘𝑙𝑖𝑑</m:t>
                      </m:r>
                      <m:r>
                        <a:rPr lang="tr-TR" sz="1100" i="0">
                          <a:latin typeface="Cambria Math" panose="02040503050406030204" pitchFamily="18" charset="0"/>
                        </a:rPr>
                        <m:t> </m:t>
                      </m:r>
                      <m:r>
                        <a:rPr lang="tr-TR" sz="1100" i="1">
                          <a:latin typeface="Cambria Math" panose="02040503050406030204" pitchFamily="18" charset="0"/>
                        </a:rPr>
                        <m:t>𝑈𝑧𝑎𝑘𝑙</m:t>
                      </m:r>
                      <m:r>
                        <a:rPr lang="tr-TR" sz="1100" i="0">
                          <a:latin typeface="Cambria Math" panose="02040503050406030204" pitchFamily="18" charset="0"/>
                        </a:rPr>
                        <m:t>ığı= 3 </m:t>
                      </m:r>
                      <m:r>
                        <a:rPr lang="tr-TR" sz="1100" i="1">
                          <a:latin typeface="Cambria Math" panose="02040503050406030204" pitchFamily="18" charset="0"/>
                        </a:rPr>
                        <m:t>𝑏𝑖𝑟𝑖𝑚</m:t>
                      </m:r>
                    </m:oMath>
                  </m:oMathPara>
                </a14:m>
                <a:endParaRPr lang="tr-TR" sz="1100" dirty="0"/>
              </a:p>
            </p:txBody>
          </p:sp>
        </mc:Choice>
        <mc:Fallback xmlns="">
          <p:sp>
            <p:nvSpPr>
              <p:cNvPr id="10" name="Metin kutusu 9">
                <a:extLst>
                  <a:ext uri="{FF2B5EF4-FFF2-40B4-BE49-F238E27FC236}">
                    <a16:creationId xmlns:a16="http://schemas.microsoft.com/office/drawing/2014/main" id="{085A4B96-DCA6-FB4B-1FFA-B92CDA2C9CA5}"/>
                  </a:ext>
                </a:extLst>
              </p:cNvPr>
              <p:cNvSpPr txBox="1">
                <a:spLocks noRot="1" noChangeAspect="1" noMove="1" noResize="1" noEditPoints="1" noAdjustHandles="1" noChangeArrowheads="1" noChangeShapeType="1" noTextEdit="1"/>
              </p:cNvSpPr>
              <p:nvPr/>
            </p:nvSpPr>
            <p:spPr>
              <a:xfrm>
                <a:off x="2291316" y="2412103"/>
                <a:ext cx="1926265" cy="261610"/>
              </a:xfrm>
              <a:prstGeom prst="rect">
                <a:avLst/>
              </a:prstGeom>
              <a:blipFill>
                <a:blip r:embed="rId6"/>
                <a:stretch>
                  <a:fillRect b="-4651"/>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3" name="Metin kutusu 12">
                <a:extLst>
                  <a:ext uri="{FF2B5EF4-FFF2-40B4-BE49-F238E27FC236}">
                    <a16:creationId xmlns:a16="http://schemas.microsoft.com/office/drawing/2014/main" id="{BA63C8BA-7B4C-35EA-DE94-907E8DDE8EDF}"/>
                  </a:ext>
                </a:extLst>
              </p:cNvPr>
              <p:cNvSpPr txBox="1"/>
              <p:nvPr/>
            </p:nvSpPr>
            <p:spPr>
              <a:xfrm>
                <a:off x="2258810" y="3042892"/>
                <a:ext cx="4582632" cy="444161"/>
              </a:xfrm>
              <a:prstGeom prst="rect">
                <a:avLst/>
              </a:prstGeom>
              <a:noFill/>
            </p:spPr>
            <p:txBody>
              <a:bodyPr wrap="square">
                <a:spAutoFit/>
              </a:bodyPr>
              <a:lstStyle/>
              <a:p>
                <a:pPr>
                  <a:lnSpc>
                    <a:spcPct val="107000"/>
                  </a:lnSpc>
                  <a:spcAft>
                    <a:spcPts val="800"/>
                  </a:spcAft>
                </a:pPr>
                <a:r>
                  <a:rPr lang="tr-TR" sz="1050" kern="100" dirty="0">
                    <a:effectLst/>
                    <a:latin typeface="Aptos" panose="020B0004020202020204" pitchFamily="34" charset="0"/>
                    <a:ea typeface="Aptos" panose="020B0004020202020204" pitchFamily="34" charset="0"/>
                    <a:cs typeface="Times New Roman" panose="02020603050405020304" pitchFamily="18" charset="0"/>
                  </a:rPr>
                  <a:t> </a:t>
                </a:r>
                <a14:m>
                  <m:oMath xmlns:m="http://schemas.openxmlformats.org/officeDocument/2006/math">
                    <m:r>
                      <a:rPr lang="tr-TR" sz="1050" i="1" kern="100">
                        <a:effectLst/>
                        <a:latin typeface="Cambria Math" panose="02040503050406030204" pitchFamily="18" charset="0"/>
                        <a:ea typeface="Aptos" panose="020B0004020202020204" pitchFamily="34" charset="0"/>
                        <a:cs typeface="Times New Roman" panose="02020603050405020304" pitchFamily="18" charset="0"/>
                      </a:rPr>
                      <m:t>Ö</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𝑘𝑙𝑖𝑑</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 </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𝑈𝑧𝑎𝑘𝑙</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ığı= </m:t>
                    </m:r>
                    <m:rad>
                      <m:radPr>
                        <m:degHide m:val="on"/>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radPr>
                      <m:deg/>
                      <m:e>
                        <m:sSup>
                          <m:sSup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_4</m:t>
                                    </m:r>
                                  </m:sub>
                                </m:sSub>
                                <m:r>
                                  <a:rPr lang="tr-TR" sz="105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𝑋</m:t>
                                    </m:r>
                                  </m:e>
                                  <m:sub>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050" i="1" kern="100">
                                <a:effectLst/>
                                <a:latin typeface="Cambria Math" panose="02040503050406030204" pitchFamily="18" charset="0"/>
                                <a:ea typeface="Aptos" panose="020B0004020202020204" pitchFamily="34" charset="0"/>
                                <a:cs typeface="Times New Roman" panose="02020603050405020304" pitchFamily="18" charset="0"/>
                              </a:rPr>
                              <m:t>2</m:t>
                            </m:r>
                          </m:sup>
                        </m:sSup>
                        <m:r>
                          <a:rPr lang="tr-TR" sz="1050" i="1" kern="100">
                            <a:effectLst/>
                            <a:latin typeface="Cambria Math" panose="02040503050406030204" pitchFamily="18" charset="0"/>
                            <a:ea typeface="Aptos" panose="020B0004020202020204" pitchFamily="34" charset="0"/>
                            <a:cs typeface="Times New Roman" panose="02020603050405020304" pitchFamily="18" charset="0"/>
                          </a:rPr>
                          <m:t>+</m:t>
                        </m:r>
                        <m:sSup>
                          <m:sSup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sSupPr>
                          <m:e>
                            <m:d>
                              <m:d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dPr>
                              <m:e>
                                <m:sSub>
                                  <m:sSub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_4</m:t>
                                    </m:r>
                                  </m:sub>
                                </m:sSub>
                                <m:r>
                                  <a:rPr lang="tr-TR" sz="1050" i="1" kern="100">
                                    <a:effectLst/>
                                    <a:latin typeface="Cambria Math" panose="02040503050406030204" pitchFamily="18" charset="0"/>
                                    <a:ea typeface="Aptos" panose="020B0004020202020204" pitchFamily="34" charset="0"/>
                                    <a:cs typeface="Times New Roman" panose="02020603050405020304" pitchFamily="18" charset="0"/>
                                  </a:rPr>
                                  <m:t>−</m:t>
                                </m:r>
                                <m:sSub>
                                  <m:sSubPr>
                                    <m:ctrlPr>
                                      <a:rPr lang="tr-TR" sz="1050" i="1" kern="100">
                                        <a:effectLst/>
                                        <a:latin typeface="Cambria Math" panose="02040503050406030204" pitchFamily="18" charset="0"/>
                                        <a:ea typeface="Aptos" panose="020B0004020202020204" pitchFamily="34" charset="0"/>
                                        <a:cs typeface="Times New Roman" panose="02020603050405020304" pitchFamily="18" charset="0"/>
                                      </a:rPr>
                                    </m:ctrlPr>
                                  </m:sSubPr>
                                  <m:e>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𝑌</m:t>
                                    </m:r>
                                  </m:e>
                                  <m:sub>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𝑦𝑒𝑛𝑖</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_</m:t>
                                    </m:r>
                                    <m:r>
                                      <a:rPr lang="tr-TR" sz="1050" i="1" kern="100">
                                        <a:effectLst/>
                                        <a:latin typeface="Cambria Math" panose="02040503050406030204" pitchFamily="18" charset="0"/>
                                        <a:ea typeface="Aptos" panose="020B0004020202020204" pitchFamily="34" charset="0"/>
                                        <a:cs typeface="Times New Roman" panose="02020603050405020304" pitchFamily="18" charset="0"/>
                                      </a:rPr>
                                      <m:t>𝑛𝑒𝑠𝑛𝑒</m:t>
                                    </m:r>
                                  </m:sub>
                                </m:sSub>
                              </m:e>
                            </m:d>
                          </m:e>
                          <m:sup>
                            <m:r>
                              <a:rPr lang="tr-TR" sz="1050" i="1" kern="100">
                                <a:effectLst/>
                                <a:latin typeface="Cambria Math" panose="02040503050406030204" pitchFamily="18" charset="0"/>
                                <a:ea typeface="Aptos" panose="020B0004020202020204" pitchFamily="34" charset="0"/>
                                <a:cs typeface="Times New Roman" panose="02020603050405020304" pitchFamily="18" charset="0"/>
                              </a:rPr>
                              <m:t>2</m:t>
                            </m:r>
                          </m:sup>
                        </m:sSup>
                      </m:e>
                    </m:rad>
                  </m:oMath>
                </a14:m>
                <a:endParaRPr lang="tr-TR" sz="1050" kern="100" dirty="0">
                  <a:effectLst/>
                  <a:latin typeface="Aptos" panose="020B0004020202020204" pitchFamily="34" charset="0"/>
                  <a:ea typeface="Aptos" panose="020B0004020202020204" pitchFamily="34" charset="0"/>
                  <a:cs typeface="Times New Roman" panose="02020603050405020304" pitchFamily="18" charset="0"/>
                </a:endParaRPr>
              </a:p>
            </p:txBody>
          </p:sp>
        </mc:Choice>
        <mc:Fallback xmlns="">
          <p:sp>
            <p:nvSpPr>
              <p:cNvPr id="13" name="Metin kutusu 12">
                <a:extLst>
                  <a:ext uri="{FF2B5EF4-FFF2-40B4-BE49-F238E27FC236}">
                    <a16:creationId xmlns:a16="http://schemas.microsoft.com/office/drawing/2014/main" id="{BA63C8BA-7B4C-35EA-DE94-907E8DDE8EDF}"/>
                  </a:ext>
                </a:extLst>
              </p:cNvPr>
              <p:cNvSpPr txBox="1">
                <a:spLocks noRot="1" noChangeAspect="1" noMove="1" noResize="1" noEditPoints="1" noAdjustHandles="1" noChangeArrowheads="1" noChangeShapeType="1" noTextEdit="1"/>
              </p:cNvSpPr>
              <p:nvPr/>
            </p:nvSpPr>
            <p:spPr>
              <a:xfrm>
                <a:off x="2258810" y="3042892"/>
                <a:ext cx="4582632" cy="444161"/>
              </a:xfrm>
              <a:prstGeom prst="rect">
                <a:avLst/>
              </a:prstGeom>
              <a:blipFill>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 name="Metin kutusu 15">
                <a:extLst>
                  <a:ext uri="{FF2B5EF4-FFF2-40B4-BE49-F238E27FC236}">
                    <a16:creationId xmlns:a16="http://schemas.microsoft.com/office/drawing/2014/main" id="{B3824DF9-1549-BC71-5884-F7CA5DD23381}"/>
                  </a:ext>
                </a:extLst>
              </p:cNvPr>
              <p:cNvSpPr txBox="1"/>
              <p:nvPr/>
            </p:nvSpPr>
            <p:spPr>
              <a:xfrm>
                <a:off x="2258810" y="3527783"/>
                <a:ext cx="4582632" cy="29732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tr-TR" sz="1100" smtClean="0">
                          <a:latin typeface="Cambria Math" panose="02040503050406030204" pitchFamily="18" charset="0"/>
                        </a:rPr>
                        <m:t>Ö</m:t>
                      </m:r>
                      <m:r>
                        <a:rPr lang="tr-TR" sz="1100" i="1">
                          <a:latin typeface="Cambria Math" panose="02040503050406030204" pitchFamily="18" charset="0"/>
                        </a:rPr>
                        <m:t>𝑘𝑙𝑖𝑑</m:t>
                      </m:r>
                      <m:r>
                        <a:rPr lang="tr-TR" sz="1100" i="0">
                          <a:latin typeface="Cambria Math" panose="02040503050406030204" pitchFamily="18" charset="0"/>
                        </a:rPr>
                        <m:t> </m:t>
                      </m:r>
                      <m:r>
                        <a:rPr lang="tr-TR" sz="1100" i="1">
                          <a:latin typeface="Cambria Math" panose="02040503050406030204" pitchFamily="18" charset="0"/>
                        </a:rPr>
                        <m:t>𝑈𝑧𝑎𝑘𝑙</m:t>
                      </m:r>
                      <m:r>
                        <a:rPr lang="tr-TR" sz="1100" i="0">
                          <a:latin typeface="Cambria Math" panose="02040503050406030204" pitchFamily="18" charset="0"/>
                        </a:rPr>
                        <m:t>ığı= </m:t>
                      </m:r>
                      <m:rad>
                        <m:radPr>
                          <m:degHide m:val="on"/>
                          <m:ctrlPr>
                            <a:rPr lang="tr-TR" sz="1100" i="1">
                              <a:solidFill>
                                <a:srgbClr val="836967"/>
                              </a:solidFill>
                              <a:latin typeface="Cambria Math" panose="02040503050406030204" pitchFamily="18" charset="0"/>
                            </a:rPr>
                          </m:ctrlPr>
                        </m:radPr>
                        <m:deg/>
                        <m:e>
                          <m:sSup>
                            <m:sSupPr>
                              <m:ctrlPr>
                                <a:rPr lang="tr-TR" sz="1100" i="1">
                                  <a:solidFill>
                                    <a:srgbClr val="836967"/>
                                  </a:solidFill>
                                  <a:latin typeface="Cambria Math" panose="02040503050406030204" pitchFamily="18" charset="0"/>
                                </a:rPr>
                              </m:ctrlPr>
                            </m:sSupPr>
                            <m:e>
                              <m:d>
                                <m:dPr>
                                  <m:ctrlPr>
                                    <a:rPr lang="tr-TR" sz="1100" i="1">
                                      <a:solidFill>
                                        <a:srgbClr val="836967"/>
                                      </a:solidFill>
                                      <a:latin typeface="Cambria Math" panose="02040503050406030204" pitchFamily="18" charset="0"/>
                                    </a:rPr>
                                  </m:ctrlPr>
                                </m:dPr>
                                <m:e>
                                  <m:r>
                                    <a:rPr lang="tr-TR" sz="1100" i="0">
                                      <a:latin typeface="Cambria Math" panose="02040503050406030204" pitchFamily="18" charset="0"/>
                                    </a:rPr>
                                    <m:t>1−3</m:t>
                                  </m:r>
                                </m:e>
                              </m:d>
                            </m:e>
                            <m:sup>
                              <m:r>
                                <a:rPr lang="tr-TR" sz="1100" i="0">
                                  <a:latin typeface="Cambria Math" panose="02040503050406030204" pitchFamily="18" charset="0"/>
                                </a:rPr>
                                <m:t>2</m:t>
                              </m:r>
                            </m:sup>
                          </m:sSup>
                          <m:r>
                            <a:rPr lang="tr-TR" sz="1100" i="0">
                              <a:latin typeface="Cambria Math" panose="02040503050406030204" pitchFamily="18" charset="0"/>
                            </a:rPr>
                            <m:t>+</m:t>
                          </m:r>
                          <m:sSup>
                            <m:sSupPr>
                              <m:ctrlPr>
                                <a:rPr lang="tr-TR" sz="1100" i="1">
                                  <a:solidFill>
                                    <a:srgbClr val="836967"/>
                                  </a:solidFill>
                                  <a:latin typeface="Cambria Math" panose="02040503050406030204" pitchFamily="18" charset="0"/>
                                </a:rPr>
                              </m:ctrlPr>
                            </m:sSupPr>
                            <m:e>
                              <m:d>
                                <m:dPr>
                                  <m:ctrlPr>
                                    <a:rPr lang="tr-TR" sz="1100" i="1">
                                      <a:solidFill>
                                        <a:srgbClr val="836967"/>
                                      </a:solidFill>
                                      <a:latin typeface="Cambria Math" panose="02040503050406030204" pitchFamily="18" charset="0"/>
                                    </a:rPr>
                                  </m:ctrlPr>
                                </m:dPr>
                                <m:e>
                                  <m:r>
                                    <a:rPr lang="tr-TR" sz="1100" i="0">
                                      <a:latin typeface="Cambria Math" panose="02040503050406030204" pitchFamily="18" charset="0"/>
                                    </a:rPr>
                                    <m:t>4−7</m:t>
                                  </m:r>
                                </m:e>
                              </m:d>
                            </m:e>
                            <m:sup>
                              <m:r>
                                <a:rPr lang="tr-TR" sz="1100" i="0">
                                  <a:latin typeface="Cambria Math" panose="02040503050406030204" pitchFamily="18" charset="0"/>
                                </a:rPr>
                                <m:t>2</m:t>
                              </m:r>
                            </m:sup>
                          </m:sSup>
                        </m:e>
                      </m:rad>
                    </m:oMath>
                  </m:oMathPara>
                </a14:m>
                <a:endParaRPr lang="tr-TR" sz="1100" dirty="0"/>
              </a:p>
            </p:txBody>
          </p:sp>
        </mc:Choice>
        <mc:Fallback xmlns="">
          <p:sp>
            <p:nvSpPr>
              <p:cNvPr id="16" name="Metin kutusu 15">
                <a:extLst>
                  <a:ext uri="{FF2B5EF4-FFF2-40B4-BE49-F238E27FC236}">
                    <a16:creationId xmlns:a16="http://schemas.microsoft.com/office/drawing/2014/main" id="{B3824DF9-1549-BC71-5884-F7CA5DD23381}"/>
                  </a:ext>
                </a:extLst>
              </p:cNvPr>
              <p:cNvSpPr txBox="1">
                <a:spLocks noRot="1" noChangeAspect="1" noMove="1" noResize="1" noEditPoints="1" noAdjustHandles="1" noChangeArrowheads="1" noChangeShapeType="1" noTextEdit="1"/>
              </p:cNvSpPr>
              <p:nvPr/>
            </p:nvSpPr>
            <p:spPr>
              <a:xfrm>
                <a:off x="2258810" y="3527783"/>
                <a:ext cx="4582632" cy="297325"/>
              </a:xfrm>
              <a:prstGeom prst="rect">
                <a:avLst/>
              </a:prstGeom>
              <a:blipFill>
                <a:blip r:embed="rId8"/>
                <a:stretch>
                  <a:fillRect b="-625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8" name="Metin kutusu 17">
                <a:extLst>
                  <a:ext uri="{FF2B5EF4-FFF2-40B4-BE49-F238E27FC236}">
                    <a16:creationId xmlns:a16="http://schemas.microsoft.com/office/drawing/2014/main" id="{792AC0F9-3CCB-DF0B-787B-7674F110E9A3}"/>
                  </a:ext>
                </a:extLst>
              </p:cNvPr>
              <p:cNvSpPr txBox="1"/>
              <p:nvPr/>
            </p:nvSpPr>
            <p:spPr>
              <a:xfrm>
                <a:off x="2258810" y="3913535"/>
                <a:ext cx="4582632" cy="26161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tr-TR" sz="1100" smtClean="0">
                          <a:latin typeface="Cambria Math" panose="02040503050406030204" pitchFamily="18" charset="0"/>
                        </a:rPr>
                        <m:t>Ö</m:t>
                      </m:r>
                      <m:r>
                        <a:rPr lang="tr-TR" sz="1100" i="1">
                          <a:latin typeface="Cambria Math" panose="02040503050406030204" pitchFamily="18" charset="0"/>
                        </a:rPr>
                        <m:t>𝑘𝑙𝑖𝑑</m:t>
                      </m:r>
                      <m:r>
                        <a:rPr lang="tr-TR" sz="1100" i="0">
                          <a:latin typeface="Cambria Math" panose="02040503050406030204" pitchFamily="18" charset="0"/>
                        </a:rPr>
                        <m:t> </m:t>
                      </m:r>
                      <m:r>
                        <a:rPr lang="tr-TR" sz="1100" i="1">
                          <a:latin typeface="Cambria Math" panose="02040503050406030204" pitchFamily="18" charset="0"/>
                        </a:rPr>
                        <m:t>𝑈𝑧𝑎𝑘𝑙</m:t>
                      </m:r>
                      <m:r>
                        <a:rPr lang="tr-TR" sz="1100" i="0">
                          <a:latin typeface="Cambria Math" panose="02040503050406030204" pitchFamily="18" charset="0"/>
                        </a:rPr>
                        <m:t>ığı= 3,60551 </m:t>
                      </m:r>
                      <m:r>
                        <a:rPr lang="tr-TR" sz="1100" i="1">
                          <a:latin typeface="Cambria Math" panose="02040503050406030204" pitchFamily="18" charset="0"/>
                        </a:rPr>
                        <m:t>𝑏𝑖𝑟𝑖𝑚</m:t>
                      </m:r>
                    </m:oMath>
                  </m:oMathPara>
                </a14:m>
                <a:endParaRPr lang="tr-TR" sz="1100" dirty="0"/>
              </a:p>
            </p:txBody>
          </p:sp>
        </mc:Choice>
        <mc:Fallback xmlns="">
          <p:sp>
            <p:nvSpPr>
              <p:cNvPr id="18" name="Metin kutusu 17">
                <a:extLst>
                  <a:ext uri="{FF2B5EF4-FFF2-40B4-BE49-F238E27FC236}">
                    <a16:creationId xmlns:a16="http://schemas.microsoft.com/office/drawing/2014/main" id="{792AC0F9-3CCB-DF0B-787B-7674F110E9A3}"/>
                  </a:ext>
                </a:extLst>
              </p:cNvPr>
              <p:cNvSpPr txBox="1">
                <a:spLocks noRot="1" noChangeAspect="1" noMove="1" noResize="1" noEditPoints="1" noAdjustHandles="1" noChangeArrowheads="1" noChangeShapeType="1" noTextEdit="1"/>
              </p:cNvSpPr>
              <p:nvPr/>
            </p:nvSpPr>
            <p:spPr>
              <a:xfrm>
                <a:off x="2258810" y="3913535"/>
                <a:ext cx="4582632" cy="261610"/>
              </a:xfrm>
              <a:prstGeom prst="rect">
                <a:avLst/>
              </a:prstGeom>
              <a:blipFill>
                <a:blip r:embed="rId9"/>
                <a:stretch>
                  <a:fillRect b="-4651"/>
                </a:stretch>
              </a:blipFill>
            </p:spPr>
            <p:txBody>
              <a:bodyPr/>
              <a:lstStyle/>
              <a:p>
                <a:r>
                  <a:rPr lang="tr-TR">
                    <a:noFill/>
                  </a:rPr>
                  <a:t> </a:t>
                </a:r>
              </a:p>
            </p:txBody>
          </p:sp>
        </mc:Fallback>
      </mc:AlternateContent>
    </p:spTree>
    <p:extLst>
      <p:ext uri="{BB962C8B-B14F-4D97-AF65-F5344CB8AC3E}">
        <p14:creationId xmlns:p14="http://schemas.microsoft.com/office/powerpoint/2010/main" val="252285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1000"/>
                                        <p:tgtEl>
                                          <p:spTgt spid="22"/>
                                        </p:tgtEl>
                                      </p:cBhvr>
                                    </p:animEffect>
                                    <p:anim calcmode="lin" valueType="num">
                                      <p:cBhvr>
                                        <p:cTn id="36" dur="1000" fill="hold"/>
                                        <p:tgtEl>
                                          <p:spTgt spid="22"/>
                                        </p:tgtEl>
                                        <p:attrNameLst>
                                          <p:attrName>ppt_x</p:attrName>
                                        </p:attrNameLst>
                                      </p:cBhvr>
                                      <p:tavLst>
                                        <p:tav tm="0">
                                          <p:val>
                                            <p:strVal val="#ppt_x"/>
                                          </p:val>
                                        </p:tav>
                                        <p:tav tm="100000">
                                          <p:val>
                                            <p:strVal val="#ppt_x"/>
                                          </p:val>
                                        </p:tav>
                                      </p:tavLst>
                                    </p:anim>
                                    <p:anim calcmode="lin" valueType="num">
                                      <p:cBhvr>
                                        <p:cTn id="37"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1000"/>
                                        <p:tgtEl>
                                          <p:spTgt spid="16"/>
                                        </p:tgtEl>
                                      </p:cBhvr>
                                    </p:animEffect>
                                    <p:anim calcmode="lin" valueType="num">
                                      <p:cBhvr>
                                        <p:cTn id="50" dur="1000" fill="hold"/>
                                        <p:tgtEl>
                                          <p:spTgt spid="16"/>
                                        </p:tgtEl>
                                        <p:attrNameLst>
                                          <p:attrName>ppt_x</p:attrName>
                                        </p:attrNameLst>
                                      </p:cBhvr>
                                      <p:tavLst>
                                        <p:tav tm="0">
                                          <p:val>
                                            <p:strVal val="#ppt_x"/>
                                          </p:val>
                                        </p:tav>
                                        <p:tav tm="100000">
                                          <p:val>
                                            <p:strVal val="#ppt_x"/>
                                          </p:val>
                                        </p:tav>
                                      </p:tavLst>
                                    </p:anim>
                                    <p:anim calcmode="lin" valueType="num">
                                      <p:cBhvr>
                                        <p:cTn id="51"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1000"/>
                                        <p:tgtEl>
                                          <p:spTgt spid="18"/>
                                        </p:tgtEl>
                                      </p:cBhvr>
                                    </p:animEffect>
                                    <p:anim calcmode="lin" valueType="num">
                                      <p:cBhvr>
                                        <p:cTn id="57" dur="1000" fill="hold"/>
                                        <p:tgtEl>
                                          <p:spTgt spid="18"/>
                                        </p:tgtEl>
                                        <p:attrNameLst>
                                          <p:attrName>ppt_x</p:attrName>
                                        </p:attrNameLst>
                                      </p:cBhvr>
                                      <p:tavLst>
                                        <p:tav tm="0">
                                          <p:val>
                                            <p:strVal val="#ppt_x"/>
                                          </p:val>
                                        </p:tav>
                                        <p:tav tm="100000">
                                          <p:val>
                                            <p:strVal val="#ppt_x"/>
                                          </p:val>
                                        </p:tav>
                                      </p:tavLst>
                                    </p:anim>
                                    <p:anim calcmode="lin" valueType="num">
                                      <p:cBhvr>
                                        <p:cTn id="5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2" grpId="0"/>
      <p:bldP spid="6" grpId="0"/>
      <p:bldP spid="8" grpId="0"/>
      <p:bldP spid="10" grpId="0"/>
      <p:bldP spid="13" grpId="0"/>
      <p:bldP spid="16" grpId="0"/>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271"/>
        <p:cNvGrpSpPr/>
        <p:nvPr/>
      </p:nvGrpSpPr>
      <p:grpSpPr>
        <a:xfrm>
          <a:off x="0" y="0"/>
          <a:ext cx="0" cy="0"/>
          <a:chOff x="0" y="0"/>
          <a:chExt cx="0" cy="0"/>
        </a:xfrm>
      </p:grpSpPr>
      <p:sp>
        <p:nvSpPr>
          <p:cNvPr id="1272" name="Google Shape;1272;p42"/>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a:latin typeface="Maven Pro" panose="020B0604020202020204" charset="-94"/>
              </a:rPr>
              <a:t>K-</a:t>
            </a:r>
            <a:r>
              <a:rPr lang="tr-TR" b="1" dirty="0" err="1">
                <a:latin typeface="Maven Pro" panose="020B0604020202020204" charset="-94"/>
              </a:rPr>
              <a:t>Nearest</a:t>
            </a:r>
            <a:r>
              <a:rPr lang="tr-TR" b="1" dirty="0">
                <a:latin typeface="Maven Pro" panose="020B0604020202020204" charset="-94"/>
              </a:rPr>
              <a:t> </a:t>
            </a:r>
            <a:r>
              <a:rPr lang="tr-TR" b="1" dirty="0" err="1">
                <a:latin typeface="Maven Pro" panose="020B0604020202020204" charset="-94"/>
              </a:rPr>
              <a:t>Neighbor</a:t>
            </a:r>
            <a:endParaRPr b="1" dirty="0">
              <a:latin typeface="Maven Pro" panose="020B0604020202020204" charset="-94"/>
            </a:endParaRPr>
          </a:p>
        </p:txBody>
      </p:sp>
      <p:grpSp>
        <p:nvGrpSpPr>
          <p:cNvPr id="1275" name="Google Shape;1275;p42"/>
          <p:cNvGrpSpPr/>
          <p:nvPr/>
        </p:nvGrpSpPr>
        <p:grpSpPr>
          <a:xfrm>
            <a:off x="7421075" y="539500"/>
            <a:ext cx="1009703" cy="130500"/>
            <a:chOff x="5461400" y="616025"/>
            <a:chExt cx="1009703" cy="130500"/>
          </a:xfrm>
        </p:grpSpPr>
        <p:sp>
          <p:nvSpPr>
            <p:cNvPr id="1276" name="Google Shape;1276;p42"/>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2"/>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2"/>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2"/>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2"/>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1" name="Google Shape;1281;p42"/>
          <p:cNvGrpSpPr/>
          <p:nvPr/>
        </p:nvGrpSpPr>
        <p:grpSpPr>
          <a:xfrm>
            <a:off x="720000" y="4473500"/>
            <a:ext cx="1009703" cy="130500"/>
            <a:chOff x="5461400" y="616025"/>
            <a:chExt cx="1009703" cy="130500"/>
          </a:xfrm>
        </p:grpSpPr>
        <p:sp>
          <p:nvSpPr>
            <p:cNvPr id="1282" name="Google Shape;1282;p42"/>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2"/>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2"/>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2"/>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2"/>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2FBD256C-D66C-1067-76EF-E835CA32F89A}"/>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88D2A24D-CEDA-4F33-9298-7C82E9B9735E}"/>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7" name="Tablo 6">
            <a:extLst>
              <a:ext uri="{FF2B5EF4-FFF2-40B4-BE49-F238E27FC236}">
                <a16:creationId xmlns:a16="http://schemas.microsoft.com/office/drawing/2014/main" id="{F07C1FBF-50AC-A091-8571-31B7CD528E64}"/>
              </a:ext>
            </a:extLst>
          </p:cNvPr>
          <p:cNvGraphicFramePr>
            <a:graphicFrameLocks noGrp="1"/>
          </p:cNvGraphicFramePr>
          <p:nvPr>
            <p:extLst>
              <p:ext uri="{D42A27DB-BD31-4B8C-83A1-F6EECF244321}">
                <p14:modId xmlns:p14="http://schemas.microsoft.com/office/powerpoint/2010/main" val="2577403593"/>
              </p:ext>
            </p:extLst>
          </p:nvPr>
        </p:nvGraphicFramePr>
        <p:xfrm>
          <a:off x="479453" y="1453116"/>
          <a:ext cx="2625254" cy="1212109"/>
        </p:xfrm>
        <a:graphic>
          <a:graphicData uri="http://schemas.openxmlformats.org/drawingml/2006/table">
            <a:tbl>
              <a:tblPr>
                <a:tableStyleId>{C65A26D9-3358-4309-A227-EDEAD8D7FABE}</a:tableStyleId>
              </a:tblPr>
              <a:tblGrid>
                <a:gridCol w="829028">
                  <a:extLst>
                    <a:ext uri="{9D8B030D-6E8A-4147-A177-3AD203B41FA5}">
                      <a16:colId xmlns:a16="http://schemas.microsoft.com/office/drawing/2014/main" val="1807995933"/>
                    </a:ext>
                  </a:extLst>
                </a:gridCol>
                <a:gridCol w="1796226">
                  <a:extLst>
                    <a:ext uri="{9D8B030D-6E8A-4147-A177-3AD203B41FA5}">
                      <a16:colId xmlns:a16="http://schemas.microsoft.com/office/drawing/2014/main" val="1087669969"/>
                    </a:ext>
                  </a:extLst>
                </a:gridCol>
              </a:tblGrid>
              <a:tr h="253817">
                <a:tc>
                  <a:txBody>
                    <a:bodyPr/>
                    <a:lstStyle/>
                    <a:p>
                      <a:pPr algn="l" fontAlgn="b"/>
                      <a:endParaRPr lang="tr-TR" sz="1100" b="1" i="0" u="none" strike="noStrike">
                        <a:solidFill>
                          <a:srgbClr val="000000"/>
                        </a:solidFill>
                        <a:effectLst/>
                        <a:latin typeface="Maven Pro" panose="020B0604020202020204" charset="-94"/>
                      </a:endParaRPr>
                    </a:p>
                  </a:txBody>
                  <a:tcPr marL="0" marR="0" marT="0" marB="0" anchor="b"/>
                </a:tc>
                <a:tc>
                  <a:txBody>
                    <a:bodyPr/>
                    <a:lstStyle/>
                    <a:p>
                      <a:pPr algn="ctr" fontAlgn="b"/>
                      <a:r>
                        <a:rPr lang="tr-TR" sz="1100" b="1" u="none" strike="noStrike" dirty="0">
                          <a:effectLst/>
                          <a:latin typeface="Maven Pro" panose="020B0604020202020204" charset="-94"/>
                        </a:rPr>
                        <a:t>Yeni Nesne ile </a:t>
                      </a:r>
                      <a:r>
                        <a:rPr lang="tr-TR" sz="1100" b="1" u="none" strike="noStrike" dirty="0" err="1">
                          <a:effectLst/>
                          <a:latin typeface="Maven Pro" panose="020B0604020202020204" charset="-94"/>
                        </a:rPr>
                        <a:t>Uzalıklık</a:t>
                      </a:r>
                      <a:endParaRPr lang="tr-TR" sz="1100" b="1" i="0" u="none" strike="noStrike" dirty="0">
                        <a:solidFill>
                          <a:srgbClr val="000000"/>
                        </a:solidFill>
                        <a:effectLst/>
                        <a:latin typeface="Maven Pro" panose="020B0604020202020204" charset="-94"/>
                      </a:endParaRPr>
                    </a:p>
                  </a:txBody>
                  <a:tcPr marL="0" marR="0" marT="0" marB="0" anchor="b"/>
                </a:tc>
                <a:extLst>
                  <a:ext uri="{0D108BD9-81ED-4DB2-BD59-A6C34878D82A}">
                    <a16:rowId xmlns:a16="http://schemas.microsoft.com/office/drawing/2014/main" val="3851919952"/>
                  </a:ext>
                </a:extLst>
              </a:tr>
              <a:tr h="239573">
                <a:tc>
                  <a:txBody>
                    <a:bodyPr/>
                    <a:lstStyle/>
                    <a:p>
                      <a:pPr algn="l" fontAlgn="b"/>
                      <a:r>
                        <a:rPr lang="tr-TR" sz="1100" b="1" u="none" strike="noStrike" dirty="0">
                          <a:effectLst/>
                          <a:latin typeface="Maven Pro" panose="020B0604020202020204" charset="-94"/>
                        </a:rPr>
                        <a:t>Nesne 1</a:t>
                      </a:r>
                      <a:endParaRPr lang="tr-TR" sz="1100" b="1" i="0" u="none" strike="noStrike" dirty="0">
                        <a:solidFill>
                          <a:srgbClr val="000000"/>
                        </a:solidFill>
                        <a:effectLst/>
                        <a:latin typeface="Maven Pro" panose="020B0604020202020204" charset="-94"/>
                      </a:endParaRPr>
                    </a:p>
                  </a:txBody>
                  <a:tcPr marL="0" marR="0" marT="0" marB="0" anchor="b"/>
                </a:tc>
                <a:tc>
                  <a:txBody>
                    <a:bodyPr/>
                    <a:lstStyle/>
                    <a:p>
                      <a:pPr algn="ctr" fontAlgn="b"/>
                      <a:r>
                        <a:rPr lang="tr-TR" sz="1100" u="none" strike="noStrike" dirty="0">
                          <a:effectLst/>
                          <a:latin typeface="Maven Pro" panose="020B0604020202020204" charset="-94"/>
                        </a:rPr>
                        <a:t>4</a:t>
                      </a:r>
                      <a:endParaRPr lang="tr-TR" sz="1100" b="0" i="0" u="none" strike="noStrike" dirty="0">
                        <a:solidFill>
                          <a:srgbClr val="000000"/>
                        </a:solidFill>
                        <a:effectLst/>
                        <a:latin typeface="Maven Pro" panose="020B0604020202020204" charset="-94"/>
                      </a:endParaRPr>
                    </a:p>
                  </a:txBody>
                  <a:tcPr marL="0" marR="0" marT="0" marB="0" anchor="b"/>
                </a:tc>
                <a:extLst>
                  <a:ext uri="{0D108BD9-81ED-4DB2-BD59-A6C34878D82A}">
                    <a16:rowId xmlns:a16="http://schemas.microsoft.com/office/drawing/2014/main" val="1247304164"/>
                  </a:ext>
                </a:extLst>
              </a:tr>
              <a:tr h="239573">
                <a:tc>
                  <a:txBody>
                    <a:bodyPr/>
                    <a:lstStyle/>
                    <a:p>
                      <a:pPr algn="l" fontAlgn="b"/>
                      <a:r>
                        <a:rPr lang="tr-TR" sz="1100" b="1" u="none" strike="noStrike" dirty="0">
                          <a:effectLst/>
                          <a:latin typeface="Maven Pro" panose="020B0604020202020204" charset="-94"/>
                        </a:rPr>
                        <a:t>Nesne 2</a:t>
                      </a:r>
                      <a:endParaRPr lang="tr-TR" sz="1100" b="1" i="0" u="none" strike="noStrike" dirty="0">
                        <a:solidFill>
                          <a:srgbClr val="000000"/>
                        </a:solidFill>
                        <a:effectLst/>
                        <a:latin typeface="Maven Pro" panose="020B0604020202020204" charset="-94"/>
                      </a:endParaRPr>
                    </a:p>
                  </a:txBody>
                  <a:tcPr marL="0" marR="0" marT="0" marB="0" anchor="b"/>
                </a:tc>
                <a:tc>
                  <a:txBody>
                    <a:bodyPr/>
                    <a:lstStyle/>
                    <a:p>
                      <a:pPr algn="ctr" fontAlgn="b"/>
                      <a:r>
                        <a:rPr lang="tr-TR" sz="1100" u="none" strike="noStrike" dirty="0">
                          <a:effectLst/>
                          <a:latin typeface="Maven Pro" panose="020B0604020202020204" charset="-94"/>
                        </a:rPr>
                        <a:t>5</a:t>
                      </a:r>
                      <a:endParaRPr lang="tr-TR" sz="1100" b="0" i="0" u="none" strike="noStrike" dirty="0">
                        <a:solidFill>
                          <a:srgbClr val="000000"/>
                        </a:solidFill>
                        <a:effectLst/>
                        <a:latin typeface="Maven Pro" panose="020B0604020202020204" charset="-94"/>
                      </a:endParaRPr>
                    </a:p>
                  </a:txBody>
                  <a:tcPr marL="0" marR="0" marT="0" marB="0" anchor="b"/>
                </a:tc>
                <a:extLst>
                  <a:ext uri="{0D108BD9-81ED-4DB2-BD59-A6C34878D82A}">
                    <a16:rowId xmlns:a16="http://schemas.microsoft.com/office/drawing/2014/main" val="4140724382"/>
                  </a:ext>
                </a:extLst>
              </a:tr>
              <a:tr h="239573">
                <a:tc>
                  <a:txBody>
                    <a:bodyPr/>
                    <a:lstStyle/>
                    <a:p>
                      <a:pPr algn="l" fontAlgn="b"/>
                      <a:r>
                        <a:rPr lang="tr-TR" sz="1100" b="1" u="none" strike="noStrike" dirty="0">
                          <a:effectLst/>
                          <a:latin typeface="Maven Pro" panose="020B0604020202020204" charset="-94"/>
                        </a:rPr>
                        <a:t>Nesne 3</a:t>
                      </a:r>
                      <a:endParaRPr lang="tr-TR" sz="1100" b="1" i="0" u="none" strike="noStrike" dirty="0">
                        <a:solidFill>
                          <a:srgbClr val="000000"/>
                        </a:solidFill>
                        <a:effectLst/>
                        <a:latin typeface="Maven Pro" panose="020B0604020202020204" charset="-94"/>
                      </a:endParaRPr>
                    </a:p>
                  </a:txBody>
                  <a:tcPr marL="0" marR="0" marT="0" marB="0" anchor="b"/>
                </a:tc>
                <a:tc>
                  <a:txBody>
                    <a:bodyPr/>
                    <a:lstStyle/>
                    <a:p>
                      <a:pPr algn="ctr" fontAlgn="b"/>
                      <a:r>
                        <a:rPr lang="tr-TR" sz="1100" u="none" strike="noStrike" dirty="0">
                          <a:effectLst/>
                          <a:latin typeface="Maven Pro" panose="020B0604020202020204" charset="-94"/>
                        </a:rPr>
                        <a:t>3</a:t>
                      </a:r>
                      <a:endParaRPr lang="tr-TR" sz="1100" b="0" i="0" u="none" strike="noStrike" dirty="0">
                        <a:solidFill>
                          <a:srgbClr val="000000"/>
                        </a:solidFill>
                        <a:effectLst/>
                        <a:latin typeface="Maven Pro" panose="020B0604020202020204" charset="-94"/>
                      </a:endParaRPr>
                    </a:p>
                  </a:txBody>
                  <a:tcPr marL="0" marR="0" marT="0" marB="0" anchor="b"/>
                </a:tc>
                <a:extLst>
                  <a:ext uri="{0D108BD9-81ED-4DB2-BD59-A6C34878D82A}">
                    <a16:rowId xmlns:a16="http://schemas.microsoft.com/office/drawing/2014/main" val="4048705313"/>
                  </a:ext>
                </a:extLst>
              </a:tr>
              <a:tr h="239573">
                <a:tc>
                  <a:txBody>
                    <a:bodyPr/>
                    <a:lstStyle/>
                    <a:p>
                      <a:pPr algn="l" fontAlgn="b"/>
                      <a:r>
                        <a:rPr lang="tr-TR" sz="1100" b="1" u="none" strike="noStrike" dirty="0">
                          <a:effectLst/>
                          <a:latin typeface="Maven Pro" panose="020B0604020202020204" charset="-94"/>
                        </a:rPr>
                        <a:t>Nesne 4</a:t>
                      </a:r>
                      <a:endParaRPr lang="tr-TR" sz="1100" b="1" i="0" u="none" strike="noStrike" dirty="0">
                        <a:solidFill>
                          <a:srgbClr val="000000"/>
                        </a:solidFill>
                        <a:effectLst/>
                        <a:latin typeface="Maven Pro" panose="020B0604020202020204" charset="-94"/>
                      </a:endParaRPr>
                    </a:p>
                  </a:txBody>
                  <a:tcPr marL="0" marR="0" marT="0" marB="0" anchor="b"/>
                </a:tc>
                <a:tc>
                  <a:txBody>
                    <a:bodyPr/>
                    <a:lstStyle/>
                    <a:p>
                      <a:pPr algn="ctr" fontAlgn="b"/>
                      <a:r>
                        <a:rPr lang="tr-TR" sz="1100" u="none" strike="noStrike" dirty="0">
                          <a:effectLst/>
                          <a:latin typeface="Maven Pro" panose="020B0604020202020204" charset="-94"/>
                        </a:rPr>
                        <a:t>3,606</a:t>
                      </a:r>
                      <a:endParaRPr lang="tr-TR" sz="1100" b="0" i="0" u="none" strike="noStrike" dirty="0">
                        <a:solidFill>
                          <a:srgbClr val="000000"/>
                        </a:solidFill>
                        <a:effectLst/>
                        <a:latin typeface="Maven Pro" panose="020B0604020202020204" charset="-94"/>
                      </a:endParaRPr>
                    </a:p>
                  </a:txBody>
                  <a:tcPr marL="0" marR="0" marT="0" marB="0" anchor="b"/>
                </a:tc>
                <a:extLst>
                  <a:ext uri="{0D108BD9-81ED-4DB2-BD59-A6C34878D82A}">
                    <a16:rowId xmlns:a16="http://schemas.microsoft.com/office/drawing/2014/main" val="1798811341"/>
                  </a:ext>
                </a:extLst>
              </a:tr>
            </a:tbl>
          </a:graphicData>
        </a:graphic>
      </p:graphicFrame>
      <p:graphicFrame>
        <p:nvGraphicFramePr>
          <p:cNvPr id="4" name="Tablo 3">
            <a:extLst>
              <a:ext uri="{FF2B5EF4-FFF2-40B4-BE49-F238E27FC236}">
                <a16:creationId xmlns:a16="http://schemas.microsoft.com/office/drawing/2014/main" id="{A59EA96B-D480-C916-818F-B925D320CF6E}"/>
              </a:ext>
            </a:extLst>
          </p:cNvPr>
          <p:cNvGraphicFramePr>
            <a:graphicFrameLocks noGrp="1"/>
          </p:cNvGraphicFramePr>
          <p:nvPr>
            <p:extLst>
              <p:ext uri="{D42A27DB-BD31-4B8C-83A1-F6EECF244321}">
                <p14:modId xmlns:p14="http://schemas.microsoft.com/office/powerpoint/2010/main" val="2947341745"/>
              </p:ext>
            </p:extLst>
          </p:nvPr>
        </p:nvGraphicFramePr>
        <p:xfrm>
          <a:off x="4149435" y="1491160"/>
          <a:ext cx="1889860" cy="1439075"/>
        </p:xfrm>
        <a:graphic>
          <a:graphicData uri="http://schemas.openxmlformats.org/drawingml/2006/table">
            <a:tbl>
              <a:tblPr/>
              <a:tblGrid>
                <a:gridCol w="944930">
                  <a:extLst>
                    <a:ext uri="{9D8B030D-6E8A-4147-A177-3AD203B41FA5}">
                      <a16:colId xmlns:a16="http://schemas.microsoft.com/office/drawing/2014/main" val="1983700447"/>
                    </a:ext>
                  </a:extLst>
                </a:gridCol>
                <a:gridCol w="944930">
                  <a:extLst>
                    <a:ext uri="{9D8B030D-6E8A-4147-A177-3AD203B41FA5}">
                      <a16:colId xmlns:a16="http://schemas.microsoft.com/office/drawing/2014/main" val="307265469"/>
                    </a:ext>
                  </a:extLst>
                </a:gridCol>
              </a:tblGrid>
              <a:tr h="287815">
                <a:tc>
                  <a:txBody>
                    <a:bodyPr/>
                    <a:lstStyle/>
                    <a:p>
                      <a:pPr algn="l" fontAlgn="b"/>
                      <a:r>
                        <a:rPr lang="tr-TR" sz="1100" b="1" i="0" u="none" strike="noStrike" dirty="0">
                          <a:solidFill>
                            <a:srgbClr val="000000"/>
                          </a:solidFill>
                          <a:effectLst/>
                          <a:latin typeface="Maven Pro" panose="020B0604020202020204" charset="-94"/>
                        </a:rPr>
                        <a:t>Sıralama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tr-TR" sz="1100" b="1" i="0" u="none" strike="noStrike" dirty="0">
                          <a:solidFill>
                            <a:srgbClr val="000000"/>
                          </a:solidFill>
                          <a:effectLst/>
                          <a:latin typeface="Maven Pro" panose="020B0604020202020204" charset="-94"/>
                        </a:rPr>
                        <a:t>Sınıfları</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8666516"/>
                  </a:ext>
                </a:extLst>
              </a:tr>
              <a:tr h="287815">
                <a:tc>
                  <a:txBody>
                    <a:bodyPr/>
                    <a:lstStyle/>
                    <a:p>
                      <a:pPr algn="l" fontAlgn="b"/>
                      <a:r>
                        <a:rPr lang="tr-TR" sz="1100" b="1" i="0" u="none" strike="noStrike" dirty="0">
                          <a:solidFill>
                            <a:srgbClr val="000000"/>
                          </a:solidFill>
                          <a:effectLst/>
                          <a:latin typeface="Maven Pro" panose="020B0604020202020204" charset="-94"/>
                        </a:rPr>
                        <a:t>Nesne 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tr-TR" sz="1100" b="1" i="0" u="none" strike="noStrike" dirty="0">
                          <a:solidFill>
                            <a:srgbClr val="7030A0"/>
                          </a:solidFill>
                          <a:effectLst/>
                          <a:latin typeface="Maven Pro" panose="020B0604020202020204" charset="-94"/>
                        </a:rPr>
                        <a:t>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25731480"/>
                  </a:ext>
                </a:extLst>
              </a:tr>
              <a:tr h="287815">
                <a:tc>
                  <a:txBody>
                    <a:bodyPr/>
                    <a:lstStyle/>
                    <a:p>
                      <a:pPr algn="l" fontAlgn="b"/>
                      <a:r>
                        <a:rPr lang="tr-TR" sz="1100" b="1" i="0" u="none" strike="noStrike" dirty="0">
                          <a:solidFill>
                            <a:srgbClr val="000000"/>
                          </a:solidFill>
                          <a:effectLst/>
                          <a:latin typeface="Maven Pro" panose="020B0604020202020204" charset="-94"/>
                        </a:rPr>
                        <a:t>Nesne 4</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tr-TR" sz="1100" b="1" i="0" u="none" strike="noStrike" dirty="0">
                          <a:solidFill>
                            <a:srgbClr val="7030A0"/>
                          </a:solidFill>
                          <a:effectLst/>
                          <a:latin typeface="Maven Pro" panose="020B0604020202020204" charset="-94"/>
                        </a:rPr>
                        <a:t>B</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5667941"/>
                  </a:ext>
                </a:extLst>
              </a:tr>
              <a:tr h="287815">
                <a:tc>
                  <a:txBody>
                    <a:bodyPr/>
                    <a:lstStyle/>
                    <a:p>
                      <a:pPr algn="l" fontAlgn="b"/>
                      <a:r>
                        <a:rPr lang="tr-TR" sz="1100" b="1" i="0" u="none" strike="noStrike" dirty="0">
                          <a:solidFill>
                            <a:srgbClr val="000000"/>
                          </a:solidFill>
                          <a:effectLst/>
                          <a:latin typeface="Maven Pro" panose="020B0604020202020204" charset="-94"/>
                        </a:rPr>
                        <a:t>Nesne 1</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tr-TR" sz="1100" b="1" i="0" u="none" strike="noStrike" dirty="0">
                          <a:solidFill>
                            <a:srgbClr val="0070C0"/>
                          </a:solidFill>
                          <a:effectLst/>
                          <a:latin typeface="Maven Pro" panose="020B0604020202020204" charset="-94"/>
                        </a:rPr>
                        <a:t>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74904522"/>
                  </a:ext>
                </a:extLst>
              </a:tr>
              <a:tr h="287815">
                <a:tc>
                  <a:txBody>
                    <a:bodyPr/>
                    <a:lstStyle/>
                    <a:p>
                      <a:pPr algn="l" fontAlgn="b"/>
                      <a:r>
                        <a:rPr lang="tr-TR" sz="1100" b="1" i="0" u="none" strike="noStrike" dirty="0">
                          <a:solidFill>
                            <a:srgbClr val="000000"/>
                          </a:solidFill>
                          <a:effectLst/>
                          <a:latin typeface="Maven Pro" panose="020B0604020202020204" charset="-94"/>
                        </a:rPr>
                        <a:t>Nesne 2</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tr-TR" sz="1100" b="1" i="0" u="none" strike="noStrike" dirty="0">
                          <a:solidFill>
                            <a:srgbClr val="0070C0"/>
                          </a:solidFill>
                          <a:effectLst/>
                          <a:latin typeface="Maven Pro" panose="020B0604020202020204" charset="-94"/>
                        </a:rPr>
                        <a:t>A</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1188118"/>
                  </a:ext>
                </a:extLst>
              </a:tr>
            </a:tbl>
          </a:graphicData>
        </a:graphic>
      </p:graphicFrame>
      <p:sp>
        <p:nvSpPr>
          <p:cNvPr id="5" name="Dikdörtgen 4">
            <a:extLst>
              <a:ext uri="{FF2B5EF4-FFF2-40B4-BE49-F238E27FC236}">
                <a16:creationId xmlns:a16="http://schemas.microsoft.com/office/drawing/2014/main" id="{BAC7C5EB-169A-A05B-B47F-B6D33E7EE173}"/>
              </a:ext>
            </a:extLst>
          </p:cNvPr>
          <p:cNvSpPr/>
          <p:nvPr/>
        </p:nvSpPr>
        <p:spPr>
          <a:xfrm>
            <a:off x="4066309" y="1794164"/>
            <a:ext cx="2029691" cy="8710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Metin kutusu 5">
            <a:extLst>
              <a:ext uri="{FF2B5EF4-FFF2-40B4-BE49-F238E27FC236}">
                <a16:creationId xmlns:a16="http://schemas.microsoft.com/office/drawing/2014/main" id="{752D0B64-D0F5-7A7D-BC1B-924B458DEF09}"/>
              </a:ext>
            </a:extLst>
          </p:cNvPr>
          <p:cNvSpPr txBox="1"/>
          <p:nvPr/>
        </p:nvSpPr>
        <p:spPr>
          <a:xfrm>
            <a:off x="2332074" y="3416595"/>
            <a:ext cx="2462534" cy="307777"/>
          </a:xfrm>
          <a:prstGeom prst="rect">
            <a:avLst/>
          </a:prstGeom>
          <a:noFill/>
        </p:spPr>
        <p:txBody>
          <a:bodyPr wrap="none" rtlCol="0">
            <a:spAutoFit/>
          </a:bodyPr>
          <a:lstStyle/>
          <a:p>
            <a:r>
              <a:rPr lang="tr-TR" b="1" dirty="0"/>
              <a:t>Yeni Nesne </a:t>
            </a:r>
            <a:r>
              <a:rPr lang="tr-TR" b="1" dirty="0">
                <a:solidFill>
                  <a:srgbClr val="FF0000"/>
                </a:solidFill>
              </a:rPr>
              <a:t>B Sınıfına </a:t>
            </a:r>
            <a:r>
              <a:rPr lang="tr-TR" dirty="0"/>
              <a:t>aittir.</a:t>
            </a:r>
          </a:p>
        </p:txBody>
      </p:sp>
    </p:spTree>
    <p:extLst>
      <p:ext uri="{BB962C8B-B14F-4D97-AF65-F5344CB8AC3E}">
        <p14:creationId xmlns:p14="http://schemas.microsoft.com/office/powerpoint/2010/main" val="425884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anim calcmode="lin" valueType="num">
                                      <p:cBhvr>
                                        <p:cTn id="23" dur="1000" fill="hold"/>
                                        <p:tgtEl>
                                          <p:spTgt spid="6"/>
                                        </p:tgtEl>
                                        <p:attrNameLst>
                                          <p:attrName>ppt_x</p:attrName>
                                        </p:attrNameLst>
                                      </p:cBhvr>
                                      <p:tavLst>
                                        <p:tav tm="0">
                                          <p:val>
                                            <p:strVal val="#ppt_x"/>
                                          </p:val>
                                        </p:tav>
                                        <p:tav tm="100000">
                                          <p:val>
                                            <p:strVal val="#ppt_x"/>
                                          </p:val>
                                        </p:tav>
                                      </p:tavLst>
                                    </p:anim>
                                    <p:anim calcmode="lin" valueType="num">
                                      <p:cBhvr>
                                        <p:cTn id="2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253" name="Google Shape;1253;p41"/>
          <p:cNvSpPr txBox="1">
            <a:spLocks noGrp="1"/>
          </p:cNvSpPr>
          <p:nvPr>
            <p:ph type="title"/>
          </p:nvPr>
        </p:nvSpPr>
        <p:spPr>
          <a:xfrm>
            <a:off x="4249375" y="2717600"/>
            <a:ext cx="41814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b="1" dirty="0" err="1">
                <a:latin typeface="Maven Pro" panose="020B0604020202020204" charset="-94"/>
              </a:rPr>
              <a:t>Naive</a:t>
            </a:r>
            <a:r>
              <a:rPr lang="tr-TR" b="1" dirty="0">
                <a:latin typeface="Maven Pro" panose="020B0604020202020204" charset="-94"/>
              </a:rPr>
              <a:t> </a:t>
            </a:r>
            <a:r>
              <a:rPr lang="tr-TR" b="1" dirty="0" err="1">
                <a:latin typeface="Maven Pro" panose="020B0604020202020204" charset="-94"/>
              </a:rPr>
              <a:t>Bayes</a:t>
            </a:r>
            <a:endParaRPr b="1" dirty="0">
              <a:latin typeface="Maven Pro" panose="020B0604020202020204" charset="-94"/>
            </a:endParaRPr>
          </a:p>
        </p:txBody>
      </p:sp>
      <p:sp>
        <p:nvSpPr>
          <p:cNvPr id="1254" name="Google Shape;1254;p41"/>
          <p:cNvSpPr txBox="1">
            <a:spLocks noGrp="1"/>
          </p:cNvSpPr>
          <p:nvPr>
            <p:ph type="title" idx="2"/>
          </p:nvPr>
        </p:nvSpPr>
        <p:spPr>
          <a:xfrm>
            <a:off x="5514025" y="17200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6</a:t>
            </a:r>
            <a:endParaRPr dirty="0"/>
          </a:p>
        </p:txBody>
      </p:sp>
      <p:grpSp>
        <p:nvGrpSpPr>
          <p:cNvPr id="1256" name="Google Shape;1256;p41"/>
          <p:cNvGrpSpPr/>
          <p:nvPr/>
        </p:nvGrpSpPr>
        <p:grpSpPr>
          <a:xfrm>
            <a:off x="7421075" y="539500"/>
            <a:ext cx="1009703" cy="130500"/>
            <a:chOff x="5461400" y="616025"/>
            <a:chExt cx="1009703" cy="130500"/>
          </a:xfrm>
        </p:grpSpPr>
        <p:sp>
          <p:nvSpPr>
            <p:cNvPr id="1257" name="Google Shape;1257;p4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41"/>
          <p:cNvGrpSpPr/>
          <p:nvPr/>
        </p:nvGrpSpPr>
        <p:grpSpPr>
          <a:xfrm>
            <a:off x="836225" y="4473500"/>
            <a:ext cx="1009703" cy="130500"/>
            <a:chOff x="5461400" y="616025"/>
            <a:chExt cx="1009703" cy="130500"/>
          </a:xfrm>
        </p:grpSpPr>
        <p:sp>
          <p:nvSpPr>
            <p:cNvPr id="1263" name="Google Shape;1263;p4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59" name="Resim 1558" descr="logo, amblem, simge, sembol, ticari marka içeren bir resim&#10;&#10;Açıklama otomatik olarak oluşturuldu">
            <a:extLst>
              <a:ext uri="{FF2B5EF4-FFF2-40B4-BE49-F238E27FC236}">
                <a16:creationId xmlns:a16="http://schemas.microsoft.com/office/drawing/2014/main" id="{C3968079-F957-94BD-E488-E1F6F5D7831C}"/>
              </a:ext>
            </a:extLst>
          </p:cNvPr>
          <p:cNvPicPr>
            <a:picLocks noChangeAspect="1"/>
          </p:cNvPicPr>
          <p:nvPr/>
        </p:nvPicPr>
        <p:blipFill>
          <a:blip r:embed="rId3"/>
          <a:stretch>
            <a:fillRect/>
          </a:stretch>
        </p:blipFill>
        <p:spPr>
          <a:xfrm>
            <a:off x="8133994" y="-28411"/>
            <a:ext cx="1031509" cy="729231"/>
          </a:xfrm>
          <a:prstGeom prst="rect">
            <a:avLst/>
          </a:prstGeom>
        </p:spPr>
      </p:pic>
      <p:sp>
        <p:nvSpPr>
          <p:cNvPr id="1560" name="Google Shape;670;p39">
            <a:extLst>
              <a:ext uri="{FF2B5EF4-FFF2-40B4-BE49-F238E27FC236}">
                <a16:creationId xmlns:a16="http://schemas.microsoft.com/office/drawing/2014/main" id="{1A96E7FB-B911-0CD7-108C-48C894DE8C2B}"/>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1249" name="Resim 1248" descr="insan yüzü, metin, giyim, taslak içeren bir resim&#10;&#10;Açıklama otomatik olarak oluşturuldu">
            <a:extLst>
              <a:ext uri="{FF2B5EF4-FFF2-40B4-BE49-F238E27FC236}">
                <a16:creationId xmlns:a16="http://schemas.microsoft.com/office/drawing/2014/main" id="{60725434-D486-496C-D2B4-3904518B5E52}"/>
              </a:ext>
            </a:extLst>
          </p:cNvPr>
          <p:cNvPicPr>
            <a:picLocks noChangeAspect="1"/>
          </p:cNvPicPr>
          <p:nvPr/>
        </p:nvPicPr>
        <p:blipFill>
          <a:blip r:embed="rId4"/>
          <a:stretch>
            <a:fillRect/>
          </a:stretch>
        </p:blipFill>
        <p:spPr>
          <a:xfrm>
            <a:off x="470624" y="1303920"/>
            <a:ext cx="3576371" cy="2353680"/>
          </a:xfrm>
          <a:prstGeom prst="rect">
            <a:avLst/>
          </a:prstGeom>
        </p:spPr>
      </p:pic>
    </p:spTree>
    <p:extLst>
      <p:ext uri="{BB962C8B-B14F-4D97-AF65-F5344CB8AC3E}">
        <p14:creationId xmlns:p14="http://schemas.microsoft.com/office/powerpoint/2010/main" val="3133379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9"/>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Naive</a:t>
            </a:r>
            <a:r>
              <a:rPr lang="tr-TR" b="1" dirty="0">
                <a:latin typeface="Maven Pro" panose="020B0604020202020204" charset="-94"/>
              </a:rPr>
              <a:t> </a:t>
            </a:r>
            <a:r>
              <a:rPr lang="tr-TR" b="1" dirty="0" err="1">
                <a:latin typeface="Maven Pro" panose="020B0604020202020204" charset="-94"/>
              </a:rPr>
              <a:t>Bayes</a:t>
            </a:r>
            <a:endParaRPr b="1" dirty="0">
              <a:latin typeface="Maven Pro" panose="020B0604020202020204" charset="-94"/>
            </a:endParaRPr>
          </a:p>
        </p:txBody>
      </p:sp>
      <p:sp>
        <p:nvSpPr>
          <p:cNvPr id="684" name="Google Shape;1274;p42">
            <a:extLst>
              <a:ext uri="{FF2B5EF4-FFF2-40B4-BE49-F238E27FC236}">
                <a16:creationId xmlns:a16="http://schemas.microsoft.com/office/drawing/2014/main" id="{20AB9DC7-636A-64A1-6D0C-CF7AFA9E7ACE}"/>
              </a:ext>
            </a:extLst>
          </p:cNvPr>
          <p:cNvSpPr txBox="1">
            <a:spLocks/>
          </p:cNvSpPr>
          <p:nvPr/>
        </p:nvSpPr>
        <p:spPr>
          <a:xfrm>
            <a:off x="785250" y="1337171"/>
            <a:ext cx="6701075" cy="29082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342900" indent="-342900" algn="just">
              <a:buFont typeface="Maven Pro"/>
              <a:buAutoNum type="arabicPeriod"/>
            </a:pPr>
            <a:r>
              <a:rPr lang="tr-TR" dirty="0"/>
              <a:t>Algoritma adını </a:t>
            </a:r>
            <a:r>
              <a:rPr lang="tr-TR" b="1" dirty="0" err="1"/>
              <a:t>Bayes</a:t>
            </a:r>
            <a:r>
              <a:rPr lang="tr-TR" b="1" dirty="0"/>
              <a:t> </a:t>
            </a:r>
            <a:r>
              <a:rPr lang="tr-TR" b="1" dirty="0" err="1"/>
              <a:t>Teoremi</a:t>
            </a:r>
            <a:r>
              <a:rPr lang="tr-TR" dirty="0" err="1"/>
              <a:t>'nden</a:t>
            </a:r>
            <a:r>
              <a:rPr lang="tr-TR" dirty="0"/>
              <a:t> alır ve basitlik sağlamak için özniteliklerin (özelliklerin) birbirinden bağımsız olduğunu varsayar. Bu nedenle "</a:t>
            </a:r>
            <a:r>
              <a:rPr lang="tr-TR" dirty="0" err="1"/>
              <a:t>naive</a:t>
            </a:r>
            <a:r>
              <a:rPr lang="tr-TR" dirty="0"/>
              <a:t>" (saf) olarak adlandırılır.</a:t>
            </a:r>
          </a:p>
          <a:p>
            <a:pPr marL="342900" indent="-342900" algn="just">
              <a:buFont typeface="Maven Pro"/>
              <a:buAutoNum type="arabicPeriod"/>
            </a:pPr>
            <a:endParaRPr lang="tr-TR" b="1" dirty="0">
              <a:latin typeface="Maven Pro" panose="020B0604020202020204" charset="-94"/>
            </a:endParaRPr>
          </a:p>
          <a:p>
            <a:pPr marL="342900" indent="-342900" algn="just">
              <a:buFont typeface="Maven Pro"/>
              <a:buAutoNum type="arabicPeriod"/>
            </a:pPr>
            <a:r>
              <a:rPr lang="tr-TR" dirty="0" err="1"/>
              <a:t>Naive</a:t>
            </a:r>
            <a:r>
              <a:rPr lang="tr-TR" dirty="0"/>
              <a:t> </a:t>
            </a:r>
            <a:r>
              <a:rPr lang="tr-TR" dirty="0" err="1"/>
              <a:t>Bayes</a:t>
            </a:r>
            <a:r>
              <a:rPr lang="tr-TR" dirty="0"/>
              <a:t> sınıflandırıcısı, </a:t>
            </a:r>
            <a:r>
              <a:rPr lang="tr-TR" dirty="0" err="1"/>
              <a:t>Bayes</a:t>
            </a:r>
            <a:r>
              <a:rPr lang="tr-TR" dirty="0"/>
              <a:t> </a:t>
            </a:r>
            <a:r>
              <a:rPr lang="tr-TR" dirty="0" err="1"/>
              <a:t>Teoremi'ne</a:t>
            </a:r>
            <a:r>
              <a:rPr lang="tr-TR" dirty="0"/>
              <a:t> dayalı olarak bir veri noktasının belirli bir sınıfa ait olma olasılığını hesaplar. Temel olarak, her sınıfın veri noktasının sahip olduğu özelliklere dayalı olasılık dağılımını tahmin eder ve hangi sınıfın olasılığı daha yüksekse, o sınıfa atama yapar.</a:t>
            </a:r>
            <a:endParaRPr lang="tr-TR" b="1" dirty="0">
              <a:latin typeface="Maven Pro" panose="020B0604020202020204" charset="-94"/>
            </a:endParaRP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DD8D27D2-92D3-4645-797B-0F91AD134661}"/>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4F9312D0-1A78-C770-570D-809F3F6D3D80}"/>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3797870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84">
                                            <p:txEl>
                                              <p:pRg st="2" end="2"/>
                                            </p:txEl>
                                          </p:spTgt>
                                        </p:tgtEl>
                                        <p:attrNameLst>
                                          <p:attrName>style.visibility</p:attrName>
                                        </p:attrNameLst>
                                      </p:cBhvr>
                                      <p:to>
                                        <p:strVal val="visible"/>
                                      </p:to>
                                    </p:set>
                                    <p:animEffect transition="in" filter="randombar(horizontal)">
                                      <p:cBhvr>
                                        <p:cTn id="12" dur="500"/>
                                        <p:tgtEl>
                                          <p:spTgt spid="6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9"/>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Naive</a:t>
            </a:r>
            <a:r>
              <a:rPr lang="tr-TR" b="1" dirty="0">
                <a:latin typeface="Maven Pro" panose="020B0604020202020204" charset="-94"/>
              </a:rPr>
              <a:t> </a:t>
            </a:r>
            <a:r>
              <a:rPr lang="tr-TR" b="1" dirty="0" err="1">
                <a:latin typeface="Maven Pro" panose="020B0604020202020204" charset="-94"/>
              </a:rPr>
              <a:t>Bayes</a:t>
            </a:r>
            <a:endParaRPr b="1" dirty="0">
              <a:latin typeface="Maven Pro" panose="020B0604020202020204" charset="-94"/>
            </a:endParaRP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DD8D27D2-92D3-4645-797B-0F91AD134661}"/>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4F9312D0-1A78-C770-570D-809F3F6D3D80}"/>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3" name="Resim 2">
            <a:extLst>
              <a:ext uri="{FF2B5EF4-FFF2-40B4-BE49-F238E27FC236}">
                <a16:creationId xmlns:a16="http://schemas.microsoft.com/office/drawing/2014/main" id="{BEDE6DCB-0980-D1EE-5C68-6C8E41A77FEB}"/>
              </a:ext>
            </a:extLst>
          </p:cNvPr>
          <p:cNvPicPr>
            <a:picLocks noChangeAspect="1"/>
          </p:cNvPicPr>
          <p:nvPr/>
        </p:nvPicPr>
        <p:blipFill>
          <a:blip r:embed="rId4"/>
          <a:stretch>
            <a:fillRect/>
          </a:stretch>
        </p:blipFill>
        <p:spPr>
          <a:xfrm>
            <a:off x="2917542" y="1654438"/>
            <a:ext cx="2717714" cy="624164"/>
          </a:xfrm>
          <a:prstGeom prst="rect">
            <a:avLst/>
          </a:prstGeom>
        </p:spPr>
      </p:pic>
      <p:sp>
        <p:nvSpPr>
          <p:cNvPr id="6" name="Dikdörtgen 5">
            <a:extLst>
              <a:ext uri="{FF2B5EF4-FFF2-40B4-BE49-F238E27FC236}">
                <a16:creationId xmlns:a16="http://schemas.microsoft.com/office/drawing/2014/main" id="{685DAE9B-F0D5-2C44-0FE3-EC01018F3D6C}"/>
              </a:ext>
            </a:extLst>
          </p:cNvPr>
          <p:cNvSpPr/>
          <p:nvPr/>
        </p:nvSpPr>
        <p:spPr>
          <a:xfrm>
            <a:off x="2814084" y="1609720"/>
            <a:ext cx="1020725" cy="5727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Metin kutusu 6">
            <a:extLst>
              <a:ext uri="{FF2B5EF4-FFF2-40B4-BE49-F238E27FC236}">
                <a16:creationId xmlns:a16="http://schemas.microsoft.com/office/drawing/2014/main" id="{0B6D2CC3-8B5A-B765-9FC0-57DC26ED9C29}"/>
              </a:ext>
            </a:extLst>
          </p:cNvPr>
          <p:cNvSpPr txBox="1"/>
          <p:nvPr/>
        </p:nvSpPr>
        <p:spPr>
          <a:xfrm>
            <a:off x="228941" y="2121921"/>
            <a:ext cx="1757915" cy="577081"/>
          </a:xfrm>
          <a:prstGeom prst="rect">
            <a:avLst/>
          </a:prstGeom>
          <a:noFill/>
        </p:spPr>
        <p:txBody>
          <a:bodyPr wrap="square" rtlCol="0">
            <a:spAutoFit/>
          </a:bodyPr>
          <a:lstStyle/>
          <a:p>
            <a:r>
              <a:rPr lang="tr-TR" sz="1050" b="1" i="0" dirty="0">
                <a:solidFill>
                  <a:srgbClr val="FF0000"/>
                </a:solidFill>
                <a:effectLst/>
                <a:latin typeface="Maven Pro" panose="020B0604020202020204" charset="-94"/>
              </a:rPr>
              <a:t>B olayı </a:t>
            </a:r>
            <a:r>
              <a:rPr lang="tr-TR" sz="1050" b="0" i="0" dirty="0">
                <a:solidFill>
                  <a:srgbClr val="212529"/>
                </a:solidFill>
                <a:effectLst/>
                <a:latin typeface="Maven Pro" panose="020B0604020202020204" charset="-94"/>
              </a:rPr>
              <a:t>gerçekleştiği durumda </a:t>
            </a:r>
            <a:r>
              <a:rPr lang="tr-TR" sz="1050" b="1" i="0" dirty="0">
                <a:solidFill>
                  <a:srgbClr val="0070C0"/>
                </a:solidFill>
                <a:effectLst/>
                <a:latin typeface="Maven Pro" panose="020B0604020202020204" charset="-94"/>
              </a:rPr>
              <a:t>A olayının </a:t>
            </a:r>
            <a:r>
              <a:rPr lang="tr-TR" sz="1050" b="0" i="0" dirty="0">
                <a:solidFill>
                  <a:srgbClr val="212529"/>
                </a:solidFill>
                <a:effectLst/>
                <a:latin typeface="Maven Pro" panose="020B0604020202020204" charset="-94"/>
              </a:rPr>
              <a:t>meydana gelme olasılığı</a:t>
            </a:r>
            <a:endParaRPr lang="tr-TR" sz="1050" dirty="0">
              <a:latin typeface="Maven Pro" panose="020B0604020202020204" charset="-94"/>
            </a:endParaRPr>
          </a:p>
        </p:txBody>
      </p:sp>
      <p:cxnSp>
        <p:nvCxnSpPr>
          <p:cNvPr id="9" name="Düz Ok Bağlayıcısı 8">
            <a:extLst>
              <a:ext uri="{FF2B5EF4-FFF2-40B4-BE49-F238E27FC236}">
                <a16:creationId xmlns:a16="http://schemas.microsoft.com/office/drawing/2014/main" id="{641B2CF6-34C1-EBCB-CC13-E315C55CF15F}"/>
              </a:ext>
            </a:extLst>
          </p:cNvPr>
          <p:cNvCxnSpPr>
            <a:stCxn id="6" idx="1"/>
            <a:endCxn id="7" idx="0"/>
          </p:cNvCxnSpPr>
          <p:nvPr/>
        </p:nvCxnSpPr>
        <p:spPr>
          <a:xfrm flipH="1">
            <a:off x="1107899" y="1896070"/>
            <a:ext cx="1706185" cy="2258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Metin kutusu 9">
            <a:extLst>
              <a:ext uri="{FF2B5EF4-FFF2-40B4-BE49-F238E27FC236}">
                <a16:creationId xmlns:a16="http://schemas.microsoft.com/office/drawing/2014/main" id="{2CCDD33E-B2FC-CCD7-0550-F22E59929D05}"/>
              </a:ext>
            </a:extLst>
          </p:cNvPr>
          <p:cNvSpPr txBox="1"/>
          <p:nvPr/>
        </p:nvSpPr>
        <p:spPr>
          <a:xfrm>
            <a:off x="6400800" y="1431851"/>
            <a:ext cx="2211572" cy="415498"/>
          </a:xfrm>
          <a:prstGeom prst="rect">
            <a:avLst/>
          </a:prstGeom>
          <a:noFill/>
        </p:spPr>
        <p:txBody>
          <a:bodyPr wrap="square" rtlCol="0">
            <a:spAutoFit/>
          </a:bodyPr>
          <a:lstStyle/>
          <a:p>
            <a:r>
              <a:rPr lang="tr-TR" sz="1050" b="1" i="0" dirty="0">
                <a:solidFill>
                  <a:srgbClr val="0070C0"/>
                </a:solidFill>
                <a:effectLst/>
                <a:latin typeface="Maven Pro" panose="020B0604020202020204" charset="-94"/>
              </a:rPr>
              <a:t>A olayı </a:t>
            </a:r>
            <a:r>
              <a:rPr lang="tr-TR" sz="1050" b="0" i="0" dirty="0">
                <a:solidFill>
                  <a:srgbClr val="212529"/>
                </a:solidFill>
                <a:effectLst/>
                <a:latin typeface="Maven Pro" panose="020B0604020202020204" charset="-94"/>
              </a:rPr>
              <a:t>gerçekleştiği </a:t>
            </a:r>
            <a:r>
              <a:rPr lang="tr-TR" sz="1050" b="1" i="0" dirty="0">
                <a:solidFill>
                  <a:srgbClr val="FF0000"/>
                </a:solidFill>
                <a:effectLst/>
                <a:latin typeface="Maven Pro" panose="020B0604020202020204" charset="-94"/>
              </a:rPr>
              <a:t>durumda B olayının</a:t>
            </a:r>
            <a:r>
              <a:rPr lang="tr-TR" sz="1050" b="0" i="0" dirty="0">
                <a:solidFill>
                  <a:srgbClr val="212529"/>
                </a:solidFill>
                <a:effectLst/>
                <a:latin typeface="Maven Pro" panose="020B0604020202020204" charset="-94"/>
              </a:rPr>
              <a:t> meydana gelme olasılığı</a:t>
            </a:r>
            <a:endParaRPr lang="tr-TR" sz="1050" dirty="0">
              <a:latin typeface="Maven Pro" panose="020B0604020202020204" charset="-94"/>
            </a:endParaRPr>
          </a:p>
        </p:txBody>
      </p:sp>
      <p:sp>
        <p:nvSpPr>
          <p:cNvPr id="11" name="Dikdörtgen 10">
            <a:extLst>
              <a:ext uri="{FF2B5EF4-FFF2-40B4-BE49-F238E27FC236}">
                <a16:creationId xmlns:a16="http://schemas.microsoft.com/office/drawing/2014/main" id="{9B18F017-67EA-D192-2891-FB0FE537ADBF}"/>
              </a:ext>
            </a:extLst>
          </p:cNvPr>
          <p:cNvSpPr/>
          <p:nvPr/>
        </p:nvSpPr>
        <p:spPr>
          <a:xfrm>
            <a:off x="4061636" y="1431851"/>
            <a:ext cx="956931" cy="572700"/>
          </a:xfrm>
          <a:prstGeom prst="rect">
            <a:avLst/>
          </a:prstGeom>
          <a:no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2" name="Düz Ok Bağlayıcısı 11">
            <a:extLst>
              <a:ext uri="{FF2B5EF4-FFF2-40B4-BE49-F238E27FC236}">
                <a16:creationId xmlns:a16="http://schemas.microsoft.com/office/drawing/2014/main" id="{D384CAAC-0E43-47F2-81FD-86B91AB01769}"/>
              </a:ext>
            </a:extLst>
          </p:cNvPr>
          <p:cNvCxnSpPr>
            <a:cxnSpLocks/>
            <a:stCxn id="11" idx="0"/>
            <a:endCxn id="10" idx="1"/>
          </p:cNvCxnSpPr>
          <p:nvPr/>
        </p:nvCxnSpPr>
        <p:spPr>
          <a:xfrm>
            <a:off x="4540102" y="1431851"/>
            <a:ext cx="1860698" cy="207749"/>
          </a:xfrm>
          <a:prstGeom prst="straightConnector1">
            <a:avLst/>
          </a:prstGeom>
          <a:ln>
            <a:solidFill>
              <a:schemeClr val="accent3">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Dikdörtgen 14">
            <a:extLst>
              <a:ext uri="{FF2B5EF4-FFF2-40B4-BE49-F238E27FC236}">
                <a16:creationId xmlns:a16="http://schemas.microsoft.com/office/drawing/2014/main" id="{27356594-C714-7BD7-604A-D7D550DE17C2}"/>
              </a:ext>
            </a:extLst>
          </p:cNvPr>
          <p:cNvSpPr/>
          <p:nvPr/>
        </p:nvSpPr>
        <p:spPr>
          <a:xfrm>
            <a:off x="4571999" y="2010310"/>
            <a:ext cx="671286" cy="31301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6" name="Dikdörtgen 15">
            <a:extLst>
              <a:ext uri="{FF2B5EF4-FFF2-40B4-BE49-F238E27FC236}">
                <a16:creationId xmlns:a16="http://schemas.microsoft.com/office/drawing/2014/main" id="{83E6572B-3335-4596-B7C9-03F9531E2002}"/>
              </a:ext>
            </a:extLst>
          </p:cNvPr>
          <p:cNvSpPr/>
          <p:nvPr/>
        </p:nvSpPr>
        <p:spPr>
          <a:xfrm>
            <a:off x="5067428" y="1551172"/>
            <a:ext cx="671286" cy="409693"/>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Metin kutusu 16">
            <a:extLst>
              <a:ext uri="{FF2B5EF4-FFF2-40B4-BE49-F238E27FC236}">
                <a16:creationId xmlns:a16="http://schemas.microsoft.com/office/drawing/2014/main" id="{4CFE4BF0-243B-FF49-CF6B-8C044203813B}"/>
              </a:ext>
            </a:extLst>
          </p:cNvPr>
          <p:cNvSpPr txBox="1"/>
          <p:nvPr/>
        </p:nvSpPr>
        <p:spPr>
          <a:xfrm>
            <a:off x="6269665" y="2115571"/>
            <a:ext cx="2211572" cy="253916"/>
          </a:xfrm>
          <a:prstGeom prst="rect">
            <a:avLst/>
          </a:prstGeom>
          <a:noFill/>
        </p:spPr>
        <p:txBody>
          <a:bodyPr wrap="square" rtlCol="0">
            <a:spAutoFit/>
          </a:bodyPr>
          <a:lstStyle/>
          <a:p>
            <a:r>
              <a:rPr lang="tr-TR" sz="1050" b="1" i="0" dirty="0">
                <a:solidFill>
                  <a:srgbClr val="0070C0"/>
                </a:solidFill>
                <a:effectLst/>
                <a:latin typeface="Maven Pro" panose="020B0604020202020204" charset="-94"/>
              </a:rPr>
              <a:t>A</a:t>
            </a:r>
            <a:r>
              <a:rPr lang="tr-TR" sz="1050" i="0" dirty="0">
                <a:solidFill>
                  <a:schemeClr val="tx1"/>
                </a:solidFill>
                <a:effectLst/>
                <a:latin typeface="Maven Pro" panose="020B0604020202020204" charset="-94"/>
              </a:rPr>
              <a:t> ve </a:t>
            </a:r>
            <a:r>
              <a:rPr lang="tr-TR" sz="1050" b="1" i="0" dirty="0">
                <a:solidFill>
                  <a:srgbClr val="FF0000"/>
                </a:solidFill>
                <a:effectLst/>
                <a:latin typeface="Maven Pro" panose="020B0604020202020204" charset="-94"/>
              </a:rPr>
              <a:t>B</a:t>
            </a:r>
            <a:r>
              <a:rPr lang="tr-TR" sz="1050" i="0" dirty="0">
                <a:solidFill>
                  <a:schemeClr val="tx1"/>
                </a:solidFill>
                <a:effectLst/>
                <a:latin typeface="Maven Pro" panose="020B0604020202020204" charset="-94"/>
              </a:rPr>
              <a:t> olaylarının olasılığı</a:t>
            </a:r>
            <a:endParaRPr lang="tr-TR" sz="1050" dirty="0">
              <a:solidFill>
                <a:schemeClr val="tx1"/>
              </a:solidFill>
              <a:latin typeface="Maven Pro" panose="020B0604020202020204" charset="-94"/>
            </a:endParaRPr>
          </a:p>
        </p:txBody>
      </p:sp>
      <p:cxnSp>
        <p:nvCxnSpPr>
          <p:cNvPr id="18" name="Düz Ok Bağlayıcısı 17">
            <a:extLst>
              <a:ext uri="{FF2B5EF4-FFF2-40B4-BE49-F238E27FC236}">
                <a16:creationId xmlns:a16="http://schemas.microsoft.com/office/drawing/2014/main" id="{1E4D2DE3-17E0-3C14-DF6F-AF073F412EDF}"/>
              </a:ext>
            </a:extLst>
          </p:cNvPr>
          <p:cNvCxnSpPr>
            <a:cxnSpLocks/>
            <a:stCxn id="16" idx="3"/>
            <a:endCxn id="17" idx="1"/>
          </p:cNvCxnSpPr>
          <p:nvPr/>
        </p:nvCxnSpPr>
        <p:spPr>
          <a:xfrm>
            <a:off x="5738714" y="1756019"/>
            <a:ext cx="530951" cy="486510"/>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Düz Ok Bağlayıcısı 20">
            <a:extLst>
              <a:ext uri="{FF2B5EF4-FFF2-40B4-BE49-F238E27FC236}">
                <a16:creationId xmlns:a16="http://schemas.microsoft.com/office/drawing/2014/main" id="{E01776A2-226D-551E-786A-5E5553F99E17}"/>
              </a:ext>
            </a:extLst>
          </p:cNvPr>
          <p:cNvCxnSpPr>
            <a:cxnSpLocks/>
            <a:stCxn id="15" idx="3"/>
            <a:endCxn id="17" idx="1"/>
          </p:cNvCxnSpPr>
          <p:nvPr/>
        </p:nvCxnSpPr>
        <p:spPr>
          <a:xfrm>
            <a:off x="5243285" y="2166815"/>
            <a:ext cx="1026380" cy="75714"/>
          </a:xfrm>
          <a:prstGeom prst="straightConnector1">
            <a:avLst/>
          </a:prstGeom>
          <a:ln>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085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randombar(horizontal)">
                                      <p:cBhvr>
                                        <p:cTn id="14" dur="500"/>
                                        <p:tgtEl>
                                          <p:spTgt spid="6"/>
                                        </p:tgtEl>
                                      </p:cBhvr>
                                    </p:animEffect>
                                  </p:childTnLst>
                                </p:cTn>
                              </p:par>
                              <p:par>
                                <p:cTn id="15" presetID="14" presetClass="entr" presetSubtype="1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par>
                                <p:cTn id="18" presetID="14" presetClass="entr" presetSubtype="1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randombar(horizontal)">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randombar(horizontal)">
                                      <p:cBhvr>
                                        <p:cTn id="25" dur="500"/>
                                        <p:tgtEl>
                                          <p:spTgt spid="11"/>
                                        </p:tgtEl>
                                      </p:cBhvr>
                                    </p:animEffect>
                                  </p:childTnLst>
                                </p:cTn>
                              </p:par>
                              <p:par>
                                <p:cTn id="26" presetID="14" presetClass="entr" presetSubtype="1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randombar(horizontal)">
                                      <p:cBhvr>
                                        <p:cTn id="28" dur="500"/>
                                        <p:tgtEl>
                                          <p:spTgt spid="12"/>
                                        </p:tgtEl>
                                      </p:cBhvr>
                                    </p:animEffect>
                                  </p:childTnLst>
                                </p:cTn>
                              </p:par>
                              <p:par>
                                <p:cTn id="29" presetID="14" presetClass="entr" presetSubtype="1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randombar(horizont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randombar(horizontal)">
                                      <p:cBhvr>
                                        <p:cTn id="36" dur="500"/>
                                        <p:tgtEl>
                                          <p:spTgt spid="21"/>
                                        </p:tgtEl>
                                      </p:cBhvr>
                                    </p:animEffect>
                                  </p:childTnLst>
                                </p:cTn>
                              </p:par>
                              <p:par>
                                <p:cTn id="37" presetID="14" presetClass="entr" presetSubtype="1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randombar(horizontal)">
                                      <p:cBhvr>
                                        <p:cTn id="39" dur="500"/>
                                        <p:tgtEl>
                                          <p:spTgt spid="18"/>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randombar(horizontal)">
                                      <p:cBhvr>
                                        <p:cTn id="42" dur="500"/>
                                        <p:tgtEl>
                                          <p:spTgt spid="16"/>
                                        </p:tgtEl>
                                      </p:cBhvr>
                                    </p:animEffect>
                                  </p:childTnLst>
                                </p:cTn>
                              </p:par>
                              <p:par>
                                <p:cTn id="43" presetID="14" presetClass="entr" presetSubtype="1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randombar(horizontal)">
                                      <p:cBhvr>
                                        <p:cTn id="45" dur="500"/>
                                        <p:tgtEl>
                                          <p:spTgt spid="15"/>
                                        </p:tgtEl>
                                      </p:cBhvr>
                                    </p:animEffect>
                                  </p:childTnLst>
                                </p:cTn>
                              </p:par>
                              <p:par>
                                <p:cTn id="46" presetID="14" presetClass="entr" presetSubtype="1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randombar(horizontal)">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10" grpId="0"/>
      <p:bldP spid="11" grpId="0" animBg="1"/>
      <p:bldP spid="15" grpId="0" animBg="1"/>
      <p:bldP spid="16" grpId="0" animBg="1"/>
      <p:bldP spid="1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9"/>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Naive</a:t>
            </a:r>
            <a:r>
              <a:rPr lang="tr-TR" b="1" dirty="0">
                <a:latin typeface="Maven Pro" panose="020B0604020202020204" charset="-94"/>
              </a:rPr>
              <a:t> </a:t>
            </a:r>
            <a:r>
              <a:rPr lang="tr-TR" b="1" dirty="0" err="1">
                <a:latin typeface="Maven Pro" panose="020B0604020202020204" charset="-94"/>
              </a:rPr>
              <a:t>Bayes</a:t>
            </a:r>
            <a:endParaRPr b="1" dirty="0">
              <a:latin typeface="Maven Pro" panose="020B0604020202020204" charset="-94"/>
            </a:endParaRP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DD8D27D2-92D3-4645-797B-0F91AD134661}"/>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4F9312D0-1A78-C770-570D-809F3F6D3D80}"/>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4" name="Metin kutusu 3">
            <a:extLst>
              <a:ext uri="{FF2B5EF4-FFF2-40B4-BE49-F238E27FC236}">
                <a16:creationId xmlns:a16="http://schemas.microsoft.com/office/drawing/2014/main" id="{A3ACADD9-3D73-C763-013C-AD809EA28750}"/>
              </a:ext>
            </a:extLst>
          </p:cNvPr>
          <p:cNvSpPr txBox="1"/>
          <p:nvPr/>
        </p:nvSpPr>
        <p:spPr>
          <a:xfrm>
            <a:off x="4011852" y="1118750"/>
            <a:ext cx="4487106" cy="400110"/>
          </a:xfrm>
          <a:prstGeom prst="rect">
            <a:avLst/>
          </a:prstGeom>
          <a:noFill/>
        </p:spPr>
        <p:txBody>
          <a:bodyPr wrap="square" rtlCol="0">
            <a:spAutoFit/>
          </a:bodyPr>
          <a:lstStyle/>
          <a:p>
            <a:r>
              <a:rPr lang="tr-TR" sz="1000" dirty="0">
                <a:solidFill>
                  <a:srgbClr val="212529"/>
                </a:solidFill>
                <a:latin typeface="Maven Pro" panose="020B0604020202020204" charset="-94"/>
              </a:rPr>
              <a:t>S</a:t>
            </a:r>
            <a:r>
              <a:rPr lang="tr-TR" sz="1000" b="0" i="0" dirty="0">
                <a:solidFill>
                  <a:srgbClr val="212529"/>
                </a:solidFill>
                <a:effectLst/>
                <a:latin typeface="Maven Pro" panose="020B0604020202020204" charset="-94"/>
              </a:rPr>
              <a:t>adece hava durumu üzerinden Güneşli havada futbol oynanıp oynanmayacağına karar verilirse;</a:t>
            </a:r>
            <a:endParaRPr lang="tr-TR" sz="1000" dirty="0">
              <a:latin typeface="Maven Pro" panose="020B0604020202020204" charset="-94"/>
            </a:endParaRPr>
          </a:p>
        </p:txBody>
      </p:sp>
      <p:graphicFrame>
        <p:nvGraphicFramePr>
          <p:cNvPr id="8" name="Tablo 7">
            <a:extLst>
              <a:ext uri="{FF2B5EF4-FFF2-40B4-BE49-F238E27FC236}">
                <a16:creationId xmlns:a16="http://schemas.microsoft.com/office/drawing/2014/main" id="{886D4E8C-001D-BF96-16BF-B9E777BA89E6}"/>
              </a:ext>
            </a:extLst>
          </p:cNvPr>
          <p:cNvGraphicFramePr>
            <a:graphicFrameLocks noGrp="1"/>
          </p:cNvGraphicFramePr>
          <p:nvPr>
            <p:extLst>
              <p:ext uri="{D42A27DB-BD31-4B8C-83A1-F6EECF244321}">
                <p14:modId xmlns:p14="http://schemas.microsoft.com/office/powerpoint/2010/main" val="349887846"/>
              </p:ext>
            </p:extLst>
          </p:nvPr>
        </p:nvGraphicFramePr>
        <p:xfrm>
          <a:off x="505767" y="1151662"/>
          <a:ext cx="3506085" cy="2857500"/>
        </p:xfrm>
        <a:graphic>
          <a:graphicData uri="http://schemas.openxmlformats.org/drawingml/2006/table">
            <a:tbl>
              <a:tblPr>
                <a:tableStyleId>{C65A26D9-3358-4309-A227-EDEAD8D7FABE}</a:tableStyleId>
              </a:tblPr>
              <a:tblGrid>
                <a:gridCol w="719197">
                  <a:extLst>
                    <a:ext uri="{9D8B030D-6E8A-4147-A177-3AD203B41FA5}">
                      <a16:colId xmlns:a16="http://schemas.microsoft.com/office/drawing/2014/main" val="1512646495"/>
                    </a:ext>
                  </a:extLst>
                </a:gridCol>
                <a:gridCol w="1201100">
                  <a:extLst>
                    <a:ext uri="{9D8B030D-6E8A-4147-A177-3AD203B41FA5}">
                      <a16:colId xmlns:a16="http://schemas.microsoft.com/office/drawing/2014/main" val="63228927"/>
                    </a:ext>
                  </a:extLst>
                </a:gridCol>
                <a:gridCol w="1585788">
                  <a:extLst>
                    <a:ext uri="{9D8B030D-6E8A-4147-A177-3AD203B41FA5}">
                      <a16:colId xmlns:a16="http://schemas.microsoft.com/office/drawing/2014/main" val="3298159209"/>
                    </a:ext>
                  </a:extLst>
                </a:gridCol>
              </a:tblGrid>
              <a:tr h="190500">
                <a:tc>
                  <a:txBody>
                    <a:bodyPr/>
                    <a:lstStyle/>
                    <a:p>
                      <a:pPr algn="ctr" fontAlgn="ctr"/>
                      <a:r>
                        <a:rPr lang="tr-TR" sz="1050" b="1" u="none" strike="noStrike" dirty="0" err="1">
                          <a:effectLst/>
                          <a:latin typeface="Maven Pro" panose="020B0604020202020204" charset="-94"/>
                        </a:rPr>
                        <a:t>Sample</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effectLst/>
                          <a:latin typeface="Maven Pro" panose="020B0604020202020204" charset="-94"/>
                        </a:rPr>
                        <a:t>Hava Durumu</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effectLst/>
                          <a:latin typeface="Maven Pro" panose="020B0604020202020204" charset="-94"/>
                        </a:rPr>
                        <a:t>Futbol Oynama Durumu</a:t>
                      </a:r>
                      <a:endParaRPr lang="tr-TR" sz="1050" b="1" i="0"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2334501910"/>
                  </a:ext>
                </a:extLst>
              </a:tr>
              <a:tr h="190500">
                <a:tc>
                  <a:txBody>
                    <a:bodyPr/>
                    <a:lstStyle/>
                    <a:p>
                      <a:pPr algn="ctr" fontAlgn="ctr"/>
                      <a:r>
                        <a:rPr lang="tr-TR" sz="1050" b="1" u="none" strike="noStrike" dirty="0">
                          <a:effectLst/>
                          <a:latin typeface="Maven Pro" panose="020B0604020202020204" charset="-94"/>
                        </a:rPr>
                        <a:t>1</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70C0"/>
                          </a:solidFill>
                          <a:effectLst/>
                          <a:latin typeface="Maven Pro" panose="020B0604020202020204" charset="-94"/>
                        </a:rPr>
                        <a:t>Yağmurlu</a:t>
                      </a:r>
                      <a:endParaRPr lang="tr-TR" sz="1050" b="1" i="0" u="none" strike="noStrike" dirty="0">
                        <a:solidFill>
                          <a:srgbClr val="0070C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00FF00"/>
                          </a:highlight>
                          <a:latin typeface="Maven Pro" panose="020B0604020202020204" charset="-94"/>
                        </a:rPr>
                        <a:t>Hayır</a:t>
                      </a:r>
                      <a:endParaRPr lang="tr-TR" sz="1050" b="1" i="0" u="none" strike="noStrike" dirty="0">
                        <a:solidFill>
                          <a:srgbClr val="000000"/>
                        </a:solidFill>
                        <a:effectLst/>
                        <a:highlight>
                          <a:srgbClr val="00FF00"/>
                        </a:highlight>
                        <a:latin typeface="Maven Pro" panose="020B0604020202020204" charset="-94"/>
                      </a:endParaRPr>
                    </a:p>
                  </a:txBody>
                  <a:tcPr marL="0" marR="0" marT="0" marB="0" anchor="ctr"/>
                </a:tc>
                <a:extLst>
                  <a:ext uri="{0D108BD9-81ED-4DB2-BD59-A6C34878D82A}">
                    <a16:rowId xmlns:a16="http://schemas.microsoft.com/office/drawing/2014/main" val="462190321"/>
                  </a:ext>
                </a:extLst>
              </a:tr>
              <a:tr h="190500">
                <a:tc>
                  <a:txBody>
                    <a:bodyPr/>
                    <a:lstStyle/>
                    <a:p>
                      <a:pPr algn="ctr" fontAlgn="ctr"/>
                      <a:r>
                        <a:rPr lang="tr-TR" sz="1050" b="1" u="none" strike="noStrike" dirty="0">
                          <a:effectLst/>
                          <a:latin typeface="Maven Pro" panose="020B0604020202020204" charset="-94"/>
                        </a:rPr>
                        <a:t>2</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70C0"/>
                          </a:solidFill>
                          <a:effectLst/>
                          <a:latin typeface="Maven Pro" panose="020B0604020202020204" charset="-94"/>
                        </a:rPr>
                        <a:t>Yağmurlu</a:t>
                      </a:r>
                      <a:endParaRPr lang="tr-TR" sz="1050" b="1" i="0" u="none" strike="noStrike" dirty="0">
                        <a:solidFill>
                          <a:srgbClr val="0070C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00FF00"/>
                          </a:highlight>
                          <a:latin typeface="Maven Pro" panose="020B0604020202020204" charset="-94"/>
                        </a:rPr>
                        <a:t>Hayır</a:t>
                      </a:r>
                      <a:endParaRPr lang="tr-TR" sz="1050" b="1" i="0" u="none" strike="noStrike" dirty="0">
                        <a:solidFill>
                          <a:srgbClr val="000000"/>
                        </a:solidFill>
                        <a:effectLst/>
                        <a:highlight>
                          <a:srgbClr val="00FF00"/>
                        </a:highlight>
                        <a:latin typeface="Maven Pro" panose="020B0604020202020204" charset="-94"/>
                      </a:endParaRPr>
                    </a:p>
                  </a:txBody>
                  <a:tcPr marL="0" marR="0" marT="0" marB="0" anchor="ctr"/>
                </a:tc>
                <a:extLst>
                  <a:ext uri="{0D108BD9-81ED-4DB2-BD59-A6C34878D82A}">
                    <a16:rowId xmlns:a16="http://schemas.microsoft.com/office/drawing/2014/main" val="886414883"/>
                  </a:ext>
                </a:extLst>
              </a:tr>
              <a:tr h="190500">
                <a:tc>
                  <a:txBody>
                    <a:bodyPr/>
                    <a:lstStyle/>
                    <a:p>
                      <a:pPr algn="ctr" fontAlgn="ctr"/>
                      <a:r>
                        <a:rPr lang="tr-TR" sz="1050" b="1" u="none" strike="noStrike">
                          <a:effectLst/>
                          <a:latin typeface="Maven Pro" panose="020B0604020202020204" charset="-94"/>
                        </a:rPr>
                        <a:t>3</a:t>
                      </a:r>
                      <a:endParaRPr lang="tr-TR" sz="1050" b="1"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2060"/>
                          </a:solidFill>
                          <a:effectLst/>
                          <a:latin typeface="Maven Pro" panose="020B0604020202020204" charset="-94"/>
                        </a:rPr>
                        <a:t>Bulutlu</a:t>
                      </a:r>
                      <a:endParaRPr lang="tr-TR" sz="1050" b="1" i="0" u="none" strike="noStrike" dirty="0">
                        <a:solidFill>
                          <a:srgbClr val="00206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3846737912"/>
                  </a:ext>
                </a:extLst>
              </a:tr>
              <a:tr h="190500">
                <a:tc>
                  <a:txBody>
                    <a:bodyPr/>
                    <a:lstStyle/>
                    <a:p>
                      <a:pPr algn="ctr" fontAlgn="ctr"/>
                      <a:r>
                        <a:rPr lang="tr-TR" sz="1050" b="1" u="none" strike="noStrike" dirty="0">
                          <a:effectLst/>
                          <a:latin typeface="Maven Pro" panose="020B0604020202020204" charset="-94"/>
                        </a:rPr>
                        <a:t>4</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FF0000"/>
                          </a:solidFill>
                          <a:effectLst/>
                          <a:latin typeface="Maven Pro" panose="020B0604020202020204" charset="-94"/>
                        </a:rPr>
                        <a:t>Güneşli</a:t>
                      </a:r>
                      <a:endParaRPr lang="tr-TR" sz="105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504764627"/>
                  </a:ext>
                </a:extLst>
              </a:tr>
              <a:tr h="190500">
                <a:tc>
                  <a:txBody>
                    <a:bodyPr/>
                    <a:lstStyle/>
                    <a:p>
                      <a:pPr algn="ctr" fontAlgn="ctr"/>
                      <a:r>
                        <a:rPr lang="tr-TR" sz="1050" b="1" u="none" strike="noStrike">
                          <a:effectLst/>
                          <a:latin typeface="Maven Pro" panose="020B0604020202020204" charset="-94"/>
                        </a:rPr>
                        <a:t>5</a:t>
                      </a:r>
                      <a:endParaRPr lang="tr-TR" sz="1050" b="1"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FF0000"/>
                          </a:solidFill>
                          <a:effectLst/>
                          <a:latin typeface="Maven Pro" panose="020B0604020202020204" charset="-94"/>
                        </a:rPr>
                        <a:t>Güneşli</a:t>
                      </a:r>
                      <a:endParaRPr lang="tr-TR" sz="105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3045920172"/>
                  </a:ext>
                </a:extLst>
              </a:tr>
              <a:tr h="190500">
                <a:tc>
                  <a:txBody>
                    <a:bodyPr/>
                    <a:lstStyle/>
                    <a:p>
                      <a:pPr algn="ctr" fontAlgn="ctr"/>
                      <a:r>
                        <a:rPr lang="tr-TR" sz="1050" b="1" u="none" strike="noStrike" dirty="0">
                          <a:effectLst/>
                          <a:latin typeface="Maven Pro" panose="020B0604020202020204" charset="-94"/>
                        </a:rPr>
                        <a:t>6</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FF0000"/>
                          </a:solidFill>
                          <a:effectLst/>
                          <a:latin typeface="Maven Pro" panose="020B0604020202020204" charset="-94"/>
                        </a:rPr>
                        <a:t>Güneşli</a:t>
                      </a:r>
                      <a:endParaRPr lang="tr-TR" sz="105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00FF00"/>
                          </a:highlight>
                          <a:latin typeface="Maven Pro" panose="020B0604020202020204" charset="-94"/>
                        </a:rPr>
                        <a:t>Hayır</a:t>
                      </a:r>
                      <a:endParaRPr lang="tr-TR" sz="1050" b="1" i="0" u="none" strike="noStrike" dirty="0">
                        <a:solidFill>
                          <a:srgbClr val="000000"/>
                        </a:solidFill>
                        <a:effectLst/>
                        <a:highlight>
                          <a:srgbClr val="00FF00"/>
                        </a:highlight>
                        <a:latin typeface="Maven Pro" panose="020B0604020202020204" charset="-94"/>
                      </a:endParaRPr>
                    </a:p>
                  </a:txBody>
                  <a:tcPr marL="0" marR="0" marT="0" marB="0" anchor="ctr"/>
                </a:tc>
                <a:extLst>
                  <a:ext uri="{0D108BD9-81ED-4DB2-BD59-A6C34878D82A}">
                    <a16:rowId xmlns:a16="http://schemas.microsoft.com/office/drawing/2014/main" val="3585958890"/>
                  </a:ext>
                </a:extLst>
              </a:tr>
              <a:tr h="190500">
                <a:tc>
                  <a:txBody>
                    <a:bodyPr/>
                    <a:lstStyle/>
                    <a:p>
                      <a:pPr algn="ctr" fontAlgn="ctr"/>
                      <a:r>
                        <a:rPr lang="tr-TR" sz="1050" b="1" u="none" strike="noStrike" dirty="0">
                          <a:effectLst/>
                          <a:latin typeface="Maven Pro" panose="020B0604020202020204" charset="-94"/>
                        </a:rPr>
                        <a:t>7</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2060"/>
                          </a:solidFill>
                          <a:effectLst/>
                          <a:latin typeface="Maven Pro" panose="020B0604020202020204" charset="-94"/>
                        </a:rPr>
                        <a:t>Bulutlu</a:t>
                      </a:r>
                      <a:endParaRPr lang="tr-TR" sz="1050" b="1" i="0" u="none" strike="noStrike" dirty="0">
                        <a:solidFill>
                          <a:srgbClr val="00206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3320413439"/>
                  </a:ext>
                </a:extLst>
              </a:tr>
              <a:tr h="190500">
                <a:tc>
                  <a:txBody>
                    <a:bodyPr/>
                    <a:lstStyle/>
                    <a:p>
                      <a:pPr algn="ctr" fontAlgn="ctr"/>
                      <a:r>
                        <a:rPr lang="tr-TR" sz="1050" b="1" u="none" strike="noStrike">
                          <a:effectLst/>
                          <a:latin typeface="Maven Pro" panose="020B0604020202020204" charset="-94"/>
                        </a:rPr>
                        <a:t>8</a:t>
                      </a:r>
                      <a:endParaRPr lang="tr-TR" sz="1050" b="1"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70C0"/>
                          </a:solidFill>
                          <a:effectLst/>
                          <a:latin typeface="Maven Pro" panose="020B0604020202020204" charset="-94"/>
                        </a:rPr>
                        <a:t>Yağmurlu</a:t>
                      </a:r>
                      <a:endParaRPr lang="tr-TR" sz="1050" b="1" i="0" u="none" strike="noStrike" dirty="0">
                        <a:solidFill>
                          <a:srgbClr val="0070C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00FF00"/>
                          </a:highlight>
                          <a:latin typeface="Maven Pro" panose="020B0604020202020204" charset="-94"/>
                        </a:rPr>
                        <a:t>Hayır</a:t>
                      </a:r>
                      <a:endParaRPr lang="tr-TR" sz="1050" b="1" i="0" u="none" strike="noStrike" dirty="0">
                        <a:solidFill>
                          <a:srgbClr val="000000"/>
                        </a:solidFill>
                        <a:effectLst/>
                        <a:highlight>
                          <a:srgbClr val="00FF00"/>
                        </a:highlight>
                        <a:latin typeface="Maven Pro" panose="020B0604020202020204" charset="-94"/>
                      </a:endParaRPr>
                    </a:p>
                  </a:txBody>
                  <a:tcPr marL="0" marR="0" marT="0" marB="0" anchor="ctr"/>
                </a:tc>
                <a:extLst>
                  <a:ext uri="{0D108BD9-81ED-4DB2-BD59-A6C34878D82A}">
                    <a16:rowId xmlns:a16="http://schemas.microsoft.com/office/drawing/2014/main" val="104153644"/>
                  </a:ext>
                </a:extLst>
              </a:tr>
              <a:tr h="190500">
                <a:tc>
                  <a:txBody>
                    <a:bodyPr/>
                    <a:lstStyle/>
                    <a:p>
                      <a:pPr algn="ctr" fontAlgn="ctr"/>
                      <a:r>
                        <a:rPr lang="tr-TR" sz="1050" b="1" u="none" strike="noStrike" dirty="0">
                          <a:effectLst/>
                          <a:latin typeface="Maven Pro" panose="020B0604020202020204" charset="-94"/>
                        </a:rPr>
                        <a:t>9</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70C0"/>
                          </a:solidFill>
                          <a:effectLst/>
                          <a:latin typeface="Maven Pro" panose="020B0604020202020204" charset="-94"/>
                        </a:rPr>
                        <a:t>Yağmurlu</a:t>
                      </a:r>
                      <a:endParaRPr lang="tr-TR" sz="1050" b="1" i="0" u="none" strike="noStrike" dirty="0">
                        <a:solidFill>
                          <a:srgbClr val="0070C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2328231566"/>
                  </a:ext>
                </a:extLst>
              </a:tr>
              <a:tr h="190500">
                <a:tc>
                  <a:txBody>
                    <a:bodyPr/>
                    <a:lstStyle/>
                    <a:p>
                      <a:pPr algn="ctr" fontAlgn="ctr"/>
                      <a:r>
                        <a:rPr lang="tr-TR" sz="1050" b="1" u="none" strike="noStrike" dirty="0">
                          <a:effectLst/>
                          <a:latin typeface="Maven Pro" panose="020B0604020202020204" charset="-94"/>
                        </a:rPr>
                        <a:t>10</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FF0000"/>
                          </a:solidFill>
                          <a:effectLst/>
                          <a:latin typeface="Maven Pro" panose="020B0604020202020204" charset="-94"/>
                        </a:rPr>
                        <a:t>Güneşli</a:t>
                      </a:r>
                      <a:endParaRPr lang="tr-TR" sz="105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1543681869"/>
                  </a:ext>
                </a:extLst>
              </a:tr>
              <a:tr h="190500">
                <a:tc>
                  <a:txBody>
                    <a:bodyPr/>
                    <a:lstStyle/>
                    <a:p>
                      <a:pPr algn="ctr" fontAlgn="ctr"/>
                      <a:r>
                        <a:rPr lang="tr-TR" sz="1050" b="1" u="none" strike="noStrike">
                          <a:effectLst/>
                          <a:latin typeface="Maven Pro" panose="020B0604020202020204" charset="-94"/>
                        </a:rPr>
                        <a:t>11</a:t>
                      </a:r>
                      <a:endParaRPr lang="tr-TR" sz="1050" b="1"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70C0"/>
                          </a:solidFill>
                          <a:effectLst/>
                          <a:latin typeface="Maven Pro" panose="020B0604020202020204" charset="-94"/>
                        </a:rPr>
                        <a:t>Yağmurlu</a:t>
                      </a:r>
                      <a:endParaRPr lang="tr-TR" sz="1050" b="1" i="0" u="none" strike="noStrike" dirty="0">
                        <a:solidFill>
                          <a:srgbClr val="0070C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682459486"/>
                  </a:ext>
                </a:extLst>
              </a:tr>
              <a:tr h="190500">
                <a:tc>
                  <a:txBody>
                    <a:bodyPr/>
                    <a:lstStyle/>
                    <a:p>
                      <a:pPr algn="ctr" fontAlgn="ctr"/>
                      <a:r>
                        <a:rPr lang="tr-TR" sz="1050" b="1" u="none" strike="noStrike" dirty="0">
                          <a:effectLst/>
                          <a:latin typeface="Maven Pro" panose="020B0604020202020204" charset="-94"/>
                        </a:rPr>
                        <a:t>12</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2060"/>
                          </a:solidFill>
                          <a:effectLst/>
                          <a:latin typeface="Maven Pro" panose="020B0604020202020204" charset="-94"/>
                        </a:rPr>
                        <a:t>Bulutlu</a:t>
                      </a:r>
                      <a:endParaRPr lang="tr-TR" sz="1050" b="1" i="0" u="none" strike="noStrike" dirty="0">
                        <a:solidFill>
                          <a:srgbClr val="00206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956556637"/>
                  </a:ext>
                </a:extLst>
              </a:tr>
              <a:tr h="190500">
                <a:tc>
                  <a:txBody>
                    <a:bodyPr/>
                    <a:lstStyle/>
                    <a:p>
                      <a:pPr algn="ctr" fontAlgn="ctr"/>
                      <a:r>
                        <a:rPr lang="tr-TR" sz="1050" b="1" u="none" strike="noStrike" dirty="0">
                          <a:effectLst/>
                          <a:latin typeface="Maven Pro" panose="020B0604020202020204" charset="-94"/>
                        </a:rPr>
                        <a:t>13</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002060"/>
                          </a:solidFill>
                          <a:effectLst/>
                          <a:latin typeface="Maven Pro" panose="020B0604020202020204" charset="-94"/>
                        </a:rPr>
                        <a:t>Bulutlu</a:t>
                      </a:r>
                      <a:endParaRPr lang="tr-TR" sz="1050" b="1" i="0" u="none" strike="noStrike" dirty="0">
                        <a:solidFill>
                          <a:srgbClr val="00206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FFFF00"/>
                          </a:highlight>
                          <a:latin typeface="Maven Pro" panose="020B0604020202020204" charset="-94"/>
                        </a:rPr>
                        <a:t>Evet</a:t>
                      </a:r>
                      <a:endParaRPr lang="tr-TR" sz="1050" b="1" i="0" u="none" strike="noStrike" dirty="0">
                        <a:solidFill>
                          <a:srgbClr val="000000"/>
                        </a:solidFill>
                        <a:effectLst/>
                        <a:highlight>
                          <a:srgbClr val="FFFF00"/>
                        </a:highlight>
                        <a:latin typeface="Maven Pro" panose="020B0604020202020204" charset="-94"/>
                      </a:endParaRPr>
                    </a:p>
                  </a:txBody>
                  <a:tcPr marL="0" marR="0" marT="0" marB="0" anchor="ctr"/>
                </a:tc>
                <a:extLst>
                  <a:ext uri="{0D108BD9-81ED-4DB2-BD59-A6C34878D82A}">
                    <a16:rowId xmlns:a16="http://schemas.microsoft.com/office/drawing/2014/main" val="2346045637"/>
                  </a:ext>
                </a:extLst>
              </a:tr>
              <a:tr h="190500">
                <a:tc>
                  <a:txBody>
                    <a:bodyPr/>
                    <a:lstStyle/>
                    <a:p>
                      <a:pPr algn="ctr" fontAlgn="ctr"/>
                      <a:r>
                        <a:rPr lang="tr-TR" sz="1050" b="1" u="none" strike="noStrike" dirty="0">
                          <a:effectLst/>
                          <a:latin typeface="Maven Pro" panose="020B0604020202020204" charset="-94"/>
                        </a:rPr>
                        <a:t>14</a:t>
                      </a:r>
                      <a:endParaRPr lang="tr-TR" sz="105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1050" b="1" u="none" strike="noStrike" dirty="0">
                          <a:solidFill>
                            <a:srgbClr val="FF0000"/>
                          </a:solidFill>
                          <a:effectLst/>
                          <a:latin typeface="Maven Pro" panose="020B0604020202020204" charset="-94"/>
                        </a:rPr>
                        <a:t>Güneşli</a:t>
                      </a:r>
                      <a:endParaRPr lang="tr-TR" sz="105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1050" b="1" u="none" strike="noStrike" dirty="0">
                          <a:effectLst/>
                          <a:highlight>
                            <a:srgbClr val="00FF00"/>
                          </a:highlight>
                          <a:latin typeface="Maven Pro" panose="020B0604020202020204" charset="-94"/>
                        </a:rPr>
                        <a:t>Hayır</a:t>
                      </a:r>
                      <a:endParaRPr lang="tr-TR" sz="1050" b="1" i="0" u="none" strike="noStrike" dirty="0">
                        <a:solidFill>
                          <a:srgbClr val="000000"/>
                        </a:solidFill>
                        <a:effectLst/>
                        <a:highlight>
                          <a:srgbClr val="00FF00"/>
                        </a:highlight>
                        <a:latin typeface="Maven Pro" panose="020B0604020202020204" charset="-94"/>
                      </a:endParaRPr>
                    </a:p>
                  </a:txBody>
                  <a:tcPr marL="0" marR="0" marT="0" marB="0" anchor="ctr"/>
                </a:tc>
                <a:extLst>
                  <a:ext uri="{0D108BD9-81ED-4DB2-BD59-A6C34878D82A}">
                    <a16:rowId xmlns:a16="http://schemas.microsoft.com/office/drawing/2014/main" val="3309662632"/>
                  </a:ext>
                </a:extLst>
              </a:tr>
            </a:tbl>
          </a:graphicData>
        </a:graphic>
      </p:graphicFrame>
      <p:graphicFrame>
        <p:nvGraphicFramePr>
          <p:cNvPr id="13" name="Tablo 12">
            <a:extLst>
              <a:ext uri="{FF2B5EF4-FFF2-40B4-BE49-F238E27FC236}">
                <a16:creationId xmlns:a16="http://schemas.microsoft.com/office/drawing/2014/main" id="{BCB5BA54-09BD-3AC1-AD53-30A4F180BA64}"/>
              </a:ext>
            </a:extLst>
          </p:cNvPr>
          <p:cNvGraphicFramePr>
            <a:graphicFrameLocks noGrp="1"/>
          </p:cNvGraphicFramePr>
          <p:nvPr>
            <p:extLst>
              <p:ext uri="{D42A27DB-BD31-4B8C-83A1-F6EECF244321}">
                <p14:modId xmlns:p14="http://schemas.microsoft.com/office/powerpoint/2010/main" val="3955201813"/>
              </p:ext>
            </p:extLst>
          </p:nvPr>
        </p:nvGraphicFramePr>
        <p:xfrm>
          <a:off x="4171275" y="1577820"/>
          <a:ext cx="1828800" cy="762000"/>
        </p:xfrm>
        <a:graphic>
          <a:graphicData uri="http://schemas.openxmlformats.org/drawingml/2006/table">
            <a:tbl>
              <a:tblPr>
                <a:tableStyleId>{C65A26D9-3358-4309-A227-EDEAD8D7FABE}</a:tableStyleId>
              </a:tblPr>
              <a:tblGrid>
                <a:gridCol w="609600">
                  <a:extLst>
                    <a:ext uri="{9D8B030D-6E8A-4147-A177-3AD203B41FA5}">
                      <a16:colId xmlns:a16="http://schemas.microsoft.com/office/drawing/2014/main" val="2491799387"/>
                    </a:ext>
                  </a:extLst>
                </a:gridCol>
                <a:gridCol w="609600">
                  <a:extLst>
                    <a:ext uri="{9D8B030D-6E8A-4147-A177-3AD203B41FA5}">
                      <a16:colId xmlns:a16="http://schemas.microsoft.com/office/drawing/2014/main" val="1808440409"/>
                    </a:ext>
                  </a:extLst>
                </a:gridCol>
                <a:gridCol w="609600">
                  <a:extLst>
                    <a:ext uri="{9D8B030D-6E8A-4147-A177-3AD203B41FA5}">
                      <a16:colId xmlns:a16="http://schemas.microsoft.com/office/drawing/2014/main" val="1860428330"/>
                    </a:ext>
                  </a:extLst>
                </a:gridCol>
              </a:tblGrid>
              <a:tr h="190500">
                <a:tc>
                  <a:txBody>
                    <a:bodyPr/>
                    <a:lstStyle/>
                    <a:p>
                      <a:pPr algn="ctr" fontAlgn="ct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Evet</a:t>
                      </a:r>
                      <a:endParaRPr lang="tr-TR" sz="90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Hayır</a:t>
                      </a:r>
                      <a:endParaRPr lang="tr-TR" sz="900" b="1" i="0"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656941700"/>
                  </a:ext>
                </a:extLst>
              </a:tr>
              <a:tr h="190500">
                <a:tc>
                  <a:txBody>
                    <a:bodyPr/>
                    <a:lstStyle/>
                    <a:p>
                      <a:pPr algn="ctr" fontAlgn="ctr"/>
                      <a:r>
                        <a:rPr lang="tr-TR" sz="900" b="1" u="none" strike="noStrike" dirty="0">
                          <a:solidFill>
                            <a:srgbClr val="FF0000"/>
                          </a:solidFill>
                          <a:effectLst/>
                          <a:latin typeface="Maven Pro" panose="020B0604020202020204" charset="-94"/>
                        </a:rPr>
                        <a:t>Güneşli</a:t>
                      </a:r>
                      <a:endParaRPr lang="tr-TR" sz="9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3</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2</a:t>
                      </a:r>
                    </a:p>
                  </a:txBody>
                  <a:tcPr marL="0" marR="0" marT="0" marB="0" anchor="ctr"/>
                </a:tc>
                <a:extLst>
                  <a:ext uri="{0D108BD9-81ED-4DB2-BD59-A6C34878D82A}">
                    <a16:rowId xmlns:a16="http://schemas.microsoft.com/office/drawing/2014/main" val="2691296300"/>
                  </a:ext>
                </a:extLst>
              </a:tr>
              <a:tr h="190500">
                <a:tc>
                  <a:txBody>
                    <a:bodyPr/>
                    <a:lstStyle/>
                    <a:p>
                      <a:pPr algn="ctr" fontAlgn="ctr"/>
                      <a:r>
                        <a:rPr lang="tr-TR" sz="900" b="1" u="none" strike="noStrike" dirty="0">
                          <a:solidFill>
                            <a:srgbClr val="002060"/>
                          </a:solidFill>
                          <a:effectLst/>
                          <a:latin typeface="Maven Pro" panose="020B0604020202020204" charset="-94"/>
                        </a:rPr>
                        <a:t>Bulutlu</a:t>
                      </a:r>
                      <a:endParaRPr lang="tr-TR" sz="900" b="1" i="0" u="none" strike="noStrike" dirty="0">
                        <a:solidFill>
                          <a:srgbClr val="00206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4</a:t>
                      </a:r>
                      <a:endParaRPr lang="tr-TR" sz="900" b="0" i="0" u="none" strike="noStrike">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a:effectLst/>
                          <a:latin typeface="Maven Pro" panose="020B0604020202020204" charset="-94"/>
                        </a:rPr>
                        <a:t>0</a:t>
                      </a:r>
                      <a:endParaRPr lang="tr-TR" sz="900" b="0" i="0" u="none" strike="noStrike">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2577879177"/>
                  </a:ext>
                </a:extLst>
              </a:tr>
              <a:tr h="190500">
                <a:tc>
                  <a:txBody>
                    <a:bodyPr/>
                    <a:lstStyle/>
                    <a:p>
                      <a:pPr algn="ctr" fontAlgn="ctr"/>
                      <a:r>
                        <a:rPr lang="tr-TR" sz="900" b="1" u="none" strike="noStrike" dirty="0">
                          <a:solidFill>
                            <a:srgbClr val="0070C0"/>
                          </a:solidFill>
                          <a:effectLst/>
                          <a:latin typeface="Maven Pro" panose="020B0604020202020204" charset="-94"/>
                        </a:rPr>
                        <a:t>Yağmurlu</a:t>
                      </a:r>
                      <a:endParaRPr lang="tr-TR" sz="900" b="1" i="0" u="none" strike="noStrike" dirty="0">
                        <a:solidFill>
                          <a:srgbClr val="0070C0"/>
                        </a:solidFill>
                        <a:effectLst/>
                        <a:latin typeface="Maven Pro" panose="020B0604020202020204" charset="-94"/>
                      </a:endParaRPr>
                    </a:p>
                  </a:txBody>
                  <a:tcPr marL="0" marR="0" marT="0" marB="0" anchor="ctr"/>
                </a:tc>
                <a:tc>
                  <a:txBody>
                    <a:bodyPr/>
                    <a:lstStyle/>
                    <a:p>
                      <a:pPr algn="ctr" fontAlgn="ctr"/>
                      <a:r>
                        <a:rPr lang="tr-TR" sz="900" u="none" strike="noStrike" dirty="0">
                          <a:effectLst/>
                          <a:latin typeface="Maven Pro" panose="020B0604020202020204" charset="-94"/>
                        </a:rPr>
                        <a:t>2</a:t>
                      </a:r>
                      <a:endParaRPr lang="tr-TR" sz="900" b="0"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u="none" strike="noStrike" dirty="0">
                          <a:effectLst/>
                          <a:latin typeface="Maven Pro" panose="020B0604020202020204" charset="-94"/>
                        </a:rPr>
                        <a:t>3</a:t>
                      </a:r>
                      <a:endParaRPr lang="tr-TR" sz="900" b="0" i="0"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3316545585"/>
                  </a:ext>
                </a:extLst>
              </a:tr>
            </a:tbl>
          </a:graphicData>
        </a:graphic>
      </p:graphicFrame>
      <p:graphicFrame>
        <p:nvGraphicFramePr>
          <p:cNvPr id="20" name="Tablo 19">
            <a:extLst>
              <a:ext uri="{FF2B5EF4-FFF2-40B4-BE49-F238E27FC236}">
                <a16:creationId xmlns:a16="http://schemas.microsoft.com/office/drawing/2014/main" id="{C2A44B38-5C22-C4FA-C2D9-98C5EAF7B8BE}"/>
              </a:ext>
            </a:extLst>
          </p:cNvPr>
          <p:cNvGraphicFramePr>
            <a:graphicFrameLocks noGrp="1"/>
          </p:cNvGraphicFramePr>
          <p:nvPr>
            <p:extLst>
              <p:ext uri="{D42A27DB-BD31-4B8C-83A1-F6EECF244321}">
                <p14:modId xmlns:p14="http://schemas.microsoft.com/office/powerpoint/2010/main" val="1750106192"/>
              </p:ext>
            </p:extLst>
          </p:nvPr>
        </p:nvGraphicFramePr>
        <p:xfrm>
          <a:off x="6095703" y="1577820"/>
          <a:ext cx="2921000" cy="952500"/>
        </p:xfrm>
        <a:graphic>
          <a:graphicData uri="http://schemas.openxmlformats.org/drawingml/2006/table">
            <a:tbl>
              <a:tblPr>
                <a:tableStyleId>{C65A26D9-3358-4309-A227-EDEAD8D7FABE}</a:tableStyleId>
              </a:tblPr>
              <a:tblGrid>
                <a:gridCol w="850900">
                  <a:extLst>
                    <a:ext uri="{9D8B030D-6E8A-4147-A177-3AD203B41FA5}">
                      <a16:colId xmlns:a16="http://schemas.microsoft.com/office/drawing/2014/main" val="556244375"/>
                    </a:ext>
                  </a:extLst>
                </a:gridCol>
                <a:gridCol w="609600">
                  <a:extLst>
                    <a:ext uri="{9D8B030D-6E8A-4147-A177-3AD203B41FA5}">
                      <a16:colId xmlns:a16="http://schemas.microsoft.com/office/drawing/2014/main" val="71815621"/>
                    </a:ext>
                  </a:extLst>
                </a:gridCol>
                <a:gridCol w="609600">
                  <a:extLst>
                    <a:ext uri="{9D8B030D-6E8A-4147-A177-3AD203B41FA5}">
                      <a16:colId xmlns:a16="http://schemas.microsoft.com/office/drawing/2014/main" val="163257457"/>
                    </a:ext>
                  </a:extLst>
                </a:gridCol>
                <a:gridCol w="850900">
                  <a:extLst>
                    <a:ext uri="{9D8B030D-6E8A-4147-A177-3AD203B41FA5}">
                      <a16:colId xmlns:a16="http://schemas.microsoft.com/office/drawing/2014/main" val="2019727441"/>
                    </a:ext>
                  </a:extLst>
                </a:gridCol>
              </a:tblGrid>
              <a:tr h="190500">
                <a:tc>
                  <a:txBody>
                    <a:bodyPr/>
                    <a:lstStyle/>
                    <a:p>
                      <a:pPr algn="ctr" fontAlgn="ctr"/>
                      <a:endParaRPr lang="tr-TR" sz="900" b="0"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Evet</a:t>
                      </a:r>
                      <a:endParaRPr lang="tr-TR" sz="90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Hayır</a:t>
                      </a:r>
                      <a:endParaRPr lang="tr-TR" sz="90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1" u="none" strike="noStrike" dirty="0">
                          <a:effectLst/>
                          <a:latin typeface="Maven Pro" panose="020B0604020202020204" charset="-94"/>
                        </a:rPr>
                        <a:t>Genel Durum</a:t>
                      </a:r>
                      <a:endParaRPr lang="tr-TR" sz="900" b="1" i="0"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2115950512"/>
                  </a:ext>
                </a:extLst>
              </a:tr>
              <a:tr h="190500">
                <a:tc>
                  <a:txBody>
                    <a:bodyPr/>
                    <a:lstStyle/>
                    <a:p>
                      <a:pPr algn="ctr" fontAlgn="ctr"/>
                      <a:r>
                        <a:rPr lang="tr-TR" sz="900" b="1" u="none" strike="noStrike" dirty="0">
                          <a:solidFill>
                            <a:srgbClr val="FF0000"/>
                          </a:solidFill>
                          <a:effectLst/>
                          <a:latin typeface="Maven Pro" panose="020B0604020202020204" charset="-94"/>
                        </a:rPr>
                        <a:t>Güneşli</a:t>
                      </a:r>
                      <a:endParaRPr lang="tr-TR" sz="900" b="1" i="0" u="none" strike="noStrike" dirty="0">
                        <a:solidFill>
                          <a:srgbClr val="FF0000"/>
                        </a:solidFill>
                        <a:effectLst/>
                        <a:latin typeface="Maven Pro" panose="020B0604020202020204" charset="-94"/>
                      </a:endParaRP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3/9</a:t>
                      </a: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2/5</a:t>
                      </a: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5/14</a:t>
                      </a:r>
                    </a:p>
                  </a:txBody>
                  <a:tcPr marL="0" marR="0" marT="0" marB="0" anchor="ctr"/>
                </a:tc>
                <a:extLst>
                  <a:ext uri="{0D108BD9-81ED-4DB2-BD59-A6C34878D82A}">
                    <a16:rowId xmlns:a16="http://schemas.microsoft.com/office/drawing/2014/main" val="1396804415"/>
                  </a:ext>
                </a:extLst>
              </a:tr>
              <a:tr h="190500">
                <a:tc>
                  <a:txBody>
                    <a:bodyPr/>
                    <a:lstStyle/>
                    <a:p>
                      <a:pPr algn="ctr" fontAlgn="ctr"/>
                      <a:r>
                        <a:rPr lang="tr-TR" sz="900" b="1" u="none" strike="noStrike" dirty="0">
                          <a:effectLst/>
                          <a:latin typeface="Maven Pro" panose="020B0604020202020204" charset="-94"/>
                        </a:rPr>
                        <a:t>Bulutlu</a:t>
                      </a:r>
                      <a:endParaRPr lang="tr-TR" sz="90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4/9</a:t>
                      </a: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0/5</a:t>
                      </a: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4/14</a:t>
                      </a:r>
                    </a:p>
                  </a:txBody>
                  <a:tcPr marL="0" marR="0" marT="0" marB="0" anchor="ctr"/>
                </a:tc>
                <a:extLst>
                  <a:ext uri="{0D108BD9-81ED-4DB2-BD59-A6C34878D82A}">
                    <a16:rowId xmlns:a16="http://schemas.microsoft.com/office/drawing/2014/main" val="4211701212"/>
                  </a:ext>
                </a:extLst>
              </a:tr>
              <a:tr h="190500">
                <a:tc>
                  <a:txBody>
                    <a:bodyPr/>
                    <a:lstStyle/>
                    <a:p>
                      <a:pPr algn="ctr" fontAlgn="ctr"/>
                      <a:r>
                        <a:rPr lang="tr-TR" sz="900" b="1" u="none" strike="noStrike" dirty="0">
                          <a:solidFill>
                            <a:srgbClr val="0070C0"/>
                          </a:solidFill>
                          <a:effectLst/>
                          <a:latin typeface="Maven Pro" panose="020B0604020202020204" charset="-94"/>
                        </a:rPr>
                        <a:t>Yağmurlu</a:t>
                      </a:r>
                      <a:endParaRPr lang="tr-TR" sz="900" b="1" i="0" u="none" strike="noStrike" dirty="0">
                        <a:solidFill>
                          <a:srgbClr val="0070C0"/>
                        </a:solidFill>
                        <a:effectLst/>
                        <a:latin typeface="Maven Pro" panose="020B0604020202020204" charset="-94"/>
                      </a:endParaRP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2/9</a:t>
                      </a: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3/5</a:t>
                      </a: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5/14</a:t>
                      </a:r>
                    </a:p>
                  </a:txBody>
                  <a:tcPr marL="0" marR="0" marT="0" marB="0" anchor="ctr"/>
                </a:tc>
                <a:extLst>
                  <a:ext uri="{0D108BD9-81ED-4DB2-BD59-A6C34878D82A}">
                    <a16:rowId xmlns:a16="http://schemas.microsoft.com/office/drawing/2014/main" val="1895623475"/>
                  </a:ext>
                </a:extLst>
              </a:tr>
              <a:tr h="190500">
                <a:tc>
                  <a:txBody>
                    <a:bodyPr/>
                    <a:lstStyle/>
                    <a:p>
                      <a:pPr algn="ctr" fontAlgn="ctr"/>
                      <a:r>
                        <a:rPr lang="tr-TR" sz="900" b="1" u="none" strike="noStrike" dirty="0">
                          <a:effectLst/>
                          <a:latin typeface="Maven Pro" panose="020B0604020202020204" charset="-94"/>
                        </a:rPr>
                        <a:t>Genel Durum</a:t>
                      </a:r>
                      <a:endParaRPr lang="tr-TR" sz="900" b="1" i="0" u="none" strike="noStrike" dirty="0">
                        <a:solidFill>
                          <a:srgbClr val="000000"/>
                        </a:solidFill>
                        <a:effectLst/>
                        <a:latin typeface="Maven Pro" panose="020B0604020202020204" charset="-94"/>
                      </a:endParaRP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9/14</a:t>
                      </a:r>
                    </a:p>
                  </a:txBody>
                  <a:tcPr marL="0" marR="0" marT="0" marB="0" anchor="ctr"/>
                </a:tc>
                <a:tc>
                  <a:txBody>
                    <a:bodyPr/>
                    <a:lstStyle/>
                    <a:p>
                      <a:pPr algn="ctr" fontAlgn="ctr"/>
                      <a:r>
                        <a:rPr lang="tr-TR" sz="900" b="0" i="0" u="none" strike="noStrike" dirty="0">
                          <a:solidFill>
                            <a:srgbClr val="000000"/>
                          </a:solidFill>
                          <a:effectLst/>
                          <a:latin typeface="Maven Pro" panose="020B0604020202020204" charset="-94"/>
                        </a:rPr>
                        <a:t>5/14</a:t>
                      </a:r>
                    </a:p>
                  </a:txBody>
                  <a:tcPr marL="0" marR="0" marT="0" marB="0" anchor="ctr"/>
                </a:tc>
                <a:tc>
                  <a:txBody>
                    <a:bodyPr/>
                    <a:lstStyle/>
                    <a:p>
                      <a:pPr algn="ctr" fontAlgn="ctr"/>
                      <a:endParaRPr lang="tr-TR" sz="900" b="0" i="0" u="none" strike="noStrike" dirty="0">
                        <a:solidFill>
                          <a:srgbClr val="000000"/>
                        </a:solidFill>
                        <a:effectLst/>
                        <a:latin typeface="Maven Pro" panose="020B0604020202020204" charset="-94"/>
                      </a:endParaRPr>
                    </a:p>
                  </a:txBody>
                  <a:tcPr marL="0" marR="0" marT="0" marB="0" anchor="ctr"/>
                </a:tc>
                <a:extLst>
                  <a:ext uri="{0D108BD9-81ED-4DB2-BD59-A6C34878D82A}">
                    <a16:rowId xmlns:a16="http://schemas.microsoft.com/office/drawing/2014/main" val="1972774594"/>
                  </a:ext>
                </a:extLst>
              </a:tr>
            </a:tbl>
          </a:graphicData>
        </a:graphic>
      </p:graphicFrame>
    </p:spTree>
    <p:extLst>
      <p:ext uri="{BB962C8B-B14F-4D97-AF65-F5344CB8AC3E}">
        <p14:creationId xmlns:p14="http://schemas.microsoft.com/office/powerpoint/2010/main" val="428980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 calcmode="lin" valueType="num">
                                      <p:cBhvr>
                                        <p:cTn id="21" dur="500" fill="hold"/>
                                        <p:tgtEl>
                                          <p:spTgt spid="13"/>
                                        </p:tgtEl>
                                        <p:attrNameLst>
                                          <p:attrName>ppt_w</p:attrName>
                                        </p:attrNameLst>
                                      </p:cBhvr>
                                      <p:tavLst>
                                        <p:tav tm="0">
                                          <p:val>
                                            <p:fltVal val="0"/>
                                          </p:val>
                                        </p:tav>
                                        <p:tav tm="100000">
                                          <p:val>
                                            <p:strVal val="#ppt_w"/>
                                          </p:val>
                                        </p:tav>
                                      </p:tavLst>
                                    </p:anim>
                                    <p:anim calcmode="lin" valueType="num">
                                      <p:cBhvr>
                                        <p:cTn id="22" dur="500" fill="hold"/>
                                        <p:tgtEl>
                                          <p:spTgt spid="13"/>
                                        </p:tgtEl>
                                        <p:attrNameLst>
                                          <p:attrName>ppt_h</p:attrName>
                                        </p:attrNameLst>
                                      </p:cBhvr>
                                      <p:tavLst>
                                        <p:tav tm="0">
                                          <p:val>
                                            <p:fltVal val="0"/>
                                          </p:val>
                                        </p:tav>
                                        <p:tav tm="100000">
                                          <p:val>
                                            <p:strVal val="#ppt_h"/>
                                          </p:val>
                                        </p:tav>
                                      </p:tavLst>
                                    </p:anim>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p:cTn id="28" dur="500" fill="hold"/>
                                        <p:tgtEl>
                                          <p:spTgt spid="20"/>
                                        </p:tgtEl>
                                        <p:attrNameLst>
                                          <p:attrName>ppt_w</p:attrName>
                                        </p:attrNameLst>
                                      </p:cBhvr>
                                      <p:tavLst>
                                        <p:tav tm="0">
                                          <p:val>
                                            <p:fltVal val="0"/>
                                          </p:val>
                                        </p:tav>
                                        <p:tav tm="100000">
                                          <p:val>
                                            <p:strVal val="#ppt_w"/>
                                          </p:val>
                                        </p:tav>
                                      </p:tavLst>
                                    </p:anim>
                                    <p:anim calcmode="lin" valueType="num">
                                      <p:cBhvr>
                                        <p:cTn id="29" dur="500" fill="hold"/>
                                        <p:tgtEl>
                                          <p:spTgt spid="20"/>
                                        </p:tgtEl>
                                        <p:attrNameLst>
                                          <p:attrName>ppt_h</p:attrName>
                                        </p:attrNameLst>
                                      </p:cBhvr>
                                      <p:tavLst>
                                        <p:tav tm="0">
                                          <p:val>
                                            <p:fltVal val="0"/>
                                          </p:val>
                                        </p:tav>
                                        <p:tav tm="100000">
                                          <p:val>
                                            <p:strVal val="#ppt_h"/>
                                          </p:val>
                                        </p:tav>
                                      </p:tavLst>
                                    </p:anim>
                                    <p:animEffect transition="in" filter="fade">
                                      <p:cBhvr>
                                        <p:cTn id="3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39"/>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b="1" dirty="0" err="1">
                <a:latin typeface="Maven Pro" panose="020B0604020202020204" charset="-94"/>
              </a:rPr>
              <a:t>Naive</a:t>
            </a:r>
            <a:r>
              <a:rPr lang="tr-TR" b="1" dirty="0">
                <a:latin typeface="Maven Pro" panose="020B0604020202020204" charset="-94"/>
              </a:rPr>
              <a:t> </a:t>
            </a:r>
            <a:r>
              <a:rPr lang="tr-TR" b="1" dirty="0" err="1">
                <a:latin typeface="Maven Pro" panose="020B0604020202020204" charset="-94"/>
              </a:rPr>
              <a:t>Bayes</a:t>
            </a:r>
            <a:endParaRPr b="1" dirty="0">
              <a:latin typeface="Maven Pro" panose="020B0604020202020204" charset="-94"/>
            </a:endParaRP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DD8D27D2-92D3-4645-797B-0F91AD134661}"/>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4F9312D0-1A78-C770-570D-809F3F6D3D80}"/>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
        <p:nvSpPr>
          <p:cNvPr id="22" name="Metin kutusu 21">
            <a:extLst>
              <a:ext uri="{FF2B5EF4-FFF2-40B4-BE49-F238E27FC236}">
                <a16:creationId xmlns:a16="http://schemas.microsoft.com/office/drawing/2014/main" id="{0A24FABC-800B-E14C-D267-3B08E4106E6A}"/>
              </a:ext>
            </a:extLst>
          </p:cNvPr>
          <p:cNvSpPr txBox="1"/>
          <p:nvPr/>
        </p:nvSpPr>
        <p:spPr>
          <a:xfrm>
            <a:off x="640751" y="1121986"/>
            <a:ext cx="2909771" cy="246221"/>
          </a:xfrm>
          <a:prstGeom prst="rect">
            <a:avLst/>
          </a:prstGeom>
          <a:noFill/>
        </p:spPr>
        <p:txBody>
          <a:bodyPr wrap="none" rtlCol="0">
            <a:spAutoFit/>
          </a:bodyPr>
          <a:lstStyle/>
          <a:p>
            <a:r>
              <a:rPr lang="tr-TR" sz="1000" b="1" dirty="0">
                <a:latin typeface="Maven Pro" panose="020B0604020202020204" charset="-94"/>
              </a:rPr>
              <a:t>1. Durum: </a:t>
            </a:r>
            <a:r>
              <a:rPr lang="tr-TR" sz="1000" dirty="0">
                <a:latin typeface="Maven Pro" panose="020B0604020202020204" charset="-94"/>
              </a:rPr>
              <a:t>Güneşli Havada Futbol Oyna (</a:t>
            </a:r>
            <a:r>
              <a:rPr lang="tr-TR" sz="1000" b="1" dirty="0">
                <a:highlight>
                  <a:srgbClr val="FFFF00"/>
                </a:highlight>
                <a:latin typeface="Maven Pro" panose="020B0604020202020204" charset="-94"/>
              </a:rPr>
              <a:t>EVET</a:t>
            </a:r>
            <a:r>
              <a:rPr lang="tr-TR" sz="1000" dirty="0">
                <a:latin typeface="Maven Pro" panose="020B0604020202020204" charset="-94"/>
              </a:rPr>
              <a:t>)</a:t>
            </a:r>
          </a:p>
        </p:txBody>
      </p:sp>
      <mc:AlternateContent xmlns:mc="http://schemas.openxmlformats.org/markup-compatibility/2006" xmlns:a14="http://schemas.microsoft.com/office/drawing/2010/main">
        <mc:Choice Requires="a14">
          <p:sp>
            <p:nvSpPr>
              <p:cNvPr id="24" name="Metin kutusu 23">
                <a:extLst>
                  <a:ext uri="{FF2B5EF4-FFF2-40B4-BE49-F238E27FC236}">
                    <a16:creationId xmlns:a16="http://schemas.microsoft.com/office/drawing/2014/main" id="{6D0041CD-022D-57E2-51E4-CDAA447A587B}"/>
                  </a:ext>
                </a:extLst>
              </p:cNvPr>
              <p:cNvSpPr txBox="1"/>
              <p:nvPr/>
            </p:nvSpPr>
            <p:spPr>
              <a:xfrm>
                <a:off x="640752" y="1587118"/>
                <a:ext cx="2909771" cy="416909"/>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a:highlight>
                                <a:srgbClr val="FFFF00"/>
                              </a:highlight>
                              <a:latin typeface="Cambria Math" panose="02040503050406030204" pitchFamily="18" charset="0"/>
                            </a:rPr>
                            <m:t>𝑬𝒗𝒆𝒕</m:t>
                          </m:r>
                          <m:d>
                            <m:dPr>
                              <m:begChr m:val="|"/>
                              <m:endChr m:val=""/>
                              <m:ctrlPr>
                                <a:rPr lang="tr-TR" sz="1000" b="1" i="1" smtClean="0">
                                  <a:solidFill>
                                    <a:srgbClr val="FF0000"/>
                                  </a:solidFill>
                                  <a:latin typeface="Cambria Math" panose="02040503050406030204" pitchFamily="18" charset="0"/>
                                </a:rPr>
                              </m:ctrlPr>
                            </m:dPr>
                            <m:e>
                              <m:r>
                                <a:rPr lang="tr-TR" sz="1000" b="1" i="1">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i="1">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d>
                                <m:dPr>
                                  <m:begChr m:val="|"/>
                                  <m:endChr m:val=""/>
                                  <m:ctrlPr>
                                    <a:rPr lang="tr-TR" sz="1000" i="1">
                                      <a:latin typeface="Cambria Math" panose="02040503050406030204" pitchFamily="18" charset="0"/>
                                    </a:rPr>
                                  </m:ctrlPr>
                                </m:dPr>
                                <m:e>
                                  <m:r>
                                    <a:rPr lang="tr-TR" sz="1000" b="1" i="1">
                                      <a:highlight>
                                        <a:srgbClr val="FFFF00"/>
                                      </a:highlight>
                                      <a:latin typeface="Cambria Math" panose="02040503050406030204" pitchFamily="18" charset="0"/>
                                    </a:rPr>
                                    <m:t>𝑬𝒗𝒆𝒕</m:t>
                                  </m:r>
                                </m:e>
                              </m:d>
                            </m:e>
                          </m:d>
                          <m:r>
                            <a:rPr lang="tr-TR" sz="1000" i="0">
                              <a:latin typeface="Cambria Math" panose="02040503050406030204" pitchFamily="18" charset="0"/>
                            </a:rPr>
                            <m:t>∗</m:t>
                          </m:r>
                          <m:r>
                            <a:rPr lang="tr-TR" sz="1000" i="1">
                              <a:latin typeface="Cambria Math" panose="02040503050406030204" pitchFamily="18" charset="0"/>
                            </a:rPr>
                            <m:t>𝑃</m:t>
                          </m:r>
                          <m:d>
                            <m:dPr>
                              <m:ctrlPr>
                                <a:rPr lang="tr-TR" sz="1000" i="1">
                                  <a:latin typeface="Cambria Math" panose="02040503050406030204" pitchFamily="18" charset="0"/>
                                </a:rPr>
                              </m:ctrlPr>
                            </m:dPr>
                            <m:e>
                              <m:r>
                                <a:rPr lang="tr-TR" sz="1000" b="1" i="1">
                                  <a:highlight>
                                    <a:srgbClr val="FFFF00"/>
                                  </a:highlight>
                                  <a:latin typeface="Cambria Math" panose="02040503050406030204" pitchFamily="18" charset="0"/>
                                </a:rPr>
                                <m:t>𝑬𝒗𝒆𝒕</m:t>
                              </m:r>
                            </m:e>
                          </m:d>
                        </m:num>
                        <m:den>
                          <m:r>
                            <a:rPr lang="tr-TR" sz="1000" i="1">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den>
                      </m:f>
                    </m:oMath>
                  </m:oMathPara>
                </a14:m>
                <a:endParaRPr lang="tr-TR" sz="1000" dirty="0"/>
              </a:p>
            </p:txBody>
          </p:sp>
        </mc:Choice>
        <mc:Fallback xmlns="">
          <p:sp>
            <p:nvSpPr>
              <p:cNvPr id="24" name="Metin kutusu 23">
                <a:extLst>
                  <a:ext uri="{FF2B5EF4-FFF2-40B4-BE49-F238E27FC236}">
                    <a16:creationId xmlns:a16="http://schemas.microsoft.com/office/drawing/2014/main" id="{6D0041CD-022D-57E2-51E4-CDAA447A587B}"/>
                  </a:ext>
                </a:extLst>
              </p:cNvPr>
              <p:cNvSpPr txBox="1">
                <a:spLocks noRot="1" noChangeAspect="1" noMove="1" noResize="1" noEditPoints="1" noAdjustHandles="1" noChangeArrowheads="1" noChangeShapeType="1" noTextEdit="1"/>
              </p:cNvSpPr>
              <p:nvPr/>
            </p:nvSpPr>
            <p:spPr>
              <a:xfrm>
                <a:off x="640752" y="1587118"/>
                <a:ext cx="2909771" cy="416909"/>
              </a:xfrm>
              <a:prstGeom prst="rect">
                <a:avLst/>
              </a:prstGeom>
              <a:blipFill>
                <a:blip r:embed="rId4"/>
                <a:stretch>
                  <a:fillRect t="-52174" b="-6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6" name="Metin kutusu 25">
                <a:extLst>
                  <a:ext uri="{FF2B5EF4-FFF2-40B4-BE49-F238E27FC236}">
                    <a16:creationId xmlns:a16="http://schemas.microsoft.com/office/drawing/2014/main" id="{BE2AFF5F-5F2F-FBB1-E2AE-86C646482FAE}"/>
                  </a:ext>
                </a:extLst>
              </p:cNvPr>
              <p:cNvSpPr txBox="1"/>
              <p:nvPr/>
            </p:nvSpPr>
            <p:spPr>
              <a:xfrm>
                <a:off x="640752" y="2112940"/>
                <a:ext cx="2215862" cy="381451"/>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1" smtClean="0">
                              <a:solidFill>
                                <a:srgbClr val="FF0000"/>
                              </a:solidFill>
                              <a:latin typeface="Cambria Math" panose="02040503050406030204" pitchFamily="18" charset="0"/>
                            </a:rPr>
                            <m:t>ü</m:t>
                          </m:r>
                          <m:r>
                            <a:rPr lang="tr-TR" sz="1000" b="1" i="1" smtClean="0">
                              <a:solidFill>
                                <a:srgbClr val="FF0000"/>
                              </a:solidFill>
                              <a:latin typeface="Cambria Math" panose="02040503050406030204" pitchFamily="18" charset="0"/>
                            </a:rPr>
                            <m:t>𝒏𝒆</m:t>
                          </m:r>
                          <m:r>
                            <a:rPr lang="tr-TR" sz="1000" b="1" i="1" smtClean="0">
                              <a:solidFill>
                                <a:srgbClr val="FF0000"/>
                              </a:solidFill>
                              <a:latin typeface="Cambria Math" panose="02040503050406030204" pitchFamily="18" charset="0"/>
                            </a:rPr>
                            <m:t>ş</m:t>
                          </m:r>
                          <m:r>
                            <a:rPr lang="tr-TR" sz="1000" b="1" i="1" smtClean="0">
                              <a:solidFill>
                                <a:srgbClr val="FF0000"/>
                              </a:solidFill>
                              <a:latin typeface="Cambria Math" panose="02040503050406030204" pitchFamily="18" charset="0"/>
                            </a:rPr>
                            <m:t>𝒍𝒊</m:t>
                          </m:r>
                        </m:e>
                        <m:e>
                          <m:r>
                            <a:rPr lang="tr-TR" sz="1000" b="1" i="1" smtClean="0">
                              <a:highlight>
                                <a:srgbClr val="FFFF00"/>
                              </a:highlight>
                              <a:latin typeface="Cambria Math" panose="02040503050406030204" pitchFamily="18" charset="0"/>
                            </a:rPr>
                            <m:t>𝑬𝒗𝒆𝒕</m:t>
                          </m:r>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i="0">
                              <a:latin typeface="Cambria Math" panose="02040503050406030204" pitchFamily="18" charset="0"/>
                            </a:rPr>
                            <m:t>3</m:t>
                          </m:r>
                        </m:num>
                        <m:den>
                          <m:r>
                            <a:rPr lang="tr-TR" sz="1000" i="0">
                              <a:latin typeface="Cambria Math" panose="02040503050406030204" pitchFamily="18" charset="0"/>
                            </a:rPr>
                            <m:t>9</m:t>
                          </m:r>
                        </m:den>
                      </m:f>
                      <m:r>
                        <a:rPr lang="tr-TR" sz="1000" i="0">
                          <a:latin typeface="Cambria Math" panose="02040503050406030204" pitchFamily="18" charset="0"/>
                        </a:rPr>
                        <m:t>=0.333</m:t>
                      </m:r>
                    </m:oMath>
                  </m:oMathPara>
                </a14:m>
                <a:endParaRPr lang="tr-TR" sz="1000" dirty="0"/>
              </a:p>
            </p:txBody>
          </p:sp>
        </mc:Choice>
        <mc:Fallback xmlns="">
          <p:sp>
            <p:nvSpPr>
              <p:cNvPr id="26" name="Metin kutusu 25">
                <a:extLst>
                  <a:ext uri="{FF2B5EF4-FFF2-40B4-BE49-F238E27FC236}">
                    <a16:creationId xmlns:a16="http://schemas.microsoft.com/office/drawing/2014/main" id="{BE2AFF5F-5F2F-FBB1-E2AE-86C646482FAE}"/>
                  </a:ext>
                </a:extLst>
              </p:cNvPr>
              <p:cNvSpPr txBox="1">
                <a:spLocks noRot="1" noChangeAspect="1" noMove="1" noResize="1" noEditPoints="1" noAdjustHandles="1" noChangeArrowheads="1" noChangeShapeType="1" noTextEdit="1"/>
              </p:cNvSpPr>
              <p:nvPr/>
            </p:nvSpPr>
            <p:spPr>
              <a:xfrm>
                <a:off x="640752" y="2112940"/>
                <a:ext cx="2215862" cy="381451"/>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 name="Metin kutusu 2">
                <a:extLst>
                  <a:ext uri="{FF2B5EF4-FFF2-40B4-BE49-F238E27FC236}">
                    <a16:creationId xmlns:a16="http://schemas.microsoft.com/office/drawing/2014/main" id="{58817C72-5424-F87F-2484-0712D2FB62C4}"/>
                  </a:ext>
                </a:extLst>
              </p:cNvPr>
              <p:cNvSpPr txBox="1"/>
              <p:nvPr/>
            </p:nvSpPr>
            <p:spPr>
              <a:xfrm>
                <a:off x="640752" y="2603304"/>
                <a:ext cx="2507512" cy="383567"/>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i="0">
                              <a:latin typeface="Cambria Math" panose="02040503050406030204" pitchFamily="18" charset="0"/>
                            </a:rPr>
                            <m:t>5</m:t>
                          </m:r>
                        </m:num>
                        <m:den>
                          <m:r>
                            <a:rPr lang="tr-TR" sz="1000" i="0">
                              <a:latin typeface="Cambria Math" panose="02040503050406030204" pitchFamily="18" charset="0"/>
                            </a:rPr>
                            <m:t>14</m:t>
                          </m:r>
                        </m:den>
                      </m:f>
                      <m:r>
                        <a:rPr lang="tr-TR" sz="1000" i="0">
                          <a:latin typeface="Cambria Math" panose="02040503050406030204" pitchFamily="18" charset="0"/>
                        </a:rPr>
                        <m:t>=0.357</m:t>
                      </m:r>
                    </m:oMath>
                  </m:oMathPara>
                </a14:m>
                <a:endParaRPr lang="tr-TR" sz="1000" dirty="0"/>
              </a:p>
            </p:txBody>
          </p:sp>
        </mc:Choice>
        <mc:Fallback xmlns="">
          <p:sp>
            <p:nvSpPr>
              <p:cNvPr id="3" name="Metin kutusu 2">
                <a:extLst>
                  <a:ext uri="{FF2B5EF4-FFF2-40B4-BE49-F238E27FC236}">
                    <a16:creationId xmlns:a16="http://schemas.microsoft.com/office/drawing/2014/main" id="{58817C72-5424-F87F-2484-0712D2FB62C4}"/>
                  </a:ext>
                </a:extLst>
              </p:cNvPr>
              <p:cNvSpPr txBox="1">
                <a:spLocks noRot="1" noChangeAspect="1" noMove="1" noResize="1" noEditPoints="1" noAdjustHandles="1" noChangeArrowheads="1" noChangeShapeType="1" noTextEdit="1"/>
              </p:cNvSpPr>
              <p:nvPr/>
            </p:nvSpPr>
            <p:spPr>
              <a:xfrm>
                <a:off x="640752" y="2603304"/>
                <a:ext cx="2507512" cy="383567"/>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5FC3B5DC-1025-22E1-AD82-CCC054FE7922}"/>
                  </a:ext>
                </a:extLst>
              </p:cNvPr>
              <p:cNvSpPr txBox="1"/>
              <p:nvPr/>
            </p:nvSpPr>
            <p:spPr>
              <a:xfrm>
                <a:off x="640752" y="3091132"/>
                <a:ext cx="1639935" cy="380489"/>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a:highlight>
                                <a:srgbClr val="FFFF00"/>
                              </a:highlight>
                              <a:latin typeface="Cambria Math" panose="02040503050406030204" pitchFamily="18" charset="0"/>
                            </a:rPr>
                            <m:t>𝑬𝒗𝒆𝒕</m:t>
                          </m:r>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i="0">
                              <a:latin typeface="Cambria Math" panose="02040503050406030204" pitchFamily="18" charset="0"/>
                            </a:rPr>
                            <m:t>9</m:t>
                          </m:r>
                        </m:num>
                        <m:den>
                          <m:r>
                            <a:rPr lang="tr-TR" sz="1000" i="0">
                              <a:latin typeface="Cambria Math" panose="02040503050406030204" pitchFamily="18" charset="0"/>
                            </a:rPr>
                            <m:t>14</m:t>
                          </m:r>
                        </m:den>
                      </m:f>
                      <m:r>
                        <a:rPr lang="tr-TR" sz="1000" i="0">
                          <a:latin typeface="Cambria Math" panose="02040503050406030204" pitchFamily="18" charset="0"/>
                        </a:rPr>
                        <m:t>=0.642</m:t>
                      </m:r>
                    </m:oMath>
                  </m:oMathPara>
                </a14:m>
                <a:endParaRPr lang="tr-TR" sz="1000" dirty="0"/>
              </a:p>
            </p:txBody>
          </p:sp>
        </mc:Choice>
        <mc:Fallback xmlns="">
          <p:sp>
            <p:nvSpPr>
              <p:cNvPr id="6" name="Metin kutusu 5">
                <a:extLst>
                  <a:ext uri="{FF2B5EF4-FFF2-40B4-BE49-F238E27FC236}">
                    <a16:creationId xmlns:a16="http://schemas.microsoft.com/office/drawing/2014/main" id="{5FC3B5DC-1025-22E1-AD82-CCC054FE7922}"/>
                  </a:ext>
                </a:extLst>
              </p:cNvPr>
              <p:cNvSpPr txBox="1">
                <a:spLocks noRot="1" noChangeAspect="1" noMove="1" noResize="1" noEditPoints="1" noAdjustHandles="1" noChangeArrowheads="1" noChangeShapeType="1" noTextEdit="1"/>
              </p:cNvSpPr>
              <p:nvPr/>
            </p:nvSpPr>
            <p:spPr>
              <a:xfrm>
                <a:off x="640752" y="3091132"/>
                <a:ext cx="1639935" cy="380489"/>
              </a:xfrm>
              <a:prstGeom prst="rect">
                <a:avLst/>
              </a:prstGeom>
              <a:blipFill>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C64DEA7E-C457-4F18-1020-34988C279367}"/>
                  </a:ext>
                </a:extLst>
              </p:cNvPr>
              <p:cNvSpPr txBox="1"/>
              <p:nvPr/>
            </p:nvSpPr>
            <p:spPr>
              <a:xfrm>
                <a:off x="640752" y="3575882"/>
                <a:ext cx="1639935" cy="246221"/>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a:highlight>
                                <a:srgbClr val="FFFF00"/>
                              </a:highlight>
                              <a:latin typeface="Cambria Math" panose="02040503050406030204" pitchFamily="18" charset="0"/>
                            </a:rPr>
                            <m:t>𝑬𝒗𝒆𝒕</m:t>
                          </m:r>
                        </m:e>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r>
                        <a:rPr lang="tr-TR" sz="1000" i="0">
                          <a:latin typeface="Cambria Math" panose="02040503050406030204" pitchFamily="18" charset="0"/>
                        </a:rPr>
                        <m:t>=0.60</m:t>
                      </m:r>
                    </m:oMath>
                  </m:oMathPara>
                </a14:m>
                <a:endParaRPr lang="tr-TR" sz="1000" dirty="0"/>
              </a:p>
            </p:txBody>
          </p:sp>
        </mc:Choice>
        <mc:Fallback xmlns="">
          <p:sp>
            <p:nvSpPr>
              <p:cNvPr id="9" name="Metin kutusu 8">
                <a:extLst>
                  <a:ext uri="{FF2B5EF4-FFF2-40B4-BE49-F238E27FC236}">
                    <a16:creationId xmlns:a16="http://schemas.microsoft.com/office/drawing/2014/main" id="{C64DEA7E-C457-4F18-1020-34988C279367}"/>
                  </a:ext>
                </a:extLst>
              </p:cNvPr>
              <p:cNvSpPr txBox="1">
                <a:spLocks noRot="1" noChangeAspect="1" noMove="1" noResize="1" noEditPoints="1" noAdjustHandles="1" noChangeArrowheads="1" noChangeShapeType="1" noTextEdit="1"/>
              </p:cNvSpPr>
              <p:nvPr/>
            </p:nvSpPr>
            <p:spPr>
              <a:xfrm>
                <a:off x="640752" y="3575882"/>
                <a:ext cx="1639935" cy="246221"/>
              </a:xfrm>
              <a:prstGeom prst="rect">
                <a:avLst/>
              </a:prstGeom>
              <a:blipFill>
                <a:blip r:embed="rId8"/>
                <a:stretch>
                  <a:fillRect/>
                </a:stretch>
              </a:blipFill>
            </p:spPr>
            <p:txBody>
              <a:bodyPr/>
              <a:lstStyle/>
              <a:p>
                <a:r>
                  <a:rPr lang="tr-TR">
                    <a:noFill/>
                  </a:rPr>
                  <a:t> </a:t>
                </a:r>
              </a:p>
            </p:txBody>
          </p:sp>
        </mc:Fallback>
      </mc:AlternateContent>
      <p:sp>
        <p:nvSpPr>
          <p:cNvPr id="10" name="Metin kutusu 9">
            <a:extLst>
              <a:ext uri="{FF2B5EF4-FFF2-40B4-BE49-F238E27FC236}">
                <a16:creationId xmlns:a16="http://schemas.microsoft.com/office/drawing/2014/main" id="{A2BAEC4A-384A-E08D-33DA-825CCB519A85}"/>
              </a:ext>
            </a:extLst>
          </p:cNvPr>
          <p:cNvSpPr txBox="1"/>
          <p:nvPr/>
        </p:nvSpPr>
        <p:spPr>
          <a:xfrm>
            <a:off x="4755551" y="1121986"/>
            <a:ext cx="2948243" cy="246221"/>
          </a:xfrm>
          <a:prstGeom prst="rect">
            <a:avLst/>
          </a:prstGeom>
          <a:noFill/>
        </p:spPr>
        <p:txBody>
          <a:bodyPr wrap="none" rtlCol="0">
            <a:spAutoFit/>
          </a:bodyPr>
          <a:lstStyle/>
          <a:p>
            <a:r>
              <a:rPr lang="tr-TR" sz="1000" b="1" dirty="0">
                <a:latin typeface="Maven Pro" panose="020B0604020202020204" charset="-94"/>
              </a:rPr>
              <a:t>2. Durum: </a:t>
            </a:r>
            <a:r>
              <a:rPr lang="tr-TR" sz="1000" dirty="0">
                <a:latin typeface="Maven Pro" panose="020B0604020202020204" charset="-94"/>
              </a:rPr>
              <a:t>Güneşli Havada Futbol Oyna (</a:t>
            </a:r>
            <a:r>
              <a:rPr lang="tr-TR" sz="1000" b="1" dirty="0">
                <a:highlight>
                  <a:srgbClr val="00FF00"/>
                </a:highlight>
                <a:latin typeface="Maven Pro" panose="020B0604020202020204" charset="-94"/>
              </a:rPr>
              <a:t>Hayır</a:t>
            </a:r>
            <a:r>
              <a:rPr lang="tr-TR" sz="1000" dirty="0">
                <a:latin typeface="Maven Pro" panose="020B0604020202020204" charset="-94"/>
              </a:rPr>
              <a:t>)</a:t>
            </a:r>
          </a:p>
        </p:txBody>
      </p:sp>
      <mc:AlternateContent xmlns:mc="http://schemas.openxmlformats.org/markup-compatibility/2006" xmlns:a14="http://schemas.microsoft.com/office/drawing/2010/main">
        <mc:Choice Requires="a14">
          <p:sp>
            <p:nvSpPr>
              <p:cNvPr id="12" name="Metin kutusu 11">
                <a:extLst>
                  <a:ext uri="{FF2B5EF4-FFF2-40B4-BE49-F238E27FC236}">
                    <a16:creationId xmlns:a16="http://schemas.microsoft.com/office/drawing/2014/main" id="{4BCF03C8-6564-EAA2-D2A4-D74072A1CC0F}"/>
                  </a:ext>
                </a:extLst>
              </p:cNvPr>
              <p:cNvSpPr txBox="1"/>
              <p:nvPr/>
            </p:nvSpPr>
            <p:spPr>
              <a:xfrm>
                <a:off x="4755551" y="1587118"/>
                <a:ext cx="3105459" cy="416909"/>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a:highlight>
                                <a:srgbClr val="00FF00"/>
                              </a:highlight>
                              <a:latin typeface="Cambria Math" panose="02040503050406030204" pitchFamily="18" charset="0"/>
                            </a:rPr>
                            <m:t>𝑯𝒂𝒚</m:t>
                          </m:r>
                          <m:r>
                            <a:rPr lang="tr-TR" sz="1000" b="1" i="0">
                              <a:highlight>
                                <a:srgbClr val="00FF00"/>
                              </a:highlight>
                              <a:latin typeface="Cambria Math" panose="02040503050406030204" pitchFamily="18" charset="0"/>
                            </a:rPr>
                            <m:t>ı</m:t>
                          </m:r>
                          <m:r>
                            <a:rPr lang="tr-TR" sz="1000" b="1" i="1">
                              <a:highlight>
                                <a:srgbClr val="00FF00"/>
                              </a:highlight>
                              <a:latin typeface="Cambria Math" panose="02040503050406030204" pitchFamily="18" charset="0"/>
                            </a:rPr>
                            <m:t>𝒓</m:t>
                          </m:r>
                          <m:d>
                            <m:dPr>
                              <m:begChr m:val="|"/>
                              <m:endChr m:val=""/>
                              <m:ctrlPr>
                                <a:rPr lang="tr-TR" sz="1000" i="1">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i="1">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d>
                                <m:dPr>
                                  <m:begChr m:val="|"/>
                                  <m:endChr m:val=""/>
                                  <m:ctrlPr>
                                    <a:rPr lang="tr-TR" sz="1000" b="1" i="1">
                                      <a:highlight>
                                        <a:srgbClr val="00FF00"/>
                                      </a:highlight>
                                      <a:latin typeface="Cambria Math" panose="02040503050406030204" pitchFamily="18" charset="0"/>
                                    </a:rPr>
                                  </m:ctrlPr>
                                </m:dPr>
                                <m:e>
                                  <m:r>
                                    <a:rPr lang="tr-TR" sz="1000" b="1" i="1">
                                      <a:highlight>
                                        <a:srgbClr val="00FF00"/>
                                      </a:highlight>
                                      <a:latin typeface="Cambria Math" panose="02040503050406030204" pitchFamily="18" charset="0"/>
                                    </a:rPr>
                                    <m:t>𝑯𝒂𝒚</m:t>
                                  </m:r>
                                  <m:r>
                                    <a:rPr lang="tr-TR" sz="1000" b="1" i="0">
                                      <a:highlight>
                                        <a:srgbClr val="00FF00"/>
                                      </a:highlight>
                                      <a:latin typeface="Cambria Math" panose="02040503050406030204" pitchFamily="18" charset="0"/>
                                    </a:rPr>
                                    <m:t>ı</m:t>
                                  </m:r>
                                  <m:r>
                                    <a:rPr lang="tr-TR" sz="1000" b="1" i="1">
                                      <a:highlight>
                                        <a:srgbClr val="00FF00"/>
                                      </a:highlight>
                                      <a:latin typeface="Cambria Math" panose="02040503050406030204" pitchFamily="18" charset="0"/>
                                    </a:rPr>
                                    <m:t>𝒓</m:t>
                                  </m:r>
                                </m:e>
                              </m:d>
                            </m:e>
                          </m:d>
                          <m:r>
                            <a:rPr lang="tr-TR" sz="1000" i="0">
                              <a:latin typeface="Cambria Math" panose="02040503050406030204" pitchFamily="18" charset="0"/>
                            </a:rPr>
                            <m:t>∗</m:t>
                          </m:r>
                          <m:r>
                            <a:rPr lang="tr-TR" sz="1000" i="1">
                              <a:latin typeface="Cambria Math" panose="02040503050406030204" pitchFamily="18" charset="0"/>
                            </a:rPr>
                            <m:t>𝑃</m:t>
                          </m:r>
                          <m:d>
                            <m:dPr>
                              <m:ctrlPr>
                                <a:rPr lang="tr-TR" sz="1000" i="1">
                                  <a:latin typeface="Cambria Math" panose="02040503050406030204" pitchFamily="18" charset="0"/>
                                </a:rPr>
                              </m:ctrlPr>
                            </m:dPr>
                            <m:e>
                              <m:r>
                                <a:rPr lang="tr-TR" sz="1000" b="1" i="1">
                                  <a:highlight>
                                    <a:srgbClr val="00FF00"/>
                                  </a:highlight>
                                  <a:latin typeface="Cambria Math" panose="02040503050406030204" pitchFamily="18" charset="0"/>
                                </a:rPr>
                                <m:t>𝑯𝒂𝒚</m:t>
                              </m:r>
                              <m:r>
                                <a:rPr lang="tr-TR" sz="1000" b="1" i="0">
                                  <a:highlight>
                                    <a:srgbClr val="00FF00"/>
                                  </a:highlight>
                                  <a:latin typeface="Cambria Math" panose="02040503050406030204" pitchFamily="18" charset="0"/>
                                </a:rPr>
                                <m:t>ı</m:t>
                              </m:r>
                              <m:r>
                                <a:rPr lang="tr-TR" sz="1000" b="1" i="1">
                                  <a:highlight>
                                    <a:srgbClr val="00FF00"/>
                                  </a:highlight>
                                  <a:latin typeface="Cambria Math" panose="02040503050406030204" pitchFamily="18" charset="0"/>
                                </a:rPr>
                                <m:t>𝒓</m:t>
                              </m:r>
                            </m:e>
                          </m:d>
                        </m:num>
                        <m:den>
                          <m:r>
                            <a:rPr lang="tr-TR" sz="1000" i="1">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den>
                      </m:f>
                    </m:oMath>
                  </m:oMathPara>
                </a14:m>
                <a:endParaRPr lang="tr-TR" sz="1000" dirty="0"/>
              </a:p>
            </p:txBody>
          </p:sp>
        </mc:Choice>
        <mc:Fallback xmlns="">
          <p:sp>
            <p:nvSpPr>
              <p:cNvPr id="12" name="Metin kutusu 11">
                <a:extLst>
                  <a:ext uri="{FF2B5EF4-FFF2-40B4-BE49-F238E27FC236}">
                    <a16:creationId xmlns:a16="http://schemas.microsoft.com/office/drawing/2014/main" id="{4BCF03C8-6564-EAA2-D2A4-D74072A1CC0F}"/>
                  </a:ext>
                </a:extLst>
              </p:cNvPr>
              <p:cNvSpPr txBox="1">
                <a:spLocks noRot="1" noChangeAspect="1" noMove="1" noResize="1" noEditPoints="1" noAdjustHandles="1" noChangeArrowheads="1" noChangeShapeType="1" noTextEdit="1"/>
              </p:cNvSpPr>
              <p:nvPr/>
            </p:nvSpPr>
            <p:spPr>
              <a:xfrm>
                <a:off x="4755551" y="1587118"/>
                <a:ext cx="3105459" cy="416909"/>
              </a:xfrm>
              <a:prstGeom prst="rect">
                <a:avLst/>
              </a:prstGeom>
              <a:blipFill>
                <a:blip r:embed="rId9"/>
                <a:stretch>
                  <a:fillRect t="-52174" b="-65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 name="Metin kutusu 14">
                <a:extLst>
                  <a:ext uri="{FF2B5EF4-FFF2-40B4-BE49-F238E27FC236}">
                    <a16:creationId xmlns:a16="http://schemas.microsoft.com/office/drawing/2014/main" id="{6897C97F-8B4F-5093-0240-4DF79A7B38A8}"/>
                  </a:ext>
                </a:extLst>
              </p:cNvPr>
              <p:cNvSpPr txBox="1"/>
              <p:nvPr/>
            </p:nvSpPr>
            <p:spPr>
              <a:xfrm>
                <a:off x="4755551" y="2221853"/>
                <a:ext cx="2346998" cy="381451"/>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1" smtClean="0">
                              <a:solidFill>
                                <a:srgbClr val="FF0000"/>
                              </a:solidFill>
                              <a:latin typeface="Cambria Math" panose="02040503050406030204" pitchFamily="18" charset="0"/>
                            </a:rPr>
                            <m:t>ü</m:t>
                          </m:r>
                          <m:r>
                            <a:rPr lang="tr-TR" sz="1000" b="1" i="1" smtClean="0">
                              <a:solidFill>
                                <a:srgbClr val="FF0000"/>
                              </a:solidFill>
                              <a:latin typeface="Cambria Math" panose="02040503050406030204" pitchFamily="18" charset="0"/>
                            </a:rPr>
                            <m:t>𝒏𝒆</m:t>
                          </m:r>
                          <m:r>
                            <a:rPr lang="tr-TR" sz="1000" b="1" i="1" smtClean="0">
                              <a:solidFill>
                                <a:srgbClr val="FF0000"/>
                              </a:solidFill>
                              <a:latin typeface="Cambria Math" panose="02040503050406030204" pitchFamily="18" charset="0"/>
                            </a:rPr>
                            <m:t>ş</m:t>
                          </m:r>
                          <m:r>
                            <a:rPr lang="tr-TR" sz="1000" b="1" i="1" smtClean="0">
                              <a:solidFill>
                                <a:srgbClr val="FF0000"/>
                              </a:solidFill>
                              <a:latin typeface="Cambria Math" panose="02040503050406030204" pitchFamily="18" charset="0"/>
                            </a:rPr>
                            <m:t>𝒍𝒊</m:t>
                          </m:r>
                        </m:e>
                        <m:e>
                          <m:r>
                            <a:rPr lang="tr-TR" sz="1000" b="1" i="1" smtClean="0">
                              <a:highlight>
                                <a:srgbClr val="00FF00"/>
                              </a:highlight>
                              <a:latin typeface="Cambria Math" panose="02040503050406030204" pitchFamily="18" charset="0"/>
                            </a:rPr>
                            <m:t>𝑯𝒂𝒚</m:t>
                          </m:r>
                          <m:r>
                            <a:rPr lang="tr-TR" sz="1000" b="1" i="1" smtClean="0">
                              <a:highlight>
                                <a:srgbClr val="00FF00"/>
                              </a:highlight>
                              <a:latin typeface="Cambria Math" panose="02040503050406030204" pitchFamily="18" charset="0"/>
                            </a:rPr>
                            <m:t>𝚤</m:t>
                          </m:r>
                          <m:r>
                            <a:rPr lang="tr-TR" sz="1000" b="1" i="1" smtClean="0">
                              <a:highlight>
                                <a:srgbClr val="00FF00"/>
                              </a:highlight>
                              <a:latin typeface="Cambria Math" panose="02040503050406030204" pitchFamily="18" charset="0"/>
                            </a:rPr>
                            <m:t>𝒓</m:t>
                          </m:r>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i="0">
                              <a:latin typeface="Cambria Math" panose="02040503050406030204" pitchFamily="18" charset="0"/>
                            </a:rPr>
                            <m:t>2</m:t>
                          </m:r>
                        </m:num>
                        <m:den>
                          <m:r>
                            <a:rPr lang="tr-TR" sz="1000" i="0">
                              <a:latin typeface="Cambria Math" panose="02040503050406030204" pitchFamily="18" charset="0"/>
                            </a:rPr>
                            <m:t>9</m:t>
                          </m:r>
                        </m:den>
                      </m:f>
                      <m:r>
                        <a:rPr lang="tr-TR" sz="1000" i="0">
                          <a:latin typeface="Cambria Math" panose="02040503050406030204" pitchFamily="18" charset="0"/>
                        </a:rPr>
                        <m:t>=0.222</m:t>
                      </m:r>
                    </m:oMath>
                  </m:oMathPara>
                </a14:m>
                <a:endParaRPr lang="tr-TR" sz="1000" dirty="0"/>
              </a:p>
            </p:txBody>
          </p:sp>
        </mc:Choice>
        <mc:Fallback xmlns="">
          <p:sp>
            <p:nvSpPr>
              <p:cNvPr id="15" name="Metin kutusu 14">
                <a:extLst>
                  <a:ext uri="{FF2B5EF4-FFF2-40B4-BE49-F238E27FC236}">
                    <a16:creationId xmlns:a16="http://schemas.microsoft.com/office/drawing/2014/main" id="{6897C97F-8B4F-5093-0240-4DF79A7B38A8}"/>
                  </a:ext>
                </a:extLst>
              </p:cNvPr>
              <p:cNvSpPr txBox="1">
                <a:spLocks noRot="1" noChangeAspect="1" noMove="1" noResize="1" noEditPoints="1" noAdjustHandles="1" noChangeArrowheads="1" noChangeShapeType="1" noTextEdit="1"/>
              </p:cNvSpPr>
              <p:nvPr/>
            </p:nvSpPr>
            <p:spPr>
              <a:xfrm>
                <a:off x="4755551" y="2221853"/>
                <a:ext cx="2346998" cy="381451"/>
              </a:xfrm>
              <a:prstGeom prst="rect">
                <a:avLst/>
              </a:prstGeom>
              <a:blipFill>
                <a:blip r:embed="rId10"/>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6" name="Metin kutusu 15">
                <a:extLst>
                  <a:ext uri="{FF2B5EF4-FFF2-40B4-BE49-F238E27FC236}">
                    <a16:creationId xmlns:a16="http://schemas.microsoft.com/office/drawing/2014/main" id="{92B98B23-2656-96E6-3E93-AE1255E74C5A}"/>
                  </a:ext>
                </a:extLst>
              </p:cNvPr>
              <p:cNvSpPr txBox="1"/>
              <p:nvPr/>
            </p:nvSpPr>
            <p:spPr>
              <a:xfrm>
                <a:off x="4755551" y="2603303"/>
                <a:ext cx="2507512" cy="383567"/>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i="0">
                              <a:latin typeface="Cambria Math" panose="02040503050406030204" pitchFamily="18" charset="0"/>
                            </a:rPr>
                            <m:t>5</m:t>
                          </m:r>
                        </m:num>
                        <m:den>
                          <m:r>
                            <a:rPr lang="tr-TR" sz="1000" i="0">
                              <a:latin typeface="Cambria Math" panose="02040503050406030204" pitchFamily="18" charset="0"/>
                            </a:rPr>
                            <m:t>14</m:t>
                          </m:r>
                        </m:den>
                      </m:f>
                      <m:r>
                        <a:rPr lang="tr-TR" sz="1000" i="0">
                          <a:latin typeface="Cambria Math" panose="02040503050406030204" pitchFamily="18" charset="0"/>
                        </a:rPr>
                        <m:t>=0.357</m:t>
                      </m:r>
                    </m:oMath>
                  </m:oMathPara>
                </a14:m>
                <a:endParaRPr lang="tr-TR" sz="1000" dirty="0"/>
              </a:p>
            </p:txBody>
          </p:sp>
        </mc:Choice>
        <mc:Fallback xmlns="">
          <p:sp>
            <p:nvSpPr>
              <p:cNvPr id="16" name="Metin kutusu 15">
                <a:extLst>
                  <a:ext uri="{FF2B5EF4-FFF2-40B4-BE49-F238E27FC236}">
                    <a16:creationId xmlns:a16="http://schemas.microsoft.com/office/drawing/2014/main" id="{92B98B23-2656-96E6-3E93-AE1255E74C5A}"/>
                  </a:ext>
                </a:extLst>
              </p:cNvPr>
              <p:cNvSpPr txBox="1">
                <a:spLocks noRot="1" noChangeAspect="1" noMove="1" noResize="1" noEditPoints="1" noAdjustHandles="1" noChangeArrowheads="1" noChangeShapeType="1" noTextEdit="1"/>
              </p:cNvSpPr>
              <p:nvPr/>
            </p:nvSpPr>
            <p:spPr>
              <a:xfrm>
                <a:off x="4755551" y="2603303"/>
                <a:ext cx="2507512" cy="383567"/>
              </a:xfrm>
              <a:prstGeom prst="rect">
                <a:avLst/>
              </a:prstGeom>
              <a:blipFill>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7" name="Metin kutusu 16">
                <a:extLst>
                  <a:ext uri="{FF2B5EF4-FFF2-40B4-BE49-F238E27FC236}">
                    <a16:creationId xmlns:a16="http://schemas.microsoft.com/office/drawing/2014/main" id="{81249EF3-DB31-DCDB-540A-CF72EB4085BC}"/>
                  </a:ext>
                </a:extLst>
              </p:cNvPr>
              <p:cNvSpPr txBox="1"/>
              <p:nvPr/>
            </p:nvSpPr>
            <p:spPr>
              <a:xfrm>
                <a:off x="4755551" y="3092332"/>
                <a:ext cx="1639935" cy="380489"/>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smtClean="0">
                              <a:highlight>
                                <a:srgbClr val="00FF00"/>
                              </a:highlight>
                              <a:latin typeface="Cambria Math" panose="02040503050406030204" pitchFamily="18" charset="0"/>
                            </a:rPr>
                            <m:t>𝑯𝒂𝒚</m:t>
                          </m:r>
                          <m:r>
                            <a:rPr lang="tr-TR" sz="1000" b="1" i="1" smtClean="0">
                              <a:highlight>
                                <a:srgbClr val="00FF00"/>
                              </a:highlight>
                              <a:latin typeface="Cambria Math" panose="02040503050406030204" pitchFamily="18" charset="0"/>
                            </a:rPr>
                            <m:t>𝚤</m:t>
                          </m:r>
                          <m:r>
                            <a:rPr lang="tr-TR" sz="1000" b="1" i="1" smtClean="0">
                              <a:highlight>
                                <a:srgbClr val="00FF00"/>
                              </a:highlight>
                              <a:latin typeface="Cambria Math" panose="02040503050406030204" pitchFamily="18" charset="0"/>
                            </a:rPr>
                            <m:t>𝒓</m:t>
                          </m:r>
                        </m:e>
                      </m:d>
                      <m:r>
                        <a:rPr lang="tr-TR" sz="1000" i="0">
                          <a:latin typeface="Cambria Math" panose="02040503050406030204" pitchFamily="18" charset="0"/>
                        </a:rPr>
                        <m:t>=</m:t>
                      </m:r>
                      <m:f>
                        <m:fPr>
                          <m:ctrlPr>
                            <a:rPr lang="tr-TR" sz="1000" i="1">
                              <a:solidFill>
                                <a:srgbClr val="836967"/>
                              </a:solidFill>
                              <a:latin typeface="Cambria Math" panose="02040503050406030204" pitchFamily="18" charset="0"/>
                            </a:rPr>
                          </m:ctrlPr>
                        </m:fPr>
                        <m:num>
                          <m:r>
                            <a:rPr lang="tr-TR" sz="1000" b="0" i="0" smtClean="0">
                              <a:latin typeface="Cambria Math" panose="02040503050406030204" pitchFamily="18" charset="0"/>
                            </a:rPr>
                            <m:t>5</m:t>
                          </m:r>
                        </m:num>
                        <m:den>
                          <m:r>
                            <a:rPr lang="tr-TR" sz="1000" i="0">
                              <a:latin typeface="Cambria Math" panose="02040503050406030204" pitchFamily="18" charset="0"/>
                            </a:rPr>
                            <m:t>14</m:t>
                          </m:r>
                        </m:den>
                      </m:f>
                      <m:r>
                        <a:rPr lang="tr-TR" sz="1000" i="0">
                          <a:latin typeface="Cambria Math" panose="02040503050406030204" pitchFamily="18" charset="0"/>
                        </a:rPr>
                        <m:t>=</m:t>
                      </m:r>
                      <m:r>
                        <a:rPr lang="tr-TR" sz="1000" b="0" i="0" smtClean="0">
                          <a:latin typeface="Cambria Math" panose="02040503050406030204" pitchFamily="18" charset="0"/>
                        </a:rPr>
                        <m:t>0.357</m:t>
                      </m:r>
                    </m:oMath>
                  </m:oMathPara>
                </a14:m>
                <a:endParaRPr lang="tr-TR" sz="1000" dirty="0"/>
              </a:p>
            </p:txBody>
          </p:sp>
        </mc:Choice>
        <mc:Fallback xmlns="">
          <p:sp>
            <p:nvSpPr>
              <p:cNvPr id="17" name="Metin kutusu 16">
                <a:extLst>
                  <a:ext uri="{FF2B5EF4-FFF2-40B4-BE49-F238E27FC236}">
                    <a16:creationId xmlns:a16="http://schemas.microsoft.com/office/drawing/2014/main" id="{81249EF3-DB31-DCDB-540A-CF72EB4085BC}"/>
                  </a:ext>
                </a:extLst>
              </p:cNvPr>
              <p:cNvSpPr txBox="1">
                <a:spLocks noRot="1" noChangeAspect="1" noMove="1" noResize="1" noEditPoints="1" noAdjustHandles="1" noChangeArrowheads="1" noChangeShapeType="1" noTextEdit="1"/>
              </p:cNvSpPr>
              <p:nvPr/>
            </p:nvSpPr>
            <p:spPr>
              <a:xfrm>
                <a:off x="4755551" y="3092332"/>
                <a:ext cx="1639935" cy="380489"/>
              </a:xfrm>
              <a:prstGeom prst="rect">
                <a:avLst/>
              </a:prstGeom>
              <a:blipFill>
                <a:blip r:embed="rId11"/>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9" name="Metin kutusu 18">
                <a:extLst>
                  <a:ext uri="{FF2B5EF4-FFF2-40B4-BE49-F238E27FC236}">
                    <a16:creationId xmlns:a16="http://schemas.microsoft.com/office/drawing/2014/main" id="{2BCBF7B6-5A0F-1A2C-87C4-9AE9DA0348D1}"/>
                  </a:ext>
                </a:extLst>
              </p:cNvPr>
              <p:cNvSpPr txBox="1"/>
              <p:nvPr/>
            </p:nvSpPr>
            <p:spPr>
              <a:xfrm>
                <a:off x="4755551" y="3544704"/>
                <a:ext cx="1808282" cy="246221"/>
              </a:xfrm>
              <a:prstGeom prst="rect">
                <a:avLst/>
              </a:prstGeom>
              <a:noFill/>
            </p:spPr>
            <p:txBody>
              <a:bodyPr wrap="square" anchor="ctr">
                <a:spAutoFit/>
              </a:bodyPr>
              <a:lstStyle/>
              <a:p>
                <a:pPr/>
                <a14:m>
                  <m:oMathPara xmlns:m="http://schemas.openxmlformats.org/officeDocument/2006/math">
                    <m:oMathParaPr>
                      <m:jc m:val="left"/>
                    </m:oMathParaPr>
                    <m:oMath xmlns:m="http://schemas.openxmlformats.org/officeDocument/2006/math">
                      <m:r>
                        <a:rPr lang="tr-TR" sz="1000" i="1" smtClean="0">
                          <a:latin typeface="Cambria Math" panose="02040503050406030204" pitchFamily="18" charset="0"/>
                        </a:rPr>
                        <m:t>𝑃</m:t>
                      </m:r>
                      <m:d>
                        <m:dPr>
                          <m:ctrlPr>
                            <a:rPr lang="tr-TR" sz="1000" i="1">
                              <a:solidFill>
                                <a:srgbClr val="836967"/>
                              </a:solidFill>
                              <a:latin typeface="Cambria Math" panose="02040503050406030204" pitchFamily="18" charset="0"/>
                            </a:rPr>
                          </m:ctrlPr>
                        </m:dPr>
                        <m:e>
                          <m:r>
                            <a:rPr lang="tr-TR" sz="1000" b="1" i="1">
                              <a:highlight>
                                <a:srgbClr val="00FF00"/>
                              </a:highlight>
                              <a:latin typeface="Cambria Math" panose="02040503050406030204" pitchFamily="18" charset="0"/>
                            </a:rPr>
                            <m:t>𝑯𝒂𝒚</m:t>
                          </m:r>
                          <m:r>
                            <a:rPr lang="tr-TR" sz="1000" b="1" i="0">
                              <a:highlight>
                                <a:srgbClr val="00FF00"/>
                              </a:highlight>
                              <a:latin typeface="Cambria Math" panose="02040503050406030204" pitchFamily="18" charset="0"/>
                            </a:rPr>
                            <m:t>ı</m:t>
                          </m:r>
                          <m:r>
                            <a:rPr lang="tr-TR" sz="1000" b="1" i="1">
                              <a:highlight>
                                <a:srgbClr val="00FF00"/>
                              </a:highlight>
                              <a:latin typeface="Cambria Math" panose="02040503050406030204" pitchFamily="18" charset="0"/>
                            </a:rPr>
                            <m:t>𝒓</m:t>
                          </m:r>
                        </m:e>
                        <m:e>
                          <m:r>
                            <a:rPr lang="tr-TR" sz="1000" b="1" i="1" smtClean="0">
                              <a:solidFill>
                                <a:srgbClr val="FF0000"/>
                              </a:solidFill>
                              <a:latin typeface="Cambria Math" panose="02040503050406030204" pitchFamily="18" charset="0"/>
                            </a:rPr>
                            <m:t>𝑮</m:t>
                          </m:r>
                          <m:r>
                            <a:rPr lang="tr-TR" sz="1000" b="1" i="0">
                              <a:solidFill>
                                <a:srgbClr val="FF0000"/>
                              </a:solidFill>
                              <a:latin typeface="Cambria Math" panose="02040503050406030204" pitchFamily="18" charset="0"/>
                            </a:rPr>
                            <m:t>ü</m:t>
                          </m:r>
                          <m:r>
                            <a:rPr lang="tr-TR" sz="1000" b="1" i="1">
                              <a:solidFill>
                                <a:srgbClr val="FF0000"/>
                              </a:solidFill>
                              <a:latin typeface="Cambria Math" panose="02040503050406030204" pitchFamily="18" charset="0"/>
                            </a:rPr>
                            <m:t>𝒏𝒆</m:t>
                          </m:r>
                          <m:r>
                            <a:rPr lang="tr-TR" sz="1000" b="1" i="0">
                              <a:solidFill>
                                <a:srgbClr val="FF0000"/>
                              </a:solidFill>
                              <a:latin typeface="Cambria Math" panose="02040503050406030204" pitchFamily="18" charset="0"/>
                            </a:rPr>
                            <m:t>ş</m:t>
                          </m:r>
                          <m:r>
                            <a:rPr lang="tr-TR" sz="1000" b="1" i="1">
                              <a:solidFill>
                                <a:srgbClr val="FF0000"/>
                              </a:solidFill>
                              <a:latin typeface="Cambria Math" panose="02040503050406030204" pitchFamily="18" charset="0"/>
                            </a:rPr>
                            <m:t>𝒍𝒊</m:t>
                          </m:r>
                        </m:e>
                      </m:d>
                      <m:r>
                        <a:rPr lang="tr-TR" sz="1000" i="0">
                          <a:latin typeface="Cambria Math" panose="02040503050406030204" pitchFamily="18" charset="0"/>
                        </a:rPr>
                        <m:t>=0.</m:t>
                      </m:r>
                      <m:r>
                        <a:rPr lang="tr-TR" sz="1000" b="0" i="0" smtClean="0">
                          <a:latin typeface="Cambria Math" panose="02040503050406030204" pitchFamily="18" charset="0"/>
                        </a:rPr>
                        <m:t>222</m:t>
                      </m:r>
                    </m:oMath>
                  </m:oMathPara>
                </a14:m>
                <a:endParaRPr lang="tr-TR" sz="1000" dirty="0">
                  <a:latin typeface="Maven Pro" panose="020B0604020202020204" charset="-94"/>
                </a:endParaRPr>
              </a:p>
            </p:txBody>
          </p:sp>
        </mc:Choice>
        <mc:Fallback xmlns="">
          <p:sp>
            <p:nvSpPr>
              <p:cNvPr id="19" name="Metin kutusu 18">
                <a:extLst>
                  <a:ext uri="{FF2B5EF4-FFF2-40B4-BE49-F238E27FC236}">
                    <a16:creationId xmlns:a16="http://schemas.microsoft.com/office/drawing/2014/main" id="{2BCBF7B6-5A0F-1A2C-87C4-9AE9DA0348D1}"/>
                  </a:ext>
                </a:extLst>
              </p:cNvPr>
              <p:cNvSpPr txBox="1">
                <a:spLocks noRot="1" noChangeAspect="1" noMove="1" noResize="1" noEditPoints="1" noAdjustHandles="1" noChangeArrowheads="1" noChangeShapeType="1" noTextEdit="1"/>
              </p:cNvSpPr>
              <p:nvPr/>
            </p:nvSpPr>
            <p:spPr>
              <a:xfrm>
                <a:off x="4755551" y="3544704"/>
                <a:ext cx="1808282" cy="246221"/>
              </a:xfrm>
              <a:prstGeom prst="rect">
                <a:avLst/>
              </a:prstGeom>
              <a:blipFill>
                <a:blip r:embed="rId12"/>
                <a:stretch>
                  <a:fillRect b="-2439"/>
                </a:stretch>
              </a:blipFill>
            </p:spPr>
            <p:txBody>
              <a:bodyPr/>
              <a:lstStyle/>
              <a:p>
                <a:r>
                  <a:rPr lang="tr-TR">
                    <a:noFill/>
                  </a:rPr>
                  <a:t> </a:t>
                </a:r>
              </a:p>
            </p:txBody>
          </p:sp>
        </mc:Fallback>
      </mc:AlternateContent>
      <p:sp>
        <p:nvSpPr>
          <p:cNvPr id="21" name="Metin kutusu 20">
            <a:extLst>
              <a:ext uri="{FF2B5EF4-FFF2-40B4-BE49-F238E27FC236}">
                <a16:creationId xmlns:a16="http://schemas.microsoft.com/office/drawing/2014/main" id="{817FBA68-9414-C05E-F25B-DE0CB3BFA831}"/>
              </a:ext>
            </a:extLst>
          </p:cNvPr>
          <p:cNvSpPr txBox="1"/>
          <p:nvPr/>
        </p:nvSpPr>
        <p:spPr>
          <a:xfrm>
            <a:off x="719999" y="4012019"/>
            <a:ext cx="7523778" cy="400110"/>
          </a:xfrm>
          <a:prstGeom prst="rect">
            <a:avLst/>
          </a:prstGeom>
          <a:noFill/>
        </p:spPr>
        <p:txBody>
          <a:bodyPr wrap="square" rtlCol="0">
            <a:spAutoFit/>
          </a:bodyPr>
          <a:lstStyle/>
          <a:p>
            <a:r>
              <a:rPr lang="tr-TR" sz="1000" dirty="0">
                <a:latin typeface="Maven Pro" panose="020B0604020202020204" charset="-94"/>
              </a:rPr>
              <a:t>Olasılıklar hesaplandıktan sonra 1. Durum ile 2. Durum kıyaslanır. 1. Durum daha büyük değere sahip olduğu için </a:t>
            </a:r>
            <a:r>
              <a:rPr lang="tr-TR" sz="1000" dirty="0" err="1">
                <a:latin typeface="Maven Pro" panose="020B0604020202020204" charset="-94"/>
              </a:rPr>
              <a:t>Naive</a:t>
            </a:r>
            <a:r>
              <a:rPr lang="tr-TR" sz="1000" dirty="0">
                <a:latin typeface="Maven Pro" panose="020B0604020202020204" charset="-94"/>
              </a:rPr>
              <a:t> </a:t>
            </a:r>
            <a:r>
              <a:rPr lang="tr-TR" sz="1000" dirty="0" err="1">
                <a:latin typeface="Maven Pro" panose="020B0604020202020204" charset="-94"/>
              </a:rPr>
              <a:t>Bayes</a:t>
            </a:r>
            <a:r>
              <a:rPr lang="tr-TR" sz="1000" dirty="0">
                <a:latin typeface="Maven Pro" panose="020B0604020202020204" charset="-94"/>
              </a:rPr>
              <a:t> Modeli tarafından seçilir. </a:t>
            </a:r>
            <a:r>
              <a:rPr lang="tr-TR" sz="1000" dirty="0" err="1">
                <a:latin typeface="Maven Pro" panose="020B0604020202020204" charset="-94"/>
              </a:rPr>
              <a:t>Naive</a:t>
            </a:r>
            <a:r>
              <a:rPr lang="tr-TR" sz="1000" dirty="0">
                <a:latin typeface="Maven Pro" panose="020B0604020202020204" charset="-94"/>
              </a:rPr>
              <a:t> </a:t>
            </a:r>
            <a:r>
              <a:rPr lang="tr-TR" sz="1000" dirty="0" err="1">
                <a:latin typeface="Maven Pro" panose="020B0604020202020204" charset="-94"/>
              </a:rPr>
              <a:t>Bayes</a:t>
            </a:r>
            <a:r>
              <a:rPr lang="tr-TR" sz="1000" dirty="0">
                <a:latin typeface="Maven Pro" panose="020B0604020202020204" charset="-94"/>
              </a:rPr>
              <a:t> havayı güneşli gördüğünde futbol oynaya izin verir.</a:t>
            </a:r>
          </a:p>
        </p:txBody>
      </p:sp>
    </p:spTree>
    <p:extLst>
      <p:ext uri="{BB962C8B-B14F-4D97-AF65-F5344CB8AC3E}">
        <p14:creationId xmlns:p14="http://schemas.microsoft.com/office/powerpoint/2010/main" val="1705726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p:cTn id="21" dur="500" fill="hold"/>
                                        <p:tgtEl>
                                          <p:spTgt spid="26"/>
                                        </p:tgtEl>
                                        <p:attrNameLst>
                                          <p:attrName>ppt_w</p:attrName>
                                        </p:attrNameLst>
                                      </p:cBhvr>
                                      <p:tavLst>
                                        <p:tav tm="0">
                                          <p:val>
                                            <p:fltVal val="0"/>
                                          </p:val>
                                        </p:tav>
                                        <p:tav tm="100000">
                                          <p:val>
                                            <p:strVal val="#ppt_w"/>
                                          </p:val>
                                        </p:tav>
                                      </p:tavLst>
                                    </p:anim>
                                    <p:anim calcmode="lin" valueType="num">
                                      <p:cBhvr>
                                        <p:cTn id="22" dur="500" fill="hold"/>
                                        <p:tgtEl>
                                          <p:spTgt spid="26"/>
                                        </p:tgtEl>
                                        <p:attrNameLst>
                                          <p:attrName>ppt_h</p:attrName>
                                        </p:attrNameLst>
                                      </p:cBhvr>
                                      <p:tavLst>
                                        <p:tav tm="0">
                                          <p:val>
                                            <p:fltVal val="0"/>
                                          </p:val>
                                        </p:tav>
                                        <p:tav tm="100000">
                                          <p:val>
                                            <p:strVal val="#ppt_h"/>
                                          </p:val>
                                        </p:tav>
                                      </p:tavLst>
                                    </p:anim>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fltVal val="0"/>
                                          </p:val>
                                        </p:tav>
                                        <p:tav tm="100000">
                                          <p:val>
                                            <p:strVal val="#ppt_h"/>
                                          </p:val>
                                        </p:tav>
                                      </p:tavLst>
                                    </p:anim>
                                    <p:animEffect transition="in" filter="fade">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 calcmode="lin" valueType="num">
                                      <p:cBhvr>
                                        <p:cTn id="42" dur="500" fill="hold"/>
                                        <p:tgtEl>
                                          <p:spTgt spid="9"/>
                                        </p:tgtEl>
                                        <p:attrNameLst>
                                          <p:attrName>ppt_w</p:attrName>
                                        </p:attrNameLst>
                                      </p:cBhvr>
                                      <p:tavLst>
                                        <p:tav tm="0">
                                          <p:val>
                                            <p:fltVal val="0"/>
                                          </p:val>
                                        </p:tav>
                                        <p:tav tm="100000">
                                          <p:val>
                                            <p:strVal val="#ppt_w"/>
                                          </p:val>
                                        </p:tav>
                                      </p:tavLst>
                                    </p:anim>
                                    <p:anim calcmode="lin" valueType="num">
                                      <p:cBhvr>
                                        <p:cTn id="43" dur="500" fill="hold"/>
                                        <p:tgtEl>
                                          <p:spTgt spid="9"/>
                                        </p:tgtEl>
                                        <p:attrNameLst>
                                          <p:attrName>ppt_h</p:attrName>
                                        </p:attrNameLst>
                                      </p:cBhvr>
                                      <p:tavLst>
                                        <p:tav tm="0">
                                          <p:val>
                                            <p:fltVal val="0"/>
                                          </p:val>
                                        </p:tav>
                                        <p:tav tm="100000">
                                          <p:val>
                                            <p:strVal val="#ppt_h"/>
                                          </p:val>
                                        </p:tav>
                                      </p:tavLst>
                                    </p:anim>
                                    <p:animEffect transition="in" filter="fade">
                                      <p:cBhvr>
                                        <p:cTn id="44" dur="500"/>
                                        <p:tgtEl>
                                          <p:spTgt spid="9"/>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anim calcmode="lin" valueType="num">
                                      <p:cBhvr>
                                        <p:cTn id="71" dur="1000" fill="hold"/>
                                        <p:tgtEl>
                                          <p:spTgt spid="16"/>
                                        </p:tgtEl>
                                        <p:attrNameLst>
                                          <p:attrName>ppt_x</p:attrName>
                                        </p:attrNameLst>
                                      </p:cBhvr>
                                      <p:tavLst>
                                        <p:tav tm="0">
                                          <p:val>
                                            <p:strVal val="#ppt_x"/>
                                          </p:val>
                                        </p:tav>
                                        <p:tav tm="100000">
                                          <p:val>
                                            <p:strVal val="#ppt_x"/>
                                          </p:val>
                                        </p:tav>
                                      </p:tavLst>
                                    </p:anim>
                                    <p:anim calcmode="lin" valueType="num">
                                      <p:cBhvr>
                                        <p:cTn id="7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7"/>
                                        </p:tgtEl>
                                        <p:attrNameLst>
                                          <p:attrName>style.visibility</p:attrName>
                                        </p:attrNameLst>
                                      </p:cBhvr>
                                      <p:to>
                                        <p:strVal val="visible"/>
                                      </p:to>
                                    </p:set>
                                    <p:animEffect transition="in" filter="fade">
                                      <p:cBhvr>
                                        <p:cTn id="77" dur="1000"/>
                                        <p:tgtEl>
                                          <p:spTgt spid="17"/>
                                        </p:tgtEl>
                                      </p:cBhvr>
                                    </p:animEffect>
                                    <p:anim calcmode="lin" valueType="num">
                                      <p:cBhvr>
                                        <p:cTn id="78" dur="1000" fill="hold"/>
                                        <p:tgtEl>
                                          <p:spTgt spid="17"/>
                                        </p:tgtEl>
                                        <p:attrNameLst>
                                          <p:attrName>ppt_x</p:attrName>
                                        </p:attrNameLst>
                                      </p:cBhvr>
                                      <p:tavLst>
                                        <p:tav tm="0">
                                          <p:val>
                                            <p:strVal val="#ppt_x"/>
                                          </p:val>
                                        </p:tav>
                                        <p:tav tm="100000">
                                          <p:val>
                                            <p:strVal val="#ppt_x"/>
                                          </p:val>
                                        </p:tav>
                                      </p:tavLst>
                                    </p:anim>
                                    <p:anim calcmode="lin" valueType="num">
                                      <p:cBhvr>
                                        <p:cTn id="7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9"/>
                                        </p:tgtEl>
                                        <p:attrNameLst>
                                          <p:attrName>style.visibility</p:attrName>
                                        </p:attrNameLst>
                                      </p:cBhvr>
                                      <p:to>
                                        <p:strVal val="visible"/>
                                      </p:to>
                                    </p:set>
                                    <p:animEffect transition="in" filter="fade">
                                      <p:cBhvr>
                                        <p:cTn id="84" dur="1000"/>
                                        <p:tgtEl>
                                          <p:spTgt spid="19"/>
                                        </p:tgtEl>
                                      </p:cBhvr>
                                    </p:animEffect>
                                    <p:anim calcmode="lin" valueType="num">
                                      <p:cBhvr>
                                        <p:cTn id="85" dur="1000" fill="hold"/>
                                        <p:tgtEl>
                                          <p:spTgt spid="19"/>
                                        </p:tgtEl>
                                        <p:attrNameLst>
                                          <p:attrName>ppt_x</p:attrName>
                                        </p:attrNameLst>
                                      </p:cBhvr>
                                      <p:tavLst>
                                        <p:tav tm="0">
                                          <p:val>
                                            <p:strVal val="#ppt_x"/>
                                          </p:val>
                                        </p:tav>
                                        <p:tav tm="100000">
                                          <p:val>
                                            <p:strVal val="#ppt_x"/>
                                          </p:val>
                                        </p:tav>
                                      </p:tavLst>
                                    </p:anim>
                                    <p:anim calcmode="lin" valueType="num">
                                      <p:cBhvr>
                                        <p:cTn id="8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21"/>
                                        </p:tgtEl>
                                        <p:attrNameLst>
                                          <p:attrName>style.visibility</p:attrName>
                                        </p:attrNameLst>
                                      </p:cBhvr>
                                      <p:to>
                                        <p:strVal val="visible"/>
                                      </p:to>
                                    </p:set>
                                    <p:anim calcmode="lin" valueType="num">
                                      <p:cBhvr>
                                        <p:cTn id="91" dur="500" fill="hold"/>
                                        <p:tgtEl>
                                          <p:spTgt spid="21"/>
                                        </p:tgtEl>
                                        <p:attrNameLst>
                                          <p:attrName>ppt_w</p:attrName>
                                        </p:attrNameLst>
                                      </p:cBhvr>
                                      <p:tavLst>
                                        <p:tav tm="0">
                                          <p:val>
                                            <p:fltVal val="0"/>
                                          </p:val>
                                        </p:tav>
                                        <p:tav tm="100000">
                                          <p:val>
                                            <p:strVal val="#ppt_w"/>
                                          </p:val>
                                        </p:tav>
                                      </p:tavLst>
                                    </p:anim>
                                    <p:anim calcmode="lin" valueType="num">
                                      <p:cBhvr>
                                        <p:cTn id="92" dur="500" fill="hold"/>
                                        <p:tgtEl>
                                          <p:spTgt spid="21"/>
                                        </p:tgtEl>
                                        <p:attrNameLst>
                                          <p:attrName>ppt_h</p:attrName>
                                        </p:attrNameLst>
                                      </p:cBhvr>
                                      <p:tavLst>
                                        <p:tav tm="0">
                                          <p:val>
                                            <p:fltVal val="0"/>
                                          </p:val>
                                        </p:tav>
                                        <p:tav tm="100000">
                                          <p:val>
                                            <p:strVal val="#ppt_h"/>
                                          </p:val>
                                        </p:tav>
                                      </p:tavLst>
                                    </p:anim>
                                    <p:animEffect transition="in" filter="fade">
                                      <p:cBhvr>
                                        <p:cTn id="9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6" grpId="0"/>
      <p:bldP spid="3" grpId="0"/>
      <p:bldP spid="6" grpId="0"/>
      <p:bldP spid="9" grpId="0"/>
      <p:bldP spid="10" grpId="0"/>
      <p:bldP spid="12" grpId="0"/>
      <p:bldP spid="15" grpId="0"/>
      <p:bldP spid="16" grpId="0"/>
      <p:bldP spid="17" grpId="0"/>
      <p:bldP spid="19" grpId="0"/>
      <p:bldP spid="2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51"/>
        <p:cNvGrpSpPr/>
        <p:nvPr/>
      </p:nvGrpSpPr>
      <p:grpSpPr>
        <a:xfrm>
          <a:off x="0" y="0"/>
          <a:ext cx="0" cy="0"/>
          <a:chOff x="0" y="0"/>
          <a:chExt cx="0" cy="0"/>
        </a:xfrm>
      </p:grpSpPr>
      <p:sp>
        <p:nvSpPr>
          <p:cNvPr id="1253" name="Google Shape;1253;p41"/>
          <p:cNvSpPr txBox="1">
            <a:spLocks noGrp="1"/>
          </p:cNvSpPr>
          <p:nvPr>
            <p:ph type="title"/>
          </p:nvPr>
        </p:nvSpPr>
        <p:spPr>
          <a:xfrm>
            <a:off x="4350610" y="2418815"/>
            <a:ext cx="4181400" cy="2292926"/>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sz="4400" b="1" dirty="0">
                <a:latin typeface="Maven Pro" panose="020B0604020202020204" charset="-94"/>
              </a:rPr>
              <a:t>Performans Değerlendirme Metrikleri</a:t>
            </a:r>
            <a:endParaRPr sz="4400" b="1" dirty="0">
              <a:latin typeface="Maven Pro" panose="020B0604020202020204" charset="-94"/>
            </a:endParaRPr>
          </a:p>
        </p:txBody>
      </p:sp>
      <p:sp>
        <p:nvSpPr>
          <p:cNvPr id="1254" name="Google Shape;1254;p41"/>
          <p:cNvSpPr txBox="1">
            <a:spLocks noGrp="1"/>
          </p:cNvSpPr>
          <p:nvPr>
            <p:ph type="title" idx="2"/>
          </p:nvPr>
        </p:nvSpPr>
        <p:spPr>
          <a:xfrm>
            <a:off x="5514025" y="1720050"/>
            <a:ext cx="1652100" cy="915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tr-TR" dirty="0"/>
              <a:t>7</a:t>
            </a:r>
            <a:endParaRPr dirty="0"/>
          </a:p>
        </p:txBody>
      </p:sp>
      <p:grpSp>
        <p:nvGrpSpPr>
          <p:cNvPr id="1256" name="Google Shape;1256;p41"/>
          <p:cNvGrpSpPr/>
          <p:nvPr/>
        </p:nvGrpSpPr>
        <p:grpSpPr>
          <a:xfrm>
            <a:off x="7421075" y="539500"/>
            <a:ext cx="1009703" cy="130500"/>
            <a:chOff x="5461400" y="616025"/>
            <a:chExt cx="1009703" cy="130500"/>
          </a:xfrm>
        </p:grpSpPr>
        <p:sp>
          <p:nvSpPr>
            <p:cNvPr id="1257" name="Google Shape;1257;p41"/>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62" name="Google Shape;1262;p41"/>
          <p:cNvGrpSpPr/>
          <p:nvPr/>
        </p:nvGrpSpPr>
        <p:grpSpPr>
          <a:xfrm>
            <a:off x="836225" y="4473500"/>
            <a:ext cx="1009703" cy="130500"/>
            <a:chOff x="5461400" y="616025"/>
            <a:chExt cx="1009703" cy="130500"/>
          </a:xfrm>
        </p:grpSpPr>
        <p:sp>
          <p:nvSpPr>
            <p:cNvPr id="1263" name="Google Shape;1263;p41"/>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59" name="Resim 1558" descr="logo, amblem, simge, sembol, ticari marka içeren bir resim&#10;&#10;Açıklama otomatik olarak oluşturuldu">
            <a:extLst>
              <a:ext uri="{FF2B5EF4-FFF2-40B4-BE49-F238E27FC236}">
                <a16:creationId xmlns:a16="http://schemas.microsoft.com/office/drawing/2014/main" id="{C3968079-F957-94BD-E488-E1F6F5D7831C}"/>
              </a:ext>
            </a:extLst>
          </p:cNvPr>
          <p:cNvPicPr>
            <a:picLocks noChangeAspect="1"/>
          </p:cNvPicPr>
          <p:nvPr/>
        </p:nvPicPr>
        <p:blipFill>
          <a:blip r:embed="rId3"/>
          <a:stretch>
            <a:fillRect/>
          </a:stretch>
        </p:blipFill>
        <p:spPr>
          <a:xfrm>
            <a:off x="8133994" y="-28411"/>
            <a:ext cx="1031509" cy="729231"/>
          </a:xfrm>
          <a:prstGeom prst="rect">
            <a:avLst/>
          </a:prstGeom>
        </p:spPr>
      </p:pic>
      <p:sp>
        <p:nvSpPr>
          <p:cNvPr id="1560" name="Google Shape;670;p39">
            <a:extLst>
              <a:ext uri="{FF2B5EF4-FFF2-40B4-BE49-F238E27FC236}">
                <a16:creationId xmlns:a16="http://schemas.microsoft.com/office/drawing/2014/main" id="{1A96E7FB-B911-0CD7-108C-48C894DE8C2B}"/>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pic>
        <p:nvPicPr>
          <p:cNvPr id="3" name="Resim 2" descr="metin, ekran görüntüsü, yazı tipi içeren bir resim&#10;&#10;Açıklama otomatik olarak oluşturuldu">
            <a:extLst>
              <a:ext uri="{FF2B5EF4-FFF2-40B4-BE49-F238E27FC236}">
                <a16:creationId xmlns:a16="http://schemas.microsoft.com/office/drawing/2014/main" id="{3CC1F21D-4A18-F72B-BE7D-D026400E3858}"/>
              </a:ext>
            </a:extLst>
          </p:cNvPr>
          <p:cNvPicPr>
            <a:picLocks noChangeAspect="1"/>
          </p:cNvPicPr>
          <p:nvPr/>
        </p:nvPicPr>
        <p:blipFill>
          <a:blip r:embed="rId4"/>
          <a:stretch>
            <a:fillRect/>
          </a:stretch>
        </p:blipFill>
        <p:spPr>
          <a:xfrm>
            <a:off x="167010" y="1004455"/>
            <a:ext cx="3913154" cy="3023578"/>
          </a:xfrm>
          <a:prstGeom prst="rect">
            <a:avLst/>
          </a:prstGeom>
        </p:spPr>
      </p:pic>
    </p:spTree>
    <p:extLst>
      <p:ext uri="{BB962C8B-B14F-4D97-AF65-F5344CB8AC3E}">
        <p14:creationId xmlns:p14="http://schemas.microsoft.com/office/powerpoint/2010/main" val="22855699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43F7B900-8394-2FFD-7A03-C34F3DF4129E}"/>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C3D06D9E-E77C-8C64-85BA-6FA41F004660}"/>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029E1A43-3B7C-8FF9-5AB8-89094370387C}"/>
              </a:ext>
            </a:extLst>
          </p:cNvPr>
          <p:cNvSpPr txBox="1">
            <a:spLocks/>
          </p:cNvSpPr>
          <p:nvPr/>
        </p:nvSpPr>
        <p:spPr>
          <a:xfrm>
            <a:off x="785250" y="1337171"/>
            <a:ext cx="6701075" cy="290825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a:p>
            <a:pPr marL="285750" indent="-285750" algn="just">
              <a:buFont typeface="Arial" panose="020B0604020202020204" pitchFamily="34" charset="0"/>
              <a:buChar char="•"/>
            </a:pPr>
            <a:r>
              <a:rPr lang="tr-TR" dirty="0">
                <a:latin typeface="Maven Pro" panose="020B0604020202020204" charset="-94"/>
              </a:rPr>
              <a:t>Doğruluk (</a:t>
            </a:r>
            <a:r>
              <a:rPr lang="tr-TR" dirty="0" err="1">
                <a:latin typeface="Maven Pro" panose="020B0604020202020204" charset="-94"/>
              </a:rPr>
              <a:t>Accuracy</a:t>
            </a:r>
            <a:r>
              <a:rPr lang="tr-TR" dirty="0">
                <a:latin typeface="Maven Pro" panose="020B0604020202020204" charset="-94"/>
              </a:rPr>
              <a:t>)</a:t>
            </a:r>
          </a:p>
          <a:p>
            <a:pPr marL="285750" indent="-285750" algn="just">
              <a:buFont typeface="Arial" panose="020B0604020202020204" pitchFamily="34" charset="0"/>
              <a:buChar char="•"/>
            </a:pPr>
            <a:r>
              <a:rPr lang="tr-TR" b="1" dirty="0">
                <a:latin typeface="Maven Pro" panose="020B0604020202020204" charset="-94"/>
              </a:rPr>
              <a:t>Kesinlik (Precision)</a:t>
            </a:r>
          </a:p>
          <a:p>
            <a:pPr marL="285750" indent="-285750" algn="just">
              <a:buFont typeface="Arial" panose="020B0604020202020204" pitchFamily="34" charset="0"/>
              <a:buChar char="•"/>
            </a:pPr>
            <a:r>
              <a:rPr lang="tr-TR" dirty="0">
                <a:latin typeface="Maven Pro" panose="020B0604020202020204" charset="-94"/>
              </a:rPr>
              <a:t>Hassasiyet yada Duyarlılık (</a:t>
            </a:r>
            <a:r>
              <a:rPr lang="tr-TR" dirty="0" err="1">
                <a:latin typeface="Maven Pro" panose="020B0604020202020204" charset="-94"/>
              </a:rPr>
              <a:t>Sensitivity</a:t>
            </a:r>
            <a:r>
              <a:rPr lang="tr-TR" dirty="0">
                <a:latin typeface="Maven Pro" panose="020B0604020202020204" charset="-94"/>
              </a:rPr>
              <a:t> OR </a:t>
            </a:r>
            <a:r>
              <a:rPr lang="tr-TR" dirty="0" err="1">
                <a:latin typeface="Maven Pro" panose="020B0604020202020204" charset="-94"/>
              </a:rPr>
              <a:t>Recall</a:t>
            </a:r>
            <a:r>
              <a:rPr lang="tr-TR" dirty="0">
                <a:latin typeface="Maven Pro" panose="020B0604020202020204" charset="-94"/>
              </a:rPr>
              <a:t>) </a:t>
            </a:r>
          </a:p>
          <a:p>
            <a:pPr marL="285750" indent="-285750" algn="just">
              <a:buFont typeface="Arial" panose="020B0604020202020204" pitchFamily="34" charset="0"/>
              <a:buChar char="•"/>
            </a:pPr>
            <a:r>
              <a:rPr lang="tr-TR" b="1" dirty="0">
                <a:latin typeface="Maven Pro" panose="020B0604020202020204" charset="-94"/>
              </a:rPr>
              <a:t>F1-Score</a:t>
            </a:r>
          </a:p>
          <a:p>
            <a:pPr marL="285750" indent="-285750" algn="just">
              <a:buFont typeface="Arial" panose="020B0604020202020204" pitchFamily="34" charset="0"/>
              <a:buChar char="•"/>
            </a:pPr>
            <a:r>
              <a:rPr lang="tr-TR" dirty="0" err="1">
                <a:latin typeface="Maven Pro" panose="020B0604020202020204" charset="-94"/>
              </a:rPr>
              <a:t>Specificity</a:t>
            </a:r>
            <a:endParaRPr lang="tr-TR" dirty="0">
              <a:latin typeface="Maven Pro" panose="020B0604020202020204" charset="-94"/>
            </a:endParaRP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5628B9F3-26AD-0C95-A82E-7D02F17E4B97}"/>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857A10C8-2AC2-6E33-2B98-D797DCCF4074}"/>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extLst>
      <p:ext uri="{BB962C8B-B14F-4D97-AF65-F5344CB8AC3E}">
        <p14:creationId xmlns:p14="http://schemas.microsoft.com/office/powerpoint/2010/main" val="92410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684">
                                            <p:txEl>
                                              <p:pRg st="1" end="1"/>
                                            </p:txEl>
                                          </p:spTgt>
                                        </p:tgtEl>
                                        <p:attrNameLst>
                                          <p:attrName>style.visibility</p:attrName>
                                        </p:attrNameLst>
                                      </p:cBhvr>
                                      <p:to>
                                        <p:strVal val="visible"/>
                                      </p:to>
                                    </p:set>
                                    <p:animEffect transition="in" filter="randombar(horizontal)">
                                      <p:cBhvr>
                                        <p:cTn id="12" dur="500"/>
                                        <p:tgtEl>
                                          <p:spTgt spid="6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684">
                                            <p:txEl>
                                              <p:pRg st="2" end="2"/>
                                            </p:txEl>
                                          </p:spTgt>
                                        </p:tgtEl>
                                        <p:attrNameLst>
                                          <p:attrName>style.visibility</p:attrName>
                                        </p:attrNameLst>
                                      </p:cBhvr>
                                      <p:to>
                                        <p:strVal val="visible"/>
                                      </p:to>
                                    </p:set>
                                    <p:animEffect transition="in" filter="randombar(horizontal)">
                                      <p:cBhvr>
                                        <p:cTn id="17" dur="500"/>
                                        <p:tgtEl>
                                          <p:spTgt spid="68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684">
                                            <p:txEl>
                                              <p:pRg st="3" end="3"/>
                                            </p:txEl>
                                          </p:spTgt>
                                        </p:tgtEl>
                                        <p:attrNameLst>
                                          <p:attrName>style.visibility</p:attrName>
                                        </p:attrNameLst>
                                      </p:cBhvr>
                                      <p:to>
                                        <p:strVal val="visible"/>
                                      </p:to>
                                    </p:set>
                                    <p:animEffect transition="in" filter="randombar(horizontal)">
                                      <p:cBhvr>
                                        <p:cTn id="22" dur="500"/>
                                        <p:tgtEl>
                                          <p:spTgt spid="68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684">
                                            <p:txEl>
                                              <p:pRg st="4" end="4"/>
                                            </p:txEl>
                                          </p:spTgt>
                                        </p:tgtEl>
                                        <p:attrNameLst>
                                          <p:attrName>style.visibility</p:attrName>
                                        </p:attrNameLst>
                                      </p:cBhvr>
                                      <p:to>
                                        <p:strVal val="visible"/>
                                      </p:to>
                                    </p:set>
                                    <p:animEffect transition="in" filter="randombar(horizontal)">
                                      <p:cBhvr>
                                        <p:cTn id="27" dur="500"/>
                                        <p:tgtEl>
                                          <p:spTgt spid="68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684">
                                            <p:txEl>
                                              <p:pRg st="5" end="5"/>
                                            </p:txEl>
                                          </p:spTgt>
                                        </p:tgtEl>
                                        <p:attrNameLst>
                                          <p:attrName>style.visibility</p:attrName>
                                        </p:attrNameLst>
                                      </p:cBhvr>
                                      <p:to>
                                        <p:strVal val="visible"/>
                                      </p:to>
                                    </p:set>
                                    <p:animEffect transition="in" filter="randombar(horizontal)">
                                      <p:cBhvr>
                                        <p:cTn id="32" dur="500"/>
                                        <p:tgtEl>
                                          <p:spTgt spid="68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E12493E5-2D9B-3BFD-D73C-4B62014E7680}"/>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19844F3E-8792-CB32-C0DC-F68ECE07311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77D0F98A-16B2-711F-1EC7-758A922504B8}"/>
              </a:ext>
            </a:extLst>
          </p:cNvPr>
          <p:cNvSpPr txBox="1">
            <a:spLocks/>
          </p:cNvSpPr>
          <p:nvPr/>
        </p:nvSpPr>
        <p:spPr>
          <a:xfrm>
            <a:off x="785250" y="1017725"/>
            <a:ext cx="6701075" cy="415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1225B486-B1F1-6EAA-BF87-D993F4B68529}"/>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C2BD906F-BC0C-1A80-05E9-00702320A7B2}"/>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2" name="Tablo 1">
            <a:extLst>
              <a:ext uri="{FF2B5EF4-FFF2-40B4-BE49-F238E27FC236}">
                <a16:creationId xmlns:a16="http://schemas.microsoft.com/office/drawing/2014/main" id="{ADA8F923-7D6B-1818-0D44-4ADD2C2B891D}"/>
              </a:ext>
            </a:extLst>
          </p:cNvPr>
          <p:cNvGraphicFramePr>
            <a:graphicFrameLocks noGrp="1"/>
          </p:cNvGraphicFramePr>
          <p:nvPr>
            <p:extLst>
              <p:ext uri="{D42A27DB-BD31-4B8C-83A1-F6EECF244321}">
                <p14:modId xmlns:p14="http://schemas.microsoft.com/office/powerpoint/2010/main" val="641831971"/>
              </p:ext>
            </p:extLst>
          </p:nvPr>
        </p:nvGraphicFramePr>
        <p:xfrm>
          <a:off x="2091381" y="2124293"/>
          <a:ext cx="2999508" cy="1562568"/>
        </p:xfrm>
        <a:graphic>
          <a:graphicData uri="http://schemas.openxmlformats.org/drawingml/2006/table">
            <a:tbl>
              <a:tblPr>
                <a:tableStyleId>{C65A26D9-3358-4309-A227-EDEAD8D7FABE}</a:tableStyleId>
              </a:tblPr>
              <a:tblGrid>
                <a:gridCol w="999836">
                  <a:extLst>
                    <a:ext uri="{9D8B030D-6E8A-4147-A177-3AD203B41FA5}">
                      <a16:colId xmlns:a16="http://schemas.microsoft.com/office/drawing/2014/main" val="2413655420"/>
                    </a:ext>
                  </a:extLst>
                </a:gridCol>
                <a:gridCol w="999836">
                  <a:extLst>
                    <a:ext uri="{9D8B030D-6E8A-4147-A177-3AD203B41FA5}">
                      <a16:colId xmlns:a16="http://schemas.microsoft.com/office/drawing/2014/main" val="3660502371"/>
                    </a:ext>
                  </a:extLst>
                </a:gridCol>
                <a:gridCol w="999836">
                  <a:extLst>
                    <a:ext uri="{9D8B030D-6E8A-4147-A177-3AD203B41FA5}">
                      <a16:colId xmlns:a16="http://schemas.microsoft.com/office/drawing/2014/main" val="1729134504"/>
                    </a:ext>
                  </a:extLst>
                </a:gridCol>
              </a:tblGrid>
              <a:tr h="520856">
                <a:tc>
                  <a:txBody>
                    <a:bodyPr/>
                    <a:lstStyle/>
                    <a:p>
                      <a:pPr algn="ctr" fontAlgn="ctr"/>
                      <a:r>
                        <a:rPr lang="tr-TR" sz="1200" u="none" strike="noStrike">
                          <a:effectLst/>
                          <a:latin typeface="Maven Pro" panose="020B0604020202020204" charset="-94"/>
                        </a:rPr>
                        <a:t> </a:t>
                      </a:r>
                      <a:endParaRPr lang="tr-TR" sz="1200" b="0" i="0" u="none" strike="noStrike">
                        <a:solidFill>
                          <a:srgbClr val="000000"/>
                        </a:solidFill>
                        <a:effectLst/>
                        <a:latin typeface="Maven Pro" panose="020B0604020202020204" charset="-94"/>
                      </a:endParaRPr>
                    </a:p>
                  </a:txBody>
                  <a:tcPr marL="9525" marR="9525" marT="9525" marB="0" anchor="ctr"/>
                </a:tc>
                <a:tc>
                  <a:txBody>
                    <a:bodyPr/>
                    <a:lstStyle/>
                    <a:p>
                      <a:pPr algn="ctr" fontAlgn="ctr"/>
                      <a:r>
                        <a:rPr lang="tr-TR" sz="1200" b="1" u="none" strike="noStrike" dirty="0">
                          <a:effectLst/>
                          <a:latin typeface="Maven Pro" panose="020B0604020202020204" charset="-94"/>
                        </a:rPr>
                        <a:t>Pozitif</a:t>
                      </a:r>
                      <a:endParaRPr lang="tr-TR" sz="1200" b="1" i="0" u="none" strike="noStrike" dirty="0">
                        <a:solidFill>
                          <a:srgbClr val="000000"/>
                        </a:solidFill>
                        <a:effectLst/>
                        <a:latin typeface="Maven Pro" panose="020B0604020202020204" charset="-94"/>
                      </a:endParaRPr>
                    </a:p>
                  </a:txBody>
                  <a:tcPr marL="9525" marR="9525" marT="9525" marB="0" anchor="ctr"/>
                </a:tc>
                <a:tc>
                  <a:txBody>
                    <a:bodyPr/>
                    <a:lstStyle/>
                    <a:p>
                      <a:pPr algn="ctr" fontAlgn="ctr"/>
                      <a:r>
                        <a:rPr lang="tr-TR" sz="1200" b="1" u="none" strike="noStrike" dirty="0">
                          <a:effectLst/>
                          <a:latin typeface="Maven Pro" panose="020B0604020202020204" charset="-94"/>
                        </a:rPr>
                        <a:t>Negatif</a:t>
                      </a:r>
                      <a:endParaRPr lang="tr-TR" sz="1200" b="1" i="0" u="none" strike="noStrike" dirty="0">
                        <a:solidFill>
                          <a:srgbClr val="000000"/>
                        </a:solidFill>
                        <a:effectLst/>
                        <a:latin typeface="Maven Pro" panose="020B0604020202020204" charset="-94"/>
                      </a:endParaRPr>
                    </a:p>
                  </a:txBody>
                  <a:tcPr marL="9525" marR="9525" marT="9525" marB="0" anchor="ctr"/>
                </a:tc>
                <a:extLst>
                  <a:ext uri="{0D108BD9-81ED-4DB2-BD59-A6C34878D82A}">
                    <a16:rowId xmlns:a16="http://schemas.microsoft.com/office/drawing/2014/main" val="1180471945"/>
                  </a:ext>
                </a:extLst>
              </a:tr>
              <a:tr h="520856">
                <a:tc>
                  <a:txBody>
                    <a:bodyPr/>
                    <a:lstStyle/>
                    <a:p>
                      <a:pPr algn="ctr" fontAlgn="ctr"/>
                      <a:r>
                        <a:rPr lang="tr-TR" sz="1200" b="1" u="none" strike="noStrike" dirty="0">
                          <a:effectLst/>
                          <a:latin typeface="Maven Pro" panose="020B0604020202020204" charset="-94"/>
                        </a:rPr>
                        <a:t>Pozitif</a:t>
                      </a:r>
                      <a:endParaRPr lang="tr-TR" sz="1200" b="1" i="0" u="none" strike="noStrike" dirty="0">
                        <a:solidFill>
                          <a:srgbClr val="000000"/>
                        </a:solidFill>
                        <a:effectLst/>
                        <a:latin typeface="Maven Pro" panose="020B0604020202020204" charset="-94"/>
                      </a:endParaRPr>
                    </a:p>
                  </a:txBody>
                  <a:tcPr marL="9525" marR="9525" marT="9525" marB="0" anchor="ctr"/>
                </a:tc>
                <a:tc>
                  <a:txBody>
                    <a:bodyPr/>
                    <a:lstStyle/>
                    <a:p>
                      <a:pPr algn="ctr" fontAlgn="ctr"/>
                      <a:r>
                        <a:rPr lang="tr-TR" sz="1200" b="1" u="none" strike="noStrike" dirty="0">
                          <a:effectLst/>
                          <a:highlight>
                            <a:srgbClr val="00FF00"/>
                          </a:highlight>
                          <a:latin typeface="Maven Pro" panose="020B0604020202020204" charset="-94"/>
                        </a:rPr>
                        <a:t>TP</a:t>
                      </a:r>
                      <a:endParaRPr lang="tr-TR" sz="1200" b="1" i="0" u="none" strike="noStrike" dirty="0">
                        <a:solidFill>
                          <a:srgbClr val="000000"/>
                        </a:solidFill>
                        <a:effectLst/>
                        <a:highlight>
                          <a:srgbClr val="00FF00"/>
                        </a:highlight>
                        <a:latin typeface="Maven Pro" panose="020B0604020202020204" charset="-94"/>
                      </a:endParaRPr>
                    </a:p>
                  </a:txBody>
                  <a:tcPr marL="9525" marR="9525" marT="9525" marB="0" anchor="ctr"/>
                </a:tc>
                <a:tc>
                  <a:txBody>
                    <a:bodyPr/>
                    <a:lstStyle/>
                    <a:p>
                      <a:pPr algn="ctr" fontAlgn="ctr"/>
                      <a:r>
                        <a:rPr lang="tr-TR" sz="1200" b="1" u="none" strike="noStrike" dirty="0">
                          <a:effectLst/>
                          <a:highlight>
                            <a:srgbClr val="FFFF00"/>
                          </a:highlight>
                          <a:latin typeface="Maven Pro" panose="020B0604020202020204" charset="-94"/>
                        </a:rPr>
                        <a:t>FP</a:t>
                      </a:r>
                      <a:endParaRPr lang="tr-TR" sz="1200" b="1" i="0" u="none" strike="noStrike" dirty="0">
                        <a:solidFill>
                          <a:srgbClr val="000000"/>
                        </a:solidFill>
                        <a:effectLst/>
                        <a:highlight>
                          <a:srgbClr val="FFFF00"/>
                        </a:highlight>
                        <a:latin typeface="Maven Pro" panose="020B0604020202020204" charset="-94"/>
                      </a:endParaRPr>
                    </a:p>
                  </a:txBody>
                  <a:tcPr marL="9525" marR="9525" marT="9525" marB="0" anchor="ctr"/>
                </a:tc>
                <a:extLst>
                  <a:ext uri="{0D108BD9-81ED-4DB2-BD59-A6C34878D82A}">
                    <a16:rowId xmlns:a16="http://schemas.microsoft.com/office/drawing/2014/main" val="2678718882"/>
                  </a:ext>
                </a:extLst>
              </a:tr>
              <a:tr h="520856">
                <a:tc>
                  <a:txBody>
                    <a:bodyPr/>
                    <a:lstStyle/>
                    <a:p>
                      <a:pPr algn="ctr" fontAlgn="ctr"/>
                      <a:r>
                        <a:rPr lang="tr-TR" sz="1200" b="1" u="none" strike="noStrike" dirty="0">
                          <a:effectLst/>
                          <a:latin typeface="Maven Pro" panose="020B0604020202020204" charset="-94"/>
                        </a:rPr>
                        <a:t>Negatif</a:t>
                      </a:r>
                      <a:endParaRPr lang="tr-TR" sz="1200" b="1" i="0" u="none" strike="noStrike" dirty="0">
                        <a:solidFill>
                          <a:srgbClr val="000000"/>
                        </a:solidFill>
                        <a:effectLst/>
                        <a:latin typeface="Maven Pro" panose="020B0604020202020204" charset="-94"/>
                      </a:endParaRPr>
                    </a:p>
                  </a:txBody>
                  <a:tcPr marL="9525" marR="9525" marT="9525" marB="0" anchor="ctr"/>
                </a:tc>
                <a:tc>
                  <a:txBody>
                    <a:bodyPr/>
                    <a:lstStyle/>
                    <a:p>
                      <a:pPr algn="ctr" fontAlgn="ctr"/>
                      <a:r>
                        <a:rPr lang="tr-TR" sz="1200" b="1" u="none" strike="noStrike" dirty="0">
                          <a:effectLst/>
                          <a:highlight>
                            <a:srgbClr val="FFFF00"/>
                          </a:highlight>
                          <a:latin typeface="Maven Pro" panose="020B0604020202020204" charset="-94"/>
                        </a:rPr>
                        <a:t>FN</a:t>
                      </a:r>
                      <a:endParaRPr lang="tr-TR" sz="1200" b="1" i="0" u="none" strike="noStrike" dirty="0">
                        <a:solidFill>
                          <a:srgbClr val="000000"/>
                        </a:solidFill>
                        <a:effectLst/>
                        <a:highlight>
                          <a:srgbClr val="FFFF00"/>
                        </a:highlight>
                        <a:latin typeface="Maven Pro" panose="020B0604020202020204" charset="-94"/>
                      </a:endParaRPr>
                    </a:p>
                  </a:txBody>
                  <a:tcPr marL="9525" marR="9525" marT="9525" marB="0" anchor="ctr"/>
                </a:tc>
                <a:tc>
                  <a:txBody>
                    <a:bodyPr/>
                    <a:lstStyle/>
                    <a:p>
                      <a:pPr algn="ctr" fontAlgn="ctr"/>
                      <a:r>
                        <a:rPr lang="tr-TR" sz="1200" b="1" u="none" strike="noStrike" dirty="0">
                          <a:effectLst/>
                          <a:highlight>
                            <a:srgbClr val="00FF00"/>
                          </a:highlight>
                          <a:latin typeface="Maven Pro" panose="020B0604020202020204" charset="-94"/>
                        </a:rPr>
                        <a:t>TN</a:t>
                      </a:r>
                      <a:endParaRPr lang="tr-TR" sz="1200" b="1" i="0" u="none" strike="noStrike" dirty="0">
                        <a:solidFill>
                          <a:srgbClr val="000000"/>
                        </a:solidFill>
                        <a:effectLst/>
                        <a:highlight>
                          <a:srgbClr val="00FF00"/>
                        </a:highlight>
                        <a:latin typeface="Maven Pro" panose="020B0604020202020204" charset="-94"/>
                      </a:endParaRPr>
                    </a:p>
                  </a:txBody>
                  <a:tcPr marL="9525" marR="9525" marT="9525" marB="0" anchor="ctr"/>
                </a:tc>
                <a:extLst>
                  <a:ext uri="{0D108BD9-81ED-4DB2-BD59-A6C34878D82A}">
                    <a16:rowId xmlns:a16="http://schemas.microsoft.com/office/drawing/2014/main" val="2608902600"/>
                  </a:ext>
                </a:extLst>
              </a:tr>
            </a:tbl>
          </a:graphicData>
        </a:graphic>
      </p:graphicFrame>
      <p:sp>
        <p:nvSpPr>
          <p:cNvPr id="3" name="Sağ Ayraç 2">
            <a:extLst>
              <a:ext uri="{FF2B5EF4-FFF2-40B4-BE49-F238E27FC236}">
                <a16:creationId xmlns:a16="http://schemas.microsoft.com/office/drawing/2014/main" id="{6EB33A67-6870-CE9E-D674-4A50B530E94F}"/>
              </a:ext>
            </a:extLst>
          </p:cNvPr>
          <p:cNvSpPr/>
          <p:nvPr/>
        </p:nvSpPr>
        <p:spPr>
          <a:xfrm rot="16200000">
            <a:off x="3990980" y="960184"/>
            <a:ext cx="192433" cy="2007384"/>
          </a:xfrm>
          <a:prstGeom prst="righ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4" name="Sağ Ayraç 3">
            <a:extLst>
              <a:ext uri="{FF2B5EF4-FFF2-40B4-BE49-F238E27FC236}">
                <a16:creationId xmlns:a16="http://schemas.microsoft.com/office/drawing/2014/main" id="{EE21FA2A-2FE2-55C1-CBB4-58CEC95D9199}"/>
              </a:ext>
            </a:extLst>
          </p:cNvPr>
          <p:cNvSpPr/>
          <p:nvPr/>
        </p:nvSpPr>
        <p:spPr>
          <a:xfrm rot="10800000">
            <a:off x="1753825" y="2656682"/>
            <a:ext cx="192433" cy="1030179"/>
          </a:xfrm>
          <a:prstGeom prst="rightBrace">
            <a:avLst>
              <a:gd name="adj1" fmla="val 19557"/>
              <a:gd name="adj2" fmla="val 50000"/>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5" name="Metin kutusu 4">
            <a:extLst>
              <a:ext uri="{FF2B5EF4-FFF2-40B4-BE49-F238E27FC236}">
                <a16:creationId xmlns:a16="http://schemas.microsoft.com/office/drawing/2014/main" id="{DE75488A-7FDE-553A-4973-73AB5C53841F}"/>
              </a:ext>
            </a:extLst>
          </p:cNvPr>
          <p:cNvSpPr txBox="1"/>
          <p:nvPr/>
        </p:nvSpPr>
        <p:spPr>
          <a:xfrm>
            <a:off x="3299160" y="1554975"/>
            <a:ext cx="1576072" cy="307777"/>
          </a:xfrm>
          <a:prstGeom prst="rect">
            <a:avLst/>
          </a:prstGeom>
          <a:noFill/>
        </p:spPr>
        <p:txBody>
          <a:bodyPr wrap="none" rtlCol="0">
            <a:spAutoFit/>
          </a:bodyPr>
          <a:lstStyle/>
          <a:p>
            <a:r>
              <a:rPr lang="tr-TR" b="1" dirty="0">
                <a:latin typeface="Maven Pro" panose="020B0604020202020204" charset="-94"/>
              </a:rPr>
              <a:t>Gerçek Değerler</a:t>
            </a:r>
          </a:p>
        </p:txBody>
      </p:sp>
      <p:sp>
        <p:nvSpPr>
          <p:cNvPr id="6" name="Metin kutusu 5">
            <a:extLst>
              <a:ext uri="{FF2B5EF4-FFF2-40B4-BE49-F238E27FC236}">
                <a16:creationId xmlns:a16="http://schemas.microsoft.com/office/drawing/2014/main" id="{27A5D3B2-E611-4456-9FC8-DAF03648C779}"/>
              </a:ext>
            </a:extLst>
          </p:cNvPr>
          <p:cNvSpPr txBox="1"/>
          <p:nvPr/>
        </p:nvSpPr>
        <p:spPr>
          <a:xfrm>
            <a:off x="177752" y="2989533"/>
            <a:ext cx="1669047" cy="307777"/>
          </a:xfrm>
          <a:prstGeom prst="rect">
            <a:avLst/>
          </a:prstGeom>
          <a:noFill/>
        </p:spPr>
        <p:txBody>
          <a:bodyPr wrap="none" rtlCol="0">
            <a:spAutoFit/>
          </a:bodyPr>
          <a:lstStyle/>
          <a:p>
            <a:r>
              <a:rPr lang="tr-TR" b="1" dirty="0">
                <a:latin typeface="Maven Pro" panose="020B0604020202020204" charset="-94"/>
              </a:rPr>
              <a:t>Tahmin Değerleri</a:t>
            </a:r>
          </a:p>
        </p:txBody>
      </p:sp>
      <p:sp>
        <p:nvSpPr>
          <p:cNvPr id="7" name="Metin kutusu 6">
            <a:extLst>
              <a:ext uri="{FF2B5EF4-FFF2-40B4-BE49-F238E27FC236}">
                <a16:creationId xmlns:a16="http://schemas.microsoft.com/office/drawing/2014/main" id="{D88BB7E6-954A-C022-6D3A-DD71EDFDDF8A}"/>
              </a:ext>
            </a:extLst>
          </p:cNvPr>
          <p:cNvSpPr txBox="1"/>
          <p:nvPr/>
        </p:nvSpPr>
        <p:spPr>
          <a:xfrm>
            <a:off x="5436000" y="1245600"/>
            <a:ext cx="2795958" cy="646331"/>
          </a:xfrm>
          <a:prstGeom prst="rect">
            <a:avLst/>
          </a:prstGeom>
          <a:noFill/>
        </p:spPr>
        <p:txBody>
          <a:bodyPr wrap="none" rtlCol="0">
            <a:spAutoFit/>
          </a:bodyPr>
          <a:lstStyle/>
          <a:p>
            <a:r>
              <a:rPr lang="tr-TR" sz="1200" b="1" dirty="0">
                <a:latin typeface="Maven Pro" panose="020B0604020202020204" charset="-94"/>
              </a:rPr>
              <a:t>TP (True Positive) (Doğru Pozitif)</a:t>
            </a:r>
          </a:p>
          <a:p>
            <a:r>
              <a:rPr lang="tr-TR" sz="1200" dirty="0">
                <a:latin typeface="Maven Pro" panose="020B0604020202020204" charset="-94"/>
              </a:rPr>
              <a:t>Gerçekten doğru olarak sınıflandırılan</a:t>
            </a:r>
          </a:p>
          <a:p>
            <a:r>
              <a:rPr lang="tr-TR" sz="1200" dirty="0">
                <a:latin typeface="Maven Pro" panose="020B0604020202020204" charset="-94"/>
              </a:rPr>
              <a:t>örneklerin sayısı</a:t>
            </a:r>
          </a:p>
        </p:txBody>
      </p:sp>
      <p:sp>
        <p:nvSpPr>
          <p:cNvPr id="8" name="Metin kutusu 7">
            <a:extLst>
              <a:ext uri="{FF2B5EF4-FFF2-40B4-BE49-F238E27FC236}">
                <a16:creationId xmlns:a16="http://schemas.microsoft.com/office/drawing/2014/main" id="{11515315-6305-2506-FD6B-07E71E5E8819}"/>
              </a:ext>
            </a:extLst>
          </p:cNvPr>
          <p:cNvSpPr txBox="1"/>
          <p:nvPr/>
        </p:nvSpPr>
        <p:spPr>
          <a:xfrm>
            <a:off x="2091381" y="3914993"/>
            <a:ext cx="952505" cy="307777"/>
          </a:xfrm>
          <a:prstGeom prst="rect">
            <a:avLst/>
          </a:prstGeom>
          <a:noFill/>
        </p:spPr>
        <p:txBody>
          <a:bodyPr wrap="none" rtlCol="0">
            <a:spAutoFit/>
          </a:bodyPr>
          <a:lstStyle/>
          <a:p>
            <a:r>
              <a:rPr lang="tr-TR" b="1" dirty="0">
                <a:latin typeface="Maven Pro" panose="020B0604020202020204" charset="-94"/>
              </a:rPr>
              <a:t>Pozitif: 1</a:t>
            </a:r>
          </a:p>
        </p:txBody>
      </p:sp>
      <p:sp>
        <p:nvSpPr>
          <p:cNvPr id="9" name="Metin kutusu 8">
            <a:extLst>
              <a:ext uri="{FF2B5EF4-FFF2-40B4-BE49-F238E27FC236}">
                <a16:creationId xmlns:a16="http://schemas.microsoft.com/office/drawing/2014/main" id="{9F4D9C0F-2DAC-2792-5287-C045BEDC13AE}"/>
              </a:ext>
            </a:extLst>
          </p:cNvPr>
          <p:cNvSpPr txBox="1"/>
          <p:nvPr/>
        </p:nvSpPr>
        <p:spPr>
          <a:xfrm>
            <a:off x="3083504" y="3914993"/>
            <a:ext cx="1063112" cy="307777"/>
          </a:xfrm>
          <a:prstGeom prst="rect">
            <a:avLst/>
          </a:prstGeom>
          <a:noFill/>
        </p:spPr>
        <p:txBody>
          <a:bodyPr wrap="none" rtlCol="0">
            <a:spAutoFit/>
          </a:bodyPr>
          <a:lstStyle/>
          <a:p>
            <a:r>
              <a:rPr lang="tr-TR" b="1" dirty="0">
                <a:latin typeface="Maven Pro" panose="020B0604020202020204" charset="-94"/>
              </a:rPr>
              <a:t>Negatif: 0</a:t>
            </a:r>
          </a:p>
        </p:txBody>
      </p:sp>
      <p:sp>
        <p:nvSpPr>
          <p:cNvPr id="10" name="Metin kutusu 9">
            <a:extLst>
              <a:ext uri="{FF2B5EF4-FFF2-40B4-BE49-F238E27FC236}">
                <a16:creationId xmlns:a16="http://schemas.microsoft.com/office/drawing/2014/main" id="{ECBA321F-8166-3D86-2BF8-E1D4A1CD06B4}"/>
              </a:ext>
            </a:extLst>
          </p:cNvPr>
          <p:cNvSpPr txBox="1"/>
          <p:nvPr/>
        </p:nvSpPr>
        <p:spPr>
          <a:xfrm>
            <a:off x="5436000" y="1926312"/>
            <a:ext cx="2970685" cy="646331"/>
          </a:xfrm>
          <a:prstGeom prst="rect">
            <a:avLst/>
          </a:prstGeom>
          <a:noFill/>
        </p:spPr>
        <p:txBody>
          <a:bodyPr wrap="none" rtlCol="0">
            <a:spAutoFit/>
          </a:bodyPr>
          <a:lstStyle/>
          <a:p>
            <a:r>
              <a:rPr lang="tr-TR" sz="1200" b="1" dirty="0">
                <a:latin typeface="Maven Pro" panose="020B0604020202020204" charset="-94"/>
              </a:rPr>
              <a:t>FP (</a:t>
            </a:r>
            <a:r>
              <a:rPr lang="tr-TR" sz="1200" b="1" dirty="0" err="1">
                <a:latin typeface="Maven Pro" panose="020B0604020202020204" charset="-94"/>
              </a:rPr>
              <a:t>False</a:t>
            </a:r>
            <a:r>
              <a:rPr lang="tr-TR" sz="1200" b="1" dirty="0">
                <a:latin typeface="Maven Pro" panose="020B0604020202020204" charset="-94"/>
              </a:rPr>
              <a:t> Positive) (Yanlış Pozitif)</a:t>
            </a:r>
          </a:p>
          <a:p>
            <a:r>
              <a:rPr lang="tr-TR" sz="1200" dirty="0">
                <a:latin typeface="Maven Pro" panose="020B0604020202020204" charset="-94"/>
              </a:rPr>
              <a:t>Doğru olarak sınıflandırılan fakat gerçek</a:t>
            </a:r>
          </a:p>
          <a:p>
            <a:r>
              <a:rPr lang="tr-TR" sz="1200" dirty="0">
                <a:latin typeface="Maven Pro" panose="020B0604020202020204" charset="-94"/>
              </a:rPr>
              <a:t>Değeri yanlış olan örneklerin sayısı</a:t>
            </a:r>
          </a:p>
        </p:txBody>
      </p:sp>
      <p:sp>
        <p:nvSpPr>
          <p:cNvPr id="11" name="Metin kutusu 10">
            <a:extLst>
              <a:ext uri="{FF2B5EF4-FFF2-40B4-BE49-F238E27FC236}">
                <a16:creationId xmlns:a16="http://schemas.microsoft.com/office/drawing/2014/main" id="{4367CEEF-EFD0-605F-1825-6E2465C24F98}"/>
              </a:ext>
            </a:extLst>
          </p:cNvPr>
          <p:cNvSpPr txBox="1"/>
          <p:nvPr/>
        </p:nvSpPr>
        <p:spPr>
          <a:xfrm>
            <a:off x="5436000" y="2607024"/>
            <a:ext cx="2831224" cy="646331"/>
          </a:xfrm>
          <a:prstGeom prst="rect">
            <a:avLst/>
          </a:prstGeom>
          <a:noFill/>
        </p:spPr>
        <p:txBody>
          <a:bodyPr wrap="none" rtlCol="0">
            <a:spAutoFit/>
          </a:bodyPr>
          <a:lstStyle/>
          <a:p>
            <a:r>
              <a:rPr lang="tr-TR" sz="1200" b="1" dirty="0">
                <a:latin typeface="Maven Pro" panose="020B0604020202020204" charset="-94"/>
              </a:rPr>
              <a:t>TN (True Negative) (Doğru Negatif)</a:t>
            </a:r>
          </a:p>
          <a:p>
            <a:r>
              <a:rPr lang="tr-TR" sz="1200" dirty="0">
                <a:latin typeface="Maven Pro" panose="020B0604020202020204" charset="-94"/>
              </a:rPr>
              <a:t>Yanlış olarak sınıflandırılan ve gerçek</a:t>
            </a:r>
          </a:p>
          <a:p>
            <a:r>
              <a:rPr lang="tr-TR" sz="1200" dirty="0">
                <a:latin typeface="Maven Pro" panose="020B0604020202020204" charset="-94"/>
              </a:rPr>
              <a:t>değeri de yanlış olan örneklerin sayısı</a:t>
            </a:r>
          </a:p>
        </p:txBody>
      </p:sp>
      <p:sp>
        <p:nvSpPr>
          <p:cNvPr id="12" name="Metin kutusu 11">
            <a:extLst>
              <a:ext uri="{FF2B5EF4-FFF2-40B4-BE49-F238E27FC236}">
                <a16:creationId xmlns:a16="http://schemas.microsoft.com/office/drawing/2014/main" id="{58C271CE-C472-ADF4-72AD-B265617DE40E}"/>
              </a:ext>
            </a:extLst>
          </p:cNvPr>
          <p:cNvSpPr txBox="1"/>
          <p:nvPr/>
        </p:nvSpPr>
        <p:spPr>
          <a:xfrm>
            <a:off x="5436000" y="3243324"/>
            <a:ext cx="2951449" cy="646331"/>
          </a:xfrm>
          <a:prstGeom prst="rect">
            <a:avLst/>
          </a:prstGeom>
          <a:noFill/>
        </p:spPr>
        <p:txBody>
          <a:bodyPr wrap="none" rtlCol="0">
            <a:spAutoFit/>
          </a:bodyPr>
          <a:lstStyle/>
          <a:p>
            <a:r>
              <a:rPr lang="tr-TR" sz="1200" b="1" dirty="0">
                <a:latin typeface="Maven Pro" panose="020B0604020202020204" charset="-94"/>
              </a:rPr>
              <a:t>FN (</a:t>
            </a:r>
            <a:r>
              <a:rPr lang="tr-TR" sz="1200" b="1" dirty="0" err="1">
                <a:latin typeface="Maven Pro" panose="020B0604020202020204" charset="-94"/>
              </a:rPr>
              <a:t>False</a:t>
            </a:r>
            <a:r>
              <a:rPr lang="tr-TR" sz="1200" b="1" dirty="0">
                <a:latin typeface="Maven Pro" panose="020B0604020202020204" charset="-94"/>
              </a:rPr>
              <a:t> Negative) (Yanlış Negatif)</a:t>
            </a:r>
          </a:p>
          <a:p>
            <a:r>
              <a:rPr lang="tr-TR" sz="1200" dirty="0">
                <a:latin typeface="Maven Pro" panose="020B0604020202020204" charset="-94"/>
              </a:rPr>
              <a:t>Yanlış olarak sınıflandırılan fakat gerçek</a:t>
            </a:r>
          </a:p>
          <a:p>
            <a:r>
              <a:rPr lang="tr-TR" sz="1200" dirty="0">
                <a:latin typeface="Maven Pro" panose="020B0604020202020204" charset="-94"/>
              </a:rPr>
              <a:t>değeri doğru olan değerlerin sayısı</a:t>
            </a:r>
          </a:p>
        </p:txBody>
      </p:sp>
    </p:spTree>
    <p:extLst>
      <p:ext uri="{BB962C8B-B14F-4D97-AF65-F5344CB8AC3E}">
        <p14:creationId xmlns:p14="http://schemas.microsoft.com/office/powerpoint/2010/main" val="32371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F2F7A4BC-775C-5D38-5DB6-05DF6A177BDF}"/>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528F0051-7AB0-FB69-66AE-C340D8598FA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8BF63899-25E4-F447-D6D0-368A82120831}"/>
              </a:ext>
            </a:extLst>
          </p:cNvPr>
          <p:cNvSpPr txBox="1">
            <a:spLocks/>
          </p:cNvSpPr>
          <p:nvPr/>
        </p:nvSpPr>
        <p:spPr>
          <a:xfrm>
            <a:off x="785250" y="1017725"/>
            <a:ext cx="6701075" cy="415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3A63A4BA-72EF-4892-117C-23AE60280C20}"/>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A7C9519E-34BE-3930-1DD7-D096AAAF8088}"/>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23" name="Tablo 22">
            <a:extLst>
              <a:ext uri="{FF2B5EF4-FFF2-40B4-BE49-F238E27FC236}">
                <a16:creationId xmlns:a16="http://schemas.microsoft.com/office/drawing/2014/main" id="{700B6FA4-A168-5E09-5F56-C94BE91E7893}"/>
              </a:ext>
            </a:extLst>
          </p:cNvPr>
          <p:cNvGraphicFramePr>
            <a:graphicFrameLocks noGrp="1"/>
          </p:cNvGraphicFramePr>
          <p:nvPr/>
        </p:nvGraphicFramePr>
        <p:xfrm>
          <a:off x="2152799" y="1958876"/>
          <a:ext cx="5095930" cy="164529"/>
        </p:xfrm>
        <a:graphic>
          <a:graphicData uri="http://schemas.openxmlformats.org/drawingml/2006/table">
            <a:tbl>
              <a:tblPr firstRow="1" firstCol="1" bandRow="1">
                <a:tableStyleId>{C65A26D9-3358-4309-A227-EDEAD8D7FABE}</a:tableStyleId>
              </a:tblPr>
              <a:tblGrid>
                <a:gridCol w="509593">
                  <a:extLst>
                    <a:ext uri="{9D8B030D-6E8A-4147-A177-3AD203B41FA5}">
                      <a16:colId xmlns:a16="http://schemas.microsoft.com/office/drawing/2014/main" val="3344367304"/>
                    </a:ext>
                  </a:extLst>
                </a:gridCol>
                <a:gridCol w="509593">
                  <a:extLst>
                    <a:ext uri="{9D8B030D-6E8A-4147-A177-3AD203B41FA5}">
                      <a16:colId xmlns:a16="http://schemas.microsoft.com/office/drawing/2014/main" val="3761810045"/>
                    </a:ext>
                  </a:extLst>
                </a:gridCol>
                <a:gridCol w="509593">
                  <a:extLst>
                    <a:ext uri="{9D8B030D-6E8A-4147-A177-3AD203B41FA5}">
                      <a16:colId xmlns:a16="http://schemas.microsoft.com/office/drawing/2014/main" val="4201485721"/>
                    </a:ext>
                  </a:extLst>
                </a:gridCol>
                <a:gridCol w="509593">
                  <a:extLst>
                    <a:ext uri="{9D8B030D-6E8A-4147-A177-3AD203B41FA5}">
                      <a16:colId xmlns:a16="http://schemas.microsoft.com/office/drawing/2014/main" val="3127180179"/>
                    </a:ext>
                  </a:extLst>
                </a:gridCol>
                <a:gridCol w="509593">
                  <a:extLst>
                    <a:ext uri="{9D8B030D-6E8A-4147-A177-3AD203B41FA5}">
                      <a16:colId xmlns:a16="http://schemas.microsoft.com/office/drawing/2014/main" val="2895265331"/>
                    </a:ext>
                  </a:extLst>
                </a:gridCol>
                <a:gridCol w="509593">
                  <a:extLst>
                    <a:ext uri="{9D8B030D-6E8A-4147-A177-3AD203B41FA5}">
                      <a16:colId xmlns:a16="http://schemas.microsoft.com/office/drawing/2014/main" val="2209593598"/>
                    </a:ext>
                  </a:extLst>
                </a:gridCol>
                <a:gridCol w="509593">
                  <a:extLst>
                    <a:ext uri="{9D8B030D-6E8A-4147-A177-3AD203B41FA5}">
                      <a16:colId xmlns:a16="http://schemas.microsoft.com/office/drawing/2014/main" val="769415755"/>
                    </a:ext>
                  </a:extLst>
                </a:gridCol>
                <a:gridCol w="509593">
                  <a:extLst>
                    <a:ext uri="{9D8B030D-6E8A-4147-A177-3AD203B41FA5}">
                      <a16:colId xmlns:a16="http://schemas.microsoft.com/office/drawing/2014/main" val="429102587"/>
                    </a:ext>
                  </a:extLst>
                </a:gridCol>
                <a:gridCol w="509593">
                  <a:extLst>
                    <a:ext uri="{9D8B030D-6E8A-4147-A177-3AD203B41FA5}">
                      <a16:colId xmlns:a16="http://schemas.microsoft.com/office/drawing/2014/main" val="3207308402"/>
                    </a:ext>
                  </a:extLst>
                </a:gridCol>
                <a:gridCol w="509593">
                  <a:extLst>
                    <a:ext uri="{9D8B030D-6E8A-4147-A177-3AD203B41FA5}">
                      <a16:colId xmlns:a16="http://schemas.microsoft.com/office/drawing/2014/main" val="1268423989"/>
                    </a:ext>
                  </a:extLst>
                </a:gridCol>
              </a:tblGrid>
              <a:tr h="0">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4229805877"/>
                  </a:ext>
                </a:extLst>
              </a:tr>
            </a:tbl>
          </a:graphicData>
        </a:graphic>
      </p:graphicFrame>
      <p:graphicFrame>
        <p:nvGraphicFramePr>
          <p:cNvPr id="24" name="Tablo 23">
            <a:extLst>
              <a:ext uri="{FF2B5EF4-FFF2-40B4-BE49-F238E27FC236}">
                <a16:creationId xmlns:a16="http://schemas.microsoft.com/office/drawing/2014/main" id="{52CF86B3-8585-8E4A-5261-1EE894E04F01}"/>
              </a:ext>
            </a:extLst>
          </p:cNvPr>
          <p:cNvGraphicFramePr>
            <a:graphicFrameLocks noGrp="1"/>
          </p:cNvGraphicFramePr>
          <p:nvPr/>
        </p:nvGraphicFramePr>
        <p:xfrm>
          <a:off x="2152799" y="2419909"/>
          <a:ext cx="5095930" cy="190500"/>
        </p:xfrm>
        <a:graphic>
          <a:graphicData uri="http://schemas.openxmlformats.org/drawingml/2006/table">
            <a:tbl>
              <a:tblPr firstRow="1" firstCol="1" bandRow="1">
                <a:tableStyleId>{C65A26D9-3358-4309-A227-EDEAD8D7FABE}</a:tableStyleId>
              </a:tblPr>
              <a:tblGrid>
                <a:gridCol w="509593">
                  <a:extLst>
                    <a:ext uri="{9D8B030D-6E8A-4147-A177-3AD203B41FA5}">
                      <a16:colId xmlns:a16="http://schemas.microsoft.com/office/drawing/2014/main" val="1432753742"/>
                    </a:ext>
                  </a:extLst>
                </a:gridCol>
                <a:gridCol w="509593">
                  <a:extLst>
                    <a:ext uri="{9D8B030D-6E8A-4147-A177-3AD203B41FA5}">
                      <a16:colId xmlns:a16="http://schemas.microsoft.com/office/drawing/2014/main" val="2981708731"/>
                    </a:ext>
                  </a:extLst>
                </a:gridCol>
                <a:gridCol w="509593">
                  <a:extLst>
                    <a:ext uri="{9D8B030D-6E8A-4147-A177-3AD203B41FA5}">
                      <a16:colId xmlns:a16="http://schemas.microsoft.com/office/drawing/2014/main" val="2200581196"/>
                    </a:ext>
                  </a:extLst>
                </a:gridCol>
                <a:gridCol w="509593">
                  <a:extLst>
                    <a:ext uri="{9D8B030D-6E8A-4147-A177-3AD203B41FA5}">
                      <a16:colId xmlns:a16="http://schemas.microsoft.com/office/drawing/2014/main" val="3700043743"/>
                    </a:ext>
                  </a:extLst>
                </a:gridCol>
                <a:gridCol w="509593">
                  <a:extLst>
                    <a:ext uri="{9D8B030D-6E8A-4147-A177-3AD203B41FA5}">
                      <a16:colId xmlns:a16="http://schemas.microsoft.com/office/drawing/2014/main" val="2637547014"/>
                    </a:ext>
                  </a:extLst>
                </a:gridCol>
                <a:gridCol w="509593">
                  <a:extLst>
                    <a:ext uri="{9D8B030D-6E8A-4147-A177-3AD203B41FA5}">
                      <a16:colId xmlns:a16="http://schemas.microsoft.com/office/drawing/2014/main" val="2367650149"/>
                    </a:ext>
                  </a:extLst>
                </a:gridCol>
                <a:gridCol w="509593">
                  <a:extLst>
                    <a:ext uri="{9D8B030D-6E8A-4147-A177-3AD203B41FA5}">
                      <a16:colId xmlns:a16="http://schemas.microsoft.com/office/drawing/2014/main" val="2299257796"/>
                    </a:ext>
                  </a:extLst>
                </a:gridCol>
                <a:gridCol w="509593">
                  <a:extLst>
                    <a:ext uri="{9D8B030D-6E8A-4147-A177-3AD203B41FA5}">
                      <a16:colId xmlns:a16="http://schemas.microsoft.com/office/drawing/2014/main" val="1359794263"/>
                    </a:ext>
                  </a:extLst>
                </a:gridCol>
                <a:gridCol w="509593">
                  <a:extLst>
                    <a:ext uri="{9D8B030D-6E8A-4147-A177-3AD203B41FA5}">
                      <a16:colId xmlns:a16="http://schemas.microsoft.com/office/drawing/2014/main" val="1039684289"/>
                    </a:ext>
                  </a:extLst>
                </a:gridCol>
                <a:gridCol w="509593">
                  <a:extLst>
                    <a:ext uri="{9D8B030D-6E8A-4147-A177-3AD203B41FA5}">
                      <a16:colId xmlns:a16="http://schemas.microsoft.com/office/drawing/2014/main" val="2091253896"/>
                    </a:ext>
                  </a:extLst>
                </a:gridCol>
              </a:tblGrid>
              <a:tr h="190500">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00FF00"/>
                          </a:highlight>
                          <a:latin typeface="Maven Pro" panose="020B0604020202020204" charset="-94"/>
                        </a:rPr>
                        <a:t>0</a:t>
                      </a:r>
                      <a:endParaRPr lang="tr-TR" sz="1100" b="1" kern="100" dirty="0">
                        <a:effectLst/>
                        <a:highlight>
                          <a:srgbClr val="00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tc>
                  <a:txBody>
                    <a:bodyPr/>
                    <a:lstStyle/>
                    <a:p>
                      <a:pPr algn="ctr">
                        <a:lnSpc>
                          <a:spcPct val="107000"/>
                        </a:lnSpc>
                        <a:spcAft>
                          <a:spcPts val="800"/>
                        </a:spcAft>
                      </a:pPr>
                      <a:r>
                        <a:rPr lang="tr-TR" sz="1100" b="1" kern="0" dirty="0">
                          <a:effectLst/>
                          <a:highlight>
                            <a:srgbClr val="FFFF00"/>
                          </a:highlight>
                          <a:latin typeface="Maven Pro" panose="020B0604020202020204" charset="-94"/>
                        </a:rPr>
                        <a:t>1</a:t>
                      </a:r>
                      <a:endParaRPr lang="tr-TR" sz="1100" b="1" kern="100" dirty="0">
                        <a:effectLst/>
                        <a:highlight>
                          <a:srgbClr val="FFFF00"/>
                        </a:highlight>
                        <a:latin typeface="Maven Pro" panose="020B0604020202020204" charset="-94"/>
                        <a:ea typeface="Aptos" panose="020B0004020202020204" pitchFamily="34" charset="0"/>
                        <a:cs typeface="Times New Roman" panose="02020603050405020304" pitchFamily="18" charset="0"/>
                      </a:endParaRPr>
                    </a:p>
                  </a:txBody>
                  <a:tcPr marL="44450" marR="44450" marT="0" marB="0" anchor="ctr"/>
                </a:tc>
                <a:extLst>
                  <a:ext uri="{0D108BD9-81ED-4DB2-BD59-A6C34878D82A}">
                    <a16:rowId xmlns:a16="http://schemas.microsoft.com/office/drawing/2014/main" val="1487672074"/>
                  </a:ext>
                </a:extLst>
              </a:tr>
            </a:tbl>
          </a:graphicData>
        </a:graphic>
      </p:graphicFrame>
      <p:sp>
        <p:nvSpPr>
          <p:cNvPr id="25" name="Metin kutusu 24">
            <a:extLst>
              <a:ext uri="{FF2B5EF4-FFF2-40B4-BE49-F238E27FC236}">
                <a16:creationId xmlns:a16="http://schemas.microsoft.com/office/drawing/2014/main" id="{38668D01-5317-5BE9-AABB-D763ABE3450B}"/>
              </a:ext>
            </a:extLst>
          </p:cNvPr>
          <p:cNvSpPr txBox="1"/>
          <p:nvPr/>
        </p:nvSpPr>
        <p:spPr>
          <a:xfrm>
            <a:off x="5073072" y="1167819"/>
            <a:ext cx="1426994" cy="523220"/>
          </a:xfrm>
          <a:prstGeom prst="rect">
            <a:avLst/>
          </a:prstGeom>
          <a:noFill/>
        </p:spPr>
        <p:txBody>
          <a:bodyPr wrap="none" rtlCol="0">
            <a:spAutoFit/>
          </a:bodyPr>
          <a:lstStyle/>
          <a:p>
            <a:r>
              <a:rPr lang="tr-TR" b="1" dirty="0">
                <a:latin typeface="Maven Pro" panose="020B0604020202020204" charset="-94"/>
              </a:rPr>
              <a:t>1</a:t>
            </a:r>
            <a:r>
              <a:rPr lang="tr-TR" dirty="0">
                <a:latin typeface="Maven Pro" panose="020B0604020202020204" charset="-94"/>
              </a:rPr>
              <a:t> – Hasta</a:t>
            </a:r>
          </a:p>
          <a:p>
            <a:r>
              <a:rPr lang="tr-TR" b="1" dirty="0">
                <a:latin typeface="Maven Pro" panose="020B0604020202020204" charset="-94"/>
              </a:rPr>
              <a:t>0 </a:t>
            </a:r>
            <a:r>
              <a:rPr lang="tr-TR" dirty="0">
                <a:latin typeface="Maven Pro" panose="020B0604020202020204" charset="-94"/>
              </a:rPr>
              <a:t>– Hasta Değil</a:t>
            </a:r>
          </a:p>
        </p:txBody>
      </p:sp>
      <p:sp>
        <p:nvSpPr>
          <p:cNvPr id="26" name="Metin kutusu 25">
            <a:extLst>
              <a:ext uri="{FF2B5EF4-FFF2-40B4-BE49-F238E27FC236}">
                <a16:creationId xmlns:a16="http://schemas.microsoft.com/office/drawing/2014/main" id="{F1A4B764-3FA9-343E-FC45-9895BE538091}"/>
              </a:ext>
            </a:extLst>
          </p:cNvPr>
          <p:cNvSpPr txBox="1"/>
          <p:nvPr/>
        </p:nvSpPr>
        <p:spPr>
          <a:xfrm>
            <a:off x="74959" y="1887251"/>
            <a:ext cx="1420582" cy="307777"/>
          </a:xfrm>
          <a:prstGeom prst="rect">
            <a:avLst/>
          </a:prstGeom>
          <a:noFill/>
        </p:spPr>
        <p:txBody>
          <a:bodyPr wrap="none" rtlCol="0">
            <a:spAutoFit/>
          </a:bodyPr>
          <a:lstStyle/>
          <a:p>
            <a:r>
              <a:rPr lang="tr-TR" b="1" dirty="0">
                <a:latin typeface="Maven Pro" panose="020B0604020202020204" charset="-94"/>
              </a:rPr>
              <a:t>Gerçek Durum</a:t>
            </a:r>
          </a:p>
        </p:txBody>
      </p:sp>
      <p:sp>
        <p:nvSpPr>
          <p:cNvPr id="27" name="Metin kutusu 26">
            <a:extLst>
              <a:ext uri="{FF2B5EF4-FFF2-40B4-BE49-F238E27FC236}">
                <a16:creationId xmlns:a16="http://schemas.microsoft.com/office/drawing/2014/main" id="{19D14F4D-E5AD-4E68-5F94-77045D391F06}"/>
              </a:ext>
            </a:extLst>
          </p:cNvPr>
          <p:cNvSpPr txBox="1"/>
          <p:nvPr/>
        </p:nvSpPr>
        <p:spPr>
          <a:xfrm>
            <a:off x="74959" y="2361270"/>
            <a:ext cx="1569660" cy="307777"/>
          </a:xfrm>
          <a:prstGeom prst="rect">
            <a:avLst/>
          </a:prstGeom>
          <a:noFill/>
        </p:spPr>
        <p:txBody>
          <a:bodyPr wrap="none" rtlCol="0">
            <a:spAutoFit/>
          </a:bodyPr>
          <a:lstStyle/>
          <a:p>
            <a:r>
              <a:rPr lang="tr-TR" b="1" dirty="0">
                <a:latin typeface="Maven Pro" panose="020B0604020202020204" charset="-94"/>
              </a:rPr>
              <a:t>Tahmin Durumu</a:t>
            </a:r>
          </a:p>
        </p:txBody>
      </p:sp>
      <p:cxnSp>
        <p:nvCxnSpPr>
          <p:cNvPr id="29" name="Düz Ok Bağlayıcısı 28">
            <a:extLst>
              <a:ext uri="{FF2B5EF4-FFF2-40B4-BE49-F238E27FC236}">
                <a16:creationId xmlns:a16="http://schemas.microsoft.com/office/drawing/2014/main" id="{63C6E1EB-3D71-15DA-25C5-0819125DBFF2}"/>
              </a:ext>
            </a:extLst>
          </p:cNvPr>
          <p:cNvCxnSpPr>
            <a:stCxn id="26" idx="3"/>
            <a:endCxn id="23" idx="1"/>
          </p:cNvCxnSpPr>
          <p:nvPr/>
        </p:nvCxnSpPr>
        <p:spPr>
          <a:xfrm>
            <a:off x="1495541" y="2041140"/>
            <a:ext cx="6572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Düz Ok Bağlayıcısı 30">
            <a:extLst>
              <a:ext uri="{FF2B5EF4-FFF2-40B4-BE49-F238E27FC236}">
                <a16:creationId xmlns:a16="http://schemas.microsoft.com/office/drawing/2014/main" id="{BCCD05E4-EF94-29A1-5953-8871ADD1EB18}"/>
              </a:ext>
            </a:extLst>
          </p:cNvPr>
          <p:cNvCxnSpPr>
            <a:stCxn id="27" idx="3"/>
            <a:endCxn id="24" idx="1"/>
          </p:cNvCxnSpPr>
          <p:nvPr/>
        </p:nvCxnSpPr>
        <p:spPr>
          <a:xfrm>
            <a:off x="1644619" y="2515159"/>
            <a:ext cx="50818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76" name="Dikdörtgen 675">
            <a:extLst>
              <a:ext uri="{FF2B5EF4-FFF2-40B4-BE49-F238E27FC236}">
                <a16:creationId xmlns:a16="http://schemas.microsoft.com/office/drawing/2014/main" id="{DEC9D274-AB4C-E3F1-72C9-D9D782479656}"/>
              </a:ext>
            </a:extLst>
          </p:cNvPr>
          <p:cNvSpPr/>
          <p:nvPr/>
        </p:nvSpPr>
        <p:spPr>
          <a:xfrm>
            <a:off x="1495540" y="3145432"/>
            <a:ext cx="1254027" cy="255588"/>
          </a:xfrm>
          <a:prstGeom prst="rect">
            <a:avLst/>
          </a:prstGeom>
          <a:no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tr-TR" b="1" dirty="0">
                <a:solidFill>
                  <a:schemeClr val="tx1"/>
                </a:solidFill>
                <a:highlight>
                  <a:srgbClr val="00FF00"/>
                </a:highlight>
                <a:latin typeface="Maven Pro" panose="020B0604020202020204" charset="-94"/>
              </a:rPr>
              <a:t>Hasta (1)</a:t>
            </a:r>
          </a:p>
        </p:txBody>
      </p:sp>
      <p:sp>
        <p:nvSpPr>
          <p:cNvPr id="677" name="Dikdörtgen 676">
            <a:extLst>
              <a:ext uri="{FF2B5EF4-FFF2-40B4-BE49-F238E27FC236}">
                <a16:creationId xmlns:a16="http://schemas.microsoft.com/office/drawing/2014/main" id="{4F767C7B-ED43-7B45-837F-8939C86159B5}"/>
              </a:ext>
            </a:extLst>
          </p:cNvPr>
          <p:cNvSpPr/>
          <p:nvPr/>
        </p:nvSpPr>
        <p:spPr>
          <a:xfrm>
            <a:off x="2823908" y="3145432"/>
            <a:ext cx="1487896" cy="255588"/>
          </a:xfrm>
          <a:prstGeom prst="rect">
            <a:avLst/>
          </a:prstGeom>
          <a:no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tr-TR" b="1" dirty="0">
                <a:solidFill>
                  <a:schemeClr val="tx1"/>
                </a:solidFill>
                <a:highlight>
                  <a:srgbClr val="FFFF00"/>
                </a:highlight>
                <a:latin typeface="Maven Pro" panose="020B0604020202020204" charset="-94"/>
              </a:rPr>
              <a:t>Hasta Değil (0)</a:t>
            </a:r>
          </a:p>
        </p:txBody>
      </p:sp>
      <p:sp>
        <p:nvSpPr>
          <p:cNvPr id="678" name="Dikdörtgen 677">
            <a:extLst>
              <a:ext uri="{FF2B5EF4-FFF2-40B4-BE49-F238E27FC236}">
                <a16:creationId xmlns:a16="http://schemas.microsoft.com/office/drawing/2014/main" id="{9F9BBCC0-093A-A379-DEDE-BC5DB97FE178}"/>
              </a:ext>
            </a:extLst>
          </p:cNvPr>
          <p:cNvSpPr/>
          <p:nvPr/>
        </p:nvSpPr>
        <p:spPr>
          <a:xfrm>
            <a:off x="502105" y="3537187"/>
            <a:ext cx="993436" cy="255588"/>
          </a:xfrm>
          <a:prstGeom prst="rect">
            <a:avLst/>
          </a:prstGeom>
          <a:no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tr-TR" b="1" dirty="0">
                <a:solidFill>
                  <a:schemeClr val="tx1"/>
                </a:solidFill>
                <a:highlight>
                  <a:srgbClr val="00FF00"/>
                </a:highlight>
                <a:latin typeface="Maven Pro" panose="020B0604020202020204" charset="-94"/>
              </a:rPr>
              <a:t>Hasta (1)</a:t>
            </a:r>
          </a:p>
        </p:txBody>
      </p:sp>
      <p:sp>
        <p:nvSpPr>
          <p:cNvPr id="679" name="Dikdörtgen 678">
            <a:extLst>
              <a:ext uri="{FF2B5EF4-FFF2-40B4-BE49-F238E27FC236}">
                <a16:creationId xmlns:a16="http://schemas.microsoft.com/office/drawing/2014/main" id="{1802B7F7-B976-EFF7-8BA9-589DA975F15C}"/>
              </a:ext>
            </a:extLst>
          </p:cNvPr>
          <p:cNvSpPr/>
          <p:nvPr/>
        </p:nvSpPr>
        <p:spPr>
          <a:xfrm>
            <a:off x="0" y="3931309"/>
            <a:ext cx="1495541" cy="255588"/>
          </a:xfrm>
          <a:prstGeom prst="rect">
            <a:avLst/>
          </a:prstGeom>
          <a:no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tr-TR" b="1" dirty="0">
                <a:solidFill>
                  <a:schemeClr val="tx1"/>
                </a:solidFill>
                <a:highlight>
                  <a:srgbClr val="FFFF00"/>
                </a:highlight>
                <a:latin typeface="Maven Pro" panose="020B0604020202020204" charset="-94"/>
              </a:rPr>
              <a:t>Hasta Değil (0)</a:t>
            </a:r>
          </a:p>
        </p:txBody>
      </p:sp>
      <p:sp>
        <p:nvSpPr>
          <p:cNvPr id="680" name="Metin kutusu 679">
            <a:extLst>
              <a:ext uri="{FF2B5EF4-FFF2-40B4-BE49-F238E27FC236}">
                <a16:creationId xmlns:a16="http://schemas.microsoft.com/office/drawing/2014/main" id="{A0A7F86C-FB72-3991-A1B5-C97F54FA88EE}"/>
              </a:ext>
            </a:extLst>
          </p:cNvPr>
          <p:cNvSpPr txBox="1"/>
          <p:nvPr/>
        </p:nvSpPr>
        <p:spPr>
          <a:xfrm>
            <a:off x="3218959" y="3571986"/>
            <a:ext cx="413896" cy="307777"/>
          </a:xfrm>
          <a:prstGeom prst="rect">
            <a:avLst/>
          </a:prstGeom>
          <a:noFill/>
        </p:spPr>
        <p:txBody>
          <a:bodyPr wrap="none" rtlCol="0">
            <a:spAutoFit/>
          </a:bodyPr>
          <a:lstStyle/>
          <a:p>
            <a:r>
              <a:rPr lang="tr-TR" b="1" dirty="0">
                <a:solidFill>
                  <a:schemeClr val="tx1"/>
                </a:solidFill>
              </a:rPr>
              <a:t>FP</a:t>
            </a:r>
          </a:p>
        </p:txBody>
      </p:sp>
      <p:cxnSp>
        <p:nvCxnSpPr>
          <p:cNvPr id="682" name="Düz Bağlayıcı 681">
            <a:extLst>
              <a:ext uri="{FF2B5EF4-FFF2-40B4-BE49-F238E27FC236}">
                <a16:creationId xmlns:a16="http://schemas.microsoft.com/office/drawing/2014/main" id="{6B20BDF9-835D-82C9-8003-A0ED9C61860D}"/>
              </a:ext>
            </a:extLst>
          </p:cNvPr>
          <p:cNvCxnSpPr>
            <a:cxnSpLocks/>
          </p:cNvCxnSpPr>
          <p:nvPr/>
        </p:nvCxnSpPr>
        <p:spPr>
          <a:xfrm>
            <a:off x="1495540" y="3537187"/>
            <a:ext cx="0" cy="649710"/>
          </a:xfrm>
          <a:prstGeom prst="line">
            <a:avLst/>
          </a:prstGeom>
        </p:spPr>
        <p:style>
          <a:lnRef idx="1">
            <a:schemeClr val="dk1"/>
          </a:lnRef>
          <a:fillRef idx="0">
            <a:schemeClr val="dk1"/>
          </a:fillRef>
          <a:effectRef idx="0">
            <a:schemeClr val="dk1"/>
          </a:effectRef>
          <a:fontRef idx="minor">
            <a:schemeClr val="tx1"/>
          </a:fontRef>
        </p:style>
      </p:cxnSp>
      <p:cxnSp>
        <p:nvCxnSpPr>
          <p:cNvPr id="683" name="Düz Bağlayıcı 682">
            <a:extLst>
              <a:ext uri="{FF2B5EF4-FFF2-40B4-BE49-F238E27FC236}">
                <a16:creationId xmlns:a16="http://schemas.microsoft.com/office/drawing/2014/main" id="{6E7B126A-DDE5-ACB1-C8E9-43AA05550424}"/>
              </a:ext>
            </a:extLst>
          </p:cNvPr>
          <p:cNvCxnSpPr>
            <a:cxnSpLocks/>
          </p:cNvCxnSpPr>
          <p:nvPr/>
        </p:nvCxnSpPr>
        <p:spPr>
          <a:xfrm>
            <a:off x="1495540" y="3537187"/>
            <a:ext cx="2734489" cy="0"/>
          </a:xfrm>
          <a:prstGeom prst="line">
            <a:avLst/>
          </a:prstGeom>
        </p:spPr>
        <p:style>
          <a:lnRef idx="1">
            <a:schemeClr val="dk1"/>
          </a:lnRef>
          <a:fillRef idx="0">
            <a:schemeClr val="dk1"/>
          </a:fillRef>
          <a:effectRef idx="0">
            <a:schemeClr val="dk1"/>
          </a:effectRef>
          <a:fontRef idx="minor">
            <a:schemeClr val="tx1"/>
          </a:fontRef>
        </p:style>
      </p:cxnSp>
      <p:cxnSp>
        <p:nvCxnSpPr>
          <p:cNvPr id="693" name="Düz Bağlayıcı 692">
            <a:extLst>
              <a:ext uri="{FF2B5EF4-FFF2-40B4-BE49-F238E27FC236}">
                <a16:creationId xmlns:a16="http://schemas.microsoft.com/office/drawing/2014/main" id="{15679D3D-3B28-4E51-FF34-15C75ED3F209}"/>
              </a:ext>
            </a:extLst>
          </p:cNvPr>
          <p:cNvCxnSpPr>
            <a:cxnSpLocks/>
          </p:cNvCxnSpPr>
          <p:nvPr/>
        </p:nvCxnSpPr>
        <p:spPr>
          <a:xfrm>
            <a:off x="2823908" y="3537187"/>
            <a:ext cx="0" cy="649710"/>
          </a:xfrm>
          <a:prstGeom prst="line">
            <a:avLst/>
          </a:prstGeom>
        </p:spPr>
        <p:style>
          <a:lnRef idx="1">
            <a:schemeClr val="dk1"/>
          </a:lnRef>
          <a:fillRef idx="0">
            <a:schemeClr val="dk1"/>
          </a:fillRef>
          <a:effectRef idx="0">
            <a:schemeClr val="dk1"/>
          </a:effectRef>
          <a:fontRef idx="minor">
            <a:schemeClr val="tx1"/>
          </a:fontRef>
        </p:style>
      </p:cxnSp>
      <p:cxnSp>
        <p:nvCxnSpPr>
          <p:cNvPr id="694" name="Düz Bağlayıcı 693">
            <a:extLst>
              <a:ext uri="{FF2B5EF4-FFF2-40B4-BE49-F238E27FC236}">
                <a16:creationId xmlns:a16="http://schemas.microsoft.com/office/drawing/2014/main" id="{04529729-8F7B-825D-8408-579E8AED5D0E}"/>
              </a:ext>
            </a:extLst>
          </p:cNvPr>
          <p:cNvCxnSpPr>
            <a:cxnSpLocks/>
          </p:cNvCxnSpPr>
          <p:nvPr/>
        </p:nvCxnSpPr>
        <p:spPr>
          <a:xfrm>
            <a:off x="4212720" y="3537187"/>
            <a:ext cx="0" cy="649710"/>
          </a:xfrm>
          <a:prstGeom prst="line">
            <a:avLst/>
          </a:prstGeom>
        </p:spPr>
        <p:style>
          <a:lnRef idx="1">
            <a:schemeClr val="dk1"/>
          </a:lnRef>
          <a:fillRef idx="0">
            <a:schemeClr val="dk1"/>
          </a:fillRef>
          <a:effectRef idx="0">
            <a:schemeClr val="dk1"/>
          </a:effectRef>
          <a:fontRef idx="minor">
            <a:schemeClr val="tx1"/>
          </a:fontRef>
        </p:style>
      </p:cxnSp>
      <p:cxnSp>
        <p:nvCxnSpPr>
          <p:cNvPr id="695" name="Düz Bağlayıcı 694">
            <a:extLst>
              <a:ext uri="{FF2B5EF4-FFF2-40B4-BE49-F238E27FC236}">
                <a16:creationId xmlns:a16="http://schemas.microsoft.com/office/drawing/2014/main" id="{7F062501-F5EC-AFFC-D461-2310FD847804}"/>
              </a:ext>
            </a:extLst>
          </p:cNvPr>
          <p:cNvCxnSpPr>
            <a:cxnSpLocks/>
          </p:cNvCxnSpPr>
          <p:nvPr/>
        </p:nvCxnSpPr>
        <p:spPr>
          <a:xfrm>
            <a:off x="1495540" y="4186897"/>
            <a:ext cx="2734489" cy="0"/>
          </a:xfrm>
          <a:prstGeom prst="line">
            <a:avLst/>
          </a:prstGeom>
        </p:spPr>
        <p:style>
          <a:lnRef idx="1">
            <a:schemeClr val="dk1"/>
          </a:lnRef>
          <a:fillRef idx="0">
            <a:schemeClr val="dk1"/>
          </a:fillRef>
          <a:effectRef idx="0">
            <a:schemeClr val="dk1"/>
          </a:effectRef>
          <a:fontRef idx="minor">
            <a:schemeClr val="tx1"/>
          </a:fontRef>
        </p:style>
      </p:cxnSp>
      <p:cxnSp>
        <p:nvCxnSpPr>
          <p:cNvPr id="696" name="Düz Bağlayıcı 695">
            <a:extLst>
              <a:ext uri="{FF2B5EF4-FFF2-40B4-BE49-F238E27FC236}">
                <a16:creationId xmlns:a16="http://schemas.microsoft.com/office/drawing/2014/main" id="{3674DDF0-7930-2A44-826C-B5AA931FE002}"/>
              </a:ext>
            </a:extLst>
          </p:cNvPr>
          <p:cNvCxnSpPr>
            <a:cxnSpLocks/>
          </p:cNvCxnSpPr>
          <p:nvPr/>
        </p:nvCxnSpPr>
        <p:spPr>
          <a:xfrm>
            <a:off x="1478231" y="3862042"/>
            <a:ext cx="2734489" cy="0"/>
          </a:xfrm>
          <a:prstGeom prst="line">
            <a:avLst/>
          </a:prstGeom>
        </p:spPr>
        <p:style>
          <a:lnRef idx="1">
            <a:schemeClr val="dk1"/>
          </a:lnRef>
          <a:fillRef idx="0">
            <a:schemeClr val="dk1"/>
          </a:fillRef>
          <a:effectRef idx="0">
            <a:schemeClr val="dk1"/>
          </a:effectRef>
          <a:fontRef idx="minor">
            <a:schemeClr val="tx1"/>
          </a:fontRef>
        </p:style>
      </p:cxnSp>
      <p:sp>
        <p:nvSpPr>
          <p:cNvPr id="697" name="Metin kutusu 696">
            <a:extLst>
              <a:ext uri="{FF2B5EF4-FFF2-40B4-BE49-F238E27FC236}">
                <a16:creationId xmlns:a16="http://schemas.microsoft.com/office/drawing/2014/main" id="{B4A8365C-7AA3-88F7-05C7-7D8BAC141969}"/>
              </a:ext>
            </a:extLst>
          </p:cNvPr>
          <p:cNvSpPr txBox="1"/>
          <p:nvPr/>
        </p:nvSpPr>
        <p:spPr>
          <a:xfrm>
            <a:off x="1816316" y="3876363"/>
            <a:ext cx="423514" cy="307777"/>
          </a:xfrm>
          <a:prstGeom prst="rect">
            <a:avLst/>
          </a:prstGeom>
          <a:noFill/>
        </p:spPr>
        <p:txBody>
          <a:bodyPr wrap="none" rtlCol="0">
            <a:spAutoFit/>
          </a:bodyPr>
          <a:lstStyle/>
          <a:p>
            <a:r>
              <a:rPr lang="tr-TR" b="1" dirty="0">
                <a:solidFill>
                  <a:schemeClr val="tx1"/>
                </a:solidFill>
              </a:rPr>
              <a:t>FN</a:t>
            </a:r>
          </a:p>
        </p:txBody>
      </p:sp>
      <p:sp>
        <p:nvSpPr>
          <p:cNvPr id="698" name="Metin kutusu 697">
            <a:extLst>
              <a:ext uri="{FF2B5EF4-FFF2-40B4-BE49-F238E27FC236}">
                <a16:creationId xmlns:a16="http://schemas.microsoft.com/office/drawing/2014/main" id="{DE193F12-90A8-3BB4-258B-4F60BF63245F}"/>
              </a:ext>
            </a:extLst>
          </p:cNvPr>
          <p:cNvSpPr txBox="1"/>
          <p:nvPr/>
        </p:nvSpPr>
        <p:spPr>
          <a:xfrm>
            <a:off x="3205127" y="3879763"/>
            <a:ext cx="423514" cy="307777"/>
          </a:xfrm>
          <a:prstGeom prst="rect">
            <a:avLst/>
          </a:prstGeom>
          <a:noFill/>
        </p:spPr>
        <p:txBody>
          <a:bodyPr wrap="none" rtlCol="0">
            <a:spAutoFit/>
          </a:bodyPr>
          <a:lstStyle/>
          <a:p>
            <a:r>
              <a:rPr lang="tr-TR" b="1" dirty="0">
                <a:solidFill>
                  <a:schemeClr val="tx1"/>
                </a:solidFill>
              </a:rPr>
              <a:t>TN</a:t>
            </a:r>
          </a:p>
        </p:txBody>
      </p:sp>
      <p:sp>
        <p:nvSpPr>
          <p:cNvPr id="699" name="Metin kutusu 698">
            <a:extLst>
              <a:ext uri="{FF2B5EF4-FFF2-40B4-BE49-F238E27FC236}">
                <a16:creationId xmlns:a16="http://schemas.microsoft.com/office/drawing/2014/main" id="{767C1126-2A5B-5956-A4EF-28ADCA332122}"/>
              </a:ext>
            </a:extLst>
          </p:cNvPr>
          <p:cNvSpPr txBox="1"/>
          <p:nvPr/>
        </p:nvSpPr>
        <p:spPr>
          <a:xfrm>
            <a:off x="1816316" y="3559521"/>
            <a:ext cx="413896" cy="307777"/>
          </a:xfrm>
          <a:prstGeom prst="rect">
            <a:avLst/>
          </a:prstGeom>
          <a:noFill/>
        </p:spPr>
        <p:txBody>
          <a:bodyPr wrap="none" rtlCol="0">
            <a:spAutoFit/>
          </a:bodyPr>
          <a:lstStyle/>
          <a:p>
            <a:r>
              <a:rPr lang="tr-TR" b="1" dirty="0">
                <a:solidFill>
                  <a:schemeClr val="tx1"/>
                </a:solidFill>
              </a:rPr>
              <a:t>TP</a:t>
            </a:r>
          </a:p>
        </p:txBody>
      </p:sp>
      <p:sp>
        <p:nvSpPr>
          <p:cNvPr id="3" name="Metin kutusu 2">
            <a:extLst>
              <a:ext uri="{FF2B5EF4-FFF2-40B4-BE49-F238E27FC236}">
                <a16:creationId xmlns:a16="http://schemas.microsoft.com/office/drawing/2014/main" id="{D011D78A-57C7-31C1-6019-02D30498D311}"/>
              </a:ext>
            </a:extLst>
          </p:cNvPr>
          <p:cNvSpPr txBox="1"/>
          <p:nvPr/>
        </p:nvSpPr>
        <p:spPr>
          <a:xfrm>
            <a:off x="3506281" y="3549010"/>
            <a:ext cx="402674" cy="307777"/>
          </a:xfrm>
          <a:prstGeom prst="rect">
            <a:avLst/>
          </a:prstGeom>
          <a:noFill/>
        </p:spPr>
        <p:txBody>
          <a:bodyPr wrap="none" rtlCol="0">
            <a:spAutoFit/>
          </a:bodyPr>
          <a:lstStyle/>
          <a:p>
            <a:r>
              <a:rPr lang="tr-TR" b="1" dirty="0">
                <a:solidFill>
                  <a:srgbClr val="FF0000"/>
                </a:solidFill>
              </a:rPr>
              <a:t>(4)</a:t>
            </a:r>
          </a:p>
        </p:txBody>
      </p:sp>
      <p:sp>
        <p:nvSpPr>
          <p:cNvPr id="4" name="Metin kutusu 3">
            <a:extLst>
              <a:ext uri="{FF2B5EF4-FFF2-40B4-BE49-F238E27FC236}">
                <a16:creationId xmlns:a16="http://schemas.microsoft.com/office/drawing/2014/main" id="{E3C7C1F0-2992-0D75-1676-EE0E749F9BDA}"/>
              </a:ext>
            </a:extLst>
          </p:cNvPr>
          <p:cNvSpPr txBox="1"/>
          <p:nvPr/>
        </p:nvSpPr>
        <p:spPr>
          <a:xfrm>
            <a:off x="2117470" y="3545920"/>
            <a:ext cx="402674" cy="307777"/>
          </a:xfrm>
          <a:prstGeom prst="rect">
            <a:avLst/>
          </a:prstGeom>
          <a:noFill/>
        </p:spPr>
        <p:txBody>
          <a:bodyPr wrap="none" rtlCol="0">
            <a:spAutoFit/>
          </a:bodyPr>
          <a:lstStyle/>
          <a:p>
            <a:r>
              <a:rPr lang="tr-TR" b="1" dirty="0">
                <a:solidFill>
                  <a:srgbClr val="FF0000"/>
                </a:solidFill>
              </a:rPr>
              <a:t>(3)</a:t>
            </a:r>
          </a:p>
        </p:txBody>
      </p:sp>
      <p:sp>
        <p:nvSpPr>
          <p:cNvPr id="5" name="Metin kutusu 4">
            <a:extLst>
              <a:ext uri="{FF2B5EF4-FFF2-40B4-BE49-F238E27FC236}">
                <a16:creationId xmlns:a16="http://schemas.microsoft.com/office/drawing/2014/main" id="{3326280C-ECAB-BC3B-D1CD-A59AE89CDF92}"/>
              </a:ext>
            </a:extLst>
          </p:cNvPr>
          <p:cNvSpPr txBox="1"/>
          <p:nvPr/>
        </p:nvSpPr>
        <p:spPr>
          <a:xfrm>
            <a:off x="2106742" y="3862042"/>
            <a:ext cx="402674" cy="307777"/>
          </a:xfrm>
          <a:prstGeom prst="rect">
            <a:avLst/>
          </a:prstGeom>
          <a:noFill/>
        </p:spPr>
        <p:txBody>
          <a:bodyPr wrap="none" rtlCol="0">
            <a:spAutoFit/>
          </a:bodyPr>
          <a:lstStyle/>
          <a:p>
            <a:r>
              <a:rPr lang="tr-TR" b="1" dirty="0">
                <a:solidFill>
                  <a:srgbClr val="FF0000"/>
                </a:solidFill>
              </a:rPr>
              <a:t>(2)</a:t>
            </a:r>
          </a:p>
        </p:txBody>
      </p:sp>
      <p:sp>
        <p:nvSpPr>
          <p:cNvPr id="6" name="Metin kutusu 5">
            <a:extLst>
              <a:ext uri="{FF2B5EF4-FFF2-40B4-BE49-F238E27FC236}">
                <a16:creationId xmlns:a16="http://schemas.microsoft.com/office/drawing/2014/main" id="{3CD743D3-4492-0224-5C34-666533AAEF6C}"/>
              </a:ext>
            </a:extLst>
          </p:cNvPr>
          <p:cNvSpPr txBox="1"/>
          <p:nvPr/>
        </p:nvSpPr>
        <p:spPr>
          <a:xfrm>
            <a:off x="3512193" y="3851531"/>
            <a:ext cx="402674" cy="307777"/>
          </a:xfrm>
          <a:prstGeom prst="rect">
            <a:avLst/>
          </a:prstGeom>
          <a:noFill/>
        </p:spPr>
        <p:txBody>
          <a:bodyPr wrap="none" rtlCol="0">
            <a:spAutoFit/>
          </a:bodyPr>
          <a:lstStyle/>
          <a:p>
            <a:r>
              <a:rPr lang="tr-TR" b="1" dirty="0">
                <a:solidFill>
                  <a:srgbClr val="FF0000"/>
                </a:solidFill>
              </a:rPr>
              <a:t>(1)</a:t>
            </a:r>
          </a:p>
        </p:txBody>
      </p:sp>
    </p:spTree>
    <p:extLst>
      <p:ext uri="{BB962C8B-B14F-4D97-AF65-F5344CB8AC3E}">
        <p14:creationId xmlns:p14="http://schemas.microsoft.com/office/powerpoint/2010/main" val="71033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p:val>
                                            <p:fltVal val="0"/>
                                          </p:val>
                                        </p:tav>
                                        <p:tav tm="100000">
                                          <p:val>
                                            <p:strVal val="#ppt_w"/>
                                          </p:val>
                                        </p:tav>
                                      </p:tavLst>
                                    </p:anim>
                                    <p:anim calcmode="lin" valueType="num">
                                      <p:cBhvr>
                                        <p:cTn id="13" dur="500" fill="hold"/>
                                        <p:tgtEl>
                                          <p:spTgt spid="25"/>
                                        </p:tgtEl>
                                        <p:attrNameLst>
                                          <p:attrName>ppt_h</p:attrName>
                                        </p:attrNameLst>
                                      </p:cBhvr>
                                      <p:tavLst>
                                        <p:tav tm="0">
                                          <p:val>
                                            <p:fltVal val="0"/>
                                          </p:val>
                                        </p:tav>
                                        <p:tav tm="100000">
                                          <p:val>
                                            <p:strVal val="#ppt_h"/>
                                          </p:val>
                                        </p:tav>
                                      </p:tavLst>
                                    </p:anim>
                                    <p:animEffect transition="in" filter="fade">
                                      <p:cBhvr>
                                        <p:cTn id="14" dur="500"/>
                                        <p:tgtEl>
                                          <p:spTgt spid="25"/>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p:cTn id="19" dur="500" fill="hold"/>
                                        <p:tgtEl>
                                          <p:spTgt spid="23"/>
                                        </p:tgtEl>
                                        <p:attrNameLst>
                                          <p:attrName>ppt_w</p:attrName>
                                        </p:attrNameLst>
                                      </p:cBhvr>
                                      <p:tavLst>
                                        <p:tav tm="0">
                                          <p:val>
                                            <p:fltVal val="0"/>
                                          </p:val>
                                        </p:tav>
                                        <p:tav tm="100000">
                                          <p:val>
                                            <p:strVal val="#ppt_w"/>
                                          </p:val>
                                        </p:tav>
                                      </p:tavLst>
                                    </p:anim>
                                    <p:anim calcmode="lin" valueType="num">
                                      <p:cBhvr>
                                        <p:cTn id="20" dur="500" fill="hold"/>
                                        <p:tgtEl>
                                          <p:spTgt spid="23"/>
                                        </p:tgtEl>
                                        <p:attrNameLst>
                                          <p:attrName>ppt_h</p:attrName>
                                        </p:attrNameLst>
                                      </p:cBhvr>
                                      <p:tavLst>
                                        <p:tav tm="0">
                                          <p:val>
                                            <p:fltVal val="0"/>
                                          </p:val>
                                        </p:tav>
                                        <p:tav tm="100000">
                                          <p:val>
                                            <p:strVal val="#ppt_h"/>
                                          </p:val>
                                        </p:tav>
                                      </p:tavLst>
                                    </p:anim>
                                    <p:animEffect transition="in" filter="fade">
                                      <p:cBhvr>
                                        <p:cTn id="21" dur="500"/>
                                        <p:tgtEl>
                                          <p:spTgt spid="23"/>
                                        </p:tgtEl>
                                      </p:cBhvr>
                                    </p:animEffect>
                                  </p:childTnLst>
                                </p:cTn>
                              </p:par>
                              <p:par>
                                <p:cTn id="22" presetID="53" presetClass="entr" presetSubtype="16" fill="hold" nodeType="withEffect">
                                  <p:stCondLst>
                                    <p:cond delay="0"/>
                                  </p:stCondLst>
                                  <p:childTnLst>
                                    <p:set>
                                      <p:cBhvr>
                                        <p:cTn id="23" dur="1" fill="hold">
                                          <p:stCondLst>
                                            <p:cond delay="0"/>
                                          </p:stCondLst>
                                        </p:cTn>
                                        <p:tgtEl>
                                          <p:spTgt spid="29"/>
                                        </p:tgtEl>
                                        <p:attrNameLst>
                                          <p:attrName>style.visibility</p:attrName>
                                        </p:attrNameLst>
                                      </p:cBhvr>
                                      <p:to>
                                        <p:strVal val="visible"/>
                                      </p:to>
                                    </p:set>
                                    <p:anim calcmode="lin" valueType="num">
                                      <p:cBhvr>
                                        <p:cTn id="24" dur="500" fill="hold"/>
                                        <p:tgtEl>
                                          <p:spTgt spid="29"/>
                                        </p:tgtEl>
                                        <p:attrNameLst>
                                          <p:attrName>ppt_w</p:attrName>
                                        </p:attrNameLst>
                                      </p:cBhvr>
                                      <p:tavLst>
                                        <p:tav tm="0">
                                          <p:val>
                                            <p:fltVal val="0"/>
                                          </p:val>
                                        </p:tav>
                                        <p:tav tm="100000">
                                          <p:val>
                                            <p:strVal val="#ppt_w"/>
                                          </p:val>
                                        </p:tav>
                                      </p:tavLst>
                                    </p:anim>
                                    <p:anim calcmode="lin" valueType="num">
                                      <p:cBhvr>
                                        <p:cTn id="25" dur="500" fill="hold"/>
                                        <p:tgtEl>
                                          <p:spTgt spid="29"/>
                                        </p:tgtEl>
                                        <p:attrNameLst>
                                          <p:attrName>ppt_h</p:attrName>
                                        </p:attrNameLst>
                                      </p:cBhvr>
                                      <p:tavLst>
                                        <p:tav tm="0">
                                          <p:val>
                                            <p:fltVal val="0"/>
                                          </p:val>
                                        </p:tav>
                                        <p:tav tm="100000">
                                          <p:val>
                                            <p:strVal val="#ppt_h"/>
                                          </p:val>
                                        </p:tav>
                                      </p:tavLst>
                                    </p:anim>
                                    <p:animEffect transition="in" filter="fade">
                                      <p:cBhvr>
                                        <p:cTn id="26" dur="500"/>
                                        <p:tgtEl>
                                          <p:spTgt spid="29"/>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anim calcmode="lin" valueType="num">
                                      <p:cBhvr>
                                        <p:cTn id="29" dur="500" fill="hold"/>
                                        <p:tgtEl>
                                          <p:spTgt spid="26"/>
                                        </p:tgtEl>
                                        <p:attrNameLst>
                                          <p:attrName>ppt_w</p:attrName>
                                        </p:attrNameLst>
                                      </p:cBhvr>
                                      <p:tavLst>
                                        <p:tav tm="0">
                                          <p:val>
                                            <p:fltVal val="0"/>
                                          </p:val>
                                        </p:tav>
                                        <p:tav tm="100000">
                                          <p:val>
                                            <p:strVal val="#ppt_w"/>
                                          </p:val>
                                        </p:tav>
                                      </p:tavLst>
                                    </p:anim>
                                    <p:anim calcmode="lin" valueType="num">
                                      <p:cBhvr>
                                        <p:cTn id="30" dur="500" fill="hold"/>
                                        <p:tgtEl>
                                          <p:spTgt spid="26"/>
                                        </p:tgtEl>
                                        <p:attrNameLst>
                                          <p:attrName>ppt_h</p:attrName>
                                        </p:attrNameLst>
                                      </p:cBhvr>
                                      <p:tavLst>
                                        <p:tav tm="0">
                                          <p:val>
                                            <p:fltVal val="0"/>
                                          </p:val>
                                        </p:tav>
                                        <p:tav tm="100000">
                                          <p:val>
                                            <p:strVal val="#ppt_h"/>
                                          </p:val>
                                        </p:tav>
                                      </p:tavLst>
                                    </p:anim>
                                    <p:animEffect transition="in" filter="fad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randombar(horizontal)">
                                      <p:cBhvr>
                                        <p:cTn id="36" dur="500"/>
                                        <p:tgtEl>
                                          <p:spTgt spid="31"/>
                                        </p:tgtEl>
                                      </p:cBhvr>
                                    </p:animEffect>
                                  </p:childTnLst>
                                </p:cTn>
                              </p:par>
                              <p:par>
                                <p:cTn id="37" presetID="14" presetClass="entr" presetSubtype="10" fill="hold" nodeType="with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randombar(horizontal)">
                                      <p:cBhvr>
                                        <p:cTn id="39" dur="500"/>
                                        <p:tgtEl>
                                          <p:spTgt spid="24"/>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randombar(horizontal)">
                                      <p:cBhvr>
                                        <p:cTn id="42" dur="500"/>
                                        <p:tgtEl>
                                          <p:spTgt spid="27"/>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682"/>
                                        </p:tgtEl>
                                        <p:attrNameLst>
                                          <p:attrName>style.visibility</p:attrName>
                                        </p:attrNameLst>
                                      </p:cBhvr>
                                      <p:to>
                                        <p:strVal val="visible"/>
                                      </p:to>
                                    </p:set>
                                    <p:anim calcmode="lin" valueType="num">
                                      <p:cBhvr>
                                        <p:cTn id="47" dur="500" fill="hold"/>
                                        <p:tgtEl>
                                          <p:spTgt spid="682"/>
                                        </p:tgtEl>
                                        <p:attrNameLst>
                                          <p:attrName>ppt_w</p:attrName>
                                        </p:attrNameLst>
                                      </p:cBhvr>
                                      <p:tavLst>
                                        <p:tav tm="0">
                                          <p:val>
                                            <p:fltVal val="0"/>
                                          </p:val>
                                        </p:tav>
                                        <p:tav tm="100000">
                                          <p:val>
                                            <p:strVal val="#ppt_w"/>
                                          </p:val>
                                        </p:tav>
                                      </p:tavLst>
                                    </p:anim>
                                    <p:anim calcmode="lin" valueType="num">
                                      <p:cBhvr>
                                        <p:cTn id="48" dur="500" fill="hold"/>
                                        <p:tgtEl>
                                          <p:spTgt spid="682"/>
                                        </p:tgtEl>
                                        <p:attrNameLst>
                                          <p:attrName>ppt_h</p:attrName>
                                        </p:attrNameLst>
                                      </p:cBhvr>
                                      <p:tavLst>
                                        <p:tav tm="0">
                                          <p:val>
                                            <p:fltVal val="0"/>
                                          </p:val>
                                        </p:tav>
                                        <p:tav tm="100000">
                                          <p:val>
                                            <p:strVal val="#ppt_h"/>
                                          </p:val>
                                        </p:tav>
                                      </p:tavLst>
                                    </p:anim>
                                    <p:animEffect transition="in" filter="fade">
                                      <p:cBhvr>
                                        <p:cTn id="49" dur="500"/>
                                        <p:tgtEl>
                                          <p:spTgt spid="682"/>
                                        </p:tgtEl>
                                      </p:cBhvr>
                                    </p:animEffect>
                                  </p:childTnLst>
                                </p:cTn>
                              </p:par>
                              <p:par>
                                <p:cTn id="50" presetID="53" presetClass="entr" presetSubtype="16" fill="hold" nodeType="withEffect">
                                  <p:stCondLst>
                                    <p:cond delay="0"/>
                                  </p:stCondLst>
                                  <p:childTnLst>
                                    <p:set>
                                      <p:cBhvr>
                                        <p:cTn id="51" dur="1" fill="hold">
                                          <p:stCondLst>
                                            <p:cond delay="0"/>
                                          </p:stCondLst>
                                        </p:cTn>
                                        <p:tgtEl>
                                          <p:spTgt spid="693"/>
                                        </p:tgtEl>
                                        <p:attrNameLst>
                                          <p:attrName>style.visibility</p:attrName>
                                        </p:attrNameLst>
                                      </p:cBhvr>
                                      <p:to>
                                        <p:strVal val="visible"/>
                                      </p:to>
                                    </p:set>
                                    <p:anim calcmode="lin" valueType="num">
                                      <p:cBhvr>
                                        <p:cTn id="52" dur="500" fill="hold"/>
                                        <p:tgtEl>
                                          <p:spTgt spid="693"/>
                                        </p:tgtEl>
                                        <p:attrNameLst>
                                          <p:attrName>ppt_w</p:attrName>
                                        </p:attrNameLst>
                                      </p:cBhvr>
                                      <p:tavLst>
                                        <p:tav tm="0">
                                          <p:val>
                                            <p:fltVal val="0"/>
                                          </p:val>
                                        </p:tav>
                                        <p:tav tm="100000">
                                          <p:val>
                                            <p:strVal val="#ppt_w"/>
                                          </p:val>
                                        </p:tav>
                                      </p:tavLst>
                                    </p:anim>
                                    <p:anim calcmode="lin" valueType="num">
                                      <p:cBhvr>
                                        <p:cTn id="53" dur="500" fill="hold"/>
                                        <p:tgtEl>
                                          <p:spTgt spid="693"/>
                                        </p:tgtEl>
                                        <p:attrNameLst>
                                          <p:attrName>ppt_h</p:attrName>
                                        </p:attrNameLst>
                                      </p:cBhvr>
                                      <p:tavLst>
                                        <p:tav tm="0">
                                          <p:val>
                                            <p:fltVal val="0"/>
                                          </p:val>
                                        </p:tav>
                                        <p:tav tm="100000">
                                          <p:val>
                                            <p:strVal val="#ppt_h"/>
                                          </p:val>
                                        </p:tav>
                                      </p:tavLst>
                                    </p:anim>
                                    <p:animEffect transition="in" filter="fade">
                                      <p:cBhvr>
                                        <p:cTn id="54" dur="500"/>
                                        <p:tgtEl>
                                          <p:spTgt spid="693"/>
                                        </p:tgtEl>
                                      </p:cBhvr>
                                    </p:animEffect>
                                  </p:childTnLst>
                                </p:cTn>
                              </p:par>
                              <p:par>
                                <p:cTn id="55" presetID="53" presetClass="entr" presetSubtype="16" fill="hold" nodeType="withEffect">
                                  <p:stCondLst>
                                    <p:cond delay="0"/>
                                  </p:stCondLst>
                                  <p:childTnLst>
                                    <p:set>
                                      <p:cBhvr>
                                        <p:cTn id="56" dur="1" fill="hold">
                                          <p:stCondLst>
                                            <p:cond delay="0"/>
                                          </p:stCondLst>
                                        </p:cTn>
                                        <p:tgtEl>
                                          <p:spTgt spid="694"/>
                                        </p:tgtEl>
                                        <p:attrNameLst>
                                          <p:attrName>style.visibility</p:attrName>
                                        </p:attrNameLst>
                                      </p:cBhvr>
                                      <p:to>
                                        <p:strVal val="visible"/>
                                      </p:to>
                                    </p:set>
                                    <p:anim calcmode="lin" valueType="num">
                                      <p:cBhvr>
                                        <p:cTn id="57" dur="500" fill="hold"/>
                                        <p:tgtEl>
                                          <p:spTgt spid="694"/>
                                        </p:tgtEl>
                                        <p:attrNameLst>
                                          <p:attrName>ppt_w</p:attrName>
                                        </p:attrNameLst>
                                      </p:cBhvr>
                                      <p:tavLst>
                                        <p:tav tm="0">
                                          <p:val>
                                            <p:fltVal val="0"/>
                                          </p:val>
                                        </p:tav>
                                        <p:tav tm="100000">
                                          <p:val>
                                            <p:strVal val="#ppt_w"/>
                                          </p:val>
                                        </p:tav>
                                      </p:tavLst>
                                    </p:anim>
                                    <p:anim calcmode="lin" valueType="num">
                                      <p:cBhvr>
                                        <p:cTn id="58" dur="500" fill="hold"/>
                                        <p:tgtEl>
                                          <p:spTgt spid="694"/>
                                        </p:tgtEl>
                                        <p:attrNameLst>
                                          <p:attrName>ppt_h</p:attrName>
                                        </p:attrNameLst>
                                      </p:cBhvr>
                                      <p:tavLst>
                                        <p:tav tm="0">
                                          <p:val>
                                            <p:fltVal val="0"/>
                                          </p:val>
                                        </p:tav>
                                        <p:tav tm="100000">
                                          <p:val>
                                            <p:strVal val="#ppt_h"/>
                                          </p:val>
                                        </p:tav>
                                      </p:tavLst>
                                    </p:anim>
                                    <p:animEffect transition="in" filter="fade">
                                      <p:cBhvr>
                                        <p:cTn id="59" dur="500"/>
                                        <p:tgtEl>
                                          <p:spTgt spid="694"/>
                                        </p:tgtEl>
                                      </p:cBhvr>
                                    </p:animEffect>
                                  </p:childTnLst>
                                </p:cTn>
                              </p:par>
                              <p:par>
                                <p:cTn id="60" presetID="53" presetClass="entr" presetSubtype="16" fill="hold" nodeType="withEffect">
                                  <p:stCondLst>
                                    <p:cond delay="0"/>
                                  </p:stCondLst>
                                  <p:childTnLst>
                                    <p:set>
                                      <p:cBhvr>
                                        <p:cTn id="61" dur="1" fill="hold">
                                          <p:stCondLst>
                                            <p:cond delay="0"/>
                                          </p:stCondLst>
                                        </p:cTn>
                                        <p:tgtEl>
                                          <p:spTgt spid="695"/>
                                        </p:tgtEl>
                                        <p:attrNameLst>
                                          <p:attrName>style.visibility</p:attrName>
                                        </p:attrNameLst>
                                      </p:cBhvr>
                                      <p:to>
                                        <p:strVal val="visible"/>
                                      </p:to>
                                    </p:set>
                                    <p:anim calcmode="lin" valueType="num">
                                      <p:cBhvr>
                                        <p:cTn id="62" dur="500" fill="hold"/>
                                        <p:tgtEl>
                                          <p:spTgt spid="695"/>
                                        </p:tgtEl>
                                        <p:attrNameLst>
                                          <p:attrName>ppt_w</p:attrName>
                                        </p:attrNameLst>
                                      </p:cBhvr>
                                      <p:tavLst>
                                        <p:tav tm="0">
                                          <p:val>
                                            <p:fltVal val="0"/>
                                          </p:val>
                                        </p:tav>
                                        <p:tav tm="100000">
                                          <p:val>
                                            <p:strVal val="#ppt_w"/>
                                          </p:val>
                                        </p:tav>
                                      </p:tavLst>
                                    </p:anim>
                                    <p:anim calcmode="lin" valueType="num">
                                      <p:cBhvr>
                                        <p:cTn id="63" dur="500" fill="hold"/>
                                        <p:tgtEl>
                                          <p:spTgt spid="695"/>
                                        </p:tgtEl>
                                        <p:attrNameLst>
                                          <p:attrName>ppt_h</p:attrName>
                                        </p:attrNameLst>
                                      </p:cBhvr>
                                      <p:tavLst>
                                        <p:tav tm="0">
                                          <p:val>
                                            <p:fltVal val="0"/>
                                          </p:val>
                                        </p:tav>
                                        <p:tav tm="100000">
                                          <p:val>
                                            <p:strVal val="#ppt_h"/>
                                          </p:val>
                                        </p:tav>
                                      </p:tavLst>
                                    </p:anim>
                                    <p:animEffect transition="in" filter="fade">
                                      <p:cBhvr>
                                        <p:cTn id="64" dur="500"/>
                                        <p:tgtEl>
                                          <p:spTgt spid="695"/>
                                        </p:tgtEl>
                                      </p:cBhvr>
                                    </p:animEffect>
                                  </p:childTnLst>
                                </p:cTn>
                              </p:par>
                              <p:par>
                                <p:cTn id="65" presetID="53" presetClass="entr" presetSubtype="16" fill="hold" nodeType="withEffect">
                                  <p:stCondLst>
                                    <p:cond delay="0"/>
                                  </p:stCondLst>
                                  <p:childTnLst>
                                    <p:set>
                                      <p:cBhvr>
                                        <p:cTn id="66" dur="1" fill="hold">
                                          <p:stCondLst>
                                            <p:cond delay="0"/>
                                          </p:stCondLst>
                                        </p:cTn>
                                        <p:tgtEl>
                                          <p:spTgt spid="696"/>
                                        </p:tgtEl>
                                        <p:attrNameLst>
                                          <p:attrName>style.visibility</p:attrName>
                                        </p:attrNameLst>
                                      </p:cBhvr>
                                      <p:to>
                                        <p:strVal val="visible"/>
                                      </p:to>
                                    </p:set>
                                    <p:anim calcmode="lin" valueType="num">
                                      <p:cBhvr>
                                        <p:cTn id="67" dur="500" fill="hold"/>
                                        <p:tgtEl>
                                          <p:spTgt spid="696"/>
                                        </p:tgtEl>
                                        <p:attrNameLst>
                                          <p:attrName>ppt_w</p:attrName>
                                        </p:attrNameLst>
                                      </p:cBhvr>
                                      <p:tavLst>
                                        <p:tav tm="0">
                                          <p:val>
                                            <p:fltVal val="0"/>
                                          </p:val>
                                        </p:tav>
                                        <p:tav tm="100000">
                                          <p:val>
                                            <p:strVal val="#ppt_w"/>
                                          </p:val>
                                        </p:tav>
                                      </p:tavLst>
                                    </p:anim>
                                    <p:anim calcmode="lin" valueType="num">
                                      <p:cBhvr>
                                        <p:cTn id="68" dur="500" fill="hold"/>
                                        <p:tgtEl>
                                          <p:spTgt spid="696"/>
                                        </p:tgtEl>
                                        <p:attrNameLst>
                                          <p:attrName>ppt_h</p:attrName>
                                        </p:attrNameLst>
                                      </p:cBhvr>
                                      <p:tavLst>
                                        <p:tav tm="0">
                                          <p:val>
                                            <p:fltVal val="0"/>
                                          </p:val>
                                        </p:tav>
                                        <p:tav tm="100000">
                                          <p:val>
                                            <p:strVal val="#ppt_h"/>
                                          </p:val>
                                        </p:tav>
                                      </p:tavLst>
                                    </p:anim>
                                    <p:animEffect transition="in" filter="fade">
                                      <p:cBhvr>
                                        <p:cTn id="69" dur="500"/>
                                        <p:tgtEl>
                                          <p:spTgt spid="696"/>
                                        </p:tgtEl>
                                      </p:cBhvr>
                                    </p:animEffect>
                                  </p:childTnLst>
                                </p:cTn>
                              </p:par>
                              <p:par>
                                <p:cTn id="70" presetID="53" presetClass="entr" presetSubtype="16" fill="hold" nodeType="withEffect">
                                  <p:stCondLst>
                                    <p:cond delay="0"/>
                                  </p:stCondLst>
                                  <p:childTnLst>
                                    <p:set>
                                      <p:cBhvr>
                                        <p:cTn id="71" dur="1" fill="hold">
                                          <p:stCondLst>
                                            <p:cond delay="0"/>
                                          </p:stCondLst>
                                        </p:cTn>
                                        <p:tgtEl>
                                          <p:spTgt spid="683"/>
                                        </p:tgtEl>
                                        <p:attrNameLst>
                                          <p:attrName>style.visibility</p:attrName>
                                        </p:attrNameLst>
                                      </p:cBhvr>
                                      <p:to>
                                        <p:strVal val="visible"/>
                                      </p:to>
                                    </p:set>
                                    <p:anim calcmode="lin" valueType="num">
                                      <p:cBhvr>
                                        <p:cTn id="72" dur="500" fill="hold"/>
                                        <p:tgtEl>
                                          <p:spTgt spid="683"/>
                                        </p:tgtEl>
                                        <p:attrNameLst>
                                          <p:attrName>ppt_w</p:attrName>
                                        </p:attrNameLst>
                                      </p:cBhvr>
                                      <p:tavLst>
                                        <p:tav tm="0">
                                          <p:val>
                                            <p:fltVal val="0"/>
                                          </p:val>
                                        </p:tav>
                                        <p:tav tm="100000">
                                          <p:val>
                                            <p:strVal val="#ppt_w"/>
                                          </p:val>
                                        </p:tav>
                                      </p:tavLst>
                                    </p:anim>
                                    <p:anim calcmode="lin" valueType="num">
                                      <p:cBhvr>
                                        <p:cTn id="73" dur="500" fill="hold"/>
                                        <p:tgtEl>
                                          <p:spTgt spid="683"/>
                                        </p:tgtEl>
                                        <p:attrNameLst>
                                          <p:attrName>ppt_h</p:attrName>
                                        </p:attrNameLst>
                                      </p:cBhvr>
                                      <p:tavLst>
                                        <p:tav tm="0">
                                          <p:val>
                                            <p:fltVal val="0"/>
                                          </p:val>
                                        </p:tav>
                                        <p:tav tm="100000">
                                          <p:val>
                                            <p:strVal val="#ppt_h"/>
                                          </p:val>
                                        </p:tav>
                                      </p:tavLst>
                                    </p:anim>
                                    <p:animEffect transition="in" filter="fade">
                                      <p:cBhvr>
                                        <p:cTn id="74" dur="500"/>
                                        <p:tgtEl>
                                          <p:spTgt spid="683"/>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677"/>
                                        </p:tgtEl>
                                        <p:attrNameLst>
                                          <p:attrName>style.visibility</p:attrName>
                                        </p:attrNameLst>
                                      </p:cBhvr>
                                      <p:to>
                                        <p:strVal val="visible"/>
                                      </p:to>
                                    </p:set>
                                    <p:anim calcmode="lin" valueType="num">
                                      <p:cBhvr>
                                        <p:cTn id="77" dur="500" fill="hold"/>
                                        <p:tgtEl>
                                          <p:spTgt spid="677"/>
                                        </p:tgtEl>
                                        <p:attrNameLst>
                                          <p:attrName>ppt_w</p:attrName>
                                        </p:attrNameLst>
                                      </p:cBhvr>
                                      <p:tavLst>
                                        <p:tav tm="0">
                                          <p:val>
                                            <p:fltVal val="0"/>
                                          </p:val>
                                        </p:tav>
                                        <p:tav tm="100000">
                                          <p:val>
                                            <p:strVal val="#ppt_w"/>
                                          </p:val>
                                        </p:tav>
                                      </p:tavLst>
                                    </p:anim>
                                    <p:anim calcmode="lin" valueType="num">
                                      <p:cBhvr>
                                        <p:cTn id="78" dur="500" fill="hold"/>
                                        <p:tgtEl>
                                          <p:spTgt spid="677"/>
                                        </p:tgtEl>
                                        <p:attrNameLst>
                                          <p:attrName>ppt_h</p:attrName>
                                        </p:attrNameLst>
                                      </p:cBhvr>
                                      <p:tavLst>
                                        <p:tav tm="0">
                                          <p:val>
                                            <p:fltVal val="0"/>
                                          </p:val>
                                        </p:tav>
                                        <p:tav tm="100000">
                                          <p:val>
                                            <p:strVal val="#ppt_h"/>
                                          </p:val>
                                        </p:tav>
                                      </p:tavLst>
                                    </p:anim>
                                    <p:animEffect transition="in" filter="fade">
                                      <p:cBhvr>
                                        <p:cTn id="79" dur="500"/>
                                        <p:tgtEl>
                                          <p:spTgt spid="677"/>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676"/>
                                        </p:tgtEl>
                                        <p:attrNameLst>
                                          <p:attrName>style.visibility</p:attrName>
                                        </p:attrNameLst>
                                      </p:cBhvr>
                                      <p:to>
                                        <p:strVal val="visible"/>
                                      </p:to>
                                    </p:set>
                                    <p:anim calcmode="lin" valueType="num">
                                      <p:cBhvr>
                                        <p:cTn id="82" dur="500" fill="hold"/>
                                        <p:tgtEl>
                                          <p:spTgt spid="676"/>
                                        </p:tgtEl>
                                        <p:attrNameLst>
                                          <p:attrName>ppt_w</p:attrName>
                                        </p:attrNameLst>
                                      </p:cBhvr>
                                      <p:tavLst>
                                        <p:tav tm="0">
                                          <p:val>
                                            <p:fltVal val="0"/>
                                          </p:val>
                                        </p:tav>
                                        <p:tav tm="100000">
                                          <p:val>
                                            <p:strVal val="#ppt_w"/>
                                          </p:val>
                                        </p:tav>
                                      </p:tavLst>
                                    </p:anim>
                                    <p:anim calcmode="lin" valueType="num">
                                      <p:cBhvr>
                                        <p:cTn id="83" dur="500" fill="hold"/>
                                        <p:tgtEl>
                                          <p:spTgt spid="676"/>
                                        </p:tgtEl>
                                        <p:attrNameLst>
                                          <p:attrName>ppt_h</p:attrName>
                                        </p:attrNameLst>
                                      </p:cBhvr>
                                      <p:tavLst>
                                        <p:tav tm="0">
                                          <p:val>
                                            <p:fltVal val="0"/>
                                          </p:val>
                                        </p:tav>
                                        <p:tav tm="100000">
                                          <p:val>
                                            <p:strVal val="#ppt_h"/>
                                          </p:val>
                                        </p:tav>
                                      </p:tavLst>
                                    </p:anim>
                                    <p:animEffect transition="in" filter="fade">
                                      <p:cBhvr>
                                        <p:cTn id="84" dur="500"/>
                                        <p:tgtEl>
                                          <p:spTgt spid="676"/>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678"/>
                                        </p:tgtEl>
                                        <p:attrNameLst>
                                          <p:attrName>style.visibility</p:attrName>
                                        </p:attrNameLst>
                                      </p:cBhvr>
                                      <p:to>
                                        <p:strVal val="visible"/>
                                      </p:to>
                                    </p:set>
                                    <p:anim calcmode="lin" valueType="num">
                                      <p:cBhvr>
                                        <p:cTn id="87" dur="500" fill="hold"/>
                                        <p:tgtEl>
                                          <p:spTgt spid="678"/>
                                        </p:tgtEl>
                                        <p:attrNameLst>
                                          <p:attrName>ppt_w</p:attrName>
                                        </p:attrNameLst>
                                      </p:cBhvr>
                                      <p:tavLst>
                                        <p:tav tm="0">
                                          <p:val>
                                            <p:fltVal val="0"/>
                                          </p:val>
                                        </p:tav>
                                        <p:tav tm="100000">
                                          <p:val>
                                            <p:strVal val="#ppt_w"/>
                                          </p:val>
                                        </p:tav>
                                      </p:tavLst>
                                    </p:anim>
                                    <p:anim calcmode="lin" valueType="num">
                                      <p:cBhvr>
                                        <p:cTn id="88" dur="500" fill="hold"/>
                                        <p:tgtEl>
                                          <p:spTgt spid="678"/>
                                        </p:tgtEl>
                                        <p:attrNameLst>
                                          <p:attrName>ppt_h</p:attrName>
                                        </p:attrNameLst>
                                      </p:cBhvr>
                                      <p:tavLst>
                                        <p:tav tm="0">
                                          <p:val>
                                            <p:fltVal val="0"/>
                                          </p:val>
                                        </p:tav>
                                        <p:tav tm="100000">
                                          <p:val>
                                            <p:strVal val="#ppt_h"/>
                                          </p:val>
                                        </p:tav>
                                      </p:tavLst>
                                    </p:anim>
                                    <p:animEffect transition="in" filter="fade">
                                      <p:cBhvr>
                                        <p:cTn id="89" dur="500"/>
                                        <p:tgtEl>
                                          <p:spTgt spid="678"/>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679"/>
                                        </p:tgtEl>
                                        <p:attrNameLst>
                                          <p:attrName>style.visibility</p:attrName>
                                        </p:attrNameLst>
                                      </p:cBhvr>
                                      <p:to>
                                        <p:strVal val="visible"/>
                                      </p:to>
                                    </p:set>
                                    <p:anim calcmode="lin" valueType="num">
                                      <p:cBhvr>
                                        <p:cTn id="92" dur="500" fill="hold"/>
                                        <p:tgtEl>
                                          <p:spTgt spid="679"/>
                                        </p:tgtEl>
                                        <p:attrNameLst>
                                          <p:attrName>ppt_w</p:attrName>
                                        </p:attrNameLst>
                                      </p:cBhvr>
                                      <p:tavLst>
                                        <p:tav tm="0">
                                          <p:val>
                                            <p:fltVal val="0"/>
                                          </p:val>
                                        </p:tav>
                                        <p:tav tm="100000">
                                          <p:val>
                                            <p:strVal val="#ppt_w"/>
                                          </p:val>
                                        </p:tav>
                                      </p:tavLst>
                                    </p:anim>
                                    <p:anim calcmode="lin" valueType="num">
                                      <p:cBhvr>
                                        <p:cTn id="93" dur="500" fill="hold"/>
                                        <p:tgtEl>
                                          <p:spTgt spid="679"/>
                                        </p:tgtEl>
                                        <p:attrNameLst>
                                          <p:attrName>ppt_h</p:attrName>
                                        </p:attrNameLst>
                                      </p:cBhvr>
                                      <p:tavLst>
                                        <p:tav tm="0">
                                          <p:val>
                                            <p:fltVal val="0"/>
                                          </p:val>
                                        </p:tav>
                                        <p:tav tm="100000">
                                          <p:val>
                                            <p:strVal val="#ppt_h"/>
                                          </p:val>
                                        </p:tav>
                                      </p:tavLst>
                                    </p:anim>
                                    <p:animEffect transition="in" filter="fade">
                                      <p:cBhvr>
                                        <p:cTn id="94" dur="500"/>
                                        <p:tgtEl>
                                          <p:spTgt spid="679"/>
                                        </p:tgtEl>
                                      </p:cBhvr>
                                    </p:animEffect>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grpId="0" nodeType="clickEffect">
                                  <p:stCondLst>
                                    <p:cond delay="0"/>
                                  </p:stCondLst>
                                  <p:childTnLst>
                                    <p:set>
                                      <p:cBhvr>
                                        <p:cTn id="98" dur="1" fill="hold">
                                          <p:stCondLst>
                                            <p:cond delay="0"/>
                                          </p:stCondLst>
                                        </p:cTn>
                                        <p:tgtEl>
                                          <p:spTgt spid="699"/>
                                        </p:tgtEl>
                                        <p:attrNameLst>
                                          <p:attrName>style.visibility</p:attrName>
                                        </p:attrNameLst>
                                      </p:cBhvr>
                                      <p:to>
                                        <p:strVal val="visible"/>
                                      </p:to>
                                    </p:set>
                                    <p:anim calcmode="lin" valueType="num">
                                      <p:cBhvr>
                                        <p:cTn id="99" dur="500" fill="hold"/>
                                        <p:tgtEl>
                                          <p:spTgt spid="699"/>
                                        </p:tgtEl>
                                        <p:attrNameLst>
                                          <p:attrName>ppt_w</p:attrName>
                                        </p:attrNameLst>
                                      </p:cBhvr>
                                      <p:tavLst>
                                        <p:tav tm="0">
                                          <p:val>
                                            <p:fltVal val="0"/>
                                          </p:val>
                                        </p:tav>
                                        <p:tav tm="100000">
                                          <p:val>
                                            <p:strVal val="#ppt_w"/>
                                          </p:val>
                                        </p:tav>
                                      </p:tavLst>
                                    </p:anim>
                                    <p:anim calcmode="lin" valueType="num">
                                      <p:cBhvr>
                                        <p:cTn id="100" dur="500" fill="hold"/>
                                        <p:tgtEl>
                                          <p:spTgt spid="699"/>
                                        </p:tgtEl>
                                        <p:attrNameLst>
                                          <p:attrName>ppt_h</p:attrName>
                                        </p:attrNameLst>
                                      </p:cBhvr>
                                      <p:tavLst>
                                        <p:tav tm="0">
                                          <p:val>
                                            <p:fltVal val="0"/>
                                          </p:val>
                                        </p:tav>
                                        <p:tav tm="100000">
                                          <p:val>
                                            <p:strVal val="#ppt_h"/>
                                          </p:val>
                                        </p:tav>
                                      </p:tavLst>
                                    </p:anim>
                                    <p:animEffect transition="in" filter="fade">
                                      <p:cBhvr>
                                        <p:cTn id="101" dur="500"/>
                                        <p:tgtEl>
                                          <p:spTgt spid="699"/>
                                        </p:tgtEl>
                                      </p:cBhvr>
                                    </p:animEffect>
                                  </p:childTnLst>
                                </p:cTn>
                              </p:par>
                              <p:par>
                                <p:cTn id="102" presetID="53" presetClass="entr" presetSubtype="16" fill="hold" grpId="0" nodeType="withEffect">
                                  <p:stCondLst>
                                    <p:cond delay="0"/>
                                  </p:stCondLst>
                                  <p:childTnLst>
                                    <p:set>
                                      <p:cBhvr>
                                        <p:cTn id="103" dur="1" fill="hold">
                                          <p:stCondLst>
                                            <p:cond delay="0"/>
                                          </p:stCondLst>
                                        </p:cTn>
                                        <p:tgtEl>
                                          <p:spTgt spid="680"/>
                                        </p:tgtEl>
                                        <p:attrNameLst>
                                          <p:attrName>style.visibility</p:attrName>
                                        </p:attrNameLst>
                                      </p:cBhvr>
                                      <p:to>
                                        <p:strVal val="visible"/>
                                      </p:to>
                                    </p:set>
                                    <p:anim calcmode="lin" valueType="num">
                                      <p:cBhvr>
                                        <p:cTn id="104" dur="500" fill="hold"/>
                                        <p:tgtEl>
                                          <p:spTgt spid="680"/>
                                        </p:tgtEl>
                                        <p:attrNameLst>
                                          <p:attrName>ppt_w</p:attrName>
                                        </p:attrNameLst>
                                      </p:cBhvr>
                                      <p:tavLst>
                                        <p:tav tm="0">
                                          <p:val>
                                            <p:fltVal val="0"/>
                                          </p:val>
                                        </p:tav>
                                        <p:tav tm="100000">
                                          <p:val>
                                            <p:strVal val="#ppt_w"/>
                                          </p:val>
                                        </p:tav>
                                      </p:tavLst>
                                    </p:anim>
                                    <p:anim calcmode="lin" valueType="num">
                                      <p:cBhvr>
                                        <p:cTn id="105" dur="500" fill="hold"/>
                                        <p:tgtEl>
                                          <p:spTgt spid="680"/>
                                        </p:tgtEl>
                                        <p:attrNameLst>
                                          <p:attrName>ppt_h</p:attrName>
                                        </p:attrNameLst>
                                      </p:cBhvr>
                                      <p:tavLst>
                                        <p:tav tm="0">
                                          <p:val>
                                            <p:fltVal val="0"/>
                                          </p:val>
                                        </p:tav>
                                        <p:tav tm="100000">
                                          <p:val>
                                            <p:strVal val="#ppt_h"/>
                                          </p:val>
                                        </p:tav>
                                      </p:tavLst>
                                    </p:anim>
                                    <p:animEffect transition="in" filter="fade">
                                      <p:cBhvr>
                                        <p:cTn id="106" dur="500"/>
                                        <p:tgtEl>
                                          <p:spTgt spid="680"/>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698"/>
                                        </p:tgtEl>
                                        <p:attrNameLst>
                                          <p:attrName>style.visibility</p:attrName>
                                        </p:attrNameLst>
                                      </p:cBhvr>
                                      <p:to>
                                        <p:strVal val="visible"/>
                                      </p:to>
                                    </p:set>
                                    <p:anim calcmode="lin" valueType="num">
                                      <p:cBhvr>
                                        <p:cTn id="109" dur="500" fill="hold"/>
                                        <p:tgtEl>
                                          <p:spTgt spid="698"/>
                                        </p:tgtEl>
                                        <p:attrNameLst>
                                          <p:attrName>ppt_w</p:attrName>
                                        </p:attrNameLst>
                                      </p:cBhvr>
                                      <p:tavLst>
                                        <p:tav tm="0">
                                          <p:val>
                                            <p:fltVal val="0"/>
                                          </p:val>
                                        </p:tav>
                                        <p:tav tm="100000">
                                          <p:val>
                                            <p:strVal val="#ppt_w"/>
                                          </p:val>
                                        </p:tav>
                                      </p:tavLst>
                                    </p:anim>
                                    <p:anim calcmode="lin" valueType="num">
                                      <p:cBhvr>
                                        <p:cTn id="110" dur="500" fill="hold"/>
                                        <p:tgtEl>
                                          <p:spTgt spid="698"/>
                                        </p:tgtEl>
                                        <p:attrNameLst>
                                          <p:attrName>ppt_h</p:attrName>
                                        </p:attrNameLst>
                                      </p:cBhvr>
                                      <p:tavLst>
                                        <p:tav tm="0">
                                          <p:val>
                                            <p:fltVal val="0"/>
                                          </p:val>
                                        </p:tav>
                                        <p:tav tm="100000">
                                          <p:val>
                                            <p:strVal val="#ppt_h"/>
                                          </p:val>
                                        </p:tav>
                                      </p:tavLst>
                                    </p:anim>
                                    <p:animEffect transition="in" filter="fade">
                                      <p:cBhvr>
                                        <p:cTn id="111" dur="500"/>
                                        <p:tgtEl>
                                          <p:spTgt spid="698"/>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697"/>
                                        </p:tgtEl>
                                        <p:attrNameLst>
                                          <p:attrName>style.visibility</p:attrName>
                                        </p:attrNameLst>
                                      </p:cBhvr>
                                      <p:to>
                                        <p:strVal val="visible"/>
                                      </p:to>
                                    </p:set>
                                    <p:anim calcmode="lin" valueType="num">
                                      <p:cBhvr>
                                        <p:cTn id="114" dur="500" fill="hold"/>
                                        <p:tgtEl>
                                          <p:spTgt spid="697"/>
                                        </p:tgtEl>
                                        <p:attrNameLst>
                                          <p:attrName>ppt_w</p:attrName>
                                        </p:attrNameLst>
                                      </p:cBhvr>
                                      <p:tavLst>
                                        <p:tav tm="0">
                                          <p:val>
                                            <p:fltVal val="0"/>
                                          </p:val>
                                        </p:tav>
                                        <p:tav tm="100000">
                                          <p:val>
                                            <p:strVal val="#ppt_w"/>
                                          </p:val>
                                        </p:tav>
                                      </p:tavLst>
                                    </p:anim>
                                    <p:anim calcmode="lin" valueType="num">
                                      <p:cBhvr>
                                        <p:cTn id="115" dur="500" fill="hold"/>
                                        <p:tgtEl>
                                          <p:spTgt spid="697"/>
                                        </p:tgtEl>
                                        <p:attrNameLst>
                                          <p:attrName>ppt_h</p:attrName>
                                        </p:attrNameLst>
                                      </p:cBhvr>
                                      <p:tavLst>
                                        <p:tav tm="0">
                                          <p:val>
                                            <p:fltVal val="0"/>
                                          </p:val>
                                        </p:tav>
                                        <p:tav tm="100000">
                                          <p:val>
                                            <p:strVal val="#ppt_h"/>
                                          </p:val>
                                        </p:tav>
                                      </p:tavLst>
                                    </p:anim>
                                    <p:animEffect transition="in" filter="fade">
                                      <p:cBhvr>
                                        <p:cTn id="116" dur="500"/>
                                        <p:tgtEl>
                                          <p:spTgt spid="697"/>
                                        </p:tgtEl>
                                      </p:cBhvr>
                                    </p:animEffect>
                                  </p:childTnLst>
                                </p:cTn>
                              </p:par>
                            </p:childTnLst>
                          </p:cTn>
                        </p:par>
                      </p:childTnLst>
                    </p:cTn>
                  </p:par>
                  <p:par>
                    <p:cTn id="117" fill="hold">
                      <p:stCondLst>
                        <p:cond delay="indefinite"/>
                      </p:stCondLst>
                      <p:childTnLst>
                        <p:par>
                          <p:cTn id="118" fill="hold">
                            <p:stCondLst>
                              <p:cond delay="0"/>
                            </p:stCondLst>
                            <p:childTnLst>
                              <p:par>
                                <p:cTn id="119" presetID="53" presetClass="entr" presetSubtype="16" fill="hold" grpId="0" nodeType="clickEffect">
                                  <p:stCondLst>
                                    <p:cond delay="0"/>
                                  </p:stCondLst>
                                  <p:childTnLst>
                                    <p:set>
                                      <p:cBhvr>
                                        <p:cTn id="120" dur="1" fill="hold">
                                          <p:stCondLst>
                                            <p:cond delay="0"/>
                                          </p:stCondLst>
                                        </p:cTn>
                                        <p:tgtEl>
                                          <p:spTgt spid="4"/>
                                        </p:tgtEl>
                                        <p:attrNameLst>
                                          <p:attrName>style.visibility</p:attrName>
                                        </p:attrNameLst>
                                      </p:cBhvr>
                                      <p:to>
                                        <p:strVal val="visible"/>
                                      </p:to>
                                    </p:set>
                                    <p:anim calcmode="lin" valueType="num">
                                      <p:cBhvr>
                                        <p:cTn id="121" dur="500" fill="hold"/>
                                        <p:tgtEl>
                                          <p:spTgt spid="4"/>
                                        </p:tgtEl>
                                        <p:attrNameLst>
                                          <p:attrName>ppt_w</p:attrName>
                                        </p:attrNameLst>
                                      </p:cBhvr>
                                      <p:tavLst>
                                        <p:tav tm="0">
                                          <p:val>
                                            <p:fltVal val="0"/>
                                          </p:val>
                                        </p:tav>
                                        <p:tav tm="100000">
                                          <p:val>
                                            <p:strVal val="#ppt_w"/>
                                          </p:val>
                                        </p:tav>
                                      </p:tavLst>
                                    </p:anim>
                                    <p:anim calcmode="lin" valueType="num">
                                      <p:cBhvr>
                                        <p:cTn id="122" dur="500" fill="hold"/>
                                        <p:tgtEl>
                                          <p:spTgt spid="4"/>
                                        </p:tgtEl>
                                        <p:attrNameLst>
                                          <p:attrName>ppt_h</p:attrName>
                                        </p:attrNameLst>
                                      </p:cBhvr>
                                      <p:tavLst>
                                        <p:tav tm="0">
                                          <p:val>
                                            <p:fltVal val="0"/>
                                          </p:val>
                                        </p:tav>
                                        <p:tav tm="100000">
                                          <p:val>
                                            <p:strVal val="#ppt_h"/>
                                          </p:val>
                                        </p:tav>
                                      </p:tavLst>
                                    </p:anim>
                                    <p:animEffect transition="in" filter="fade">
                                      <p:cBhvr>
                                        <p:cTn id="123" dur="500"/>
                                        <p:tgtEl>
                                          <p:spTgt spid="4"/>
                                        </p:tgtEl>
                                      </p:cBhvr>
                                    </p:animEffect>
                                  </p:childTnLst>
                                </p:cTn>
                              </p:par>
                            </p:childTnLst>
                          </p:cTn>
                        </p:par>
                      </p:childTnLst>
                    </p:cTn>
                  </p:par>
                  <p:par>
                    <p:cTn id="124" fill="hold">
                      <p:stCondLst>
                        <p:cond delay="indefinite"/>
                      </p:stCondLst>
                      <p:childTnLst>
                        <p:par>
                          <p:cTn id="125" fill="hold">
                            <p:stCondLst>
                              <p:cond delay="0"/>
                            </p:stCondLst>
                            <p:childTnLst>
                              <p:par>
                                <p:cTn id="126" presetID="53" presetClass="entr" presetSubtype="16" fill="hold" grpId="0" nodeType="clickEffect">
                                  <p:stCondLst>
                                    <p:cond delay="0"/>
                                  </p:stCondLst>
                                  <p:childTnLst>
                                    <p:set>
                                      <p:cBhvr>
                                        <p:cTn id="127" dur="1" fill="hold">
                                          <p:stCondLst>
                                            <p:cond delay="0"/>
                                          </p:stCondLst>
                                        </p:cTn>
                                        <p:tgtEl>
                                          <p:spTgt spid="3"/>
                                        </p:tgtEl>
                                        <p:attrNameLst>
                                          <p:attrName>style.visibility</p:attrName>
                                        </p:attrNameLst>
                                      </p:cBhvr>
                                      <p:to>
                                        <p:strVal val="visible"/>
                                      </p:to>
                                    </p:set>
                                    <p:anim calcmode="lin" valueType="num">
                                      <p:cBhvr>
                                        <p:cTn id="128" dur="500" fill="hold"/>
                                        <p:tgtEl>
                                          <p:spTgt spid="3"/>
                                        </p:tgtEl>
                                        <p:attrNameLst>
                                          <p:attrName>ppt_w</p:attrName>
                                        </p:attrNameLst>
                                      </p:cBhvr>
                                      <p:tavLst>
                                        <p:tav tm="0">
                                          <p:val>
                                            <p:fltVal val="0"/>
                                          </p:val>
                                        </p:tav>
                                        <p:tav tm="100000">
                                          <p:val>
                                            <p:strVal val="#ppt_w"/>
                                          </p:val>
                                        </p:tav>
                                      </p:tavLst>
                                    </p:anim>
                                    <p:anim calcmode="lin" valueType="num">
                                      <p:cBhvr>
                                        <p:cTn id="129" dur="500" fill="hold"/>
                                        <p:tgtEl>
                                          <p:spTgt spid="3"/>
                                        </p:tgtEl>
                                        <p:attrNameLst>
                                          <p:attrName>ppt_h</p:attrName>
                                        </p:attrNameLst>
                                      </p:cBhvr>
                                      <p:tavLst>
                                        <p:tav tm="0">
                                          <p:val>
                                            <p:fltVal val="0"/>
                                          </p:val>
                                        </p:tav>
                                        <p:tav tm="100000">
                                          <p:val>
                                            <p:strVal val="#ppt_h"/>
                                          </p:val>
                                        </p:tav>
                                      </p:tavLst>
                                    </p:anim>
                                    <p:animEffect transition="in" filter="fade">
                                      <p:cBhvr>
                                        <p:cTn id="130" dur="500"/>
                                        <p:tgtEl>
                                          <p:spTgt spid="3"/>
                                        </p:tgtEl>
                                      </p:cBhvr>
                                    </p:animEffect>
                                  </p:childTnLst>
                                </p:cTn>
                              </p:par>
                            </p:childTnLst>
                          </p:cTn>
                        </p:par>
                      </p:childTnLst>
                    </p:cTn>
                  </p:par>
                  <p:par>
                    <p:cTn id="131" fill="hold">
                      <p:stCondLst>
                        <p:cond delay="indefinite"/>
                      </p:stCondLst>
                      <p:childTnLst>
                        <p:par>
                          <p:cTn id="132" fill="hold">
                            <p:stCondLst>
                              <p:cond delay="0"/>
                            </p:stCondLst>
                            <p:childTnLst>
                              <p:par>
                                <p:cTn id="133" presetID="53" presetClass="entr" presetSubtype="16" fill="hold" grpId="0" nodeType="clickEffect">
                                  <p:stCondLst>
                                    <p:cond delay="0"/>
                                  </p:stCondLst>
                                  <p:childTnLst>
                                    <p:set>
                                      <p:cBhvr>
                                        <p:cTn id="134" dur="1" fill="hold">
                                          <p:stCondLst>
                                            <p:cond delay="0"/>
                                          </p:stCondLst>
                                        </p:cTn>
                                        <p:tgtEl>
                                          <p:spTgt spid="5"/>
                                        </p:tgtEl>
                                        <p:attrNameLst>
                                          <p:attrName>style.visibility</p:attrName>
                                        </p:attrNameLst>
                                      </p:cBhvr>
                                      <p:to>
                                        <p:strVal val="visible"/>
                                      </p:to>
                                    </p:set>
                                    <p:anim calcmode="lin" valueType="num">
                                      <p:cBhvr>
                                        <p:cTn id="135" dur="500" fill="hold"/>
                                        <p:tgtEl>
                                          <p:spTgt spid="5"/>
                                        </p:tgtEl>
                                        <p:attrNameLst>
                                          <p:attrName>ppt_w</p:attrName>
                                        </p:attrNameLst>
                                      </p:cBhvr>
                                      <p:tavLst>
                                        <p:tav tm="0">
                                          <p:val>
                                            <p:fltVal val="0"/>
                                          </p:val>
                                        </p:tav>
                                        <p:tav tm="100000">
                                          <p:val>
                                            <p:strVal val="#ppt_w"/>
                                          </p:val>
                                        </p:tav>
                                      </p:tavLst>
                                    </p:anim>
                                    <p:anim calcmode="lin" valueType="num">
                                      <p:cBhvr>
                                        <p:cTn id="136" dur="500" fill="hold"/>
                                        <p:tgtEl>
                                          <p:spTgt spid="5"/>
                                        </p:tgtEl>
                                        <p:attrNameLst>
                                          <p:attrName>ppt_h</p:attrName>
                                        </p:attrNameLst>
                                      </p:cBhvr>
                                      <p:tavLst>
                                        <p:tav tm="0">
                                          <p:val>
                                            <p:fltVal val="0"/>
                                          </p:val>
                                        </p:tav>
                                        <p:tav tm="100000">
                                          <p:val>
                                            <p:strVal val="#ppt_h"/>
                                          </p:val>
                                        </p:tav>
                                      </p:tavLst>
                                    </p:anim>
                                    <p:animEffect transition="in" filter="fade">
                                      <p:cBhvr>
                                        <p:cTn id="137" dur="500"/>
                                        <p:tgtEl>
                                          <p:spTgt spid="5"/>
                                        </p:tgtEl>
                                      </p:cBhvr>
                                    </p:animEffect>
                                  </p:childTnLst>
                                </p:cTn>
                              </p:par>
                            </p:childTnLst>
                          </p:cTn>
                        </p:par>
                      </p:childTnLst>
                    </p:cTn>
                  </p:par>
                  <p:par>
                    <p:cTn id="138" fill="hold">
                      <p:stCondLst>
                        <p:cond delay="indefinite"/>
                      </p:stCondLst>
                      <p:childTnLst>
                        <p:par>
                          <p:cTn id="139" fill="hold">
                            <p:stCondLst>
                              <p:cond delay="0"/>
                            </p:stCondLst>
                            <p:childTnLst>
                              <p:par>
                                <p:cTn id="140" presetID="53" presetClass="entr" presetSubtype="16" fill="hold" grpId="0" nodeType="clickEffect">
                                  <p:stCondLst>
                                    <p:cond delay="0"/>
                                  </p:stCondLst>
                                  <p:childTnLst>
                                    <p:set>
                                      <p:cBhvr>
                                        <p:cTn id="141" dur="1" fill="hold">
                                          <p:stCondLst>
                                            <p:cond delay="0"/>
                                          </p:stCondLst>
                                        </p:cTn>
                                        <p:tgtEl>
                                          <p:spTgt spid="6"/>
                                        </p:tgtEl>
                                        <p:attrNameLst>
                                          <p:attrName>style.visibility</p:attrName>
                                        </p:attrNameLst>
                                      </p:cBhvr>
                                      <p:to>
                                        <p:strVal val="visible"/>
                                      </p:to>
                                    </p:set>
                                    <p:anim calcmode="lin" valueType="num">
                                      <p:cBhvr>
                                        <p:cTn id="142" dur="500" fill="hold"/>
                                        <p:tgtEl>
                                          <p:spTgt spid="6"/>
                                        </p:tgtEl>
                                        <p:attrNameLst>
                                          <p:attrName>ppt_w</p:attrName>
                                        </p:attrNameLst>
                                      </p:cBhvr>
                                      <p:tavLst>
                                        <p:tav tm="0">
                                          <p:val>
                                            <p:fltVal val="0"/>
                                          </p:val>
                                        </p:tav>
                                        <p:tav tm="100000">
                                          <p:val>
                                            <p:strVal val="#ppt_w"/>
                                          </p:val>
                                        </p:tav>
                                      </p:tavLst>
                                    </p:anim>
                                    <p:anim calcmode="lin" valueType="num">
                                      <p:cBhvr>
                                        <p:cTn id="143" dur="500" fill="hold"/>
                                        <p:tgtEl>
                                          <p:spTgt spid="6"/>
                                        </p:tgtEl>
                                        <p:attrNameLst>
                                          <p:attrName>ppt_h</p:attrName>
                                        </p:attrNameLst>
                                      </p:cBhvr>
                                      <p:tavLst>
                                        <p:tav tm="0">
                                          <p:val>
                                            <p:fltVal val="0"/>
                                          </p:val>
                                        </p:tav>
                                        <p:tav tm="100000">
                                          <p:val>
                                            <p:strVal val="#ppt_h"/>
                                          </p:val>
                                        </p:tav>
                                      </p:tavLst>
                                    </p:anim>
                                    <p:animEffect transition="in" filter="fade">
                                      <p:cBhvr>
                                        <p:cTn id="14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676" grpId="0"/>
      <p:bldP spid="677" grpId="0"/>
      <p:bldP spid="678" grpId="0"/>
      <p:bldP spid="679" grpId="0"/>
      <p:bldP spid="680" grpId="0"/>
      <p:bldP spid="697" grpId="0"/>
      <p:bldP spid="698" grpId="0"/>
      <p:bldP spid="699" grpId="0"/>
      <p:bldP spid="3" grpId="0"/>
      <p:bldP spid="4" grpId="0"/>
      <p:bldP spid="5" grpId="0"/>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18FB7596-0BA8-211A-21C8-78AA9B941612}"/>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0B6BE04F-93B0-D5DE-91EE-D12EDDE5633C}"/>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A58C0AE8-0A03-9452-D1C6-AF5BD9226EE4}"/>
              </a:ext>
            </a:extLst>
          </p:cNvPr>
          <p:cNvSpPr txBox="1">
            <a:spLocks/>
          </p:cNvSpPr>
          <p:nvPr/>
        </p:nvSpPr>
        <p:spPr>
          <a:xfrm>
            <a:off x="785250" y="1017725"/>
            <a:ext cx="6701075" cy="415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FCEA826B-4B15-6CFA-679C-854004A86ADC}"/>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77B90596-A931-4434-E6FD-ACEA68BCE0E5}"/>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674" name="Tablo 673">
            <a:extLst>
              <a:ext uri="{FF2B5EF4-FFF2-40B4-BE49-F238E27FC236}">
                <a16:creationId xmlns:a16="http://schemas.microsoft.com/office/drawing/2014/main" id="{E40878EE-5F48-9CA6-C72D-603B2016EB66}"/>
              </a:ext>
            </a:extLst>
          </p:cNvPr>
          <p:cNvGraphicFramePr>
            <a:graphicFrameLocks noGrp="1"/>
          </p:cNvGraphicFramePr>
          <p:nvPr>
            <p:extLst>
              <p:ext uri="{D42A27DB-BD31-4B8C-83A1-F6EECF244321}">
                <p14:modId xmlns:p14="http://schemas.microsoft.com/office/powerpoint/2010/main" val="1284593027"/>
              </p:ext>
            </p:extLst>
          </p:nvPr>
        </p:nvGraphicFramePr>
        <p:xfrm>
          <a:off x="363432" y="1967131"/>
          <a:ext cx="3483199" cy="1209237"/>
        </p:xfrm>
        <a:graphic>
          <a:graphicData uri="http://schemas.openxmlformats.org/drawingml/2006/table">
            <a:tbl>
              <a:tblPr>
                <a:tableStyleId>{C65A26D9-3358-4309-A227-EDEAD8D7FABE}</a:tableStyleId>
              </a:tblPr>
              <a:tblGrid>
                <a:gridCol w="1144800">
                  <a:extLst>
                    <a:ext uri="{9D8B030D-6E8A-4147-A177-3AD203B41FA5}">
                      <a16:colId xmlns:a16="http://schemas.microsoft.com/office/drawing/2014/main" val="1776112082"/>
                    </a:ext>
                  </a:extLst>
                </a:gridCol>
                <a:gridCol w="1108800">
                  <a:extLst>
                    <a:ext uri="{9D8B030D-6E8A-4147-A177-3AD203B41FA5}">
                      <a16:colId xmlns:a16="http://schemas.microsoft.com/office/drawing/2014/main" val="1371402357"/>
                    </a:ext>
                  </a:extLst>
                </a:gridCol>
                <a:gridCol w="1229599">
                  <a:extLst>
                    <a:ext uri="{9D8B030D-6E8A-4147-A177-3AD203B41FA5}">
                      <a16:colId xmlns:a16="http://schemas.microsoft.com/office/drawing/2014/main" val="343247956"/>
                    </a:ext>
                  </a:extLst>
                </a:gridCol>
              </a:tblGrid>
              <a:tr h="403079">
                <a:tc>
                  <a:txBody>
                    <a:bodyPr/>
                    <a:lstStyle/>
                    <a:p>
                      <a:pPr algn="ctr" fontAlgn="ctr"/>
                      <a:r>
                        <a:rPr lang="tr-TR" sz="1200" u="none" strike="noStrike">
                          <a:effectLst/>
                        </a:rPr>
                        <a:t> </a:t>
                      </a:r>
                      <a:endParaRPr lang="tr-T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1636105520"/>
                  </a:ext>
                </a:extLst>
              </a:tr>
              <a:tr h="403079">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TP (3)</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FP (4)</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845062"/>
                  </a:ext>
                </a:extLst>
              </a:tr>
              <a:tr h="403079">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FN (2)</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TN (1)</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4324386"/>
                  </a:ext>
                </a:extLst>
              </a:tr>
            </a:tbl>
          </a:graphicData>
        </a:graphic>
      </p:graphicFrame>
      <p:sp>
        <p:nvSpPr>
          <p:cNvPr id="700" name="Metin kutusu 699">
            <a:extLst>
              <a:ext uri="{FF2B5EF4-FFF2-40B4-BE49-F238E27FC236}">
                <a16:creationId xmlns:a16="http://schemas.microsoft.com/office/drawing/2014/main" id="{BD6499EE-6C80-8B4C-78A7-991C9AA4AFC4}"/>
              </a:ext>
            </a:extLst>
          </p:cNvPr>
          <p:cNvSpPr txBox="1"/>
          <p:nvPr/>
        </p:nvSpPr>
        <p:spPr>
          <a:xfrm>
            <a:off x="4341542" y="1392365"/>
            <a:ext cx="2281394" cy="307777"/>
          </a:xfrm>
          <a:prstGeom prst="rect">
            <a:avLst/>
          </a:prstGeom>
          <a:noFill/>
        </p:spPr>
        <p:txBody>
          <a:bodyPr wrap="none" rtlCol="0">
            <a:spAutoFit/>
          </a:bodyPr>
          <a:lstStyle/>
          <a:p>
            <a:pPr marL="342900" indent="-342900">
              <a:buFont typeface="+mj-lt"/>
              <a:buAutoNum type="arabicPeriod"/>
            </a:pPr>
            <a:r>
              <a:rPr lang="tr-TR" b="1" dirty="0">
                <a:latin typeface="Maven Pro" panose="020B0604020202020204" charset="-94"/>
              </a:rPr>
              <a:t>Doğruluk (</a:t>
            </a:r>
            <a:r>
              <a:rPr lang="tr-TR" b="1" dirty="0" err="1">
                <a:latin typeface="Maven Pro" panose="020B0604020202020204" charset="-94"/>
              </a:rPr>
              <a:t>Accuracy</a:t>
            </a:r>
            <a:r>
              <a:rPr lang="tr-TR" b="1" dirty="0">
                <a:latin typeface="Maven Pro" panose="020B0604020202020204" charset="-94"/>
              </a:rPr>
              <a:t>)</a:t>
            </a:r>
          </a:p>
        </p:txBody>
      </p:sp>
      <p:sp>
        <p:nvSpPr>
          <p:cNvPr id="701" name="Metin kutusu 700">
            <a:extLst>
              <a:ext uri="{FF2B5EF4-FFF2-40B4-BE49-F238E27FC236}">
                <a16:creationId xmlns:a16="http://schemas.microsoft.com/office/drawing/2014/main" id="{DBE73004-D93B-AFBF-7F9E-132A7E576C22}"/>
              </a:ext>
            </a:extLst>
          </p:cNvPr>
          <p:cNvSpPr txBox="1"/>
          <p:nvPr/>
        </p:nvSpPr>
        <p:spPr>
          <a:xfrm>
            <a:off x="4341542" y="1700142"/>
            <a:ext cx="3984702" cy="830997"/>
          </a:xfrm>
          <a:prstGeom prst="rect">
            <a:avLst/>
          </a:prstGeom>
          <a:noFill/>
        </p:spPr>
        <p:txBody>
          <a:bodyPr wrap="square" rtlCol="0">
            <a:spAutoFit/>
          </a:bodyPr>
          <a:lstStyle/>
          <a:p>
            <a:pPr algn="just"/>
            <a:r>
              <a:rPr lang="tr-TR" sz="1200" dirty="0">
                <a:latin typeface="Maven Pro" panose="020B0604020202020204" charset="-94"/>
              </a:rPr>
              <a:t>Modelin doğru sınıflandırdığı örneklerin, tüm test örneklerine oranını verir. Sınıflandırma modelinin ne kadar iyi performans gösterdiğini genel bir şekilde değerlendirmek için kullanılır.</a:t>
            </a:r>
          </a:p>
        </p:txBody>
      </p:sp>
      <mc:AlternateContent xmlns:mc="http://schemas.openxmlformats.org/markup-compatibility/2006" xmlns:a14="http://schemas.microsoft.com/office/drawing/2010/main">
        <mc:Choice Requires="a14">
          <p:sp>
            <p:nvSpPr>
              <p:cNvPr id="703" name="Metin kutusu 702">
                <a:extLst>
                  <a:ext uri="{FF2B5EF4-FFF2-40B4-BE49-F238E27FC236}">
                    <a16:creationId xmlns:a16="http://schemas.microsoft.com/office/drawing/2014/main" id="{53AB6201-BE3A-577A-071D-D77697033C77}"/>
                  </a:ext>
                </a:extLst>
              </p:cNvPr>
              <p:cNvSpPr txBox="1"/>
              <p:nvPr/>
            </p:nvSpPr>
            <p:spPr>
              <a:xfrm>
                <a:off x="4140074" y="2627803"/>
                <a:ext cx="4283926" cy="4411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𝑫𝒐</m:t>
                      </m:r>
                      <m:r>
                        <a:rPr lang="tr-TR" sz="1200" b="0" i="0">
                          <a:latin typeface="Cambria Math" panose="02040503050406030204" pitchFamily="18" charset="0"/>
                        </a:rPr>
                        <m:t>ğ</m:t>
                      </m:r>
                      <m:r>
                        <a:rPr lang="tr-TR" sz="1200" b="1" i="1">
                          <a:latin typeface="Cambria Math" panose="02040503050406030204" pitchFamily="18" charset="0"/>
                        </a:rPr>
                        <m:t>𝒓𝒖𝒍𝒖𝒌</m:t>
                      </m:r>
                      <m:r>
                        <a:rPr lang="tr-TR" sz="1200" b="0" i="0">
                          <a:latin typeface="Cambria Math" panose="02040503050406030204" pitchFamily="18" charset="0"/>
                        </a:rPr>
                        <m:t> </m:t>
                      </m:r>
                      <m:d>
                        <m:dPr>
                          <m:ctrlPr>
                            <a:rPr lang="tr-TR" sz="1200" b="0" i="1">
                              <a:solidFill>
                                <a:srgbClr val="836967"/>
                              </a:solidFill>
                              <a:latin typeface="Cambria Math" panose="02040503050406030204" pitchFamily="18" charset="0"/>
                            </a:rPr>
                          </m:ctrlPr>
                        </m:dPr>
                        <m:e>
                          <m:r>
                            <a:rPr lang="tr-TR" sz="1200" b="1" i="1">
                              <a:latin typeface="Cambria Math" panose="02040503050406030204" pitchFamily="18" charset="0"/>
                            </a:rPr>
                            <m:t>𝑨𝒄𝒄𝒖𝒓𝒂𝒄𝒚</m:t>
                          </m:r>
                        </m:e>
                      </m:d>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1" i="1">
                              <a:latin typeface="Cambria Math" panose="02040503050406030204" pitchFamily="18" charset="0"/>
                            </a:rPr>
                            <m:t>𝑻𝑷</m:t>
                          </m:r>
                          <m:r>
                            <a:rPr lang="tr-TR" sz="1200" b="0" i="0">
                              <a:latin typeface="Cambria Math" panose="02040503050406030204" pitchFamily="18" charset="0"/>
                            </a:rPr>
                            <m:t>+</m:t>
                          </m:r>
                          <m:r>
                            <a:rPr lang="tr-TR" sz="1200" b="1" i="1">
                              <a:latin typeface="Cambria Math" panose="02040503050406030204" pitchFamily="18" charset="0"/>
                            </a:rPr>
                            <m:t>𝑻𝑵</m:t>
                          </m:r>
                        </m:num>
                        <m:den>
                          <m:r>
                            <a:rPr lang="tr-TR" sz="1200" b="1" i="1">
                              <a:latin typeface="Cambria Math" panose="02040503050406030204" pitchFamily="18" charset="0"/>
                            </a:rPr>
                            <m:t>𝑻𝑷</m:t>
                          </m:r>
                          <m:r>
                            <a:rPr lang="tr-TR" sz="1200" b="0" i="0">
                              <a:latin typeface="Cambria Math" panose="02040503050406030204" pitchFamily="18" charset="0"/>
                            </a:rPr>
                            <m:t>+</m:t>
                          </m:r>
                          <m:r>
                            <a:rPr lang="tr-TR" sz="1200" b="1" i="1">
                              <a:latin typeface="Cambria Math" panose="02040503050406030204" pitchFamily="18" charset="0"/>
                            </a:rPr>
                            <m:t>𝑻𝑵</m:t>
                          </m:r>
                          <m:r>
                            <a:rPr lang="tr-TR" sz="1200" b="0" i="0">
                              <a:latin typeface="Cambria Math" panose="02040503050406030204" pitchFamily="18" charset="0"/>
                            </a:rPr>
                            <m:t>+</m:t>
                          </m:r>
                          <m:r>
                            <a:rPr lang="tr-TR" sz="1200" b="1" i="1">
                              <a:latin typeface="Cambria Math" panose="02040503050406030204" pitchFamily="18" charset="0"/>
                            </a:rPr>
                            <m:t>𝑭𝑷</m:t>
                          </m:r>
                          <m:r>
                            <a:rPr lang="tr-TR" sz="1200" b="0" i="0">
                              <a:latin typeface="Cambria Math" panose="02040503050406030204" pitchFamily="18" charset="0"/>
                            </a:rPr>
                            <m:t>+</m:t>
                          </m:r>
                          <m:r>
                            <a:rPr lang="tr-TR" sz="1200" b="1" i="1">
                              <a:latin typeface="Cambria Math" panose="02040503050406030204" pitchFamily="18" charset="0"/>
                            </a:rPr>
                            <m:t>𝑭𝑵</m:t>
                          </m:r>
                        </m:den>
                      </m:f>
                    </m:oMath>
                  </m:oMathPara>
                </a14:m>
                <a:endParaRPr lang="tr-TR" sz="1200" dirty="0"/>
              </a:p>
            </p:txBody>
          </p:sp>
        </mc:Choice>
        <mc:Fallback xmlns="">
          <p:sp>
            <p:nvSpPr>
              <p:cNvPr id="703" name="Metin kutusu 702">
                <a:extLst>
                  <a:ext uri="{FF2B5EF4-FFF2-40B4-BE49-F238E27FC236}">
                    <a16:creationId xmlns:a16="http://schemas.microsoft.com/office/drawing/2014/main" id="{53AB6201-BE3A-577A-071D-D77697033C77}"/>
                  </a:ext>
                </a:extLst>
              </p:cNvPr>
              <p:cNvSpPr txBox="1">
                <a:spLocks noRot="1" noChangeAspect="1" noMove="1" noResize="1" noEditPoints="1" noAdjustHandles="1" noChangeArrowheads="1" noChangeShapeType="1" noTextEdit="1"/>
              </p:cNvSpPr>
              <p:nvPr/>
            </p:nvSpPr>
            <p:spPr>
              <a:xfrm>
                <a:off x="4140074" y="2627803"/>
                <a:ext cx="4283926" cy="441146"/>
              </a:xfrm>
              <a:prstGeom prst="rect">
                <a:avLst/>
              </a:prstGeom>
              <a:blipFill>
                <a:blip r:embed="rId4"/>
                <a:stretch>
                  <a:fillRect b="-138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41" name="Metin kutusu 640">
                <a:extLst>
                  <a:ext uri="{FF2B5EF4-FFF2-40B4-BE49-F238E27FC236}">
                    <a16:creationId xmlns:a16="http://schemas.microsoft.com/office/drawing/2014/main" id="{DFD250C4-6922-46A7-2B94-99CB40CF273E}"/>
                  </a:ext>
                </a:extLst>
              </p:cNvPr>
              <p:cNvSpPr txBox="1"/>
              <p:nvPr/>
            </p:nvSpPr>
            <p:spPr>
              <a:xfrm>
                <a:off x="3743094" y="3146253"/>
                <a:ext cx="4583150" cy="4423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𝑫𝒐</m:t>
                      </m:r>
                      <m:r>
                        <a:rPr lang="tr-TR" sz="1200" b="0" i="0">
                          <a:latin typeface="Cambria Math" panose="02040503050406030204" pitchFamily="18" charset="0"/>
                        </a:rPr>
                        <m:t>ğ</m:t>
                      </m:r>
                      <m:r>
                        <a:rPr lang="tr-TR" sz="1200" b="1" i="1">
                          <a:latin typeface="Cambria Math" panose="02040503050406030204" pitchFamily="18" charset="0"/>
                        </a:rPr>
                        <m:t>𝒓𝒖𝒍𝒖𝒌</m:t>
                      </m:r>
                      <m:r>
                        <a:rPr lang="tr-TR" sz="1200" b="0" i="0">
                          <a:latin typeface="Cambria Math" panose="02040503050406030204" pitchFamily="18" charset="0"/>
                        </a:rPr>
                        <m:t> </m:t>
                      </m:r>
                      <m:d>
                        <m:dPr>
                          <m:ctrlPr>
                            <a:rPr lang="tr-TR" sz="1200" b="0" i="1">
                              <a:solidFill>
                                <a:srgbClr val="836967"/>
                              </a:solidFill>
                              <a:latin typeface="Cambria Math" panose="02040503050406030204" pitchFamily="18" charset="0"/>
                            </a:rPr>
                          </m:ctrlPr>
                        </m:dPr>
                        <m:e>
                          <m:r>
                            <a:rPr lang="tr-TR" sz="1200" b="1" i="1">
                              <a:latin typeface="Cambria Math" panose="02040503050406030204" pitchFamily="18" charset="0"/>
                            </a:rPr>
                            <m:t>𝑨𝒄𝒄𝒖𝒓𝒂𝒄𝒚</m:t>
                          </m:r>
                        </m:e>
                      </m:d>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0" i="0">
                              <a:latin typeface="Cambria Math" panose="02040503050406030204" pitchFamily="18" charset="0"/>
                            </a:rPr>
                            <m:t>3+1</m:t>
                          </m:r>
                        </m:num>
                        <m:den>
                          <m:r>
                            <a:rPr lang="tr-TR" sz="1200" b="0" i="0">
                              <a:latin typeface="Cambria Math" panose="02040503050406030204" pitchFamily="18" charset="0"/>
                            </a:rPr>
                            <m:t>3+1+4+2</m:t>
                          </m:r>
                        </m:den>
                      </m:f>
                    </m:oMath>
                  </m:oMathPara>
                </a14:m>
                <a:endParaRPr lang="tr-TR" sz="1200" dirty="0"/>
              </a:p>
            </p:txBody>
          </p:sp>
        </mc:Choice>
        <mc:Fallback xmlns="">
          <p:sp>
            <p:nvSpPr>
              <p:cNvPr id="641" name="Metin kutusu 640">
                <a:extLst>
                  <a:ext uri="{FF2B5EF4-FFF2-40B4-BE49-F238E27FC236}">
                    <a16:creationId xmlns:a16="http://schemas.microsoft.com/office/drawing/2014/main" id="{DFD250C4-6922-46A7-2B94-99CB40CF273E}"/>
                  </a:ext>
                </a:extLst>
              </p:cNvPr>
              <p:cNvSpPr txBox="1">
                <a:spLocks noRot="1" noChangeAspect="1" noMove="1" noResize="1" noEditPoints="1" noAdjustHandles="1" noChangeArrowheads="1" noChangeShapeType="1" noTextEdit="1"/>
              </p:cNvSpPr>
              <p:nvPr/>
            </p:nvSpPr>
            <p:spPr>
              <a:xfrm>
                <a:off x="3743094" y="3146253"/>
                <a:ext cx="4583150" cy="442301"/>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43" name="Metin kutusu 642">
                <a:extLst>
                  <a:ext uri="{FF2B5EF4-FFF2-40B4-BE49-F238E27FC236}">
                    <a16:creationId xmlns:a16="http://schemas.microsoft.com/office/drawing/2014/main" id="{F929F810-ECC7-A0D0-1840-AAC022AE8DBE}"/>
                  </a:ext>
                </a:extLst>
              </p:cNvPr>
              <p:cNvSpPr txBox="1"/>
              <p:nvPr/>
            </p:nvSpPr>
            <p:spPr>
              <a:xfrm>
                <a:off x="3436435" y="3710261"/>
                <a:ext cx="458315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𝑫𝒐</m:t>
                      </m:r>
                      <m:r>
                        <a:rPr lang="tr-TR" sz="1200" b="0" i="0">
                          <a:latin typeface="Cambria Math" panose="02040503050406030204" pitchFamily="18" charset="0"/>
                        </a:rPr>
                        <m:t>ğ</m:t>
                      </m:r>
                      <m:r>
                        <a:rPr lang="tr-TR" sz="1200" b="1" i="1">
                          <a:latin typeface="Cambria Math" panose="02040503050406030204" pitchFamily="18" charset="0"/>
                        </a:rPr>
                        <m:t>𝒓𝒖𝒍𝒖𝒌</m:t>
                      </m:r>
                      <m:r>
                        <a:rPr lang="tr-TR" sz="1200" b="0" i="0">
                          <a:latin typeface="Cambria Math" panose="02040503050406030204" pitchFamily="18" charset="0"/>
                        </a:rPr>
                        <m:t> </m:t>
                      </m:r>
                      <m:d>
                        <m:dPr>
                          <m:ctrlPr>
                            <a:rPr lang="tr-TR" sz="1200" b="0" i="1">
                              <a:solidFill>
                                <a:srgbClr val="836967"/>
                              </a:solidFill>
                              <a:latin typeface="Cambria Math" panose="02040503050406030204" pitchFamily="18" charset="0"/>
                            </a:rPr>
                          </m:ctrlPr>
                        </m:dPr>
                        <m:e>
                          <m:r>
                            <a:rPr lang="tr-TR" sz="1200" b="1" i="1">
                              <a:latin typeface="Cambria Math" panose="02040503050406030204" pitchFamily="18" charset="0"/>
                            </a:rPr>
                            <m:t>𝑨𝒄𝒄𝒖𝒓𝒂𝒄𝒚</m:t>
                          </m:r>
                        </m:e>
                      </m:d>
                      <m:r>
                        <a:rPr lang="tr-TR" sz="1200" b="0" i="0">
                          <a:latin typeface="Cambria Math" panose="02040503050406030204" pitchFamily="18" charset="0"/>
                        </a:rPr>
                        <m:t>=0.40</m:t>
                      </m:r>
                    </m:oMath>
                  </m:oMathPara>
                </a14:m>
                <a:endParaRPr lang="tr-TR" sz="1200" dirty="0"/>
              </a:p>
            </p:txBody>
          </p:sp>
        </mc:Choice>
        <mc:Fallback xmlns="">
          <p:sp>
            <p:nvSpPr>
              <p:cNvPr id="643" name="Metin kutusu 642">
                <a:extLst>
                  <a:ext uri="{FF2B5EF4-FFF2-40B4-BE49-F238E27FC236}">
                    <a16:creationId xmlns:a16="http://schemas.microsoft.com/office/drawing/2014/main" id="{F929F810-ECC7-A0D0-1840-AAC022AE8DBE}"/>
                  </a:ext>
                </a:extLst>
              </p:cNvPr>
              <p:cNvSpPr txBox="1">
                <a:spLocks noRot="1" noChangeAspect="1" noMove="1" noResize="1" noEditPoints="1" noAdjustHandles="1" noChangeArrowheads="1" noChangeShapeType="1" noTextEdit="1"/>
              </p:cNvSpPr>
              <p:nvPr/>
            </p:nvSpPr>
            <p:spPr>
              <a:xfrm>
                <a:off x="3436435" y="3710261"/>
                <a:ext cx="4583150" cy="276999"/>
              </a:xfrm>
              <a:prstGeom prst="rect">
                <a:avLst/>
              </a:prstGeom>
              <a:blipFill>
                <a:blip r:embed="rId6"/>
                <a:stretch>
                  <a:fillRect b="-6667"/>
                </a:stretch>
              </a:blipFill>
            </p:spPr>
            <p:txBody>
              <a:bodyPr/>
              <a:lstStyle/>
              <a:p>
                <a:r>
                  <a:rPr lang="tr-TR">
                    <a:noFill/>
                  </a:rPr>
                  <a:t> </a:t>
                </a:r>
              </a:p>
            </p:txBody>
          </p:sp>
        </mc:Fallback>
      </mc:AlternateContent>
    </p:spTree>
    <p:extLst>
      <p:ext uri="{BB962C8B-B14F-4D97-AF65-F5344CB8AC3E}">
        <p14:creationId xmlns:p14="http://schemas.microsoft.com/office/powerpoint/2010/main" val="3458222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A479C560-9B22-9963-2A10-85A18B61999B}"/>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FF780433-CF53-6B85-86DF-8DD8667B818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2CB2C1BF-0E1E-BD24-593F-B56BF377103A}"/>
              </a:ext>
            </a:extLst>
          </p:cNvPr>
          <p:cNvSpPr txBox="1">
            <a:spLocks/>
          </p:cNvSpPr>
          <p:nvPr/>
        </p:nvSpPr>
        <p:spPr>
          <a:xfrm>
            <a:off x="785250" y="1017725"/>
            <a:ext cx="6701075" cy="415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452920FF-C197-D871-709D-BB7F67175182}"/>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61CB4725-76D4-00DE-E8C3-DD874C0B3B54}"/>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674" name="Tablo 673">
            <a:extLst>
              <a:ext uri="{FF2B5EF4-FFF2-40B4-BE49-F238E27FC236}">
                <a16:creationId xmlns:a16="http://schemas.microsoft.com/office/drawing/2014/main" id="{E8F641B6-1DA3-CF74-2684-C7715839D8FE}"/>
              </a:ext>
            </a:extLst>
          </p:cNvPr>
          <p:cNvGraphicFramePr>
            <a:graphicFrameLocks noGrp="1"/>
          </p:cNvGraphicFramePr>
          <p:nvPr/>
        </p:nvGraphicFramePr>
        <p:xfrm>
          <a:off x="363432" y="1967131"/>
          <a:ext cx="3483199" cy="1209237"/>
        </p:xfrm>
        <a:graphic>
          <a:graphicData uri="http://schemas.openxmlformats.org/drawingml/2006/table">
            <a:tbl>
              <a:tblPr>
                <a:tableStyleId>{C65A26D9-3358-4309-A227-EDEAD8D7FABE}</a:tableStyleId>
              </a:tblPr>
              <a:tblGrid>
                <a:gridCol w="1144800">
                  <a:extLst>
                    <a:ext uri="{9D8B030D-6E8A-4147-A177-3AD203B41FA5}">
                      <a16:colId xmlns:a16="http://schemas.microsoft.com/office/drawing/2014/main" val="1776112082"/>
                    </a:ext>
                  </a:extLst>
                </a:gridCol>
                <a:gridCol w="1108800">
                  <a:extLst>
                    <a:ext uri="{9D8B030D-6E8A-4147-A177-3AD203B41FA5}">
                      <a16:colId xmlns:a16="http://schemas.microsoft.com/office/drawing/2014/main" val="1371402357"/>
                    </a:ext>
                  </a:extLst>
                </a:gridCol>
                <a:gridCol w="1229599">
                  <a:extLst>
                    <a:ext uri="{9D8B030D-6E8A-4147-A177-3AD203B41FA5}">
                      <a16:colId xmlns:a16="http://schemas.microsoft.com/office/drawing/2014/main" val="343247956"/>
                    </a:ext>
                  </a:extLst>
                </a:gridCol>
              </a:tblGrid>
              <a:tr h="403079">
                <a:tc>
                  <a:txBody>
                    <a:bodyPr/>
                    <a:lstStyle/>
                    <a:p>
                      <a:pPr algn="ctr" fontAlgn="ctr"/>
                      <a:r>
                        <a:rPr lang="tr-TR" sz="1200" u="none" strike="noStrike">
                          <a:effectLst/>
                        </a:rPr>
                        <a:t> </a:t>
                      </a:r>
                      <a:endParaRPr lang="tr-T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1636105520"/>
                  </a:ext>
                </a:extLst>
              </a:tr>
              <a:tr h="403079">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TP (3)</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FP (4)</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845062"/>
                  </a:ext>
                </a:extLst>
              </a:tr>
              <a:tr h="403079">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FN (2)</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TN (1)</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4324386"/>
                  </a:ext>
                </a:extLst>
              </a:tr>
            </a:tbl>
          </a:graphicData>
        </a:graphic>
      </p:graphicFrame>
      <p:sp>
        <p:nvSpPr>
          <p:cNvPr id="700" name="Metin kutusu 699">
            <a:extLst>
              <a:ext uri="{FF2B5EF4-FFF2-40B4-BE49-F238E27FC236}">
                <a16:creationId xmlns:a16="http://schemas.microsoft.com/office/drawing/2014/main" id="{D96EF792-B1F3-40ED-0DAC-33354A587D94}"/>
              </a:ext>
            </a:extLst>
          </p:cNvPr>
          <p:cNvSpPr txBox="1"/>
          <p:nvPr/>
        </p:nvSpPr>
        <p:spPr>
          <a:xfrm>
            <a:off x="4341542" y="1392365"/>
            <a:ext cx="2175596" cy="307777"/>
          </a:xfrm>
          <a:prstGeom prst="rect">
            <a:avLst/>
          </a:prstGeom>
          <a:noFill/>
        </p:spPr>
        <p:txBody>
          <a:bodyPr wrap="none" rtlCol="0">
            <a:spAutoFit/>
          </a:bodyPr>
          <a:lstStyle/>
          <a:p>
            <a:pPr marL="342900" indent="-342900">
              <a:buFont typeface="+mj-lt"/>
              <a:buAutoNum type="arabicPeriod" startAt="2"/>
            </a:pPr>
            <a:r>
              <a:rPr lang="tr-TR" b="1" dirty="0">
                <a:latin typeface="Maven Pro" panose="020B0604020202020204" charset="-94"/>
              </a:rPr>
              <a:t>Kesinlik (Precision)</a:t>
            </a:r>
          </a:p>
        </p:txBody>
      </p:sp>
      <p:sp>
        <p:nvSpPr>
          <p:cNvPr id="701" name="Metin kutusu 700">
            <a:extLst>
              <a:ext uri="{FF2B5EF4-FFF2-40B4-BE49-F238E27FC236}">
                <a16:creationId xmlns:a16="http://schemas.microsoft.com/office/drawing/2014/main" id="{20D5ED72-5F73-AE3F-F9DD-CE9005542F16}"/>
              </a:ext>
            </a:extLst>
          </p:cNvPr>
          <p:cNvSpPr txBox="1"/>
          <p:nvPr/>
        </p:nvSpPr>
        <p:spPr>
          <a:xfrm>
            <a:off x="4341542" y="1700142"/>
            <a:ext cx="3984702" cy="938719"/>
          </a:xfrm>
          <a:prstGeom prst="rect">
            <a:avLst/>
          </a:prstGeom>
          <a:noFill/>
        </p:spPr>
        <p:txBody>
          <a:bodyPr wrap="square" rtlCol="0">
            <a:spAutoFit/>
          </a:bodyPr>
          <a:lstStyle/>
          <a:p>
            <a:pPr algn="just"/>
            <a:r>
              <a:rPr lang="tr-TR" sz="1100" dirty="0">
                <a:latin typeface="Maven Pro" panose="020B0604020202020204" charset="-94"/>
              </a:rPr>
              <a:t>Bir modelin pozitif olarak sınıflandırdığı örneklerin gerçekten pozitif olma oranını ölçen bir performans metriğidir. Yani, modelin doğru pozitif tahminlerinin, tüm pozitif tahminlere oranını verir. Yanlış pozitif tahminlerden kaçınma yeteneğini değerlendirmek için kullanılır.</a:t>
            </a:r>
            <a:endParaRPr lang="tr-TR" sz="1000" dirty="0">
              <a:latin typeface="Maven Pro" panose="020B0604020202020204" charset="-94"/>
            </a:endParaRPr>
          </a:p>
        </p:txBody>
      </p:sp>
      <mc:AlternateContent xmlns:mc="http://schemas.openxmlformats.org/markup-compatibility/2006" xmlns:a14="http://schemas.microsoft.com/office/drawing/2010/main">
        <mc:Choice Requires="a14">
          <p:sp>
            <p:nvSpPr>
              <p:cNvPr id="643" name="Metin kutusu 642">
                <a:extLst>
                  <a:ext uri="{FF2B5EF4-FFF2-40B4-BE49-F238E27FC236}">
                    <a16:creationId xmlns:a16="http://schemas.microsoft.com/office/drawing/2014/main" id="{EA4CE883-49E3-3AFE-BEDA-BD82DFB21CAA}"/>
                  </a:ext>
                </a:extLst>
              </p:cNvPr>
              <p:cNvSpPr txBox="1"/>
              <p:nvPr/>
            </p:nvSpPr>
            <p:spPr>
              <a:xfrm>
                <a:off x="4916371" y="3666386"/>
                <a:ext cx="250344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𝑷𝒓𝒆𝒄𝒊𝒔𝒊𝒐𝒏</m:t>
                      </m:r>
                      <m:r>
                        <a:rPr lang="tr-TR" sz="1200" b="1" i="1" smtClean="0">
                          <a:latin typeface="Cambria Math" panose="02040503050406030204" pitchFamily="18" charset="0"/>
                        </a:rPr>
                        <m:t>= </m:t>
                      </m:r>
                      <m:r>
                        <a:rPr lang="tr-TR" sz="1200" b="0" i="0">
                          <a:latin typeface="Cambria Math" panose="02040503050406030204" pitchFamily="18" charset="0"/>
                        </a:rPr>
                        <m:t>0.4</m:t>
                      </m:r>
                      <m:r>
                        <a:rPr lang="tr-TR" sz="1200" b="0" i="0" smtClean="0">
                          <a:latin typeface="Cambria Math" panose="02040503050406030204" pitchFamily="18" charset="0"/>
                        </a:rPr>
                        <m:t>285</m:t>
                      </m:r>
                    </m:oMath>
                  </m:oMathPara>
                </a14:m>
                <a:endParaRPr lang="tr-TR" sz="1200" dirty="0"/>
              </a:p>
            </p:txBody>
          </p:sp>
        </mc:Choice>
        <mc:Fallback xmlns="">
          <p:sp>
            <p:nvSpPr>
              <p:cNvPr id="643" name="Metin kutusu 642">
                <a:extLst>
                  <a:ext uri="{FF2B5EF4-FFF2-40B4-BE49-F238E27FC236}">
                    <a16:creationId xmlns:a16="http://schemas.microsoft.com/office/drawing/2014/main" id="{EA4CE883-49E3-3AFE-BEDA-BD82DFB21CAA}"/>
                  </a:ext>
                </a:extLst>
              </p:cNvPr>
              <p:cNvSpPr txBox="1">
                <a:spLocks noRot="1" noChangeAspect="1" noMove="1" noResize="1" noEditPoints="1" noAdjustHandles="1" noChangeArrowheads="1" noChangeShapeType="1" noTextEdit="1"/>
              </p:cNvSpPr>
              <p:nvPr/>
            </p:nvSpPr>
            <p:spPr>
              <a:xfrm>
                <a:off x="4916371" y="3666386"/>
                <a:ext cx="2503448" cy="276999"/>
              </a:xfrm>
              <a:prstGeom prst="rect">
                <a:avLst/>
              </a:prstGeom>
              <a:blipFill>
                <a:blip r:embed="rId4"/>
                <a:stretch>
                  <a:fillRect/>
                </a:stretch>
              </a:blipFill>
            </p:spPr>
            <p:txBody>
              <a:bodyPr/>
              <a:lstStyle/>
              <a:p>
                <a:r>
                  <a:rPr lang="tr-TR">
                    <a:noFill/>
                  </a:rPr>
                  <a:t> </a:t>
                </a:r>
              </a:p>
            </p:txBody>
          </p:sp>
        </mc:Fallback>
      </mc:AlternateContent>
      <p:sp>
        <p:nvSpPr>
          <p:cNvPr id="2" name="Metin kutusu 1">
            <a:extLst>
              <a:ext uri="{FF2B5EF4-FFF2-40B4-BE49-F238E27FC236}">
                <a16:creationId xmlns:a16="http://schemas.microsoft.com/office/drawing/2014/main" id="{7FC7A181-F240-B518-282B-07064372067F}"/>
              </a:ext>
            </a:extLst>
          </p:cNvPr>
          <p:cNvSpPr txBox="1"/>
          <p:nvPr/>
        </p:nvSpPr>
        <p:spPr>
          <a:xfrm>
            <a:off x="430144" y="4158244"/>
            <a:ext cx="7896101" cy="523220"/>
          </a:xfrm>
          <a:prstGeom prst="rect">
            <a:avLst/>
          </a:prstGeom>
          <a:noFill/>
        </p:spPr>
        <p:txBody>
          <a:bodyPr wrap="square" rtlCol="0">
            <a:spAutoFit/>
          </a:bodyPr>
          <a:lstStyle/>
          <a:p>
            <a:pPr marL="285750" indent="-285750">
              <a:buFont typeface="Arial" panose="020B0604020202020204" pitchFamily="34" charset="0"/>
              <a:buChar char="•"/>
            </a:pPr>
            <a:r>
              <a:rPr lang="tr-TR" dirty="0" err="1">
                <a:latin typeface="Maven Pro" panose="020B0604020202020204" charset="-94"/>
              </a:rPr>
              <a:t>Precision’ın</a:t>
            </a:r>
            <a:r>
              <a:rPr lang="tr-TR" dirty="0">
                <a:latin typeface="Maven Pro" panose="020B0604020202020204" charset="-94"/>
              </a:rPr>
              <a:t> yüksek olması, modelin pozitif tahminlerinde daha güvenilir olduğunu gösterir.</a:t>
            </a:r>
          </a:p>
          <a:p>
            <a:pPr marL="285750" indent="-285750">
              <a:buFont typeface="Arial" panose="020B0604020202020204" pitchFamily="34" charset="0"/>
              <a:buChar char="•"/>
            </a:pPr>
            <a:r>
              <a:rPr lang="tr-TR" dirty="0">
                <a:latin typeface="Maven Pro" panose="020B0604020202020204" charset="-94"/>
              </a:rPr>
              <a:t>Precision düşükse, model birçok yanlış pozitif tahmin yapıyor olabilir.</a:t>
            </a:r>
          </a:p>
        </p:txBody>
      </p:sp>
      <mc:AlternateContent xmlns:mc="http://schemas.openxmlformats.org/markup-compatibility/2006" xmlns:a14="http://schemas.microsoft.com/office/drawing/2010/main">
        <mc:Choice Requires="a14">
          <p:sp>
            <p:nvSpPr>
              <p:cNvPr id="6" name="Metin kutusu 5">
                <a:extLst>
                  <a:ext uri="{FF2B5EF4-FFF2-40B4-BE49-F238E27FC236}">
                    <a16:creationId xmlns:a16="http://schemas.microsoft.com/office/drawing/2014/main" id="{00C20CC3-7EEB-CDEF-6255-C4F5B983B734}"/>
                  </a:ext>
                </a:extLst>
              </p:cNvPr>
              <p:cNvSpPr txBox="1"/>
              <p:nvPr/>
            </p:nvSpPr>
            <p:spPr>
              <a:xfrm>
                <a:off x="5161336" y="2653468"/>
                <a:ext cx="2057400" cy="4411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𝑷𝒓𝒆𝒄𝒊𝒔𝒊𝒐𝒏</m:t>
                      </m:r>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1" i="1">
                              <a:latin typeface="Cambria Math" panose="02040503050406030204" pitchFamily="18" charset="0"/>
                            </a:rPr>
                            <m:t>𝑻𝑷</m:t>
                          </m:r>
                        </m:num>
                        <m:den>
                          <m:r>
                            <a:rPr lang="tr-TR" sz="1200" b="1" i="1">
                              <a:latin typeface="Cambria Math" panose="02040503050406030204" pitchFamily="18" charset="0"/>
                            </a:rPr>
                            <m:t>𝑻𝑷</m:t>
                          </m:r>
                          <m:r>
                            <a:rPr lang="tr-TR" sz="1200" b="0" i="0">
                              <a:latin typeface="Cambria Math" panose="02040503050406030204" pitchFamily="18" charset="0"/>
                            </a:rPr>
                            <m:t>+</m:t>
                          </m:r>
                          <m:r>
                            <a:rPr lang="tr-TR" sz="1200" b="1" i="1">
                              <a:latin typeface="Cambria Math" panose="02040503050406030204" pitchFamily="18" charset="0"/>
                            </a:rPr>
                            <m:t>𝑭𝑷</m:t>
                          </m:r>
                        </m:den>
                      </m:f>
                    </m:oMath>
                  </m:oMathPara>
                </a14:m>
                <a:endParaRPr lang="tr-TR" sz="1200" dirty="0"/>
              </a:p>
            </p:txBody>
          </p:sp>
        </mc:Choice>
        <mc:Fallback xmlns="">
          <p:sp>
            <p:nvSpPr>
              <p:cNvPr id="6" name="Metin kutusu 5">
                <a:extLst>
                  <a:ext uri="{FF2B5EF4-FFF2-40B4-BE49-F238E27FC236}">
                    <a16:creationId xmlns:a16="http://schemas.microsoft.com/office/drawing/2014/main" id="{00C20CC3-7EEB-CDEF-6255-C4F5B983B734}"/>
                  </a:ext>
                </a:extLst>
              </p:cNvPr>
              <p:cNvSpPr txBox="1">
                <a:spLocks noRot="1" noChangeAspect="1" noMove="1" noResize="1" noEditPoints="1" noAdjustHandles="1" noChangeArrowheads="1" noChangeShapeType="1" noTextEdit="1"/>
              </p:cNvSpPr>
              <p:nvPr/>
            </p:nvSpPr>
            <p:spPr>
              <a:xfrm>
                <a:off x="5161336" y="2653468"/>
                <a:ext cx="2057400" cy="441146"/>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Metin kutusu 7">
                <a:extLst>
                  <a:ext uri="{FF2B5EF4-FFF2-40B4-BE49-F238E27FC236}">
                    <a16:creationId xmlns:a16="http://schemas.microsoft.com/office/drawing/2014/main" id="{A9D6AD8C-9B48-AE52-C260-EA55904E9FA1}"/>
                  </a:ext>
                </a:extLst>
              </p:cNvPr>
              <p:cNvSpPr txBox="1"/>
              <p:nvPr/>
            </p:nvSpPr>
            <p:spPr>
              <a:xfrm>
                <a:off x="5297371" y="3130011"/>
                <a:ext cx="2122448" cy="4423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𝑷𝒓𝒆𝒄𝒊𝒔𝒊𝒐𝒏</m:t>
                      </m:r>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1" i="1">
                              <a:latin typeface="Cambria Math" panose="02040503050406030204" pitchFamily="18" charset="0"/>
                            </a:rPr>
                            <m:t>𝑻𝑷</m:t>
                          </m:r>
                        </m:num>
                        <m:den>
                          <m:r>
                            <a:rPr lang="tr-TR" sz="1200" b="1" i="1">
                              <a:latin typeface="Cambria Math" panose="02040503050406030204" pitchFamily="18" charset="0"/>
                            </a:rPr>
                            <m:t>𝑻𝑷</m:t>
                          </m:r>
                          <m:r>
                            <a:rPr lang="tr-TR" sz="1200" b="0" i="0">
                              <a:latin typeface="Cambria Math" panose="02040503050406030204" pitchFamily="18" charset="0"/>
                            </a:rPr>
                            <m:t>+</m:t>
                          </m:r>
                          <m:r>
                            <a:rPr lang="tr-TR" sz="1200" b="1" i="1">
                              <a:latin typeface="Cambria Math" panose="02040503050406030204" pitchFamily="18" charset="0"/>
                            </a:rPr>
                            <m:t>𝑭𝑷</m:t>
                          </m:r>
                        </m:den>
                      </m:f>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0" i="0">
                              <a:latin typeface="Cambria Math" panose="02040503050406030204" pitchFamily="18" charset="0"/>
                            </a:rPr>
                            <m:t>3</m:t>
                          </m:r>
                        </m:num>
                        <m:den>
                          <m:r>
                            <a:rPr lang="tr-TR" sz="1200" b="0" i="0">
                              <a:latin typeface="Cambria Math" panose="02040503050406030204" pitchFamily="18" charset="0"/>
                            </a:rPr>
                            <m:t>7</m:t>
                          </m:r>
                        </m:den>
                      </m:f>
                    </m:oMath>
                  </m:oMathPara>
                </a14:m>
                <a:endParaRPr lang="tr-TR" sz="1200" dirty="0"/>
              </a:p>
            </p:txBody>
          </p:sp>
        </mc:Choice>
        <mc:Fallback xmlns="">
          <p:sp>
            <p:nvSpPr>
              <p:cNvPr id="8" name="Metin kutusu 7">
                <a:extLst>
                  <a:ext uri="{FF2B5EF4-FFF2-40B4-BE49-F238E27FC236}">
                    <a16:creationId xmlns:a16="http://schemas.microsoft.com/office/drawing/2014/main" id="{A9D6AD8C-9B48-AE52-C260-EA55904E9FA1}"/>
                  </a:ext>
                </a:extLst>
              </p:cNvPr>
              <p:cNvSpPr txBox="1">
                <a:spLocks noRot="1" noChangeAspect="1" noMove="1" noResize="1" noEditPoints="1" noAdjustHandles="1" noChangeArrowheads="1" noChangeShapeType="1" noTextEdit="1"/>
              </p:cNvSpPr>
              <p:nvPr/>
            </p:nvSpPr>
            <p:spPr>
              <a:xfrm>
                <a:off x="5297371" y="3130011"/>
                <a:ext cx="2122448" cy="442301"/>
              </a:xfrm>
              <a:prstGeom prst="rect">
                <a:avLst/>
              </a:prstGeom>
              <a:blipFill>
                <a:blip r:embed="rId6"/>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986606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01C69255-836D-2798-C15D-296FDC206DCC}"/>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2F371F9C-0858-D08B-BBB7-C545D2A90F6F}"/>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DB03530C-DB9A-C773-50D0-A08218829491}"/>
              </a:ext>
            </a:extLst>
          </p:cNvPr>
          <p:cNvSpPr txBox="1">
            <a:spLocks/>
          </p:cNvSpPr>
          <p:nvPr/>
        </p:nvSpPr>
        <p:spPr>
          <a:xfrm>
            <a:off x="785250" y="1017725"/>
            <a:ext cx="6701075" cy="415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2F182863-1B62-32FB-D438-C5CD6A8C5BA7}"/>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ED954B8E-483B-86DF-7C09-29622FEFB3B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674" name="Tablo 673">
            <a:extLst>
              <a:ext uri="{FF2B5EF4-FFF2-40B4-BE49-F238E27FC236}">
                <a16:creationId xmlns:a16="http://schemas.microsoft.com/office/drawing/2014/main" id="{34B07FB2-FA75-6F69-06D3-6D742B14F8A2}"/>
              </a:ext>
            </a:extLst>
          </p:cNvPr>
          <p:cNvGraphicFramePr>
            <a:graphicFrameLocks noGrp="1"/>
          </p:cNvGraphicFramePr>
          <p:nvPr/>
        </p:nvGraphicFramePr>
        <p:xfrm>
          <a:off x="363432" y="1967131"/>
          <a:ext cx="3483199" cy="1209237"/>
        </p:xfrm>
        <a:graphic>
          <a:graphicData uri="http://schemas.openxmlformats.org/drawingml/2006/table">
            <a:tbl>
              <a:tblPr>
                <a:tableStyleId>{C65A26D9-3358-4309-A227-EDEAD8D7FABE}</a:tableStyleId>
              </a:tblPr>
              <a:tblGrid>
                <a:gridCol w="1144800">
                  <a:extLst>
                    <a:ext uri="{9D8B030D-6E8A-4147-A177-3AD203B41FA5}">
                      <a16:colId xmlns:a16="http://schemas.microsoft.com/office/drawing/2014/main" val="1776112082"/>
                    </a:ext>
                  </a:extLst>
                </a:gridCol>
                <a:gridCol w="1108800">
                  <a:extLst>
                    <a:ext uri="{9D8B030D-6E8A-4147-A177-3AD203B41FA5}">
                      <a16:colId xmlns:a16="http://schemas.microsoft.com/office/drawing/2014/main" val="1371402357"/>
                    </a:ext>
                  </a:extLst>
                </a:gridCol>
                <a:gridCol w="1229599">
                  <a:extLst>
                    <a:ext uri="{9D8B030D-6E8A-4147-A177-3AD203B41FA5}">
                      <a16:colId xmlns:a16="http://schemas.microsoft.com/office/drawing/2014/main" val="343247956"/>
                    </a:ext>
                  </a:extLst>
                </a:gridCol>
              </a:tblGrid>
              <a:tr h="403079">
                <a:tc>
                  <a:txBody>
                    <a:bodyPr/>
                    <a:lstStyle/>
                    <a:p>
                      <a:pPr algn="ctr" fontAlgn="ctr"/>
                      <a:r>
                        <a:rPr lang="tr-TR" sz="1200" u="none" strike="noStrike">
                          <a:effectLst/>
                        </a:rPr>
                        <a:t> </a:t>
                      </a:r>
                      <a:endParaRPr lang="tr-T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1636105520"/>
                  </a:ext>
                </a:extLst>
              </a:tr>
              <a:tr h="403079">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TP (3)</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FP (4)</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845062"/>
                  </a:ext>
                </a:extLst>
              </a:tr>
              <a:tr h="403079">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FN (2)</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TN (1)</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4324386"/>
                  </a:ext>
                </a:extLst>
              </a:tr>
            </a:tbl>
          </a:graphicData>
        </a:graphic>
      </p:graphicFrame>
      <p:sp>
        <p:nvSpPr>
          <p:cNvPr id="700" name="Metin kutusu 699">
            <a:extLst>
              <a:ext uri="{FF2B5EF4-FFF2-40B4-BE49-F238E27FC236}">
                <a16:creationId xmlns:a16="http://schemas.microsoft.com/office/drawing/2014/main" id="{654E5A2B-F09F-B1C2-9364-C75C9356CE90}"/>
              </a:ext>
            </a:extLst>
          </p:cNvPr>
          <p:cNvSpPr txBox="1"/>
          <p:nvPr/>
        </p:nvSpPr>
        <p:spPr>
          <a:xfrm>
            <a:off x="4341542" y="1392365"/>
            <a:ext cx="3203121" cy="307777"/>
          </a:xfrm>
          <a:prstGeom prst="rect">
            <a:avLst/>
          </a:prstGeom>
          <a:noFill/>
        </p:spPr>
        <p:txBody>
          <a:bodyPr wrap="none" rtlCol="0">
            <a:spAutoFit/>
          </a:bodyPr>
          <a:lstStyle/>
          <a:p>
            <a:pPr marL="342900" indent="-342900">
              <a:buFont typeface="+mj-lt"/>
              <a:buAutoNum type="arabicPeriod" startAt="3"/>
            </a:pPr>
            <a:r>
              <a:rPr lang="tr-TR" b="1" dirty="0" err="1">
                <a:latin typeface="Maven Pro" panose="020B0604020202020204" charset="-94"/>
              </a:rPr>
              <a:t>Recall</a:t>
            </a:r>
            <a:r>
              <a:rPr lang="tr-TR" b="1" dirty="0">
                <a:latin typeface="Maven Pro" panose="020B0604020202020204" charset="-94"/>
              </a:rPr>
              <a:t>/</a:t>
            </a:r>
            <a:r>
              <a:rPr lang="tr-TR" b="1" dirty="0" err="1">
                <a:latin typeface="Maven Pro" panose="020B0604020202020204" charset="-94"/>
              </a:rPr>
              <a:t>Sensitivity</a:t>
            </a:r>
            <a:r>
              <a:rPr lang="tr-TR" b="1" dirty="0">
                <a:latin typeface="Maven Pro" panose="020B0604020202020204" charset="-94"/>
              </a:rPr>
              <a:t> (Hassasiyet)</a:t>
            </a:r>
          </a:p>
        </p:txBody>
      </p:sp>
      <p:sp>
        <p:nvSpPr>
          <p:cNvPr id="701" name="Metin kutusu 700">
            <a:extLst>
              <a:ext uri="{FF2B5EF4-FFF2-40B4-BE49-F238E27FC236}">
                <a16:creationId xmlns:a16="http://schemas.microsoft.com/office/drawing/2014/main" id="{ADC4A0D3-4AA7-7732-BE3F-904F75C4CED3}"/>
              </a:ext>
            </a:extLst>
          </p:cNvPr>
          <p:cNvSpPr txBox="1"/>
          <p:nvPr/>
        </p:nvSpPr>
        <p:spPr>
          <a:xfrm>
            <a:off x="4341542" y="1700142"/>
            <a:ext cx="3984702" cy="769441"/>
          </a:xfrm>
          <a:prstGeom prst="rect">
            <a:avLst/>
          </a:prstGeom>
          <a:noFill/>
        </p:spPr>
        <p:txBody>
          <a:bodyPr wrap="square" rtlCol="0">
            <a:spAutoFit/>
          </a:bodyPr>
          <a:lstStyle/>
          <a:p>
            <a:pPr algn="just"/>
            <a:r>
              <a:rPr lang="tr-TR" sz="1100" dirty="0">
                <a:latin typeface="Maven Pro" panose="020B0604020202020204" charset="-94"/>
              </a:rPr>
              <a:t>Bir modelin, tüm gerçek pozitif örnekler içerisinden doğru pozitif olarak tahmin ettiği örneklerin oranını gösteren bir performans metriğidir. Yani, modelin kaç tane pozitif örneği doğru bir şekilde yakaladığını ölçer.</a:t>
            </a:r>
            <a:endParaRPr lang="tr-TR" sz="800" dirty="0">
              <a:latin typeface="Maven Pro" panose="020B0604020202020204" charset="-94"/>
            </a:endParaRPr>
          </a:p>
        </p:txBody>
      </p:sp>
      <mc:AlternateContent xmlns:mc="http://schemas.openxmlformats.org/markup-compatibility/2006" xmlns:a14="http://schemas.microsoft.com/office/drawing/2010/main">
        <mc:Choice Requires="a14">
          <p:sp>
            <p:nvSpPr>
              <p:cNvPr id="643" name="Metin kutusu 642">
                <a:extLst>
                  <a:ext uri="{FF2B5EF4-FFF2-40B4-BE49-F238E27FC236}">
                    <a16:creationId xmlns:a16="http://schemas.microsoft.com/office/drawing/2014/main" id="{4AF0F8D1-3192-67E1-F199-52C691179DCF}"/>
                  </a:ext>
                </a:extLst>
              </p:cNvPr>
              <p:cNvSpPr txBox="1"/>
              <p:nvPr/>
            </p:nvSpPr>
            <p:spPr>
              <a:xfrm>
                <a:off x="4849464" y="3500881"/>
                <a:ext cx="2503448"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𝑺𝒆𝒏𝒔𝒊𝒕𝒊𝒗𝒊𝒕𝒚</m:t>
                      </m:r>
                      <m:r>
                        <a:rPr lang="tr-TR" sz="1200" b="1" i="1" smtClean="0">
                          <a:latin typeface="Cambria Math" panose="02040503050406030204" pitchFamily="18" charset="0"/>
                        </a:rPr>
                        <m:t>=</m:t>
                      </m:r>
                      <m:r>
                        <a:rPr lang="tr-TR" sz="1200" b="0" i="0" smtClean="0">
                          <a:latin typeface="Cambria Math" panose="02040503050406030204" pitchFamily="18" charset="0"/>
                        </a:rPr>
                        <m:t>0.60</m:t>
                      </m:r>
                    </m:oMath>
                  </m:oMathPara>
                </a14:m>
                <a:endParaRPr lang="tr-TR" sz="1200" dirty="0"/>
              </a:p>
            </p:txBody>
          </p:sp>
        </mc:Choice>
        <mc:Fallback xmlns="">
          <p:sp>
            <p:nvSpPr>
              <p:cNvPr id="643" name="Metin kutusu 642">
                <a:extLst>
                  <a:ext uri="{FF2B5EF4-FFF2-40B4-BE49-F238E27FC236}">
                    <a16:creationId xmlns:a16="http://schemas.microsoft.com/office/drawing/2014/main" id="{4AF0F8D1-3192-67E1-F199-52C691179DCF}"/>
                  </a:ext>
                </a:extLst>
              </p:cNvPr>
              <p:cNvSpPr txBox="1">
                <a:spLocks noRot="1" noChangeAspect="1" noMove="1" noResize="1" noEditPoints="1" noAdjustHandles="1" noChangeArrowheads="1" noChangeShapeType="1" noTextEdit="1"/>
              </p:cNvSpPr>
              <p:nvPr/>
            </p:nvSpPr>
            <p:spPr>
              <a:xfrm>
                <a:off x="4849464" y="3500881"/>
                <a:ext cx="2503448" cy="276999"/>
              </a:xfrm>
              <a:prstGeom prst="rect">
                <a:avLst/>
              </a:prstGeom>
              <a:blipFill>
                <a:blip r:embed="rId4"/>
                <a:stretch>
                  <a:fillRect b="-4348"/>
                </a:stretch>
              </a:blipFill>
            </p:spPr>
            <p:txBody>
              <a:bodyPr/>
              <a:lstStyle/>
              <a:p>
                <a:r>
                  <a:rPr lang="tr-TR">
                    <a:noFill/>
                  </a:rPr>
                  <a:t> </a:t>
                </a:r>
              </a:p>
            </p:txBody>
          </p:sp>
        </mc:Fallback>
      </mc:AlternateContent>
      <p:sp>
        <p:nvSpPr>
          <p:cNvPr id="2" name="Metin kutusu 1">
            <a:extLst>
              <a:ext uri="{FF2B5EF4-FFF2-40B4-BE49-F238E27FC236}">
                <a16:creationId xmlns:a16="http://schemas.microsoft.com/office/drawing/2014/main" id="{061E8D25-71C0-22DD-D6C1-D2F6E4F62D70}"/>
              </a:ext>
            </a:extLst>
          </p:cNvPr>
          <p:cNvSpPr txBox="1"/>
          <p:nvPr/>
        </p:nvSpPr>
        <p:spPr>
          <a:xfrm>
            <a:off x="236177" y="4019743"/>
            <a:ext cx="8413571" cy="461665"/>
          </a:xfrm>
          <a:prstGeom prst="rect">
            <a:avLst/>
          </a:prstGeom>
          <a:noFill/>
        </p:spPr>
        <p:txBody>
          <a:bodyPr wrap="square" rtlCol="0">
            <a:spAutoFit/>
          </a:bodyPr>
          <a:lstStyle/>
          <a:p>
            <a:pPr marL="285750" indent="-285750">
              <a:buFont typeface="Arial" panose="020B0604020202020204" pitchFamily="34" charset="0"/>
              <a:buChar char="•"/>
            </a:pPr>
            <a:r>
              <a:rPr lang="tr-TR" sz="1200" dirty="0" err="1">
                <a:latin typeface="Maven Pro" panose="020B0604020202020204" charset="-94"/>
              </a:rPr>
              <a:t>Sensitivity’nin</a:t>
            </a:r>
            <a:r>
              <a:rPr lang="tr-TR" sz="1200" dirty="0">
                <a:latin typeface="Maven Pro" panose="020B0604020202020204" charset="-94"/>
              </a:rPr>
              <a:t> yüksek olması, modelin pozitif sınıftaki neredeyse tüm örnekleri yakaladığını gösterir.</a:t>
            </a:r>
          </a:p>
          <a:p>
            <a:pPr marL="285750" indent="-285750">
              <a:buFont typeface="Arial" panose="020B0604020202020204" pitchFamily="34" charset="0"/>
              <a:buChar char="•"/>
            </a:pPr>
            <a:r>
              <a:rPr lang="tr-TR" sz="1200" dirty="0">
                <a:latin typeface="Maven Pro" panose="020B0604020202020204" charset="-94"/>
              </a:rPr>
              <a:t>Düşük </a:t>
            </a:r>
            <a:r>
              <a:rPr lang="tr-TR" sz="1200" dirty="0" err="1">
                <a:latin typeface="Maven Pro" panose="020B0604020202020204" charset="-94"/>
              </a:rPr>
              <a:t>Sensitivity</a:t>
            </a:r>
            <a:r>
              <a:rPr lang="tr-TR" sz="1200" dirty="0">
                <a:latin typeface="Maven Pro" panose="020B0604020202020204" charset="-94"/>
              </a:rPr>
              <a:t>, modelin birçok gerçek pozitif örneği kaçırdığını (yanlış negatiflerin fazla olduğunu) işaret eder.</a:t>
            </a:r>
          </a:p>
        </p:txBody>
      </p:sp>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3358F9B6-E112-881B-A10D-24C61A9867B7}"/>
                  </a:ext>
                </a:extLst>
              </p:cNvPr>
              <p:cNvSpPr txBox="1"/>
              <p:nvPr/>
            </p:nvSpPr>
            <p:spPr>
              <a:xfrm>
                <a:off x="5057619" y="2474006"/>
                <a:ext cx="2362200" cy="4411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𝑺𝒆𝒏𝒔𝒊𝒕𝒊𝒗𝒊𝒕𝒚</m:t>
                      </m:r>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1" i="1">
                              <a:latin typeface="Cambria Math" panose="02040503050406030204" pitchFamily="18" charset="0"/>
                            </a:rPr>
                            <m:t>𝑻𝑷</m:t>
                          </m:r>
                        </m:num>
                        <m:den>
                          <m:r>
                            <a:rPr lang="tr-TR" sz="1200" b="1" i="1">
                              <a:latin typeface="Cambria Math" panose="02040503050406030204" pitchFamily="18" charset="0"/>
                            </a:rPr>
                            <m:t>𝑻𝑷</m:t>
                          </m:r>
                          <m:r>
                            <a:rPr lang="tr-TR" sz="1200" b="0" i="0">
                              <a:latin typeface="Cambria Math" panose="02040503050406030204" pitchFamily="18" charset="0"/>
                            </a:rPr>
                            <m:t>+</m:t>
                          </m:r>
                          <m:r>
                            <a:rPr lang="tr-TR" sz="1200" b="1" i="1">
                              <a:latin typeface="Cambria Math" panose="02040503050406030204" pitchFamily="18" charset="0"/>
                            </a:rPr>
                            <m:t>𝑭𝑵</m:t>
                          </m:r>
                        </m:den>
                      </m:f>
                    </m:oMath>
                  </m:oMathPara>
                </a14:m>
                <a:endParaRPr lang="tr-TR" sz="1200" dirty="0"/>
              </a:p>
            </p:txBody>
          </p:sp>
        </mc:Choice>
        <mc:Fallback xmlns="">
          <p:sp>
            <p:nvSpPr>
              <p:cNvPr id="4" name="Metin kutusu 3">
                <a:extLst>
                  <a:ext uri="{FF2B5EF4-FFF2-40B4-BE49-F238E27FC236}">
                    <a16:creationId xmlns:a16="http://schemas.microsoft.com/office/drawing/2014/main" id="{3358F9B6-E112-881B-A10D-24C61A9867B7}"/>
                  </a:ext>
                </a:extLst>
              </p:cNvPr>
              <p:cNvSpPr txBox="1">
                <a:spLocks noRot="1" noChangeAspect="1" noMove="1" noResize="1" noEditPoints="1" noAdjustHandles="1" noChangeArrowheads="1" noChangeShapeType="1" noTextEdit="1"/>
              </p:cNvSpPr>
              <p:nvPr/>
            </p:nvSpPr>
            <p:spPr>
              <a:xfrm>
                <a:off x="5057619" y="2474006"/>
                <a:ext cx="2362200" cy="441146"/>
              </a:xfrm>
              <a:prstGeom prst="rect">
                <a:avLst/>
              </a:prstGeom>
              <a:blipFill>
                <a:blip r:embed="rId5"/>
                <a:stretch>
                  <a:fillRect b="-138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 name="Metin kutusu 9">
                <a:extLst>
                  <a:ext uri="{FF2B5EF4-FFF2-40B4-BE49-F238E27FC236}">
                    <a16:creationId xmlns:a16="http://schemas.microsoft.com/office/drawing/2014/main" id="{763189D8-7383-626D-5E63-5C4A7272C107}"/>
                  </a:ext>
                </a:extLst>
              </p:cNvPr>
              <p:cNvSpPr txBox="1"/>
              <p:nvPr/>
            </p:nvSpPr>
            <p:spPr>
              <a:xfrm>
                <a:off x="5160659" y="2955217"/>
                <a:ext cx="2503448" cy="44230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𝑺𝒆𝒏𝒔𝒊𝒕𝒊𝒗𝒊𝒕𝒚</m:t>
                      </m:r>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1" i="1">
                              <a:latin typeface="Cambria Math" panose="02040503050406030204" pitchFamily="18" charset="0"/>
                            </a:rPr>
                            <m:t>𝑻𝑷</m:t>
                          </m:r>
                        </m:num>
                        <m:den>
                          <m:r>
                            <a:rPr lang="tr-TR" sz="1200" b="1" i="1">
                              <a:latin typeface="Cambria Math" panose="02040503050406030204" pitchFamily="18" charset="0"/>
                            </a:rPr>
                            <m:t>𝑻𝑷</m:t>
                          </m:r>
                          <m:r>
                            <a:rPr lang="tr-TR" sz="1200" b="0" i="0">
                              <a:latin typeface="Cambria Math" panose="02040503050406030204" pitchFamily="18" charset="0"/>
                            </a:rPr>
                            <m:t>+</m:t>
                          </m:r>
                          <m:r>
                            <a:rPr lang="tr-TR" sz="1200" b="1" i="1">
                              <a:latin typeface="Cambria Math" panose="02040503050406030204" pitchFamily="18" charset="0"/>
                            </a:rPr>
                            <m:t>𝑭𝑵</m:t>
                          </m:r>
                        </m:den>
                      </m:f>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0" i="0">
                              <a:latin typeface="Cambria Math" panose="02040503050406030204" pitchFamily="18" charset="0"/>
                            </a:rPr>
                            <m:t>3</m:t>
                          </m:r>
                        </m:num>
                        <m:den>
                          <m:r>
                            <a:rPr lang="tr-TR" sz="1200" b="0" i="0">
                              <a:latin typeface="Cambria Math" panose="02040503050406030204" pitchFamily="18" charset="0"/>
                            </a:rPr>
                            <m:t>5</m:t>
                          </m:r>
                        </m:den>
                      </m:f>
                    </m:oMath>
                  </m:oMathPara>
                </a14:m>
                <a:endParaRPr lang="tr-TR" sz="1200" dirty="0"/>
              </a:p>
            </p:txBody>
          </p:sp>
        </mc:Choice>
        <mc:Fallback xmlns="">
          <p:sp>
            <p:nvSpPr>
              <p:cNvPr id="10" name="Metin kutusu 9">
                <a:extLst>
                  <a:ext uri="{FF2B5EF4-FFF2-40B4-BE49-F238E27FC236}">
                    <a16:creationId xmlns:a16="http://schemas.microsoft.com/office/drawing/2014/main" id="{763189D8-7383-626D-5E63-5C4A7272C107}"/>
                  </a:ext>
                </a:extLst>
              </p:cNvPr>
              <p:cNvSpPr txBox="1">
                <a:spLocks noRot="1" noChangeAspect="1" noMove="1" noResize="1" noEditPoints="1" noAdjustHandles="1" noChangeArrowheads="1" noChangeShapeType="1" noTextEdit="1"/>
              </p:cNvSpPr>
              <p:nvPr/>
            </p:nvSpPr>
            <p:spPr>
              <a:xfrm>
                <a:off x="5160659" y="2955217"/>
                <a:ext cx="2503448" cy="442301"/>
              </a:xfrm>
              <a:prstGeom prst="rect">
                <a:avLst/>
              </a:prstGeom>
              <a:blipFill>
                <a:blip r:embed="rId6"/>
                <a:stretch>
                  <a:fillRect b="-1389"/>
                </a:stretch>
              </a:blipFill>
            </p:spPr>
            <p:txBody>
              <a:bodyPr/>
              <a:lstStyle/>
              <a:p>
                <a:r>
                  <a:rPr lang="tr-TR">
                    <a:noFill/>
                  </a:rPr>
                  <a:t> </a:t>
                </a:r>
              </a:p>
            </p:txBody>
          </p:sp>
        </mc:Fallback>
      </mc:AlternateContent>
    </p:spTree>
    <p:extLst>
      <p:ext uri="{BB962C8B-B14F-4D97-AF65-F5344CB8AC3E}">
        <p14:creationId xmlns:p14="http://schemas.microsoft.com/office/powerpoint/2010/main" val="1122427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B4E77080-B83E-9036-C39A-1E10DD8F9D86}"/>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56B3584D-BF61-1295-0792-BF9230D88579}"/>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C0F84349-5D91-D267-8C29-32B74F91CC2C}"/>
              </a:ext>
            </a:extLst>
          </p:cNvPr>
          <p:cNvSpPr txBox="1">
            <a:spLocks/>
          </p:cNvSpPr>
          <p:nvPr/>
        </p:nvSpPr>
        <p:spPr>
          <a:xfrm>
            <a:off x="785250" y="1017725"/>
            <a:ext cx="6701075" cy="415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A52E9FC6-F58C-210A-5B94-42185C8BFE3F}"/>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6AD94935-CB35-7EAB-A922-D537C395C407}"/>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674" name="Tablo 673">
            <a:extLst>
              <a:ext uri="{FF2B5EF4-FFF2-40B4-BE49-F238E27FC236}">
                <a16:creationId xmlns:a16="http://schemas.microsoft.com/office/drawing/2014/main" id="{6AEB3C3C-C558-C3AC-4FBC-17A0F198A8BD}"/>
              </a:ext>
            </a:extLst>
          </p:cNvPr>
          <p:cNvGraphicFramePr>
            <a:graphicFrameLocks noGrp="1"/>
          </p:cNvGraphicFramePr>
          <p:nvPr/>
        </p:nvGraphicFramePr>
        <p:xfrm>
          <a:off x="363432" y="1967131"/>
          <a:ext cx="3483199" cy="1209237"/>
        </p:xfrm>
        <a:graphic>
          <a:graphicData uri="http://schemas.openxmlformats.org/drawingml/2006/table">
            <a:tbl>
              <a:tblPr>
                <a:tableStyleId>{C65A26D9-3358-4309-A227-EDEAD8D7FABE}</a:tableStyleId>
              </a:tblPr>
              <a:tblGrid>
                <a:gridCol w="1144800">
                  <a:extLst>
                    <a:ext uri="{9D8B030D-6E8A-4147-A177-3AD203B41FA5}">
                      <a16:colId xmlns:a16="http://schemas.microsoft.com/office/drawing/2014/main" val="1776112082"/>
                    </a:ext>
                  </a:extLst>
                </a:gridCol>
                <a:gridCol w="1108800">
                  <a:extLst>
                    <a:ext uri="{9D8B030D-6E8A-4147-A177-3AD203B41FA5}">
                      <a16:colId xmlns:a16="http://schemas.microsoft.com/office/drawing/2014/main" val="1371402357"/>
                    </a:ext>
                  </a:extLst>
                </a:gridCol>
                <a:gridCol w="1229599">
                  <a:extLst>
                    <a:ext uri="{9D8B030D-6E8A-4147-A177-3AD203B41FA5}">
                      <a16:colId xmlns:a16="http://schemas.microsoft.com/office/drawing/2014/main" val="343247956"/>
                    </a:ext>
                  </a:extLst>
                </a:gridCol>
              </a:tblGrid>
              <a:tr h="403079">
                <a:tc>
                  <a:txBody>
                    <a:bodyPr/>
                    <a:lstStyle/>
                    <a:p>
                      <a:pPr algn="ctr" fontAlgn="ctr"/>
                      <a:r>
                        <a:rPr lang="tr-TR" sz="1200" u="none" strike="noStrike">
                          <a:effectLst/>
                        </a:rPr>
                        <a:t> </a:t>
                      </a:r>
                      <a:endParaRPr lang="tr-T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1636105520"/>
                  </a:ext>
                </a:extLst>
              </a:tr>
              <a:tr h="403079">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TP (3)</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FP (4)</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845062"/>
                  </a:ext>
                </a:extLst>
              </a:tr>
              <a:tr h="403079">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FN (2)</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TN (1)</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4324386"/>
                  </a:ext>
                </a:extLst>
              </a:tr>
            </a:tbl>
          </a:graphicData>
        </a:graphic>
      </p:graphicFrame>
      <p:sp>
        <p:nvSpPr>
          <p:cNvPr id="700" name="Metin kutusu 699">
            <a:extLst>
              <a:ext uri="{FF2B5EF4-FFF2-40B4-BE49-F238E27FC236}">
                <a16:creationId xmlns:a16="http://schemas.microsoft.com/office/drawing/2014/main" id="{2BD63994-B5B2-A230-BF9E-1B5D9C20C5D5}"/>
              </a:ext>
            </a:extLst>
          </p:cNvPr>
          <p:cNvSpPr txBox="1"/>
          <p:nvPr/>
        </p:nvSpPr>
        <p:spPr>
          <a:xfrm>
            <a:off x="4341542" y="1392365"/>
            <a:ext cx="1279517" cy="307777"/>
          </a:xfrm>
          <a:prstGeom prst="rect">
            <a:avLst/>
          </a:prstGeom>
          <a:noFill/>
        </p:spPr>
        <p:txBody>
          <a:bodyPr wrap="none" rtlCol="0">
            <a:spAutoFit/>
          </a:bodyPr>
          <a:lstStyle/>
          <a:p>
            <a:pPr marL="342900" indent="-342900">
              <a:buFont typeface="+mj-lt"/>
              <a:buAutoNum type="arabicPeriod" startAt="4"/>
            </a:pPr>
            <a:r>
              <a:rPr lang="tr-TR" b="1" dirty="0">
                <a:latin typeface="Maven Pro" panose="020B0604020202020204" charset="-94"/>
              </a:rPr>
              <a:t>F1-Score</a:t>
            </a:r>
          </a:p>
        </p:txBody>
      </p:sp>
      <p:sp>
        <p:nvSpPr>
          <p:cNvPr id="701" name="Metin kutusu 700">
            <a:extLst>
              <a:ext uri="{FF2B5EF4-FFF2-40B4-BE49-F238E27FC236}">
                <a16:creationId xmlns:a16="http://schemas.microsoft.com/office/drawing/2014/main" id="{6DC1402A-88D5-E29B-F1A2-148856F29B5F}"/>
              </a:ext>
            </a:extLst>
          </p:cNvPr>
          <p:cNvSpPr txBox="1"/>
          <p:nvPr/>
        </p:nvSpPr>
        <p:spPr>
          <a:xfrm>
            <a:off x="4341542" y="1639950"/>
            <a:ext cx="3984702" cy="1277273"/>
          </a:xfrm>
          <a:prstGeom prst="rect">
            <a:avLst/>
          </a:prstGeom>
          <a:noFill/>
        </p:spPr>
        <p:txBody>
          <a:bodyPr wrap="square" rtlCol="0">
            <a:spAutoFit/>
          </a:bodyPr>
          <a:lstStyle/>
          <a:p>
            <a:pPr algn="just"/>
            <a:r>
              <a:rPr lang="tr-TR" sz="1100" dirty="0">
                <a:latin typeface="Maven Pro" panose="020B0604020202020204" charset="-94"/>
              </a:rPr>
              <a:t>Precision (kesinlik) ve </a:t>
            </a:r>
            <a:r>
              <a:rPr lang="tr-TR" sz="1100" dirty="0" err="1">
                <a:latin typeface="Maven Pro" panose="020B0604020202020204" charset="-94"/>
              </a:rPr>
              <a:t>Sensitivity</a:t>
            </a:r>
            <a:r>
              <a:rPr lang="tr-TR" sz="1100" dirty="0">
                <a:latin typeface="Maven Pro" panose="020B0604020202020204" charset="-94"/>
              </a:rPr>
              <a:t> (duyarlılık) arasında bir denge sağlayan bir performans metriğidir. Precision ve </a:t>
            </a:r>
            <a:r>
              <a:rPr lang="tr-TR" sz="1100" dirty="0" err="1">
                <a:latin typeface="Maven Pro" panose="020B0604020202020204" charset="-94"/>
              </a:rPr>
              <a:t>sensitivity’nin</a:t>
            </a:r>
            <a:r>
              <a:rPr lang="tr-TR" sz="1100" dirty="0">
                <a:latin typeface="Maven Pro" panose="020B0604020202020204" charset="-94"/>
              </a:rPr>
              <a:t> her ikisini de göz önünde bulundurarak modelin genel performansını tek bir metrikle özetler. F1 skoru, </a:t>
            </a:r>
            <a:r>
              <a:rPr lang="tr-TR" sz="1100" dirty="0" err="1">
                <a:latin typeface="Maven Pro" panose="020B0604020202020204" charset="-94"/>
              </a:rPr>
              <a:t>precision</a:t>
            </a:r>
            <a:r>
              <a:rPr lang="tr-TR" sz="1100" dirty="0">
                <a:latin typeface="Maven Pro" panose="020B0604020202020204" charset="-94"/>
              </a:rPr>
              <a:t> ve </a:t>
            </a:r>
            <a:r>
              <a:rPr lang="tr-TR" sz="1100" dirty="0" err="1">
                <a:latin typeface="Maven Pro" panose="020B0604020202020204" charset="-94"/>
              </a:rPr>
              <a:t>sensitivity’nin</a:t>
            </a:r>
            <a:r>
              <a:rPr lang="tr-TR" sz="1100" dirty="0">
                <a:latin typeface="Maven Pro" panose="020B0604020202020204" charset="-94"/>
              </a:rPr>
              <a:t> harmonik ortalaması olarak hesaplanır, bu nedenle her iki değerin de önemli olduğu durumlarda kullanılır.</a:t>
            </a:r>
            <a:endParaRPr lang="tr-TR" sz="800" dirty="0">
              <a:latin typeface="Maven Pro" panose="020B0604020202020204" charset="-94"/>
            </a:endParaRPr>
          </a:p>
        </p:txBody>
      </p:sp>
      <p:sp>
        <p:nvSpPr>
          <p:cNvPr id="2" name="Metin kutusu 1">
            <a:extLst>
              <a:ext uri="{FF2B5EF4-FFF2-40B4-BE49-F238E27FC236}">
                <a16:creationId xmlns:a16="http://schemas.microsoft.com/office/drawing/2014/main" id="{B7C13C28-A7DD-0FC6-489C-457776D6F6F6}"/>
              </a:ext>
            </a:extLst>
          </p:cNvPr>
          <p:cNvSpPr txBox="1"/>
          <p:nvPr/>
        </p:nvSpPr>
        <p:spPr>
          <a:xfrm>
            <a:off x="236177" y="4019743"/>
            <a:ext cx="8413571" cy="646331"/>
          </a:xfrm>
          <a:prstGeom prst="rect">
            <a:avLst/>
          </a:prstGeom>
          <a:noFill/>
        </p:spPr>
        <p:txBody>
          <a:bodyPr wrap="square" rtlCol="0">
            <a:spAutoFit/>
          </a:bodyPr>
          <a:lstStyle/>
          <a:p>
            <a:pPr marL="285750" indent="-285750">
              <a:buFont typeface="Arial" panose="020B0604020202020204" pitchFamily="34" charset="0"/>
              <a:buChar char="•"/>
            </a:pPr>
            <a:r>
              <a:rPr lang="tr-TR" sz="1200" dirty="0">
                <a:latin typeface="Maven Pro" panose="020B0604020202020204" charset="-94"/>
              </a:rPr>
              <a:t>F1 skoru 1'e yaklaştıkça modelin hem yüksek </a:t>
            </a:r>
            <a:r>
              <a:rPr lang="tr-TR" sz="1200" dirty="0" err="1">
                <a:latin typeface="Maven Pro" panose="020B0604020202020204" charset="-94"/>
              </a:rPr>
              <a:t>precision'a</a:t>
            </a:r>
            <a:r>
              <a:rPr lang="tr-TR" sz="1200" dirty="0">
                <a:latin typeface="Maven Pro" panose="020B0604020202020204" charset="-94"/>
              </a:rPr>
              <a:t> hem de yüksek </a:t>
            </a:r>
            <a:r>
              <a:rPr lang="tr-TR" sz="1200" dirty="0" err="1">
                <a:latin typeface="Maven Pro" panose="020B0604020202020204" charset="-94"/>
              </a:rPr>
              <a:t>sensitivity’e</a:t>
            </a:r>
            <a:r>
              <a:rPr lang="tr-TR" sz="1200" dirty="0">
                <a:latin typeface="Maven Pro" panose="020B0604020202020204" charset="-94"/>
              </a:rPr>
              <a:t> sahip olduğunu gösterir, yani hem doğru pozitif tahminleri fazla yapmış hem de yanlış negatifleri azaltmıştır.</a:t>
            </a:r>
          </a:p>
          <a:p>
            <a:pPr marL="285750" indent="-285750">
              <a:buFont typeface="Arial" panose="020B0604020202020204" pitchFamily="34" charset="0"/>
              <a:buChar char="•"/>
            </a:pPr>
            <a:r>
              <a:rPr lang="tr-TR" sz="1200" dirty="0">
                <a:latin typeface="Maven Pro" panose="020B0604020202020204" charset="-94"/>
              </a:rPr>
              <a:t>F1 skoru düşükse, model ya </a:t>
            </a:r>
            <a:r>
              <a:rPr lang="tr-TR" sz="1200" dirty="0" err="1">
                <a:latin typeface="Maven Pro" panose="020B0604020202020204" charset="-94"/>
              </a:rPr>
              <a:t>precision</a:t>
            </a:r>
            <a:r>
              <a:rPr lang="tr-TR" sz="1200" dirty="0">
                <a:latin typeface="Maven Pro" panose="020B0604020202020204" charset="-94"/>
              </a:rPr>
              <a:t> ya da </a:t>
            </a:r>
            <a:r>
              <a:rPr lang="tr-TR" sz="1200" dirty="0" err="1">
                <a:latin typeface="Maven Pro" panose="020B0604020202020204" charset="-94"/>
              </a:rPr>
              <a:t>recall</a:t>
            </a:r>
            <a:r>
              <a:rPr lang="tr-TR" sz="1200" dirty="0">
                <a:latin typeface="Maven Pro" panose="020B0604020202020204" charset="-94"/>
              </a:rPr>
              <a:t> açısından zayıf performans gösteriyor olabilir.</a:t>
            </a:r>
          </a:p>
        </p:txBody>
      </p:sp>
      <mc:AlternateContent xmlns:mc="http://schemas.openxmlformats.org/markup-compatibility/2006" xmlns:a14="http://schemas.microsoft.com/office/drawing/2010/main">
        <mc:Choice Requires="a14">
          <p:sp>
            <p:nvSpPr>
              <p:cNvPr id="5" name="Metin kutusu 4">
                <a:extLst>
                  <a:ext uri="{FF2B5EF4-FFF2-40B4-BE49-F238E27FC236}">
                    <a16:creationId xmlns:a16="http://schemas.microsoft.com/office/drawing/2014/main" id="{38C16F29-3E7F-964D-FBB9-13AF211DBEAA}"/>
                  </a:ext>
                </a:extLst>
              </p:cNvPr>
              <p:cNvSpPr txBox="1"/>
              <p:nvPr/>
            </p:nvSpPr>
            <p:spPr>
              <a:xfrm>
                <a:off x="4664928" y="2917223"/>
                <a:ext cx="3088886" cy="4399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100" b="1" i="1" smtClean="0">
                          <a:latin typeface="Cambria Math" panose="02040503050406030204" pitchFamily="18" charset="0"/>
                        </a:rPr>
                        <m:t>𝑭</m:t>
                      </m:r>
                      <m:r>
                        <a:rPr lang="tr-TR" sz="1100" b="0" i="0">
                          <a:latin typeface="Cambria Math" panose="02040503050406030204" pitchFamily="18" charset="0"/>
                        </a:rPr>
                        <m:t>1=2∗</m:t>
                      </m:r>
                      <m:f>
                        <m:fPr>
                          <m:ctrlPr>
                            <a:rPr lang="tr-TR" sz="1100" b="0" i="1">
                              <a:solidFill>
                                <a:srgbClr val="836967"/>
                              </a:solidFill>
                              <a:latin typeface="Cambria Math" panose="02040503050406030204" pitchFamily="18" charset="0"/>
                            </a:rPr>
                          </m:ctrlPr>
                        </m:fPr>
                        <m:num>
                          <m:r>
                            <a:rPr lang="tr-TR" sz="1100" b="1" i="1">
                              <a:latin typeface="Cambria Math" panose="02040503050406030204" pitchFamily="18" charset="0"/>
                            </a:rPr>
                            <m:t>𝑺𝒆𝒏𝒔𝒊𝒕𝒊𝒗𝒊𝒕𝒚</m:t>
                          </m:r>
                          <m:r>
                            <a:rPr lang="tr-TR" sz="1100" b="0" i="0">
                              <a:latin typeface="Cambria Math" panose="02040503050406030204" pitchFamily="18" charset="0"/>
                            </a:rPr>
                            <m:t>∗</m:t>
                          </m:r>
                          <m:r>
                            <a:rPr lang="tr-TR" sz="1100" b="1" i="1">
                              <a:latin typeface="Cambria Math" panose="02040503050406030204" pitchFamily="18" charset="0"/>
                            </a:rPr>
                            <m:t>𝑷𝒓𝒆𝒄𝒊𝒔𝒊𝒐𝒏</m:t>
                          </m:r>
                        </m:num>
                        <m:den>
                          <m:r>
                            <a:rPr lang="tr-TR" sz="1100" b="1" i="1">
                              <a:latin typeface="Cambria Math" panose="02040503050406030204" pitchFamily="18" charset="0"/>
                            </a:rPr>
                            <m:t>𝑺𝒆𝒏𝒔𝒊𝒕𝒊𝒗𝒊𝒕𝒚</m:t>
                          </m:r>
                          <m:r>
                            <a:rPr lang="tr-TR" sz="1100" b="0" i="0">
                              <a:latin typeface="Cambria Math" panose="02040503050406030204" pitchFamily="18" charset="0"/>
                            </a:rPr>
                            <m:t>+</m:t>
                          </m:r>
                          <m:r>
                            <a:rPr lang="tr-TR" sz="1100" b="1" i="1">
                              <a:latin typeface="Cambria Math" panose="02040503050406030204" pitchFamily="18" charset="0"/>
                            </a:rPr>
                            <m:t>𝑷𝒓𝒆𝒄𝒊𝒔𝒊𝒐𝒏</m:t>
                          </m:r>
                        </m:den>
                      </m:f>
                    </m:oMath>
                  </m:oMathPara>
                </a14:m>
                <a:endParaRPr lang="tr-TR" sz="1100" dirty="0"/>
              </a:p>
            </p:txBody>
          </p:sp>
        </mc:Choice>
        <mc:Fallback xmlns="">
          <p:sp>
            <p:nvSpPr>
              <p:cNvPr id="5" name="Metin kutusu 4">
                <a:extLst>
                  <a:ext uri="{FF2B5EF4-FFF2-40B4-BE49-F238E27FC236}">
                    <a16:creationId xmlns:a16="http://schemas.microsoft.com/office/drawing/2014/main" id="{38C16F29-3E7F-964D-FBB9-13AF211DBEAA}"/>
                  </a:ext>
                </a:extLst>
              </p:cNvPr>
              <p:cNvSpPr txBox="1">
                <a:spLocks noRot="1" noChangeAspect="1" noMove="1" noResize="1" noEditPoints="1" noAdjustHandles="1" noChangeArrowheads="1" noChangeShapeType="1" noTextEdit="1"/>
              </p:cNvSpPr>
              <p:nvPr/>
            </p:nvSpPr>
            <p:spPr>
              <a:xfrm>
                <a:off x="4664928" y="2917223"/>
                <a:ext cx="3088886" cy="439992"/>
              </a:xfrm>
              <a:prstGeom prst="rect">
                <a:avLst/>
              </a:prstGeom>
              <a:blipFill>
                <a:blip r:embed="rId4"/>
                <a:stretch>
                  <a:fillRect b="-277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Metin kutusu 6">
                <a:extLst>
                  <a:ext uri="{FF2B5EF4-FFF2-40B4-BE49-F238E27FC236}">
                    <a16:creationId xmlns:a16="http://schemas.microsoft.com/office/drawing/2014/main" id="{D683F5B9-F180-7E3B-C036-A28677B67972}"/>
                  </a:ext>
                </a:extLst>
              </p:cNvPr>
              <p:cNvSpPr txBox="1"/>
              <p:nvPr/>
            </p:nvSpPr>
            <p:spPr>
              <a:xfrm>
                <a:off x="4729975" y="3433544"/>
                <a:ext cx="2094571" cy="4165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100" b="1" i="1" smtClean="0">
                          <a:latin typeface="Cambria Math" panose="02040503050406030204" pitchFamily="18" charset="0"/>
                        </a:rPr>
                        <m:t>𝑭</m:t>
                      </m:r>
                      <m:r>
                        <a:rPr lang="tr-TR" sz="1100" b="0" i="0">
                          <a:latin typeface="Cambria Math" panose="02040503050406030204" pitchFamily="18" charset="0"/>
                        </a:rPr>
                        <m:t>1=2∗</m:t>
                      </m:r>
                      <m:f>
                        <m:fPr>
                          <m:ctrlPr>
                            <a:rPr lang="tr-TR" sz="1100" b="0" i="1">
                              <a:solidFill>
                                <a:srgbClr val="836967"/>
                              </a:solidFill>
                              <a:latin typeface="Cambria Math" panose="02040503050406030204" pitchFamily="18" charset="0"/>
                            </a:rPr>
                          </m:ctrlPr>
                        </m:fPr>
                        <m:num>
                          <m:r>
                            <a:rPr lang="tr-TR" sz="1100" b="0" i="0">
                              <a:latin typeface="Cambria Math" panose="02040503050406030204" pitchFamily="18" charset="0"/>
                            </a:rPr>
                            <m:t>0.6∗0.4285</m:t>
                          </m:r>
                        </m:num>
                        <m:den>
                          <m:r>
                            <a:rPr lang="tr-TR" sz="1100" b="0" i="0">
                              <a:latin typeface="Cambria Math" panose="02040503050406030204" pitchFamily="18" charset="0"/>
                            </a:rPr>
                            <m:t>0.6+0.4285</m:t>
                          </m:r>
                        </m:den>
                      </m:f>
                    </m:oMath>
                  </m:oMathPara>
                </a14:m>
                <a:endParaRPr lang="tr-TR" sz="1100" dirty="0"/>
              </a:p>
            </p:txBody>
          </p:sp>
        </mc:Choice>
        <mc:Fallback xmlns="">
          <p:sp>
            <p:nvSpPr>
              <p:cNvPr id="7" name="Metin kutusu 6">
                <a:extLst>
                  <a:ext uri="{FF2B5EF4-FFF2-40B4-BE49-F238E27FC236}">
                    <a16:creationId xmlns:a16="http://schemas.microsoft.com/office/drawing/2014/main" id="{D683F5B9-F180-7E3B-C036-A28677B67972}"/>
                  </a:ext>
                </a:extLst>
              </p:cNvPr>
              <p:cNvSpPr txBox="1">
                <a:spLocks noRot="1" noChangeAspect="1" noMove="1" noResize="1" noEditPoints="1" noAdjustHandles="1" noChangeArrowheads="1" noChangeShapeType="1" noTextEdit="1"/>
              </p:cNvSpPr>
              <p:nvPr/>
            </p:nvSpPr>
            <p:spPr>
              <a:xfrm>
                <a:off x="4729975" y="3433544"/>
                <a:ext cx="2094571" cy="416589"/>
              </a:xfrm>
              <a:prstGeom prst="rect">
                <a:avLst/>
              </a:prstGeom>
              <a:blipFill>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 name="Metin kutusu 8">
                <a:extLst>
                  <a:ext uri="{FF2B5EF4-FFF2-40B4-BE49-F238E27FC236}">
                    <a16:creationId xmlns:a16="http://schemas.microsoft.com/office/drawing/2014/main" id="{AEC03EAC-CC06-CEFC-B12C-D61C81E0F830}"/>
                  </a:ext>
                </a:extLst>
              </p:cNvPr>
              <p:cNvSpPr txBox="1"/>
              <p:nvPr/>
            </p:nvSpPr>
            <p:spPr>
              <a:xfrm>
                <a:off x="6824546" y="3473509"/>
                <a:ext cx="1497979" cy="2616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100" b="1" i="1" smtClean="0">
                          <a:latin typeface="Cambria Math" panose="02040503050406030204" pitchFamily="18" charset="0"/>
                        </a:rPr>
                        <m:t>𝑭</m:t>
                      </m:r>
                      <m:r>
                        <a:rPr lang="tr-TR" sz="1100" b="0" i="0">
                          <a:latin typeface="Cambria Math" panose="02040503050406030204" pitchFamily="18" charset="0"/>
                        </a:rPr>
                        <m:t>1=</m:t>
                      </m:r>
                      <m:r>
                        <a:rPr lang="tr-TR" sz="1100" b="0" i="0" smtClean="0">
                          <a:latin typeface="Cambria Math" panose="02040503050406030204" pitchFamily="18" charset="0"/>
                        </a:rPr>
                        <m:t>0,4999</m:t>
                      </m:r>
                    </m:oMath>
                  </m:oMathPara>
                </a14:m>
                <a:endParaRPr lang="tr-TR" sz="1100" dirty="0"/>
              </a:p>
            </p:txBody>
          </p:sp>
        </mc:Choice>
        <mc:Fallback xmlns="">
          <p:sp>
            <p:nvSpPr>
              <p:cNvPr id="9" name="Metin kutusu 8">
                <a:extLst>
                  <a:ext uri="{FF2B5EF4-FFF2-40B4-BE49-F238E27FC236}">
                    <a16:creationId xmlns:a16="http://schemas.microsoft.com/office/drawing/2014/main" id="{AEC03EAC-CC06-CEFC-B12C-D61C81E0F830}"/>
                  </a:ext>
                </a:extLst>
              </p:cNvPr>
              <p:cNvSpPr txBox="1">
                <a:spLocks noRot="1" noChangeAspect="1" noMove="1" noResize="1" noEditPoints="1" noAdjustHandles="1" noChangeArrowheads="1" noChangeShapeType="1" noTextEdit="1"/>
              </p:cNvSpPr>
              <p:nvPr/>
            </p:nvSpPr>
            <p:spPr>
              <a:xfrm>
                <a:off x="6824546" y="3473509"/>
                <a:ext cx="1497979" cy="261610"/>
              </a:xfrm>
              <a:prstGeom prst="rect">
                <a:avLst/>
              </a:prstGeom>
              <a:blipFill>
                <a:blip r:embed="rId6"/>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1918539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006437D3-CE15-4774-316F-C91E1EEC852A}"/>
            </a:ext>
          </a:extLst>
        </p:cNvPr>
        <p:cNvGrpSpPr/>
        <p:nvPr/>
      </p:nvGrpSpPr>
      <p:grpSpPr>
        <a:xfrm>
          <a:off x="0" y="0"/>
          <a:ext cx="0" cy="0"/>
          <a:chOff x="0" y="0"/>
          <a:chExt cx="0" cy="0"/>
        </a:xfrm>
      </p:grpSpPr>
      <p:sp>
        <p:nvSpPr>
          <p:cNvPr id="661" name="Google Shape;661;p39">
            <a:extLst>
              <a:ext uri="{FF2B5EF4-FFF2-40B4-BE49-F238E27FC236}">
                <a16:creationId xmlns:a16="http://schemas.microsoft.com/office/drawing/2014/main" id="{10D61673-2B30-F378-2155-1A8A41D54831}"/>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tr-TR" sz="3200" b="1" dirty="0">
                <a:latin typeface="Maven Pro" panose="020B0604020202020204" charset="-94"/>
              </a:rPr>
              <a:t>Performans Değerlendirme Metrikleri</a:t>
            </a:r>
            <a:endParaRPr sz="3200" b="1" dirty="0">
              <a:latin typeface="Maven Pro" panose="020B0604020202020204" charset="-94"/>
            </a:endParaRPr>
          </a:p>
        </p:txBody>
      </p:sp>
      <p:sp>
        <p:nvSpPr>
          <p:cNvPr id="684" name="Google Shape;1274;p42">
            <a:extLst>
              <a:ext uri="{FF2B5EF4-FFF2-40B4-BE49-F238E27FC236}">
                <a16:creationId xmlns:a16="http://schemas.microsoft.com/office/drawing/2014/main" id="{9BC440CD-41AA-F6A0-2E26-B5769284CE52}"/>
              </a:ext>
            </a:extLst>
          </p:cNvPr>
          <p:cNvSpPr txBox="1">
            <a:spLocks/>
          </p:cNvSpPr>
          <p:nvPr/>
        </p:nvSpPr>
        <p:spPr>
          <a:xfrm>
            <a:off x="785250" y="1017725"/>
            <a:ext cx="6701075" cy="41542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1pPr>
            <a:lvl2pPr marL="914400" marR="0" lvl="1"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2pPr>
            <a:lvl3pPr marL="1371600" marR="0" lvl="2"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3pPr>
            <a:lvl4pPr marL="1828800" marR="0" lvl="3"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4pPr>
            <a:lvl5pPr marL="2286000" marR="0" lvl="4"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5pPr>
            <a:lvl6pPr marL="2743200" marR="0" lvl="5"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6pPr>
            <a:lvl7pPr marL="3200400" marR="0" lvl="6"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7pPr>
            <a:lvl8pPr marL="3657600" marR="0" lvl="7"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8pPr>
            <a:lvl9pPr marL="4114800" marR="0" lvl="8" indent="-317500" algn="ctr" rtl="0">
              <a:lnSpc>
                <a:spcPct val="100000"/>
              </a:lnSpc>
              <a:spcBef>
                <a:spcPts val="0"/>
              </a:spcBef>
              <a:spcAft>
                <a:spcPts val="0"/>
              </a:spcAft>
              <a:buClr>
                <a:schemeClr val="dk1"/>
              </a:buClr>
              <a:buSzPts val="1400"/>
              <a:buFont typeface="Maven Pro"/>
              <a:buNone/>
              <a:defRPr sz="1400" b="0" i="0" u="none" strike="noStrike" cap="none">
                <a:solidFill>
                  <a:schemeClr val="dk1"/>
                </a:solidFill>
                <a:latin typeface="Maven Pro"/>
                <a:ea typeface="Maven Pro"/>
                <a:cs typeface="Maven Pro"/>
                <a:sym typeface="Maven Pro"/>
              </a:defRPr>
            </a:lvl9pPr>
          </a:lstStyle>
          <a:p>
            <a:pPr marL="285750" indent="-285750" algn="just">
              <a:buFont typeface="Arial" panose="020B0604020202020204" pitchFamily="34" charset="0"/>
              <a:buChar char="•"/>
            </a:pPr>
            <a:r>
              <a:rPr lang="tr-TR" b="1" dirty="0">
                <a:latin typeface="Maven Pro" panose="020B0604020202020204" charset="-94"/>
              </a:rPr>
              <a:t>Karmaşıklık Matrisi (</a:t>
            </a:r>
            <a:r>
              <a:rPr lang="tr-TR" b="1" dirty="0" err="1">
                <a:latin typeface="Maven Pro" panose="020B0604020202020204" charset="-94"/>
              </a:rPr>
              <a:t>Confusion</a:t>
            </a:r>
            <a:r>
              <a:rPr lang="tr-TR" b="1" dirty="0">
                <a:latin typeface="Maven Pro" panose="020B0604020202020204" charset="-94"/>
              </a:rPr>
              <a:t> </a:t>
            </a:r>
            <a:r>
              <a:rPr lang="tr-TR" b="1" dirty="0" err="1">
                <a:latin typeface="Maven Pro" panose="020B0604020202020204" charset="-94"/>
              </a:rPr>
              <a:t>Matrix</a:t>
            </a:r>
            <a:r>
              <a:rPr lang="tr-TR" b="1" dirty="0">
                <a:latin typeface="Maven Pro" panose="020B0604020202020204" charset="-94"/>
              </a:rPr>
              <a:t>)</a:t>
            </a:r>
          </a:p>
        </p:txBody>
      </p:sp>
      <p:pic>
        <p:nvPicPr>
          <p:cNvPr id="685" name="Resim 684" descr="logo, amblem, simge, sembol, ticari marka içeren bir resim&#10;&#10;Açıklama otomatik olarak oluşturuldu">
            <a:extLst>
              <a:ext uri="{FF2B5EF4-FFF2-40B4-BE49-F238E27FC236}">
                <a16:creationId xmlns:a16="http://schemas.microsoft.com/office/drawing/2014/main" id="{EC6B28D3-C955-4F49-558D-BA71B39031FB}"/>
              </a:ext>
            </a:extLst>
          </p:cNvPr>
          <p:cNvPicPr>
            <a:picLocks noChangeAspect="1"/>
          </p:cNvPicPr>
          <p:nvPr/>
        </p:nvPicPr>
        <p:blipFill>
          <a:blip r:embed="rId3"/>
          <a:stretch>
            <a:fillRect/>
          </a:stretch>
        </p:blipFill>
        <p:spPr>
          <a:xfrm>
            <a:off x="8133994" y="-28411"/>
            <a:ext cx="1031509" cy="729231"/>
          </a:xfrm>
          <a:prstGeom prst="rect">
            <a:avLst/>
          </a:prstGeom>
        </p:spPr>
      </p:pic>
      <p:sp>
        <p:nvSpPr>
          <p:cNvPr id="686" name="Google Shape;670;p39">
            <a:extLst>
              <a:ext uri="{FF2B5EF4-FFF2-40B4-BE49-F238E27FC236}">
                <a16:creationId xmlns:a16="http://schemas.microsoft.com/office/drawing/2014/main" id="{10323520-ADD7-D042-75B5-30B69C16AAB1}"/>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graphicFrame>
        <p:nvGraphicFramePr>
          <p:cNvPr id="674" name="Tablo 673">
            <a:extLst>
              <a:ext uri="{FF2B5EF4-FFF2-40B4-BE49-F238E27FC236}">
                <a16:creationId xmlns:a16="http://schemas.microsoft.com/office/drawing/2014/main" id="{ECBC0707-FB98-CAB4-1926-5430BC13467F}"/>
              </a:ext>
            </a:extLst>
          </p:cNvPr>
          <p:cNvGraphicFramePr>
            <a:graphicFrameLocks noGrp="1"/>
          </p:cNvGraphicFramePr>
          <p:nvPr/>
        </p:nvGraphicFramePr>
        <p:xfrm>
          <a:off x="363432" y="1967131"/>
          <a:ext cx="3483199" cy="1209237"/>
        </p:xfrm>
        <a:graphic>
          <a:graphicData uri="http://schemas.openxmlformats.org/drawingml/2006/table">
            <a:tbl>
              <a:tblPr>
                <a:tableStyleId>{C65A26D9-3358-4309-A227-EDEAD8D7FABE}</a:tableStyleId>
              </a:tblPr>
              <a:tblGrid>
                <a:gridCol w="1144800">
                  <a:extLst>
                    <a:ext uri="{9D8B030D-6E8A-4147-A177-3AD203B41FA5}">
                      <a16:colId xmlns:a16="http://schemas.microsoft.com/office/drawing/2014/main" val="1776112082"/>
                    </a:ext>
                  </a:extLst>
                </a:gridCol>
                <a:gridCol w="1108800">
                  <a:extLst>
                    <a:ext uri="{9D8B030D-6E8A-4147-A177-3AD203B41FA5}">
                      <a16:colId xmlns:a16="http://schemas.microsoft.com/office/drawing/2014/main" val="1371402357"/>
                    </a:ext>
                  </a:extLst>
                </a:gridCol>
                <a:gridCol w="1229599">
                  <a:extLst>
                    <a:ext uri="{9D8B030D-6E8A-4147-A177-3AD203B41FA5}">
                      <a16:colId xmlns:a16="http://schemas.microsoft.com/office/drawing/2014/main" val="343247956"/>
                    </a:ext>
                  </a:extLst>
                </a:gridCol>
              </a:tblGrid>
              <a:tr h="403079">
                <a:tc>
                  <a:txBody>
                    <a:bodyPr/>
                    <a:lstStyle/>
                    <a:p>
                      <a:pPr algn="ctr" fontAlgn="ctr"/>
                      <a:r>
                        <a:rPr lang="tr-TR" sz="1200" u="none" strike="noStrike">
                          <a:effectLst/>
                        </a:rPr>
                        <a:t> </a:t>
                      </a:r>
                      <a:endParaRPr lang="tr-TR" sz="1200" b="0" i="0" u="none" strike="noStrike">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extLst>
                  <a:ext uri="{0D108BD9-81ED-4DB2-BD59-A6C34878D82A}">
                    <a16:rowId xmlns:a16="http://schemas.microsoft.com/office/drawing/2014/main" val="1636105520"/>
                  </a:ext>
                </a:extLst>
              </a:tr>
              <a:tr h="403079">
                <a:tc>
                  <a:txBody>
                    <a:bodyPr/>
                    <a:lstStyle/>
                    <a:p>
                      <a:pPr algn="ctr" fontAlgn="ctr"/>
                      <a:r>
                        <a:rPr lang="tr-TR" sz="1200" b="1" u="none" strike="noStrike" dirty="0">
                          <a:effectLst/>
                          <a:highlight>
                            <a:srgbClr val="00FF00"/>
                          </a:highlight>
                        </a:rPr>
                        <a:t>Hasta (1)</a:t>
                      </a:r>
                      <a:endParaRPr lang="tr-TR" sz="1200" b="1" i="0" u="none" strike="noStrike" dirty="0">
                        <a:solidFill>
                          <a:srgbClr val="000000"/>
                        </a:solidFill>
                        <a:effectLst/>
                        <a:highlight>
                          <a:srgbClr val="00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TP (3)</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FP (4)</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16845062"/>
                  </a:ext>
                </a:extLst>
              </a:tr>
              <a:tr h="403079">
                <a:tc>
                  <a:txBody>
                    <a:bodyPr/>
                    <a:lstStyle/>
                    <a:p>
                      <a:pPr algn="ctr" fontAlgn="ctr"/>
                      <a:r>
                        <a:rPr lang="tr-TR" sz="1200" b="1" u="none" strike="noStrike" dirty="0">
                          <a:effectLst/>
                          <a:highlight>
                            <a:srgbClr val="FFFF00"/>
                          </a:highlight>
                        </a:rPr>
                        <a:t>Hasta Değil (0)</a:t>
                      </a:r>
                      <a:endParaRPr lang="tr-TR" sz="1200" b="1" i="0" u="none" strike="noStrike" dirty="0">
                        <a:solidFill>
                          <a:srgbClr val="000000"/>
                        </a:solidFill>
                        <a:effectLst/>
                        <a:highlight>
                          <a:srgbClr val="FFFF00"/>
                        </a:highligh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FN (2)</a:t>
                      </a:r>
                      <a:endParaRPr lang="tr-TR" sz="1200" b="1" i="0" u="none" strike="noStrike" dirty="0">
                        <a:solidFill>
                          <a:srgbClr val="000000"/>
                        </a:solidFill>
                        <a:effectLst/>
                        <a:latin typeface="Calibri" panose="020F0502020204030204" pitchFamily="34" charset="0"/>
                      </a:endParaRPr>
                    </a:p>
                  </a:txBody>
                  <a:tcPr marL="9525" marR="9525" marT="9525" marB="0" anchor="ctr"/>
                </a:tc>
                <a:tc>
                  <a:txBody>
                    <a:bodyPr/>
                    <a:lstStyle/>
                    <a:p>
                      <a:pPr algn="ctr" fontAlgn="ctr"/>
                      <a:r>
                        <a:rPr lang="tr-TR" sz="1200" b="1" u="none" strike="noStrike" dirty="0">
                          <a:effectLst/>
                        </a:rPr>
                        <a:t>TN (1)</a:t>
                      </a:r>
                      <a:endParaRPr lang="tr-TR" sz="1200" b="1"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4324386"/>
                  </a:ext>
                </a:extLst>
              </a:tr>
            </a:tbl>
          </a:graphicData>
        </a:graphic>
      </p:graphicFrame>
      <p:sp>
        <p:nvSpPr>
          <p:cNvPr id="700" name="Metin kutusu 699">
            <a:extLst>
              <a:ext uri="{FF2B5EF4-FFF2-40B4-BE49-F238E27FC236}">
                <a16:creationId xmlns:a16="http://schemas.microsoft.com/office/drawing/2014/main" id="{037EB8B5-7245-CFBD-C395-1DF6A05A8C70}"/>
              </a:ext>
            </a:extLst>
          </p:cNvPr>
          <p:cNvSpPr txBox="1"/>
          <p:nvPr/>
        </p:nvSpPr>
        <p:spPr>
          <a:xfrm>
            <a:off x="4341542" y="1392365"/>
            <a:ext cx="2351926" cy="307777"/>
          </a:xfrm>
          <a:prstGeom prst="rect">
            <a:avLst/>
          </a:prstGeom>
          <a:noFill/>
        </p:spPr>
        <p:txBody>
          <a:bodyPr wrap="none" rtlCol="0">
            <a:spAutoFit/>
          </a:bodyPr>
          <a:lstStyle/>
          <a:p>
            <a:pPr marL="342900" indent="-342900">
              <a:buFont typeface="+mj-lt"/>
              <a:buAutoNum type="arabicPeriod" startAt="5"/>
            </a:pPr>
            <a:r>
              <a:rPr lang="tr-TR" b="1" dirty="0" err="1">
                <a:latin typeface="Maven Pro" panose="020B0604020202020204" charset="-94"/>
              </a:rPr>
              <a:t>Specificity</a:t>
            </a:r>
            <a:r>
              <a:rPr lang="tr-TR" b="1" dirty="0">
                <a:latin typeface="Maven Pro" panose="020B0604020202020204" charset="-94"/>
              </a:rPr>
              <a:t> (Özgüllük)</a:t>
            </a:r>
          </a:p>
        </p:txBody>
      </p:sp>
      <p:sp>
        <p:nvSpPr>
          <p:cNvPr id="701" name="Metin kutusu 700">
            <a:extLst>
              <a:ext uri="{FF2B5EF4-FFF2-40B4-BE49-F238E27FC236}">
                <a16:creationId xmlns:a16="http://schemas.microsoft.com/office/drawing/2014/main" id="{3880B424-3248-275D-58EB-4470E8B0888B}"/>
              </a:ext>
            </a:extLst>
          </p:cNvPr>
          <p:cNvSpPr txBox="1"/>
          <p:nvPr/>
        </p:nvSpPr>
        <p:spPr>
          <a:xfrm>
            <a:off x="4341542" y="1639950"/>
            <a:ext cx="3984702" cy="769441"/>
          </a:xfrm>
          <a:prstGeom prst="rect">
            <a:avLst/>
          </a:prstGeom>
          <a:noFill/>
        </p:spPr>
        <p:txBody>
          <a:bodyPr wrap="square" rtlCol="0">
            <a:spAutoFit/>
          </a:bodyPr>
          <a:lstStyle/>
          <a:p>
            <a:pPr algn="just"/>
            <a:r>
              <a:rPr lang="tr-TR" sz="1100" dirty="0">
                <a:latin typeface="Maven Pro" panose="020B0604020202020204" charset="-94"/>
              </a:rPr>
              <a:t>Bir sınıflandırma modelinin, gerçek negatif örnekleri doğru bir şekilde tanıma yeteneğini ölçen bir performans metriğidir. Yani, modelin negatif örneklerin ne kadarını doğru bir şekilde negatif olarak sınıflandırdığını gösterir.</a:t>
            </a:r>
            <a:endParaRPr lang="tr-TR" sz="600" dirty="0">
              <a:latin typeface="Maven Pro" panose="020B0604020202020204" charset="-94"/>
            </a:endParaRPr>
          </a:p>
        </p:txBody>
      </p:sp>
      <p:sp>
        <p:nvSpPr>
          <p:cNvPr id="2" name="Metin kutusu 1">
            <a:extLst>
              <a:ext uri="{FF2B5EF4-FFF2-40B4-BE49-F238E27FC236}">
                <a16:creationId xmlns:a16="http://schemas.microsoft.com/office/drawing/2014/main" id="{C5ABCBFA-A6C8-CB70-CEDF-94E7BF713625}"/>
              </a:ext>
            </a:extLst>
          </p:cNvPr>
          <p:cNvSpPr txBox="1"/>
          <p:nvPr/>
        </p:nvSpPr>
        <p:spPr>
          <a:xfrm>
            <a:off x="236177" y="4019743"/>
            <a:ext cx="8413571" cy="646331"/>
          </a:xfrm>
          <a:prstGeom prst="rect">
            <a:avLst/>
          </a:prstGeom>
          <a:noFill/>
        </p:spPr>
        <p:txBody>
          <a:bodyPr wrap="square" rtlCol="0">
            <a:spAutoFit/>
          </a:bodyPr>
          <a:lstStyle/>
          <a:p>
            <a:pPr marL="285750" indent="-285750">
              <a:buFont typeface="Arial" panose="020B0604020202020204" pitchFamily="34" charset="0"/>
              <a:buChar char="•"/>
            </a:pPr>
            <a:r>
              <a:rPr lang="tr-TR" sz="1200" b="1" dirty="0">
                <a:latin typeface="Maven Pro" panose="020B0604020202020204" charset="-94"/>
              </a:rPr>
              <a:t>Yüksek özgüllük</a:t>
            </a:r>
            <a:r>
              <a:rPr lang="tr-TR" sz="1200" dirty="0">
                <a:latin typeface="Maven Pro" panose="020B0604020202020204" charset="-94"/>
              </a:rPr>
              <a:t>, modelin negatif sınıfı iyi bir şekilde tanımladığını gösterir, yani yanlış pozitif tahminlerin sayısını minimize eder.</a:t>
            </a:r>
          </a:p>
          <a:p>
            <a:pPr marL="285750" indent="-285750">
              <a:buFont typeface="Arial" panose="020B0604020202020204" pitchFamily="34" charset="0"/>
              <a:buChar char="•"/>
            </a:pPr>
            <a:r>
              <a:rPr lang="tr-TR" sz="1200" b="1" dirty="0">
                <a:latin typeface="Maven Pro" panose="020B0604020202020204" charset="-94"/>
              </a:rPr>
              <a:t>Düşük özgüllük</a:t>
            </a:r>
            <a:r>
              <a:rPr lang="tr-TR" sz="1200" dirty="0">
                <a:latin typeface="Maven Pro" panose="020B0604020202020204" charset="-94"/>
              </a:rPr>
              <a:t>, modelin birçok negatif örneği yanlış bir şekilde pozitif olarak sınıflandırdığını gösterir.</a:t>
            </a:r>
          </a:p>
        </p:txBody>
      </p:sp>
      <mc:AlternateContent xmlns:mc="http://schemas.openxmlformats.org/markup-compatibility/2006" xmlns:a14="http://schemas.microsoft.com/office/drawing/2010/main">
        <mc:Choice Requires="a14">
          <p:sp>
            <p:nvSpPr>
              <p:cNvPr id="4" name="Metin kutusu 3">
                <a:extLst>
                  <a:ext uri="{FF2B5EF4-FFF2-40B4-BE49-F238E27FC236}">
                    <a16:creationId xmlns:a16="http://schemas.microsoft.com/office/drawing/2014/main" id="{9799CF09-F065-684F-6FC6-DBD4D7A9B741}"/>
                  </a:ext>
                </a:extLst>
              </p:cNvPr>
              <p:cNvSpPr txBox="1"/>
              <p:nvPr/>
            </p:nvSpPr>
            <p:spPr>
              <a:xfrm>
                <a:off x="4571999" y="2418797"/>
                <a:ext cx="3005795" cy="4411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𝑺𝒑𝒆𝒄𝒊𝒇𝒊𝒄𝒊𝒕𝒚</m:t>
                      </m:r>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1" i="1">
                              <a:latin typeface="Cambria Math" panose="02040503050406030204" pitchFamily="18" charset="0"/>
                            </a:rPr>
                            <m:t>𝑻𝑵</m:t>
                          </m:r>
                        </m:num>
                        <m:den>
                          <m:r>
                            <a:rPr lang="tr-TR" sz="1200" b="1" i="1">
                              <a:latin typeface="Cambria Math" panose="02040503050406030204" pitchFamily="18" charset="0"/>
                            </a:rPr>
                            <m:t>𝑻𝑵</m:t>
                          </m:r>
                          <m:r>
                            <a:rPr lang="tr-TR" sz="1200" b="0" i="0">
                              <a:latin typeface="Cambria Math" panose="02040503050406030204" pitchFamily="18" charset="0"/>
                            </a:rPr>
                            <m:t>+</m:t>
                          </m:r>
                          <m:r>
                            <a:rPr lang="tr-TR" sz="1200" b="1" i="1">
                              <a:latin typeface="Cambria Math" panose="02040503050406030204" pitchFamily="18" charset="0"/>
                            </a:rPr>
                            <m:t>𝑭𝑷</m:t>
                          </m:r>
                        </m:den>
                      </m:f>
                    </m:oMath>
                  </m:oMathPara>
                </a14:m>
                <a:endParaRPr lang="tr-TR" sz="1200" dirty="0"/>
              </a:p>
            </p:txBody>
          </p:sp>
        </mc:Choice>
        <mc:Fallback xmlns="">
          <p:sp>
            <p:nvSpPr>
              <p:cNvPr id="4" name="Metin kutusu 3">
                <a:extLst>
                  <a:ext uri="{FF2B5EF4-FFF2-40B4-BE49-F238E27FC236}">
                    <a16:creationId xmlns:a16="http://schemas.microsoft.com/office/drawing/2014/main" id="{9799CF09-F065-684F-6FC6-DBD4D7A9B741}"/>
                  </a:ext>
                </a:extLst>
              </p:cNvPr>
              <p:cNvSpPr txBox="1">
                <a:spLocks noRot="1" noChangeAspect="1" noMove="1" noResize="1" noEditPoints="1" noAdjustHandles="1" noChangeArrowheads="1" noChangeShapeType="1" noTextEdit="1"/>
              </p:cNvSpPr>
              <p:nvPr/>
            </p:nvSpPr>
            <p:spPr>
              <a:xfrm>
                <a:off x="4571999" y="2418797"/>
                <a:ext cx="3005795" cy="441146"/>
              </a:xfrm>
              <a:prstGeom prst="rect">
                <a:avLst/>
              </a:prstGeom>
              <a:blipFill>
                <a:blip r:embed="rId4"/>
                <a:stretch>
                  <a:fillRect b="-138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Metin kutusu 7">
                <a:extLst>
                  <a:ext uri="{FF2B5EF4-FFF2-40B4-BE49-F238E27FC236}">
                    <a16:creationId xmlns:a16="http://schemas.microsoft.com/office/drawing/2014/main" id="{3486B739-C574-C499-69B2-C8A1A438DA1F}"/>
                  </a:ext>
                </a:extLst>
              </p:cNvPr>
              <p:cNvSpPr txBox="1"/>
              <p:nvPr/>
            </p:nvSpPr>
            <p:spPr>
              <a:xfrm>
                <a:off x="5087084" y="2898103"/>
                <a:ext cx="1975624" cy="4392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tr-TR" sz="1200" b="1" i="1" smtClean="0">
                          <a:latin typeface="Cambria Math" panose="02040503050406030204" pitchFamily="18" charset="0"/>
                        </a:rPr>
                        <m:t>𝑺𝒑𝒆𝒄𝒊𝒇𝒊𝒄𝒊𝒕𝒚</m:t>
                      </m:r>
                      <m:r>
                        <a:rPr lang="tr-TR" sz="1200" b="0" i="0">
                          <a:latin typeface="Cambria Math" panose="02040503050406030204" pitchFamily="18" charset="0"/>
                        </a:rPr>
                        <m:t>=</m:t>
                      </m:r>
                      <m:f>
                        <m:fPr>
                          <m:ctrlPr>
                            <a:rPr lang="tr-TR" sz="1200" b="0" i="1">
                              <a:solidFill>
                                <a:srgbClr val="836967"/>
                              </a:solidFill>
                              <a:latin typeface="Cambria Math" panose="02040503050406030204" pitchFamily="18" charset="0"/>
                            </a:rPr>
                          </m:ctrlPr>
                        </m:fPr>
                        <m:num>
                          <m:r>
                            <a:rPr lang="tr-TR" sz="1200" b="0" i="0">
                              <a:latin typeface="Cambria Math" panose="02040503050406030204" pitchFamily="18" charset="0"/>
                            </a:rPr>
                            <m:t>1</m:t>
                          </m:r>
                        </m:num>
                        <m:den>
                          <m:r>
                            <a:rPr lang="tr-TR" sz="1200" b="0" i="0">
                              <a:latin typeface="Cambria Math" panose="02040503050406030204" pitchFamily="18" charset="0"/>
                            </a:rPr>
                            <m:t>5</m:t>
                          </m:r>
                        </m:den>
                      </m:f>
                      <m:r>
                        <a:rPr lang="tr-TR" sz="1200" b="0" i="0">
                          <a:latin typeface="Cambria Math" panose="02040503050406030204" pitchFamily="18" charset="0"/>
                        </a:rPr>
                        <m:t>=0.20</m:t>
                      </m:r>
                    </m:oMath>
                  </m:oMathPara>
                </a14:m>
                <a:endParaRPr lang="tr-TR" sz="1200" dirty="0"/>
              </a:p>
            </p:txBody>
          </p:sp>
        </mc:Choice>
        <mc:Fallback xmlns="">
          <p:sp>
            <p:nvSpPr>
              <p:cNvPr id="8" name="Metin kutusu 7">
                <a:extLst>
                  <a:ext uri="{FF2B5EF4-FFF2-40B4-BE49-F238E27FC236}">
                    <a16:creationId xmlns:a16="http://schemas.microsoft.com/office/drawing/2014/main" id="{3486B739-C574-C499-69B2-C8A1A438DA1F}"/>
                  </a:ext>
                </a:extLst>
              </p:cNvPr>
              <p:cNvSpPr txBox="1">
                <a:spLocks noRot="1" noChangeAspect="1" noMove="1" noResize="1" noEditPoints="1" noAdjustHandles="1" noChangeArrowheads="1" noChangeShapeType="1" noTextEdit="1"/>
              </p:cNvSpPr>
              <p:nvPr/>
            </p:nvSpPr>
            <p:spPr>
              <a:xfrm>
                <a:off x="5087084" y="2898103"/>
                <a:ext cx="1975624" cy="439223"/>
              </a:xfrm>
              <a:prstGeom prst="rect">
                <a:avLst/>
              </a:prstGeom>
              <a:blipFill>
                <a:blip r:embed="rId5"/>
                <a:stretch>
                  <a:fillRect b="-1389"/>
                </a:stretch>
              </a:blipFill>
            </p:spPr>
            <p:txBody>
              <a:bodyPr/>
              <a:lstStyle/>
              <a:p>
                <a:r>
                  <a:rPr lang="tr-TR">
                    <a:noFill/>
                  </a:rPr>
                  <a:t> </a:t>
                </a:r>
              </a:p>
            </p:txBody>
          </p:sp>
        </mc:Fallback>
      </mc:AlternateContent>
    </p:spTree>
    <p:extLst>
      <p:ext uri="{BB962C8B-B14F-4D97-AF65-F5344CB8AC3E}">
        <p14:creationId xmlns:p14="http://schemas.microsoft.com/office/powerpoint/2010/main" val="703595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684">
                                            <p:txEl>
                                              <p:pRg st="0" end="0"/>
                                            </p:txEl>
                                          </p:spTgt>
                                        </p:tgtEl>
                                        <p:attrNameLst>
                                          <p:attrName>style.visibility</p:attrName>
                                        </p:attrNameLst>
                                      </p:cBhvr>
                                      <p:to>
                                        <p:strVal val="visible"/>
                                      </p:to>
                                    </p:set>
                                    <p:animEffect transition="in" filter="randombar(horizontal)">
                                      <p:cBhvr>
                                        <p:cTn id="7" dur="500"/>
                                        <p:tgtEl>
                                          <p:spTgt spid="68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1034" name="Google Shape;1034;p40"/>
          <p:cNvSpPr txBox="1">
            <a:spLocks noGrp="1"/>
          </p:cNvSpPr>
          <p:nvPr>
            <p:ph type="title"/>
          </p:nvPr>
        </p:nvSpPr>
        <p:spPr>
          <a:xfrm>
            <a:off x="1812228" y="604750"/>
            <a:ext cx="5563217" cy="227396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tr-TR" dirty="0"/>
              <a:t>Ders Sonu</a:t>
            </a:r>
            <a:r>
              <a:rPr lang="en" dirty="0"/>
              <a:t>!</a:t>
            </a:r>
            <a:endParaRPr dirty="0"/>
          </a:p>
        </p:txBody>
      </p:sp>
      <p:sp>
        <p:nvSpPr>
          <p:cNvPr id="1035" name="Google Shape;1035;p40"/>
          <p:cNvSpPr txBox="1">
            <a:spLocks noGrp="1"/>
          </p:cNvSpPr>
          <p:nvPr>
            <p:ph type="subTitle" idx="1"/>
          </p:nvPr>
        </p:nvSpPr>
        <p:spPr>
          <a:xfrm>
            <a:off x="802526" y="2208257"/>
            <a:ext cx="7277952" cy="1027800"/>
          </a:xfrm>
          <a:prstGeom prst="rect">
            <a:avLst/>
          </a:prstGeom>
        </p:spPr>
        <p:txBody>
          <a:bodyPr spcFirstLastPara="1" wrap="square" lIns="91425" tIns="91425" rIns="91425" bIns="91425" anchor="t" anchorCtr="0">
            <a:noAutofit/>
          </a:bodyPr>
          <a:lstStyle/>
          <a:p>
            <a:pPr marL="0" indent="0"/>
            <a:endParaRPr lang="tr-TR" b="1" dirty="0">
              <a:solidFill>
                <a:schemeClr val="accent1">
                  <a:lumMod val="50000"/>
                </a:schemeClr>
              </a:solidFill>
            </a:endParaRPr>
          </a:p>
          <a:p>
            <a:pPr marL="0" indent="0"/>
            <a:r>
              <a:rPr lang="tr-TR" b="1" dirty="0">
                <a:solidFill>
                  <a:schemeClr val="accent1">
                    <a:lumMod val="50000"/>
                  </a:schemeClr>
                </a:solidFill>
              </a:rPr>
              <a:t>Ödevinizi göndermeyi unutmayınız!</a:t>
            </a:r>
          </a:p>
        </p:txBody>
      </p:sp>
      <p:grpSp>
        <p:nvGrpSpPr>
          <p:cNvPr id="1036" name="Google Shape;1036;p40"/>
          <p:cNvGrpSpPr/>
          <p:nvPr/>
        </p:nvGrpSpPr>
        <p:grpSpPr>
          <a:xfrm>
            <a:off x="713225" y="539500"/>
            <a:ext cx="1009703" cy="130500"/>
            <a:chOff x="5461400" y="616025"/>
            <a:chExt cx="1009703" cy="130500"/>
          </a:xfrm>
        </p:grpSpPr>
        <p:sp>
          <p:nvSpPr>
            <p:cNvPr id="1037" name="Google Shape;1037;p40"/>
            <p:cNvSpPr/>
            <p:nvPr/>
          </p:nvSpPr>
          <p:spPr>
            <a:xfrm>
              <a:off x="5461400"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40"/>
            <p:cNvSpPr/>
            <p:nvPr/>
          </p:nvSpPr>
          <p:spPr>
            <a:xfrm>
              <a:off x="5681201"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40"/>
            <p:cNvSpPr/>
            <p:nvPr/>
          </p:nvSpPr>
          <p:spPr>
            <a:xfrm>
              <a:off x="5901002"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40"/>
            <p:cNvSpPr/>
            <p:nvPr/>
          </p:nvSpPr>
          <p:spPr>
            <a:xfrm>
              <a:off x="61208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40"/>
            <p:cNvSpPr/>
            <p:nvPr/>
          </p:nvSpPr>
          <p:spPr>
            <a:xfrm>
              <a:off x="6340603" y="616025"/>
              <a:ext cx="130500" cy="1305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42" name="Google Shape;1042;p40"/>
          <p:cNvGrpSpPr/>
          <p:nvPr/>
        </p:nvGrpSpPr>
        <p:grpSpPr>
          <a:xfrm>
            <a:off x="7421075" y="4473500"/>
            <a:ext cx="1009703" cy="130500"/>
            <a:chOff x="5461400" y="616025"/>
            <a:chExt cx="1009703" cy="130500"/>
          </a:xfrm>
        </p:grpSpPr>
        <p:sp>
          <p:nvSpPr>
            <p:cNvPr id="1043" name="Google Shape;1043;p40"/>
            <p:cNvSpPr/>
            <p:nvPr/>
          </p:nvSpPr>
          <p:spPr>
            <a:xfrm>
              <a:off x="5461400"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40"/>
            <p:cNvSpPr/>
            <p:nvPr/>
          </p:nvSpPr>
          <p:spPr>
            <a:xfrm>
              <a:off x="5681201"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40"/>
            <p:cNvSpPr/>
            <p:nvPr/>
          </p:nvSpPr>
          <p:spPr>
            <a:xfrm>
              <a:off x="5901002"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40"/>
            <p:cNvSpPr/>
            <p:nvPr/>
          </p:nvSpPr>
          <p:spPr>
            <a:xfrm>
              <a:off x="61208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40"/>
            <p:cNvSpPr/>
            <p:nvPr/>
          </p:nvSpPr>
          <p:spPr>
            <a:xfrm>
              <a:off x="6340603" y="616025"/>
              <a:ext cx="130500" cy="130500"/>
            </a:xfrm>
            <a:prstGeom prst="ellipse">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Resim 1" descr="logo, amblem, simge, sembol, ticari marka içeren bir resim&#10;&#10;Açıklama otomatik olarak oluşturuldu">
            <a:extLst>
              <a:ext uri="{FF2B5EF4-FFF2-40B4-BE49-F238E27FC236}">
                <a16:creationId xmlns:a16="http://schemas.microsoft.com/office/drawing/2014/main" id="{FAF5EF97-647E-374D-E177-EC0516328D19}"/>
              </a:ext>
            </a:extLst>
          </p:cNvPr>
          <p:cNvPicPr>
            <a:picLocks noChangeAspect="1"/>
          </p:cNvPicPr>
          <p:nvPr/>
        </p:nvPicPr>
        <p:blipFill>
          <a:blip r:embed="rId3"/>
          <a:stretch>
            <a:fillRect/>
          </a:stretch>
        </p:blipFill>
        <p:spPr>
          <a:xfrm>
            <a:off x="8133994" y="-28411"/>
            <a:ext cx="1031509" cy="729231"/>
          </a:xfrm>
          <a:prstGeom prst="rect">
            <a:avLst/>
          </a:prstGeom>
        </p:spPr>
      </p:pic>
      <p:sp>
        <p:nvSpPr>
          <p:cNvPr id="3" name="Google Shape;670;p39">
            <a:extLst>
              <a:ext uri="{FF2B5EF4-FFF2-40B4-BE49-F238E27FC236}">
                <a16:creationId xmlns:a16="http://schemas.microsoft.com/office/drawing/2014/main" id="{A1F91FF2-FB00-51A9-F810-F9F48B64C156}"/>
              </a:ext>
            </a:extLst>
          </p:cNvPr>
          <p:cNvSpPr txBox="1">
            <a:spLocks/>
          </p:cNvSpPr>
          <p:nvPr/>
        </p:nvSpPr>
        <p:spPr>
          <a:xfrm>
            <a:off x="2258810" y="4957361"/>
            <a:ext cx="4626379" cy="18613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15000"/>
              </a:lnSpc>
              <a:spcBef>
                <a:spcPts val="0"/>
              </a:spcBef>
              <a:spcAft>
                <a:spcPts val="0"/>
              </a:spcAft>
              <a:buClr>
                <a:schemeClr val="dk1"/>
              </a:buClr>
              <a:buSzPts val="2400"/>
              <a:buFont typeface="DM Sans"/>
              <a:buNone/>
              <a:defRPr sz="2400" b="0" i="0" u="none" strike="noStrike" cap="none">
                <a:solidFill>
                  <a:schemeClr val="dk1"/>
                </a:solidFill>
                <a:latin typeface="MuseoModerno Medium"/>
                <a:ea typeface="MuseoModerno Medium"/>
                <a:cs typeface="MuseoModerno Medium"/>
                <a:sym typeface="MuseoModerno Medium"/>
              </a:defRPr>
            </a:lvl1pPr>
            <a:lvl2pPr marL="914400" marR="0" lvl="1"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2pPr>
            <a:lvl3pPr marL="1371600" marR="0" lvl="2"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3pPr>
            <a:lvl4pPr marL="1828800" marR="0" lvl="3"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4pPr>
            <a:lvl5pPr marL="2286000" marR="0" lvl="4"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5pPr>
            <a:lvl6pPr marL="2743200" marR="0" lvl="5"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6pPr>
            <a:lvl7pPr marL="3200400" marR="0" lvl="6"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7pPr>
            <a:lvl8pPr marL="3657600" marR="0" lvl="7"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8pPr>
            <a:lvl9pPr marL="4114800" marR="0" lvl="8" indent="-317500" algn="l" rtl="0">
              <a:lnSpc>
                <a:spcPct val="100000"/>
              </a:lnSpc>
              <a:spcBef>
                <a:spcPts val="0"/>
              </a:spcBef>
              <a:spcAft>
                <a:spcPts val="0"/>
              </a:spcAft>
              <a:buClr>
                <a:schemeClr val="dk1"/>
              </a:buClr>
              <a:buSzPts val="2400"/>
              <a:buFont typeface="DM Sans"/>
              <a:buNone/>
              <a:defRPr sz="2400" b="1" i="0" u="none" strike="noStrike" cap="none">
                <a:solidFill>
                  <a:schemeClr val="dk1"/>
                </a:solidFill>
                <a:latin typeface="DM Sans"/>
                <a:ea typeface="DM Sans"/>
                <a:cs typeface="DM Sans"/>
                <a:sym typeface="DM Sans"/>
              </a:defRPr>
            </a:lvl9pPr>
          </a:lstStyle>
          <a:p>
            <a:pPr marL="0" indent="0" algn="l"/>
            <a:r>
              <a:rPr lang="tr-TR" sz="700" b="1" dirty="0">
                <a:solidFill>
                  <a:schemeClr val="accent1"/>
                </a:solidFill>
                <a:latin typeface="Maven Pro" panose="020B0604020202020204" charset="-94"/>
              </a:rPr>
              <a:t>Dr. Öğr. Üyesi Fatih BAL | Kırklareli Üniversitesi | Yazılım Mühendisliği Bölümü | Derin Öğrenme | 2025 </a:t>
            </a:r>
          </a:p>
        </p:txBody>
      </p:sp>
    </p:spTree>
  </p:cSld>
  <p:clrMapOvr>
    <a:masterClrMapping/>
  </p:clrMapOvr>
</p:sld>
</file>

<file path=ppt/theme/theme1.xml><?xml version="1.0" encoding="utf-8"?>
<a:theme xmlns:a="http://schemas.openxmlformats.org/drawingml/2006/main" name="All About Artificial Intelligence by Slidesgo">
  <a:themeElements>
    <a:clrScheme name="Simple Light">
      <a:dk1>
        <a:srgbClr val="181818"/>
      </a:dk1>
      <a:lt1>
        <a:srgbClr val="F3F3F3"/>
      </a:lt1>
      <a:dk2>
        <a:srgbClr val="3D3D3B"/>
      </a:dk2>
      <a:lt2>
        <a:srgbClr val="C1C1C1"/>
      </a:lt2>
      <a:accent1>
        <a:srgbClr val="5D65BB"/>
      </a:accent1>
      <a:accent2>
        <a:srgbClr val="707BE0"/>
      </a:accent2>
      <a:accent3>
        <a:srgbClr val="BCC1E6"/>
      </a:accent3>
      <a:accent4>
        <a:srgbClr val="FFFFFF"/>
      </a:accent4>
      <a:accent5>
        <a:srgbClr val="FFFFFF"/>
      </a:accent5>
      <a:accent6>
        <a:srgbClr val="FFFFFF"/>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739</TotalTime>
  <Words>4090</Words>
  <Application>Microsoft Office PowerPoint</Application>
  <PresentationFormat>Ekran Gösterisi (16:9)</PresentationFormat>
  <Paragraphs>1275</Paragraphs>
  <Slides>53</Slides>
  <Notes>53</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53</vt:i4>
      </vt:variant>
    </vt:vector>
  </HeadingPairs>
  <TitlesOfParts>
    <vt:vector size="62" baseType="lpstr">
      <vt:lpstr>MuseoModerno Medium</vt:lpstr>
      <vt:lpstr>Cambria Math</vt:lpstr>
      <vt:lpstr>Aptos</vt:lpstr>
      <vt:lpstr>Maven Pro</vt:lpstr>
      <vt:lpstr>Arial</vt:lpstr>
      <vt:lpstr>DM Sans</vt:lpstr>
      <vt:lpstr>Calibri</vt:lpstr>
      <vt:lpstr>Anaheim</vt:lpstr>
      <vt:lpstr>All About Artificial Intelligence by Slidesgo</vt:lpstr>
      <vt:lpstr>Derin Öğrenme</vt:lpstr>
      <vt:lpstr>Ders Akışı</vt:lpstr>
      <vt:lpstr>Ders Akışı</vt:lpstr>
      <vt:lpstr>Terminolojik İfadeler</vt:lpstr>
      <vt:lpstr>Terminolojik İfadeler</vt:lpstr>
      <vt:lpstr>Decision Tree</vt:lpstr>
      <vt:lpstr>Decision Tree (Karar Ağacı)</vt:lpstr>
      <vt:lpstr>Decision Tree (Karar Ağacı)</vt:lpstr>
      <vt:lpstr>Decision Tree (Karar Ağacı)</vt:lpstr>
      <vt:lpstr>PowerPoint Sunusu</vt:lpstr>
      <vt:lpstr>Decision Tree (Örnek Uygulama)</vt:lpstr>
      <vt:lpstr>Decision Tree (Örnek Uygulama)</vt:lpstr>
      <vt:lpstr>Decision Tree (Örnek Uygulama)</vt:lpstr>
      <vt:lpstr>Decision Tree (Örnek Uygulama)</vt:lpstr>
      <vt:lpstr>Decision Tree (Örnek Uygulama)</vt:lpstr>
      <vt:lpstr>Decision Tree (Örnek Uygulama)</vt:lpstr>
      <vt:lpstr>Decision Tree (Örnek Uygulama)</vt:lpstr>
      <vt:lpstr>Decision Tree (Örnek Uygulama)</vt:lpstr>
      <vt:lpstr>Random Forest</vt:lpstr>
      <vt:lpstr>Random Forest (Rassal Orman)</vt:lpstr>
      <vt:lpstr>Random Forest (Rassal Orman)</vt:lpstr>
      <vt:lpstr>Random Forest (Rassal Orman)</vt:lpstr>
      <vt:lpstr>Random Forest (Rassal Orman)</vt:lpstr>
      <vt:lpstr>Support Vector Machine</vt:lpstr>
      <vt:lpstr>Support Vector Machine</vt:lpstr>
      <vt:lpstr>Support Vector Machine</vt:lpstr>
      <vt:lpstr>Support Vector Machine</vt:lpstr>
      <vt:lpstr>K-Nearest Neighbor</vt:lpstr>
      <vt:lpstr>K-Nearest Neighbor</vt:lpstr>
      <vt:lpstr>PowerPoint Sunusu</vt:lpstr>
      <vt:lpstr>PowerPoint Sunusu</vt:lpstr>
      <vt:lpstr>K-Nearest Neighbor</vt:lpstr>
      <vt:lpstr>K-Nearest Neighbor</vt:lpstr>
      <vt:lpstr>K-Nearest Neighbor</vt:lpstr>
      <vt:lpstr>K-Nearest Neighbor</vt:lpstr>
      <vt:lpstr>K-Nearest Neighbor</vt:lpstr>
      <vt:lpstr>K-Nearest Neighbor</vt:lpstr>
      <vt:lpstr>K-Nearest Neighbor</vt:lpstr>
      <vt:lpstr>Naive Bayes</vt:lpstr>
      <vt:lpstr>Naive Bayes</vt:lpstr>
      <vt:lpstr>Naive Bayes</vt:lpstr>
      <vt:lpstr>Naive Bayes</vt:lpstr>
      <vt:lpstr>Naive Bayes</vt:lpstr>
      <vt:lpstr>Performans Değerlendirme Metrikleri</vt:lpstr>
      <vt:lpstr>Performans Değerlendirme Metrikleri</vt:lpstr>
      <vt:lpstr>Performans Değerlendirme Metrikleri</vt:lpstr>
      <vt:lpstr>Performans Değerlendirme Metrikleri</vt:lpstr>
      <vt:lpstr>Performans Değerlendirme Metrikleri</vt:lpstr>
      <vt:lpstr>Performans Değerlendirme Metrikleri</vt:lpstr>
      <vt:lpstr>Performans Değerlendirme Metrikleri</vt:lpstr>
      <vt:lpstr>Performans Değerlendirme Metrikleri</vt:lpstr>
      <vt:lpstr>Performans Değerlendirme Metrikleri</vt:lpstr>
      <vt:lpstr>Ders Sonu!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FATİH BAL</cp:lastModifiedBy>
  <cp:revision>78</cp:revision>
  <dcterms:modified xsi:type="dcterms:W3CDTF">2025-09-29T06:23:32Z</dcterms:modified>
</cp:coreProperties>
</file>